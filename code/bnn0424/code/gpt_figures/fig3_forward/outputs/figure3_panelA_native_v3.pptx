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932483" cy="532349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932483" cy="53234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3018" y="471126"/>
            <a:ext cx="6112901" cy="45885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191243" y="505972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1243" y="5085256"/>
            <a:ext cx="1193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Uncoupled pass</a:t>
            </a:r>
          </a:p>
        </p:txBody>
      </p:sp>
      <p:sp>
        <p:nvSpPr>
          <p:cNvPr id="6" name="Freeform 5"/>
          <p:cNvSpPr/>
          <p:nvPr/>
        </p:nvSpPr>
        <p:spPr>
          <a:xfrm>
            <a:off x="5247694" y="505972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47694" y="5086340"/>
            <a:ext cx="1651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Coupled steady state</a:t>
            </a:r>
          </a:p>
        </p:txBody>
      </p:sp>
      <p:sp>
        <p:nvSpPr>
          <p:cNvPr id="8" name="Freeform 7"/>
          <p:cNvSpPr/>
          <p:nvPr/>
        </p:nvSpPr>
        <p:spPr>
          <a:xfrm>
            <a:off x="663018" y="4945607"/>
            <a:ext cx="6112901" cy="0"/>
          </a:xfrm>
          <a:custGeom>
            <a:avLst/>
            <a:gdLst/>
            <a:ahLst/>
            <a:cxnLst/>
            <a:rect l="l" t="t" r="r" b="b"/>
            <a:pathLst>
              <a:path w="6112901" h="0">
                <a:moveTo>
                  <a:pt x="0" y="0"/>
                </a:moveTo>
                <a:lnTo>
                  <a:pt x="6112901" y="0"/>
                </a:lnTo>
                <a:close/>
              </a:path>
            </a:pathLst>
          </a:custGeom>
          <a:noFill/>
          <a:ln w="5080">
            <a:solidFill>
              <a:srgbClr val="E8E8E8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618568" y="494560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4118" y="4850423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</a:t>
            </a:r>
          </a:p>
        </p:txBody>
      </p:sp>
      <p:sp>
        <p:nvSpPr>
          <p:cNvPr id="11" name="Freeform 10"/>
          <p:cNvSpPr/>
          <p:nvPr/>
        </p:nvSpPr>
        <p:spPr>
          <a:xfrm>
            <a:off x="663018" y="4353628"/>
            <a:ext cx="6112901" cy="0"/>
          </a:xfrm>
          <a:custGeom>
            <a:avLst/>
            <a:gdLst/>
            <a:ahLst/>
            <a:cxnLst/>
            <a:rect l="l" t="t" r="r" b="b"/>
            <a:pathLst>
              <a:path w="6112901" h="0">
                <a:moveTo>
                  <a:pt x="0" y="0"/>
                </a:moveTo>
                <a:lnTo>
                  <a:pt x="6112901" y="0"/>
                </a:lnTo>
                <a:close/>
              </a:path>
            </a:pathLst>
          </a:custGeom>
          <a:noFill/>
          <a:ln w="5080">
            <a:solidFill>
              <a:srgbClr val="E8E8E8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618568" y="435362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118" y="4258444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50</a:t>
            </a:r>
          </a:p>
        </p:txBody>
      </p:sp>
      <p:sp>
        <p:nvSpPr>
          <p:cNvPr id="14" name="Freeform 13"/>
          <p:cNvSpPr/>
          <p:nvPr/>
        </p:nvSpPr>
        <p:spPr>
          <a:xfrm>
            <a:off x="663018" y="3761649"/>
            <a:ext cx="6112901" cy="0"/>
          </a:xfrm>
          <a:custGeom>
            <a:avLst/>
            <a:gdLst/>
            <a:ahLst/>
            <a:cxnLst/>
            <a:rect l="l" t="t" r="r" b="b"/>
            <a:pathLst>
              <a:path w="6112901" h="0">
                <a:moveTo>
                  <a:pt x="0" y="0"/>
                </a:moveTo>
                <a:lnTo>
                  <a:pt x="6112901" y="0"/>
                </a:lnTo>
                <a:close/>
              </a:path>
            </a:pathLst>
          </a:custGeom>
          <a:noFill/>
          <a:ln w="5080">
            <a:solidFill>
              <a:srgbClr val="E8E8E8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618568" y="376164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118" y="366646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100</a:t>
            </a:r>
          </a:p>
        </p:txBody>
      </p:sp>
      <p:sp>
        <p:nvSpPr>
          <p:cNvPr id="17" name="Freeform 16"/>
          <p:cNvSpPr/>
          <p:nvPr/>
        </p:nvSpPr>
        <p:spPr>
          <a:xfrm>
            <a:off x="663018" y="3169670"/>
            <a:ext cx="6112901" cy="0"/>
          </a:xfrm>
          <a:custGeom>
            <a:avLst/>
            <a:gdLst/>
            <a:ahLst/>
            <a:cxnLst/>
            <a:rect l="l" t="t" r="r" b="b"/>
            <a:pathLst>
              <a:path w="6112901" h="0">
                <a:moveTo>
                  <a:pt x="0" y="0"/>
                </a:moveTo>
                <a:lnTo>
                  <a:pt x="6112901" y="0"/>
                </a:lnTo>
                <a:close/>
              </a:path>
            </a:pathLst>
          </a:custGeom>
          <a:noFill/>
          <a:ln w="5080">
            <a:solidFill>
              <a:srgbClr val="E8E8E8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618568" y="316967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118" y="307448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150</a:t>
            </a:r>
          </a:p>
        </p:txBody>
      </p:sp>
      <p:sp>
        <p:nvSpPr>
          <p:cNvPr id="20" name="Freeform 19"/>
          <p:cNvSpPr/>
          <p:nvPr/>
        </p:nvSpPr>
        <p:spPr>
          <a:xfrm>
            <a:off x="663018" y="2577691"/>
            <a:ext cx="6112901" cy="0"/>
          </a:xfrm>
          <a:custGeom>
            <a:avLst/>
            <a:gdLst/>
            <a:ahLst/>
            <a:cxnLst/>
            <a:rect l="l" t="t" r="r" b="b"/>
            <a:pathLst>
              <a:path w="6112901" h="0">
                <a:moveTo>
                  <a:pt x="0" y="0"/>
                </a:moveTo>
                <a:lnTo>
                  <a:pt x="6112901" y="0"/>
                </a:lnTo>
                <a:close/>
              </a:path>
            </a:pathLst>
          </a:custGeom>
          <a:noFill/>
          <a:ln w="5080">
            <a:solidFill>
              <a:srgbClr val="E8E8E8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618568" y="257769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118" y="248250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200</a:t>
            </a:r>
          </a:p>
        </p:txBody>
      </p:sp>
      <p:sp>
        <p:nvSpPr>
          <p:cNvPr id="23" name="Freeform 22"/>
          <p:cNvSpPr/>
          <p:nvPr/>
        </p:nvSpPr>
        <p:spPr>
          <a:xfrm>
            <a:off x="663018" y="1985712"/>
            <a:ext cx="6112901" cy="0"/>
          </a:xfrm>
          <a:custGeom>
            <a:avLst/>
            <a:gdLst/>
            <a:ahLst/>
            <a:cxnLst/>
            <a:rect l="l" t="t" r="r" b="b"/>
            <a:pathLst>
              <a:path w="6112901" h="0">
                <a:moveTo>
                  <a:pt x="0" y="0"/>
                </a:moveTo>
                <a:lnTo>
                  <a:pt x="6112901" y="0"/>
                </a:lnTo>
                <a:close/>
              </a:path>
            </a:pathLst>
          </a:custGeom>
          <a:noFill/>
          <a:ln w="5080">
            <a:solidFill>
              <a:srgbClr val="E8E8E8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618568" y="198571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4118" y="189052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250</a:t>
            </a:r>
          </a:p>
        </p:txBody>
      </p:sp>
      <p:sp>
        <p:nvSpPr>
          <p:cNvPr id="26" name="Freeform 25"/>
          <p:cNvSpPr/>
          <p:nvPr/>
        </p:nvSpPr>
        <p:spPr>
          <a:xfrm>
            <a:off x="663018" y="1393733"/>
            <a:ext cx="6112901" cy="0"/>
          </a:xfrm>
          <a:custGeom>
            <a:avLst/>
            <a:gdLst/>
            <a:ahLst/>
            <a:cxnLst/>
            <a:rect l="l" t="t" r="r" b="b"/>
            <a:pathLst>
              <a:path w="6112901" h="0">
                <a:moveTo>
                  <a:pt x="0" y="0"/>
                </a:moveTo>
                <a:lnTo>
                  <a:pt x="6112901" y="0"/>
                </a:lnTo>
                <a:close/>
              </a:path>
            </a:pathLst>
          </a:custGeom>
          <a:noFill/>
          <a:ln w="5080">
            <a:solidFill>
              <a:srgbClr val="E8E8E8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618568" y="139373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4118" y="129854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300</a:t>
            </a:r>
          </a:p>
        </p:txBody>
      </p:sp>
      <p:sp>
        <p:nvSpPr>
          <p:cNvPr id="29" name="Freeform 28"/>
          <p:cNvSpPr/>
          <p:nvPr/>
        </p:nvSpPr>
        <p:spPr>
          <a:xfrm>
            <a:off x="663018" y="801754"/>
            <a:ext cx="6112901" cy="0"/>
          </a:xfrm>
          <a:custGeom>
            <a:avLst/>
            <a:gdLst/>
            <a:ahLst/>
            <a:cxnLst/>
            <a:rect l="l" t="t" r="r" b="b"/>
            <a:pathLst>
              <a:path w="6112901" h="0">
                <a:moveTo>
                  <a:pt x="0" y="0"/>
                </a:moveTo>
                <a:lnTo>
                  <a:pt x="6112901" y="0"/>
                </a:lnTo>
                <a:close/>
              </a:path>
            </a:pathLst>
          </a:custGeom>
          <a:noFill/>
          <a:ln w="5080">
            <a:solidFill>
              <a:srgbClr val="E8E8E8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618568" y="80175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4118" y="706570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350</a:t>
            </a:r>
          </a:p>
        </p:txBody>
      </p:sp>
      <p:sp>
        <p:nvSpPr>
          <p:cNvPr id="32" name="TextBox 31"/>
          <p:cNvSpPr txBox="1"/>
          <p:nvPr/>
        </p:nvSpPr>
        <p:spPr>
          <a:xfrm rot="16200000">
            <a:off x="2670175" y="-1153724"/>
            <a:ext cx="1346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Max stress (MPa)</a:t>
            </a:r>
          </a:p>
        </p:txBody>
      </p:sp>
      <p:sp>
        <p:nvSpPr>
          <p:cNvPr id="33" name="Freeform 32"/>
          <p:cNvSpPr/>
          <p:nvPr/>
        </p:nvSpPr>
        <p:spPr>
          <a:xfrm>
            <a:off x="1549389" y="787581"/>
            <a:ext cx="1283709" cy="3701451"/>
          </a:xfrm>
          <a:custGeom>
            <a:avLst/>
            <a:gdLst/>
            <a:ahLst/>
            <a:cxnLst/>
            <a:rect l="l" t="t" r="r" b="b"/>
            <a:pathLst>
              <a:path w="1283709" h="3701451">
                <a:moveTo>
                  <a:pt x="642713" y="3701451"/>
                </a:moveTo>
                <a:lnTo>
                  <a:pt x="640995" y="3701451"/>
                </a:lnTo>
                <a:close/>
                <a:lnTo>
                  <a:pt x="641013" y="3664062"/>
                </a:lnTo>
                <a:close/>
                <a:lnTo>
                  <a:pt x="641062" y="3626674"/>
                </a:lnTo>
                <a:close/>
                <a:lnTo>
                  <a:pt x="641037" y="3589285"/>
                </a:lnTo>
                <a:close/>
                <a:lnTo>
                  <a:pt x="640798" y="3551897"/>
                </a:lnTo>
                <a:close/>
                <a:lnTo>
                  <a:pt x="640208" y="3514509"/>
                </a:lnTo>
                <a:close/>
                <a:lnTo>
                  <a:pt x="639170" y="3477120"/>
                </a:lnTo>
                <a:close/>
                <a:lnTo>
                  <a:pt x="637665" y="3439732"/>
                </a:lnTo>
                <a:close/>
                <a:lnTo>
                  <a:pt x="635770" y="3402344"/>
                </a:lnTo>
                <a:close/>
                <a:lnTo>
                  <a:pt x="633643" y="3364955"/>
                </a:lnTo>
                <a:close/>
                <a:lnTo>
                  <a:pt x="631460" y="3327567"/>
                </a:lnTo>
                <a:close/>
                <a:lnTo>
                  <a:pt x="629335" y="3290178"/>
                </a:lnTo>
                <a:close/>
                <a:lnTo>
                  <a:pt x="627244" y="3252790"/>
                </a:lnTo>
                <a:close/>
                <a:lnTo>
                  <a:pt x="624986" y="3215402"/>
                </a:lnTo>
                <a:close/>
                <a:lnTo>
                  <a:pt x="622208" y="3178013"/>
                </a:lnTo>
                <a:close/>
                <a:lnTo>
                  <a:pt x="618510" y="3140625"/>
                </a:lnTo>
                <a:close/>
                <a:lnTo>
                  <a:pt x="613606" y="3103236"/>
                </a:lnTo>
                <a:close/>
                <a:lnTo>
                  <a:pt x="607468" y="3065848"/>
                </a:lnTo>
                <a:close/>
                <a:lnTo>
                  <a:pt x="600331" y="3028460"/>
                </a:lnTo>
                <a:close/>
                <a:lnTo>
                  <a:pt x="592521" y="2991071"/>
                </a:lnTo>
                <a:close/>
                <a:lnTo>
                  <a:pt x="584198" y="2953683"/>
                </a:lnTo>
                <a:close/>
                <a:lnTo>
                  <a:pt x="575204" y="2916294"/>
                </a:lnTo>
                <a:close/>
                <a:lnTo>
                  <a:pt x="565118" y="2878906"/>
                </a:lnTo>
                <a:close/>
                <a:lnTo>
                  <a:pt x="553519" y="2841518"/>
                </a:lnTo>
                <a:close/>
                <a:lnTo>
                  <a:pt x="540251" y="2804129"/>
                </a:lnTo>
                <a:close/>
                <a:lnTo>
                  <a:pt x="525516" y="2766741"/>
                </a:lnTo>
                <a:close/>
                <a:lnTo>
                  <a:pt x="509745" y="2729352"/>
                </a:lnTo>
                <a:close/>
                <a:lnTo>
                  <a:pt x="493360" y="2691964"/>
                </a:lnTo>
                <a:close/>
                <a:lnTo>
                  <a:pt x="476590" y="2654576"/>
                </a:lnTo>
                <a:close/>
                <a:lnTo>
                  <a:pt x="459434" y="2617187"/>
                </a:lnTo>
                <a:close/>
                <a:lnTo>
                  <a:pt x="441714" y="2579799"/>
                </a:lnTo>
                <a:close/>
                <a:lnTo>
                  <a:pt x="423156" y="2542411"/>
                </a:lnTo>
                <a:close/>
                <a:lnTo>
                  <a:pt x="403467" y="2505022"/>
                </a:lnTo>
                <a:close/>
                <a:lnTo>
                  <a:pt x="382411" y="2467634"/>
                </a:lnTo>
                <a:close/>
                <a:lnTo>
                  <a:pt x="359907" y="2430245"/>
                </a:lnTo>
                <a:close/>
                <a:lnTo>
                  <a:pt x="336128" y="2392857"/>
                </a:lnTo>
                <a:close/>
                <a:lnTo>
                  <a:pt x="311532" y="2355469"/>
                </a:lnTo>
                <a:close/>
                <a:lnTo>
                  <a:pt x="286758" y="2318080"/>
                </a:lnTo>
                <a:close/>
                <a:lnTo>
                  <a:pt x="262432" y="2280692"/>
                </a:lnTo>
                <a:close/>
                <a:lnTo>
                  <a:pt x="238993" y="2243303"/>
                </a:lnTo>
                <a:close/>
                <a:lnTo>
                  <a:pt x="216656" y="2205915"/>
                </a:lnTo>
                <a:close/>
                <a:lnTo>
                  <a:pt x="195424" y="2168527"/>
                </a:lnTo>
                <a:close/>
                <a:lnTo>
                  <a:pt x="175066" y="2131138"/>
                </a:lnTo>
                <a:close/>
                <a:lnTo>
                  <a:pt x="155067" y="2093750"/>
                </a:lnTo>
                <a:close/>
                <a:lnTo>
                  <a:pt x="134748" y="2056361"/>
                </a:lnTo>
                <a:close/>
                <a:lnTo>
                  <a:pt x="113659" y="2018973"/>
                </a:lnTo>
                <a:close/>
                <a:lnTo>
                  <a:pt x="92024" y="1981585"/>
                </a:lnTo>
                <a:close/>
                <a:lnTo>
                  <a:pt x="70863" y="1944196"/>
                </a:lnTo>
                <a:close/>
                <a:lnTo>
                  <a:pt x="51595" y="1906808"/>
                </a:lnTo>
                <a:close/>
                <a:lnTo>
                  <a:pt x="35388" y="1869420"/>
                </a:lnTo>
                <a:close/>
                <a:lnTo>
                  <a:pt x="22701" y="1832031"/>
                </a:lnTo>
                <a:close/>
                <a:lnTo>
                  <a:pt x="13326" y="1794643"/>
                </a:lnTo>
                <a:close/>
                <a:lnTo>
                  <a:pt x="6732" y="1757254"/>
                </a:lnTo>
                <a:close/>
                <a:lnTo>
                  <a:pt x="2419" y="1719866"/>
                </a:lnTo>
                <a:close/>
                <a:lnTo>
                  <a:pt x="125" y="1682478"/>
                </a:lnTo>
                <a:close/>
                <a:lnTo>
                  <a:pt x="0" y="1645089"/>
                </a:lnTo>
                <a:close/>
                <a:lnTo>
                  <a:pt x="2753" y="1607701"/>
                </a:lnTo>
                <a:close/>
                <a:lnTo>
                  <a:pt x="9551" y="1570312"/>
                </a:lnTo>
                <a:close/>
                <a:lnTo>
                  <a:pt x="21511" y="1532924"/>
                </a:lnTo>
                <a:close/>
                <a:lnTo>
                  <a:pt x="39027" y="1495536"/>
                </a:lnTo>
                <a:close/>
                <a:lnTo>
                  <a:pt x="61446" y="1458147"/>
                </a:lnTo>
                <a:close/>
                <a:lnTo>
                  <a:pt x="87370" y="1420759"/>
                </a:lnTo>
                <a:close/>
                <a:lnTo>
                  <a:pt x="115327" y="1383370"/>
                </a:lnTo>
                <a:close/>
                <a:lnTo>
                  <a:pt x="144279" y="1345982"/>
                </a:lnTo>
                <a:close/>
                <a:lnTo>
                  <a:pt x="173676" y="1308594"/>
                </a:lnTo>
                <a:close/>
                <a:lnTo>
                  <a:pt x="203187" y="1271205"/>
                </a:lnTo>
                <a:close/>
                <a:lnTo>
                  <a:pt x="232462" y="1233817"/>
                </a:lnTo>
                <a:close/>
                <a:lnTo>
                  <a:pt x="261098" y="1196429"/>
                </a:lnTo>
                <a:close/>
                <a:lnTo>
                  <a:pt x="288709" y="1159040"/>
                </a:lnTo>
                <a:close/>
                <a:lnTo>
                  <a:pt x="314969" y="1121652"/>
                </a:lnTo>
                <a:close/>
                <a:lnTo>
                  <a:pt x="339644" y="1084263"/>
                </a:lnTo>
                <a:close/>
                <a:lnTo>
                  <a:pt x="362684" y="1046875"/>
                </a:lnTo>
                <a:close/>
                <a:lnTo>
                  <a:pt x="384358" y="1009487"/>
                </a:lnTo>
                <a:close/>
                <a:lnTo>
                  <a:pt x="405232" y="972098"/>
                </a:lnTo>
                <a:close/>
                <a:lnTo>
                  <a:pt x="425890" y="934710"/>
                </a:lnTo>
                <a:close/>
                <a:lnTo>
                  <a:pt x="446552" y="897321"/>
                </a:lnTo>
                <a:close/>
                <a:lnTo>
                  <a:pt x="466893" y="859933"/>
                </a:lnTo>
                <a:close/>
                <a:lnTo>
                  <a:pt x="486243" y="822545"/>
                </a:lnTo>
                <a:close/>
                <a:lnTo>
                  <a:pt x="504013" y="785156"/>
                </a:lnTo>
                <a:close/>
                <a:lnTo>
                  <a:pt x="520014" y="747768"/>
                </a:lnTo>
                <a:close/>
                <a:lnTo>
                  <a:pt x="534455" y="710379"/>
                </a:lnTo>
                <a:close/>
                <a:lnTo>
                  <a:pt x="547659" y="672991"/>
                </a:lnTo>
                <a:close/>
                <a:lnTo>
                  <a:pt x="559759" y="635603"/>
                </a:lnTo>
                <a:close/>
                <a:lnTo>
                  <a:pt x="570598" y="598214"/>
                </a:lnTo>
                <a:close/>
                <a:lnTo>
                  <a:pt x="579895" y="560826"/>
                </a:lnTo>
                <a:close/>
                <a:lnTo>
                  <a:pt x="587528" y="523437"/>
                </a:lnTo>
                <a:close/>
                <a:lnTo>
                  <a:pt x="593706" y="486049"/>
                </a:lnTo>
                <a:close/>
                <a:lnTo>
                  <a:pt x="598896" y="448661"/>
                </a:lnTo>
                <a:close/>
                <a:lnTo>
                  <a:pt x="603572" y="411272"/>
                </a:lnTo>
                <a:close/>
                <a:lnTo>
                  <a:pt x="607976" y="373884"/>
                </a:lnTo>
                <a:close/>
                <a:lnTo>
                  <a:pt x="612079" y="336496"/>
                </a:lnTo>
                <a:close/>
                <a:lnTo>
                  <a:pt x="615731" y="299107"/>
                </a:lnTo>
                <a:close/>
                <a:lnTo>
                  <a:pt x="618873" y="261719"/>
                </a:lnTo>
                <a:close/>
                <a:lnTo>
                  <a:pt x="621632" y="224330"/>
                </a:lnTo>
                <a:close/>
                <a:lnTo>
                  <a:pt x="624234" y="186942"/>
                </a:lnTo>
                <a:close/>
                <a:lnTo>
                  <a:pt x="626859" y="149554"/>
                </a:lnTo>
                <a:close/>
                <a:lnTo>
                  <a:pt x="629536" y="112165"/>
                </a:lnTo>
                <a:close/>
                <a:lnTo>
                  <a:pt x="632160" y="74777"/>
                </a:lnTo>
                <a:close/>
                <a:lnTo>
                  <a:pt x="634582" y="37388"/>
                </a:lnTo>
                <a:close/>
                <a:lnTo>
                  <a:pt x="636678" y="0"/>
                </a:lnTo>
                <a:close/>
                <a:lnTo>
                  <a:pt x="647031" y="0"/>
                </a:lnTo>
                <a:close/>
                <a:lnTo>
                  <a:pt x="647031" y="0"/>
                </a:lnTo>
                <a:close/>
                <a:lnTo>
                  <a:pt x="649127" y="37388"/>
                </a:lnTo>
                <a:close/>
                <a:lnTo>
                  <a:pt x="651548" y="74777"/>
                </a:lnTo>
                <a:close/>
                <a:lnTo>
                  <a:pt x="654173" y="112165"/>
                </a:lnTo>
                <a:close/>
                <a:lnTo>
                  <a:pt x="656850" y="149554"/>
                </a:lnTo>
                <a:close/>
                <a:lnTo>
                  <a:pt x="659475" y="186942"/>
                </a:lnTo>
                <a:close/>
                <a:lnTo>
                  <a:pt x="662077" y="224330"/>
                </a:lnTo>
                <a:close/>
                <a:lnTo>
                  <a:pt x="664835" y="261719"/>
                </a:lnTo>
                <a:close/>
                <a:lnTo>
                  <a:pt x="667978" y="299107"/>
                </a:lnTo>
                <a:close/>
                <a:lnTo>
                  <a:pt x="671630" y="336496"/>
                </a:lnTo>
                <a:close/>
                <a:lnTo>
                  <a:pt x="675732" y="373884"/>
                </a:lnTo>
                <a:close/>
                <a:lnTo>
                  <a:pt x="680137" y="411272"/>
                </a:lnTo>
                <a:close/>
                <a:lnTo>
                  <a:pt x="684813" y="448661"/>
                </a:lnTo>
                <a:close/>
                <a:lnTo>
                  <a:pt x="690003" y="486049"/>
                </a:lnTo>
                <a:close/>
                <a:lnTo>
                  <a:pt x="696181" y="523437"/>
                </a:lnTo>
                <a:close/>
                <a:lnTo>
                  <a:pt x="703814" y="560826"/>
                </a:lnTo>
                <a:close/>
                <a:lnTo>
                  <a:pt x="713111" y="598214"/>
                </a:lnTo>
                <a:close/>
                <a:lnTo>
                  <a:pt x="723950" y="635603"/>
                </a:lnTo>
                <a:close/>
                <a:lnTo>
                  <a:pt x="736049" y="672991"/>
                </a:lnTo>
                <a:close/>
                <a:lnTo>
                  <a:pt x="749254" y="710379"/>
                </a:lnTo>
                <a:close/>
                <a:lnTo>
                  <a:pt x="763695" y="747768"/>
                </a:lnTo>
                <a:close/>
                <a:lnTo>
                  <a:pt x="779696" y="785156"/>
                </a:lnTo>
                <a:close/>
                <a:lnTo>
                  <a:pt x="797465" y="822545"/>
                </a:lnTo>
                <a:close/>
                <a:lnTo>
                  <a:pt x="816816" y="859933"/>
                </a:lnTo>
                <a:close/>
                <a:lnTo>
                  <a:pt x="837157" y="897321"/>
                </a:lnTo>
                <a:close/>
                <a:lnTo>
                  <a:pt x="857819" y="934710"/>
                </a:lnTo>
                <a:close/>
                <a:lnTo>
                  <a:pt x="878477" y="972098"/>
                </a:lnTo>
                <a:close/>
                <a:lnTo>
                  <a:pt x="899351" y="1009487"/>
                </a:lnTo>
                <a:close/>
                <a:lnTo>
                  <a:pt x="921025" y="1046875"/>
                </a:lnTo>
                <a:close/>
                <a:lnTo>
                  <a:pt x="944065" y="1084263"/>
                </a:lnTo>
                <a:close/>
                <a:lnTo>
                  <a:pt x="968739" y="1121652"/>
                </a:lnTo>
                <a:close/>
                <a:lnTo>
                  <a:pt x="995000" y="1159040"/>
                </a:lnTo>
                <a:close/>
                <a:lnTo>
                  <a:pt x="1022611" y="1196429"/>
                </a:lnTo>
                <a:close/>
                <a:lnTo>
                  <a:pt x="1051247" y="1233817"/>
                </a:lnTo>
                <a:close/>
                <a:lnTo>
                  <a:pt x="1080522" y="1271205"/>
                </a:lnTo>
                <a:close/>
                <a:lnTo>
                  <a:pt x="1110033" y="1308594"/>
                </a:lnTo>
                <a:close/>
                <a:lnTo>
                  <a:pt x="1139429" y="1345982"/>
                </a:lnTo>
                <a:close/>
                <a:lnTo>
                  <a:pt x="1168382" y="1383370"/>
                </a:lnTo>
                <a:close/>
                <a:lnTo>
                  <a:pt x="1196339" y="1420759"/>
                </a:lnTo>
                <a:close/>
                <a:lnTo>
                  <a:pt x="1222263" y="1458147"/>
                </a:lnTo>
                <a:close/>
                <a:lnTo>
                  <a:pt x="1244682" y="1495536"/>
                </a:lnTo>
                <a:close/>
                <a:lnTo>
                  <a:pt x="1262198" y="1532924"/>
                </a:lnTo>
                <a:close/>
                <a:lnTo>
                  <a:pt x="1274158" y="1570312"/>
                </a:lnTo>
                <a:close/>
                <a:lnTo>
                  <a:pt x="1280956" y="1607701"/>
                </a:lnTo>
                <a:close/>
                <a:lnTo>
                  <a:pt x="1283709" y="1645089"/>
                </a:lnTo>
                <a:close/>
                <a:lnTo>
                  <a:pt x="1283584" y="1682478"/>
                </a:lnTo>
                <a:close/>
                <a:lnTo>
                  <a:pt x="1281290" y="1719866"/>
                </a:lnTo>
                <a:close/>
                <a:lnTo>
                  <a:pt x="1276977" y="1757254"/>
                </a:lnTo>
                <a:close/>
                <a:lnTo>
                  <a:pt x="1270383" y="1794643"/>
                </a:lnTo>
                <a:close/>
                <a:lnTo>
                  <a:pt x="1261007" y="1832031"/>
                </a:lnTo>
                <a:close/>
                <a:lnTo>
                  <a:pt x="1248321" y="1869420"/>
                </a:lnTo>
                <a:close/>
                <a:lnTo>
                  <a:pt x="1232114" y="1906808"/>
                </a:lnTo>
                <a:close/>
                <a:lnTo>
                  <a:pt x="1212846" y="1944196"/>
                </a:lnTo>
                <a:close/>
                <a:lnTo>
                  <a:pt x="1191685" y="1981585"/>
                </a:lnTo>
                <a:close/>
                <a:lnTo>
                  <a:pt x="1170050" y="2018973"/>
                </a:lnTo>
                <a:close/>
                <a:lnTo>
                  <a:pt x="1148961" y="2056361"/>
                </a:lnTo>
                <a:close/>
                <a:lnTo>
                  <a:pt x="1128642" y="2093750"/>
                </a:lnTo>
                <a:close/>
                <a:lnTo>
                  <a:pt x="1108642" y="2131138"/>
                </a:lnTo>
                <a:close/>
                <a:lnTo>
                  <a:pt x="1088285" y="2168527"/>
                </a:lnTo>
                <a:close/>
                <a:lnTo>
                  <a:pt x="1067053" y="2205915"/>
                </a:lnTo>
                <a:close/>
                <a:lnTo>
                  <a:pt x="1044715" y="2243303"/>
                </a:lnTo>
                <a:close/>
                <a:lnTo>
                  <a:pt x="1021277" y="2280692"/>
                </a:lnTo>
                <a:close/>
                <a:lnTo>
                  <a:pt x="996951" y="2318080"/>
                </a:lnTo>
                <a:close/>
                <a:lnTo>
                  <a:pt x="972177" y="2355469"/>
                </a:lnTo>
                <a:close/>
                <a:lnTo>
                  <a:pt x="947581" y="2392857"/>
                </a:lnTo>
                <a:close/>
                <a:lnTo>
                  <a:pt x="923802" y="2430245"/>
                </a:lnTo>
                <a:close/>
                <a:lnTo>
                  <a:pt x="901297" y="2467634"/>
                </a:lnTo>
                <a:close/>
                <a:lnTo>
                  <a:pt x="880242" y="2505022"/>
                </a:lnTo>
                <a:close/>
                <a:lnTo>
                  <a:pt x="860553" y="2542411"/>
                </a:lnTo>
                <a:close/>
                <a:lnTo>
                  <a:pt x="841995" y="2579799"/>
                </a:lnTo>
                <a:close/>
                <a:lnTo>
                  <a:pt x="824274" y="2617187"/>
                </a:lnTo>
                <a:close/>
                <a:lnTo>
                  <a:pt x="807119" y="2654576"/>
                </a:lnTo>
                <a:close/>
                <a:lnTo>
                  <a:pt x="790349" y="2691964"/>
                </a:lnTo>
                <a:close/>
                <a:lnTo>
                  <a:pt x="773964" y="2729352"/>
                </a:lnTo>
                <a:close/>
                <a:lnTo>
                  <a:pt x="758193" y="2766741"/>
                </a:lnTo>
                <a:close/>
                <a:lnTo>
                  <a:pt x="743458" y="2804129"/>
                </a:lnTo>
                <a:close/>
                <a:lnTo>
                  <a:pt x="730190" y="2841518"/>
                </a:lnTo>
                <a:close/>
                <a:lnTo>
                  <a:pt x="718591" y="2878906"/>
                </a:lnTo>
                <a:close/>
                <a:lnTo>
                  <a:pt x="708505" y="2916294"/>
                </a:lnTo>
                <a:close/>
                <a:lnTo>
                  <a:pt x="699510" y="2953683"/>
                </a:lnTo>
                <a:close/>
                <a:lnTo>
                  <a:pt x="691188" y="2991071"/>
                </a:lnTo>
                <a:close/>
                <a:lnTo>
                  <a:pt x="683378" y="3028460"/>
                </a:lnTo>
                <a:close/>
                <a:lnTo>
                  <a:pt x="676241" y="3065848"/>
                </a:lnTo>
                <a:close/>
                <a:lnTo>
                  <a:pt x="670103" y="3103236"/>
                </a:lnTo>
                <a:close/>
                <a:lnTo>
                  <a:pt x="665199" y="3140625"/>
                </a:lnTo>
                <a:close/>
                <a:lnTo>
                  <a:pt x="661501" y="3178013"/>
                </a:lnTo>
                <a:close/>
                <a:lnTo>
                  <a:pt x="658723" y="3215402"/>
                </a:lnTo>
                <a:close/>
                <a:lnTo>
                  <a:pt x="656465" y="3252790"/>
                </a:lnTo>
                <a:close/>
                <a:lnTo>
                  <a:pt x="654374" y="3290178"/>
                </a:lnTo>
                <a:close/>
                <a:lnTo>
                  <a:pt x="652249" y="3327567"/>
                </a:lnTo>
                <a:close/>
                <a:lnTo>
                  <a:pt x="650066" y="3364955"/>
                </a:lnTo>
                <a:close/>
                <a:lnTo>
                  <a:pt x="647939" y="3402344"/>
                </a:lnTo>
                <a:close/>
                <a:lnTo>
                  <a:pt x="646044" y="3439732"/>
                </a:lnTo>
                <a:close/>
                <a:lnTo>
                  <a:pt x="644539" y="3477120"/>
                </a:lnTo>
                <a:close/>
                <a:lnTo>
                  <a:pt x="643501" y="3514509"/>
                </a:lnTo>
                <a:close/>
                <a:lnTo>
                  <a:pt x="642911" y="3551897"/>
                </a:lnTo>
                <a:close/>
                <a:lnTo>
                  <a:pt x="642672" y="3589285"/>
                </a:lnTo>
                <a:close/>
                <a:lnTo>
                  <a:pt x="642647" y="3626674"/>
                </a:lnTo>
                <a:close/>
                <a:lnTo>
                  <a:pt x="642696" y="3664062"/>
                </a:lnTo>
                <a:close/>
                <a:lnTo>
                  <a:pt x="642713" y="3701451"/>
                </a:lnTo>
                <a:close/>
                <a:lnTo>
                  <a:pt x="642713" y="3701451"/>
                </a:lnTo>
                <a:close/>
              </a:path>
            </a:pathLst>
          </a:custGeom>
          <a:solidFill>
            <a:srgbClr val="3B6B9A">
              <a:alpha val="18000"/>
            </a:srgbClr>
          </a:solidFill>
          <a:ln w="15240">
            <a:solidFill>
              <a:srgbClr val="3B6B9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4605839" y="1670707"/>
            <a:ext cx="1283710" cy="3072561"/>
          </a:xfrm>
          <a:custGeom>
            <a:avLst/>
            <a:gdLst/>
            <a:ahLst/>
            <a:cxnLst/>
            <a:rect l="l" t="t" r="r" b="b"/>
            <a:pathLst>
              <a:path w="1283710" h="3072561">
                <a:moveTo>
                  <a:pt x="642666" y="3072561"/>
                </a:moveTo>
                <a:lnTo>
                  <a:pt x="641044" y="3072561"/>
                </a:lnTo>
                <a:close/>
                <a:lnTo>
                  <a:pt x="641110" y="3041525"/>
                </a:lnTo>
                <a:close/>
                <a:lnTo>
                  <a:pt x="641279" y="3010489"/>
                </a:lnTo>
                <a:close/>
                <a:lnTo>
                  <a:pt x="641479" y="2979453"/>
                </a:lnTo>
                <a:close/>
                <a:lnTo>
                  <a:pt x="641647" y="2948417"/>
                </a:lnTo>
                <a:close/>
                <a:lnTo>
                  <a:pt x="641752" y="2917382"/>
                </a:lnTo>
                <a:close/>
                <a:lnTo>
                  <a:pt x="641792" y="2886346"/>
                </a:lnTo>
                <a:close/>
                <a:lnTo>
                  <a:pt x="641771" y="2855310"/>
                </a:lnTo>
                <a:close/>
                <a:lnTo>
                  <a:pt x="641679" y="2824274"/>
                </a:lnTo>
                <a:close/>
                <a:lnTo>
                  <a:pt x="641492" y="2793238"/>
                </a:lnTo>
                <a:close/>
                <a:lnTo>
                  <a:pt x="641175" y="2762202"/>
                </a:lnTo>
                <a:close/>
                <a:lnTo>
                  <a:pt x="640680" y="2731166"/>
                </a:lnTo>
                <a:close/>
                <a:lnTo>
                  <a:pt x="639934" y="2700130"/>
                </a:lnTo>
                <a:close/>
                <a:lnTo>
                  <a:pt x="638845" y="2669094"/>
                </a:lnTo>
                <a:close/>
                <a:lnTo>
                  <a:pt x="637359" y="2638058"/>
                </a:lnTo>
                <a:close/>
                <a:lnTo>
                  <a:pt x="635520" y="2607022"/>
                </a:lnTo>
                <a:close/>
                <a:lnTo>
                  <a:pt x="633436" y="2575986"/>
                </a:lnTo>
                <a:close/>
                <a:lnTo>
                  <a:pt x="631140" y="2544950"/>
                </a:lnTo>
                <a:close/>
                <a:lnTo>
                  <a:pt x="628517" y="2513914"/>
                </a:lnTo>
                <a:close/>
                <a:lnTo>
                  <a:pt x="625429" y="2482878"/>
                </a:lnTo>
                <a:close/>
                <a:lnTo>
                  <a:pt x="621958" y="2451842"/>
                </a:lnTo>
                <a:close/>
                <a:lnTo>
                  <a:pt x="618456" y="2420806"/>
                </a:lnTo>
                <a:close/>
                <a:lnTo>
                  <a:pt x="615265" y="2389770"/>
                </a:lnTo>
                <a:close/>
                <a:lnTo>
                  <a:pt x="612361" y="2358734"/>
                </a:lnTo>
                <a:close/>
                <a:lnTo>
                  <a:pt x="609261" y="2327698"/>
                </a:lnTo>
                <a:close/>
                <a:lnTo>
                  <a:pt x="605295" y="2296662"/>
                </a:lnTo>
                <a:close/>
                <a:lnTo>
                  <a:pt x="599986" y="2265626"/>
                </a:lnTo>
                <a:close/>
                <a:lnTo>
                  <a:pt x="593193" y="2234590"/>
                </a:lnTo>
                <a:close/>
                <a:lnTo>
                  <a:pt x="584925" y="2203554"/>
                </a:lnTo>
                <a:close/>
                <a:lnTo>
                  <a:pt x="575087" y="2172518"/>
                </a:lnTo>
                <a:close/>
                <a:lnTo>
                  <a:pt x="563441" y="2141482"/>
                </a:lnTo>
                <a:close/>
                <a:lnTo>
                  <a:pt x="549800" y="2110446"/>
                </a:lnTo>
                <a:close/>
                <a:lnTo>
                  <a:pt x="534136" y="2079410"/>
                </a:lnTo>
                <a:close/>
                <a:lnTo>
                  <a:pt x="516424" y="2048374"/>
                </a:lnTo>
                <a:close/>
                <a:lnTo>
                  <a:pt x="496506" y="2017338"/>
                </a:lnTo>
                <a:close/>
                <a:lnTo>
                  <a:pt x="474367" y="1986302"/>
                </a:lnTo>
                <a:close/>
                <a:lnTo>
                  <a:pt x="450584" y="1955266"/>
                </a:lnTo>
                <a:close/>
                <a:lnTo>
                  <a:pt x="426219" y="1924230"/>
                </a:lnTo>
                <a:close/>
                <a:lnTo>
                  <a:pt x="401967" y="1893194"/>
                </a:lnTo>
                <a:close/>
                <a:lnTo>
                  <a:pt x="377430" y="1862158"/>
                </a:lnTo>
                <a:close/>
                <a:lnTo>
                  <a:pt x="351530" y="1831122"/>
                </a:lnTo>
                <a:close/>
                <a:lnTo>
                  <a:pt x="323718" y="1800086"/>
                </a:lnTo>
                <a:close/>
                <a:lnTo>
                  <a:pt x="294538" y="1769050"/>
                </a:lnTo>
                <a:close/>
                <a:lnTo>
                  <a:pt x="264916" y="1738014"/>
                </a:lnTo>
                <a:close/>
                <a:lnTo>
                  <a:pt x="235222" y="1706978"/>
                </a:lnTo>
                <a:close/>
                <a:lnTo>
                  <a:pt x="205346" y="1675942"/>
                </a:lnTo>
                <a:close/>
                <a:lnTo>
                  <a:pt x="175521" y="1644906"/>
                </a:lnTo>
                <a:close/>
                <a:lnTo>
                  <a:pt x="146613" y="1613870"/>
                </a:lnTo>
                <a:close/>
                <a:lnTo>
                  <a:pt x="119422" y="1582834"/>
                </a:lnTo>
                <a:close/>
                <a:lnTo>
                  <a:pt x="93915" y="1551798"/>
                </a:lnTo>
                <a:close/>
                <a:lnTo>
                  <a:pt x="69396" y="1520762"/>
                </a:lnTo>
                <a:close/>
                <a:lnTo>
                  <a:pt x="45608" y="1489727"/>
                </a:lnTo>
                <a:close/>
                <a:lnTo>
                  <a:pt x="23907" y="1458691"/>
                </a:lnTo>
                <a:close/>
                <a:lnTo>
                  <a:pt x="7463" y="1427655"/>
                </a:lnTo>
                <a:close/>
                <a:lnTo>
                  <a:pt x="0" y="1396619"/>
                </a:lnTo>
                <a:close/>
                <a:lnTo>
                  <a:pt x="3562" y="1365583"/>
                </a:lnTo>
                <a:close/>
                <a:lnTo>
                  <a:pt x="16825" y="1334547"/>
                </a:lnTo>
                <a:close/>
                <a:lnTo>
                  <a:pt x="35442" y="1303511"/>
                </a:lnTo>
                <a:close/>
                <a:lnTo>
                  <a:pt x="54451" y="1272475"/>
                </a:lnTo>
                <a:close/>
                <a:lnTo>
                  <a:pt x="71021" y="1241439"/>
                </a:lnTo>
                <a:close/>
                <a:lnTo>
                  <a:pt x="85541" y="1210403"/>
                </a:lnTo>
                <a:close/>
                <a:lnTo>
                  <a:pt x="100556" y="1179367"/>
                </a:lnTo>
                <a:close/>
                <a:lnTo>
                  <a:pt x="118712" y="1148331"/>
                </a:lnTo>
                <a:close/>
                <a:lnTo>
                  <a:pt x="141246" y="1117295"/>
                </a:lnTo>
                <a:close/>
                <a:lnTo>
                  <a:pt x="167673" y="1086259"/>
                </a:lnTo>
                <a:close/>
                <a:lnTo>
                  <a:pt x="196379" y="1055223"/>
                </a:lnTo>
                <a:close/>
                <a:lnTo>
                  <a:pt x="225469" y="1024187"/>
                </a:lnTo>
                <a:close/>
                <a:lnTo>
                  <a:pt x="253534" y="993151"/>
                </a:lnTo>
                <a:close/>
                <a:lnTo>
                  <a:pt x="280162" y="962115"/>
                </a:lnTo>
                <a:close/>
                <a:lnTo>
                  <a:pt x="305920" y="931079"/>
                </a:lnTo>
                <a:close/>
                <a:lnTo>
                  <a:pt x="331595" y="900043"/>
                </a:lnTo>
                <a:close/>
                <a:lnTo>
                  <a:pt x="357208" y="869007"/>
                </a:lnTo>
                <a:close/>
                <a:lnTo>
                  <a:pt x="381832" y="837971"/>
                </a:lnTo>
                <a:close/>
                <a:lnTo>
                  <a:pt x="404432" y="806935"/>
                </a:lnTo>
                <a:close/>
                <a:lnTo>
                  <a:pt x="424810" y="775899"/>
                </a:lnTo>
                <a:close/>
                <a:lnTo>
                  <a:pt x="443690" y="744863"/>
                </a:lnTo>
                <a:close/>
                <a:lnTo>
                  <a:pt x="462040" y="713827"/>
                </a:lnTo>
                <a:close/>
                <a:lnTo>
                  <a:pt x="480407" y="682791"/>
                </a:lnTo>
                <a:close/>
                <a:lnTo>
                  <a:pt x="498775" y="651755"/>
                </a:lnTo>
                <a:close/>
                <a:lnTo>
                  <a:pt x="516850" y="620719"/>
                </a:lnTo>
                <a:close/>
                <a:lnTo>
                  <a:pt x="534404" y="589683"/>
                </a:lnTo>
                <a:close/>
                <a:lnTo>
                  <a:pt x="551318" y="558647"/>
                </a:lnTo>
                <a:close/>
                <a:lnTo>
                  <a:pt x="567303" y="527611"/>
                </a:lnTo>
                <a:close/>
                <a:lnTo>
                  <a:pt x="581673" y="496575"/>
                </a:lnTo>
                <a:close/>
                <a:lnTo>
                  <a:pt x="593592" y="465539"/>
                </a:lnTo>
                <a:close/>
                <a:lnTo>
                  <a:pt x="602653" y="434503"/>
                </a:lnTo>
                <a:close/>
                <a:lnTo>
                  <a:pt x="609266" y="403467"/>
                </a:lnTo>
                <a:close/>
                <a:lnTo>
                  <a:pt x="614419" y="372431"/>
                </a:lnTo>
                <a:close/>
                <a:lnTo>
                  <a:pt x="619035" y="341395"/>
                </a:lnTo>
                <a:close/>
                <a:lnTo>
                  <a:pt x="623461" y="310359"/>
                </a:lnTo>
                <a:close/>
                <a:lnTo>
                  <a:pt x="627469" y="279323"/>
                </a:lnTo>
                <a:close/>
                <a:lnTo>
                  <a:pt x="630628" y="248287"/>
                </a:lnTo>
                <a:close/>
                <a:lnTo>
                  <a:pt x="632684" y="217251"/>
                </a:lnTo>
                <a:close/>
                <a:lnTo>
                  <a:pt x="633722" y="186215"/>
                </a:lnTo>
                <a:close/>
                <a:lnTo>
                  <a:pt x="634114" y="155179"/>
                </a:lnTo>
                <a:close/>
                <a:lnTo>
                  <a:pt x="634354" y="124143"/>
                </a:lnTo>
                <a:close/>
                <a:lnTo>
                  <a:pt x="634854" y="93108"/>
                </a:lnTo>
                <a:close/>
                <a:lnTo>
                  <a:pt x="635788" y="62072"/>
                </a:lnTo>
                <a:close/>
                <a:lnTo>
                  <a:pt x="637063" y="31036"/>
                </a:lnTo>
                <a:close/>
                <a:lnTo>
                  <a:pt x="638431" y="0"/>
                </a:lnTo>
                <a:close/>
                <a:lnTo>
                  <a:pt x="645279" y="0"/>
                </a:lnTo>
                <a:close/>
                <a:lnTo>
                  <a:pt x="645279" y="0"/>
                </a:lnTo>
                <a:close/>
                <a:lnTo>
                  <a:pt x="646647" y="31036"/>
                </a:lnTo>
                <a:close/>
                <a:lnTo>
                  <a:pt x="647922" y="62072"/>
                </a:lnTo>
                <a:close/>
                <a:lnTo>
                  <a:pt x="648856" y="93108"/>
                </a:lnTo>
                <a:close/>
                <a:lnTo>
                  <a:pt x="649356" y="124143"/>
                </a:lnTo>
                <a:close/>
                <a:lnTo>
                  <a:pt x="649596" y="155179"/>
                </a:lnTo>
                <a:close/>
                <a:lnTo>
                  <a:pt x="649988" y="186215"/>
                </a:lnTo>
                <a:close/>
                <a:lnTo>
                  <a:pt x="651026" y="217251"/>
                </a:lnTo>
                <a:close/>
                <a:lnTo>
                  <a:pt x="653082" y="248287"/>
                </a:lnTo>
                <a:close/>
                <a:lnTo>
                  <a:pt x="656241" y="279323"/>
                </a:lnTo>
                <a:close/>
                <a:lnTo>
                  <a:pt x="660249" y="310359"/>
                </a:lnTo>
                <a:close/>
                <a:lnTo>
                  <a:pt x="664675" y="341395"/>
                </a:lnTo>
                <a:close/>
                <a:lnTo>
                  <a:pt x="669291" y="372431"/>
                </a:lnTo>
                <a:close/>
                <a:lnTo>
                  <a:pt x="674444" y="403467"/>
                </a:lnTo>
                <a:close/>
                <a:lnTo>
                  <a:pt x="681057" y="434503"/>
                </a:lnTo>
                <a:close/>
                <a:lnTo>
                  <a:pt x="690118" y="465539"/>
                </a:lnTo>
                <a:close/>
                <a:lnTo>
                  <a:pt x="702037" y="496575"/>
                </a:lnTo>
                <a:close/>
                <a:lnTo>
                  <a:pt x="716407" y="527611"/>
                </a:lnTo>
                <a:close/>
                <a:lnTo>
                  <a:pt x="732392" y="558647"/>
                </a:lnTo>
                <a:close/>
                <a:lnTo>
                  <a:pt x="749306" y="589683"/>
                </a:lnTo>
                <a:close/>
                <a:lnTo>
                  <a:pt x="766860" y="620719"/>
                </a:lnTo>
                <a:close/>
                <a:lnTo>
                  <a:pt x="784935" y="651755"/>
                </a:lnTo>
                <a:close/>
                <a:lnTo>
                  <a:pt x="803303" y="682791"/>
                </a:lnTo>
                <a:close/>
                <a:lnTo>
                  <a:pt x="821670" y="713827"/>
                </a:lnTo>
                <a:close/>
                <a:lnTo>
                  <a:pt x="840020" y="744863"/>
                </a:lnTo>
                <a:close/>
                <a:lnTo>
                  <a:pt x="858900" y="775899"/>
                </a:lnTo>
                <a:close/>
                <a:lnTo>
                  <a:pt x="879278" y="806935"/>
                </a:lnTo>
                <a:close/>
                <a:lnTo>
                  <a:pt x="901878" y="837971"/>
                </a:lnTo>
                <a:close/>
                <a:lnTo>
                  <a:pt x="926502" y="869007"/>
                </a:lnTo>
                <a:close/>
                <a:lnTo>
                  <a:pt x="952115" y="900043"/>
                </a:lnTo>
                <a:close/>
                <a:lnTo>
                  <a:pt x="977790" y="931079"/>
                </a:lnTo>
                <a:close/>
                <a:lnTo>
                  <a:pt x="1003548" y="962115"/>
                </a:lnTo>
                <a:close/>
                <a:lnTo>
                  <a:pt x="1030176" y="993151"/>
                </a:lnTo>
                <a:close/>
                <a:lnTo>
                  <a:pt x="1058241" y="1024187"/>
                </a:lnTo>
                <a:close/>
                <a:lnTo>
                  <a:pt x="1087331" y="1055223"/>
                </a:lnTo>
                <a:close/>
                <a:lnTo>
                  <a:pt x="1116037" y="1086259"/>
                </a:lnTo>
                <a:close/>
                <a:lnTo>
                  <a:pt x="1142464" y="1117295"/>
                </a:lnTo>
                <a:close/>
                <a:lnTo>
                  <a:pt x="1164998" y="1148331"/>
                </a:lnTo>
                <a:close/>
                <a:lnTo>
                  <a:pt x="1183154" y="1179367"/>
                </a:lnTo>
                <a:close/>
                <a:lnTo>
                  <a:pt x="1198169" y="1210403"/>
                </a:lnTo>
                <a:close/>
                <a:lnTo>
                  <a:pt x="1212689" y="1241439"/>
                </a:lnTo>
                <a:close/>
                <a:lnTo>
                  <a:pt x="1229259" y="1272475"/>
                </a:lnTo>
                <a:close/>
                <a:lnTo>
                  <a:pt x="1248268" y="1303511"/>
                </a:lnTo>
                <a:close/>
                <a:lnTo>
                  <a:pt x="1266885" y="1334547"/>
                </a:lnTo>
                <a:close/>
                <a:lnTo>
                  <a:pt x="1280148" y="1365583"/>
                </a:lnTo>
                <a:close/>
                <a:lnTo>
                  <a:pt x="1283710" y="1396619"/>
                </a:lnTo>
                <a:close/>
                <a:lnTo>
                  <a:pt x="1276246" y="1427655"/>
                </a:lnTo>
                <a:close/>
                <a:lnTo>
                  <a:pt x="1259803" y="1458691"/>
                </a:lnTo>
                <a:close/>
                <a:lnTo>
                  <a:pt x="1238102" y="1489727"/>
                </a:lnTo>
                <a:close/>
                <a:lnTo>
                  <a:pt x="1214314" y="1520762"/>
                </a:lnTo>
                <a:close/>
                <a:lnTo>
                  <a:pt x="1189795" y="1551798"/>
                </a:lnTo>
                <a:close/>
                <a:lnTo>
                  <a:pt x="1164288" y="1582834"/>
                </a:lnTo>
                <a:close/>
                <a:lnTo>
                  <a:pt x="1137096" y="1613870"/>
                </a:lnTo>
                <a:close/>
                <a:lnTo>
                  <a:pt x="1108189" y="1644906"/>
                </a:lnTo>
                <a:close/>
                <a:lnTo>
                  <a:pt x="1078364" y="1675942"/>
                </a:lnTo>
                <a:close/>
                <a:lnTo>
                  <a:pt x="1048488" y="1706978"/>
                </a:lnTo>
                <a:close/>
                <a:lnTo>
                  <a:pt x="1018794" y="1738014"/>
                </a:lnTo>
                <a:close/>
                <a:lnTo>
                  <a:pt x="989172" y="1769050"/>
                </a:lnTo>
                <a:close/>
                <a:lnTo>
                  <a:pt x="959992" y="1800086"/>
                </a:lnTo>
                <a:close/>
                <a:lnTo>
                  <a:pt x="932180" y="1831122"/>
                </a:lnTo>
                <a:close/>
                <a:lnTo>
                  <a:pt x="906280" y="1862158"/>
                </a:lnTo>
                <a:close/>
                <a:lnTo>
                  <a:pt x="881743" y="1893194"/>
                </a:lnTo>
                <a:close/>
                <a:lnTo>
                  <a:pt x="857491" y="1924230"/>
                </a:lnTo>
                <a:close/>
                <a:lnTo>
                  <a:pt x="833126" y="1955266"/>
                </a:lnTo>
                <a:close/>
                <a:lnTo>
                  <a:pt x="809343" y="1986302"/>
                </a:lnTo>
                <a:close/>
                <a:lnTo>
                  <a:pt x="787204" y="2017338"/>
                </a:lnTo>
                <a:close/>
                <a:lnTo>
                  <a:pt x="767286" y="2048374"/>
                </a:lnTo>
                <a:close/>
                <a:lnTo>
                  <a:pt x="749574" y="2079410"/>
                </a:lnTo>
                <a:close/>
                <a:lnTo>
                  <a:pt x="733910" y="2110446"/>
                </a:lnTo>
                <a:close/>
                <a:lnTo>
                  <a:pt x="720269" y="2141482"/>
                </a:lnTo>
                <a:close/>
                <a:lnTo>
                  <a:pt x="708623" y="2172518"/>
                </a:lnTo>
                <a:close/>
                <a:lnTo>
                  <a:pt x="698785" y="2203554"/>
                </a:lnTo>
                <a:close/>
                <a:lnTo>
                  <a:pt x="690517" y="2234590"/>
                </a:lnTo>
                <a:close/>
                <a:lnTo>
                  <a:pt x="683724" y="2265626"/>
                </a:lnTo>
                <a:close/>
                <a:lnTo>
                  <a:pt x="678415" y="2296662"/>
                </a:lnTo>
                <a:close/>
                <a:lnTo>
                  <a:pt x="674449" y="2327698"/>
                </a:lnTo>
                <a:close/>
                <a:lnTo>
                  <a:pt x="671349" y="2358734"/>
                </a:lnTo>
                <a:close/>
                <a:lnTo>
                  <a:pt x="668445" y="2389770"/>
                </a:lnTo>
                <a:close/>
                <a:lnTo>
                  <a:pt x="665254" y="2420806"/>
                </a:lnTo>
                <a:close/>
                <a:lnTo>
                  <a:pt x="661751" y="2451842"/>
                </a:lnTo>
                <a:close/>
                <a:lnTo>
                  <a:pt x="658281" y="2482878"/>
                </a:lnTo>
                <a:close/>
                <a:lnTo>
                  <a:pt x="655193" y="2513914"/>
                </a:lnTo>
                <a:close/>
                <a:lnTo>
                  <a:pt x="652570" y="2544950"/>
                </a:lnTo>
                <a:close/>
                <a:lnTo>
                  <a:pt x="650274" y="2575986"/>
                </a:lnTo>
                <a:close/>
                <a:lnTo>
                  <a:pt x="648190" y="2607022"/>
                </a:lnTo>
                <a:close/>
                <a:lnTo>
                  <a:pt x="646351" y="2638058"/>
                </a:lnTo>
                <a:close/>
                <a:lnTo>
                  <a:pt x="644865" y="2669094"/>
                </a:lnTo>
                <a:close/>
                <a:lnTo>
                  <a:pt x="643776" y="2700130"/>
                </a:lnTo>
                <a:close/>
                <a:lnTo>
                  <a:pt x="643030" y="2731166"/>
                </a:lnTo>
                <a:close/>
                <a:lnTo>
                  <a:pt x="642535" y="2762202"/>
                </a:lnTo>
                <a:close/>
                <a:lnTo>
                  <a:pt x="642218" y="2793238"/>
                </a:lnTo>
                <a:close/>
                <a:lnTo>
                  <a:pt x="642031" y="2824274"/>
                </a:lnTo>
                <a:close/>
                <a:lnTo>
                  <a:pt x="641939" y="2855310"/>
                </a:lnTo>
                <a:close/>
                <a:lnTo>
                  <a:pt x="641918" y="2886346"/>
                </a:lnTo>
                <a:close/>
                <a:lnTo>
                  <a:pt x="641958" y="2917382"/>
                </a:lnTo>
                <a:close/>
                <a:lnTo>
                  <a:pt x="642063" y="2948417"/>
                </a:lnTo>
                <a:close/>
                <a:lnTo>
                  <a:pt x="642231" y="2979453"/>
                </a:lnTo>
                <a:close/>
                <a:lnTo>
                  <a:pt x="642431" y="3010489"/>
                </a:lnTo>
                <a:close/>
                <a:lnTo>
                  <a:pt x="642600" y="3041525"/>
                </a:lnTo>
                <a:close/>
                <a:lnTo>
                  <a:pt x="642666" y="3072561"/>
                </a:lnTo>
                <a:close/>
                <a:lnTo>
                  <a:pt x="642666" y="3072561"/>
                </a:lnTo>
                <a:close/>
              </a:path>
            </a:pathLst>
          </a:custGeom>
          <a:solidFill>
            <a:srgbClr val="C4713B">
              <a:alpha val="18000"/>
            </a:srgbClr>
          </a:solidFill>
          <a:ln w="15240">
            <a:solidFill>
              <a:srgbClr val="C4713B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623253" y="23278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1655080" y="30568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593796" y="20861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527850" y="19831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1574483" y="35508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517040" y="31990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629556" y="24237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766492" y="26645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570468" y="25021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556746" y="29555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675523" y="20162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661300" y="20713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634399" y="24572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523584" y="18819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1619993" y="22395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1697502" y="29589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479323" y="22931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574168" y="30129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1419737" y="20168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485172" y="252012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426101" y="25932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597973" y="28622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487536" y="18302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652141" y="25768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639890" y="27252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603125" y="26839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353889" y="220446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565495" y="22949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617933" y="22692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635243" y="22594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459434" y="13319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572014" y="27133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1518444" y="2770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1536596" y="29342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1736612" y="21591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536735" y="18809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1619643" y="25548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717730" y="29485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1560691" y="29400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611172" y="21403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634939" y="20900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1629945" y="219858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492070" y="285386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631267" y="23671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1768483" y="2429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1457615" y="23744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1715055" y="20206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1635890" y="23718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1554500" y="21249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1837118" y="24564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704665" y="23363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1494827" y="21508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1631093" y="32830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1684814" y="26663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1602927" y="27480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1696177" y="28394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1616006" y="26422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1694501" y="16825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1777009" y="29624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1550842" y="196809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1644853" y="34054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1573559" y="26746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1636736" y="24048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1496121" y="21752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1561151" y="21074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1602134" y="20629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1719268" y="26821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1745633" y="27437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1481536" y="20279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1538114" y="25967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1692325" y="31846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1409981" y="31074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1573574" y="29915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1612714" y="22235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1757592" y="24158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1696871" y="21187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1588118" y="27246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1583693" y="24071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1596357" y="21538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1786103" y="26607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577333" y="224541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590635" y="28519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1660840" y="26898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1610202" y="27000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1602017" y="31413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1503944" y="22290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1621889" y="27475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1575669" y="24862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1747869" y="22324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1692986" y="22509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1620539" y="21323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1694622" y="25464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1586764" y="27225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1735674" y="25362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1622544" y="34078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1685530" y="32776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1485027" y="321016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1660208" y="30337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1442525" y="22763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405391" y="29839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1590550" y="26980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526851" y="17886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1640671" y="268620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1863256" y="20932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534148" y="29992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1556375" y="26044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1645095" y="30081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1675862" y="26768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1604251" y="20374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1601092" y="34295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1698268" y="22575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1678739" y="23641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1512544" y="28151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1614651" y="32770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1626897" y="24539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1510317" y="278012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1650918" y="23669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1531341" y="24812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1727109" y="16246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1643741" y="26228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1632675" y="30479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1559896" y="23958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1610433" y="23737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1409411" y="17561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502089" y="20402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1661937" y="22995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395417" y="16997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713688" y="31375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1436332" y="28399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1704074" y="299540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1532674" y="27043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1706455" y="32394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1637130" y="21487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1458718" y="26135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1756750" y="32904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1777350" y="30436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1616082" y="23230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1593819" y="20386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1606020" y="14105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1518804" y="9132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1740644" y="22683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1565046" y="302954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1617646" y="3648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1538258" y="23479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556147" y="29338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1486436" y="27182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1757598" y="28249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606638" y="25693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1726452" y="19151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1624547" y="24079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1548837" y="25790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1588174" y="30545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1563191" y="3401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1623973" y="27567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1582977" y="25222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591037" y="15345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1475648" y="24224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1536809" y="19602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800066" y="27637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551316" y="31354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1510359" y="30163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1659208" y="28862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1773666" y="13390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1467576" y="29383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1600815" y="20384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1555507" y="298258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1434735" y="1988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1701741" y="22843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1620614" y="25779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1630764" y="25151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1542643" y="28480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1671773" y="22512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1565430" y="27397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1607835" y="31575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1504565" y="31859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1493028" y="23994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1765991" y="16369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1568874" y="24063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1654325" y="25573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1619507" y="23380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1575930" y="1785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1568782" y="23741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1690525" y="27158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1590829" y="18932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1606921" y="22606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1625499" y="166043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1748980" y="23937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1695920" y="31569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1664051" y="32348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1562833" y="15979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1475285" y="15585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1724698" y="259038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1726508" y="27008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1608069" y="17007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1681090" y="30932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1706717" y="29781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1712038" y="21442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1721688" y="27069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1574382" y="24958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1785187" y="25816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1489767" y="23100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1715305" y="17299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1675961" y="24439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1716578" y="21439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1824130" y="36045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1781921" y="251947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1500616" y="29502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1442475" y="315384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1710509" y="29691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1514540" y="26742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1621795" y="19964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1712952" y="32121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1447275" y="24764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1397405" y="27555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1650861" y="26707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1627870" y="19494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1596827" y="22013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1627244" y="17679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1531067" y="257682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1461215" y="28703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1605294" y="26144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1519173" y="23615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1447309" y="23973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1677217" y="30809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1616554" y="24439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1666610" y="236932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1517291" y="11281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1552725" y="14755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1516248" y="29556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1528273" y="26488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1644026" y="32864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1539362" y="281331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1661212" y="23219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1659467" y="18392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1839765" y="28883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1474127" y="28477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1718106" y="36572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1613549" y="25812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1621621" y="30690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1468021" y="278009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1573892" y="29684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1702626" y="25441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1614299" y="34460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1631793" y="32884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1592022" y="13386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1746633" y="31910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1620825" y="30876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1387731" y="14971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1549087" y="9180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1412508" y="31282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1275297" y="26927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1566412" y="23078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1765780" y="15558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1628162" y="302809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1497688" y="26260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1522490" y="20716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1744070" y="22573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1639984" y="26969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1628257" y="256561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1617403" y="32384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1627230" y="26221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1709281" y="26374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1682233" y="23671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1646197" y="27941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1511560" y="223741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1677798" y="19440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1549924" y="24087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1740137" y="23023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1487150" y="24642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1608400" y="24930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1622335" y="28842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1481417" y="23214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1807331" y="25458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1779350" y="135823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1573530" y="16400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1705677" y="22838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1663631" y="29067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1343534" y="30961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1649908" y="18472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1616559" y="235060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1632024" y="22327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1507922" y="3438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1594308" y="19902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1604052" y="22466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1750219" y="30950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1658897" y="27486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1622528" y="23500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1786685" y="24646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1563724" y="26514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1581462" y="25491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1428773" y="26296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1790978" y="24103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1726282" y="16952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1721202" y="38845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1694678" y="26214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1634905" y="23973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1646174" y="23325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1596163" y="26946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1601341" y="344547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1628931" y="23152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1784851" y="15565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1682567" y="33246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1616868" y="20247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1561141" y="26711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1555192" y="25263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1794572" y="30638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1677325" y="26743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1630348" y="17882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1586089" y="21771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1504480" y="155387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1615969" y="18547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1716582" y="225500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1581130" y="15475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1598812" y="22550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1599476" y="204415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1634846" y="26538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1452708" y="24569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1597940" y="28711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1531722" y="19565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1717751" y="31318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1540686" y="20689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1684852" y="25964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1786200" y="18580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1589575" y="20859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1558768" y="15059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1643600" y="20968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1622905" y="33453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1516829" y="25293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1672429" y="31284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1838733" y="277404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1595510" y="16737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1601419" y="21474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1511339" y="287198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1657257" y="30426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1489726" y="24752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1504707" y="31526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Freeform 370"/>
          <p:cNvSpPr/>
          <p:nvPr/>
        </p:nvSpPr>
        <p:spPr>
          <a:xfrm>
            <a:off x="1760015" y="28569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Freeform 371"/>
          <p:cNvSpPr/>
          <p:nvPr/>
        </p:nvSpPr>
        <p:spPr>
          <a:xfrm>
            <a:off x="1526260" y="23239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1738801" y="18666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1786191" y="21630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1650863" y="37352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1682321" y="23280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1831965" y="24540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1602077" y="22686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1559685" y="16168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1478359" y="36116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1627583" y="28135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1781354" y="21726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1725775" y="33505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1522341" y="16928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1531617" y="22933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1569188" y="20340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1654387" y="28026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1601158" y="20518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1646063" y="19137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1654866" y="23668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1591160" y="23659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1618824" y="23464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1645222" y="29611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1614139" y="25730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1676986" y="25757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1823260" y="22851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1686448" y="195099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1629092" y="30669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1442748" y="25608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1664624" y="16898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1414874" y="28962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1472389" y="29388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1714547" y="238337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1698672" y="20352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1607082" y="24868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1440192" y="17725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1583397" y="20285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1550513" y="20366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1691248" y="21926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1864644" y="12311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1646328" y="26042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1539754" y="35792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1497901" y="16233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1617121" y="27412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1604209" y="24345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Freeform 415"/>
          <p:cNvSpPr/>
          <p:nvPr/>
        </p:nvSpPr>
        <p:spPr>
          <a:xfrm>
            <a:off x="1499937" y="17830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1635569" y="33617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1500002" y="31716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1742090" y="33612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1736800" y="29236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1739164" y="22547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Freeform 421"/>
          <p:cNvSpPr/>
          <p:nvPr/>
        </p:nvSpPr>
        <p:spPr>
          <a:xfrm>
            <a:off x="1572410" y="22088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1678163" y="23432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1608994" y="32589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Freeform 424"/>
          <p:cNvSpPr/>
          <p:nvPr/>
        </p:nvSpPr>
        <p:spPr>
          <a:xfrm>
            <a:off x="1581528" y="37454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Freeform 425"/>
          <p:cNvSpPr/>
          <p:nvPr/>
        </p:nvSpPr>
        <p:spPr>
          <a:xfrm>
            <a:off x="1586841" y="24635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Freeform 426"/>
          <p:cNvSpPr/>
          <p:nvPr/>
        </p:nvSpPr>
        <p:spPr>
          <a:xfrm>
            <a:off x="1484084" y="27488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Freeform 427"/>
          <p:cNvSpPr/>
          <p:nvPr/>
        </p:nvSpPr>
        <p:spPr>
          <a:xfrm>
            <a:off x="1468663" y="22439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Freeform 428"/>
          <p:cNvSpPr/>
          <p:nvPr/>
        </p:nvSpPr>
        <p:spPr>
          <a:xfrm>
            <a:off x="1708094" y="21124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Freeform 429"/>
          <p:cNvSpPr/>
          <p:nvPr/>
        </p:nvSpPr>
        <p:spPr>
          <a:xfrm>
            <a:off x="1602664" y="24181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Freeform 430"/>
          <p:cNvSpPr/>
          <p:nvPr/>
        </p:nvSpPr>
        <p:spPr>
          <a:xfrm>
            <a:off x="1646274" y="20809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Freeform 431"/>
          <p:cNvSpPr/>
          <p:nvPr/>
        </p:nvSpPr>
        <p:spPr>
          <a:xfrm>
            <a:off x="1730281" y="2368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Freeform 432"/>
          <p:cNvSpPr/>
          <p:nvPr/>
        </p:nvSpPr>
        <p:spPr>
          <a:xfrm>
            <a:off x="1437719" y="22056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Freeform 433"/>
          <p:cNvSpPr/>
          <p:nvPr/>
        </p:nvSpPr>
        <p:spPr>
          <a:xfrm>
            <a:off x="1539239" y="28751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Freeform 434"/>
          <p:cNvSpPr/>
          <p:nvPr/>
        </p:nvSpPr>
        <p:spPr>
          <a:xfrm>
            <a:off x="1641878" y="25904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Freeform 435"/>
          <p:cNvSpPr/>
          <p:nvPr/>
        </p:nvSpPr>
        <p:spPr>
          <a:xfrm>
            <a:off x="1665066" y="23863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Freeform 436"/>
          <p:cNvSpPr/>
          <p:nvPr/>
        </p:nvSpPr>
        <p:spPr>
          <a:xfrm>
            <a:off x="1582784" y="20482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Freeform 437"/>
          <p:cNvSpPr/>
          <p:nvPr/>
        </p:nvSpPr>
        <p:spPr>
          <a:xfrm>
            <a:off x="1733219" y="27065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Freeform 438"/>
          <p:cNvSpPr/>
          <p:nvPr/>
        </p:nvSpPr>
        <p:spPr>
          <a:xfrm>
            <a:off x="1645629" y="22105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Freeform 439"/>
          <p:cNvSpPr/>
          <p:nvPr/>
        </p:nvSpPr>
        <p:spPr>
          <a:xfrm>
            <a:off x="1493319" y="26371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Freeform 440"/>
          <p:cNvSpPr/>
          <p:nvPr/>
        </p:nvSpPr>
        <p:spPr>
          <a:xfrm>
            <a:off x="1523553" y="25567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Freeform 441"/>
          <p:cNvSpPr/>
          <p:nvPr/>
        </p:nvSpPr>
        <p:spPr>
          <a:xfrm>
            <a:off x="1709288" y="20433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Freeform 442"/>
          <p:cNvSpPr/>
          <p:nvPr/>
        </p:nvSpPr>
        <p:spPr>
          <a:xfrm>
            <a:off x="1672741" y="35736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Freeform 443"/>
          <p:cNvSpPr/>
          <p:nvPr/>
        </p:nvSpPr>
        <p:spPr>
          <a:xfrm>
            <a:off x="1419968" y="31959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Freeform 444"/>
          <p:cNvSpPr/>
          <p:nvPr/>
        </p:nvSpPr>
        <p:spPr>
          <a:xfrm>
            <a:off x="1767294" y="32966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Freeform 445"/>
          <p:cNvSpPr/>
          <p:nvPr/>
        </p:nvSpPr>
        <p:spPr>
          <a:xfrm>
            <a:off x="1687096" y="37582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Freeform 446"/>
          <p:cNvSpPr/>
          <p:nvPr/>
        </p:nvSpPr>
        <p:spPr>
          <a:xfrm>
            <a:off x="1766827" y="28607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Freeform 447"/>
          <p:cNvSpPr/>
          <p:nvPr/>
        </p:nvSpPr>
        <p:spPr>
          <a:xfrm>
            <a:off x="1582075" y="20867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Freeform 448"/>
          <p:cNvSpPr/>
          <p:nvPr/>
        </p:nvSpPr>
        <p:spPr>
          <a:xfrm>
            <a:off x="1591488" y="26475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Freeform 449"/>
          <p:cNvSpPr/>
          <p:nvPr/>
        </p:nvSpPr>
        <p:spPr>
          <a:xfrm>
            <a:off x="1502618" y="23858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Freeform 450"/>
          <p:cNvSpPr/>
          <p:nvPr/>
        </p:nvSpPr>
        <p:spPr>
          <a:xfrm>
            <a:off x="1894512" y="190253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Freeform 451"/>
          <p:cNvSpPr/>
          <p:nvPr/>
        </p:nvSpPr>
        <p:spPr>
          <a:xfrm>
            <a:off x="1604352" y="17732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Freeform 452"/>
          <p:cNvSpPr/>
          <p:nvPr/>
        </p:nvSpPr>
        <p:spPr>
          <a:xfrm>
            <a:off x="1792949" y="25305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Freeform 453"/>
          <p:cNvSpPr/>
          <p:nvPr/>
        </p:nvSpPr>
        <p:spPr>
          <a:xfrm>
            <a:off x="1553877" y="17592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Freeform 454"/>
          <p:cNvSpPr/>
          <p:nvPr/>
        </p:nvSpPr>
        <p:spPr>
          <a:xfrm>
            <a:off x="1640649" y="24431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Freeform 455"/>
          <p:cNvSpPr/>
          <p:nvPr/>
        </p:nvSpPr>
        <p:spPr>
          <a:xfrm>
            <a:off x="1444328" y="29470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Freeform 456"/>
          <p:cNvSpPr/>
          <p:nvPr/>
        </p:nvSpPr>
        <p:spPr>
          <a:xfrm>
            <a:off x="1582164" y="28153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Freeform 457"/>
          <p:cNvSpPr/>
          <p:nvPr/>
        </p:nvSpPr>
        <p:spPr>
          <a:xfrm>
            <a:off x="1728360" y="32957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Freeform 458"/>
          <p:cNvSpPr/>
          <p:nvPr/>
        </p:nvSpPr>
        <p:spPr>
          <a:xfrm>
            <a:off x="1489216" y="29745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Freeform 459"/>
          <p:cNvSpPr/>
          <p:nvPr/>
        </p:nvSpPr>
        <p:spPr>
          <a:xfrm>
            <a:off x="1737824" y="26871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Freeform 460"/>
          <p:cNvSpPr/>
          <p:nvPr/>
        </p:nvSpPr>
        <p:spPr>
          <a:xfrm>
            <a:off x="1659198" y="20573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Freeform 461"/>
          <p:cNvSpPr/>
          <p:nvPr/>
        </p:nvSpPr>
        <p:spPr>
          <a:xfrm>
            <a:off x="1511444" y="15601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Freeform 462"/>
          <p:cNvSpPr/>
          <p:nvPr/>
        </p:nvSpPr>
        <p:spPr>
          <a:xfrm>
            <a:off x="1569463" y="32424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Freeform 463"/>
          <p:cNvSpPr/>
          <p:nvPr/>
        </p:nvSpPr>
        <p:spPr>
          <a:xfrm>
            <a:off x="1574013" y="22800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Freeform 464"/>
          <p:cNvSpPr/>
          <p:nvPr/>
        </p:nvSpPr>
        <p:spPr>
          <a:xfrm>
            <a:off x="1617824" y="30571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Freeform 465"/>
          <p:cNvSpPr/>
          <p:nvPr/>
        </p:nvSpPr>
        <p:spPr>
          <a:xfrm>
            <a:off x="1565767" y="22356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Freeform 466"/>
          <p:cNvSpPr/>
          <p:nvPr/>
        </p:nvSpPr>
        <p:spPr>
          <a:xfrm>
            <a:off x="1534622" y="25641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Freeform 467"/>
          <p:cNvSpPr/>
          <p:nvPr/>
        </p:nvSpPr>
        <p:spPr>
          <a:xfrm>
            <a:off x="1590538" y="34856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Freeform 468"/>
          <p:cNvSpPr/>
          <p:nvPr/>
        </p:nvSpPr>
        <p:spPr>
          <a:xfrm>
            <a:off x="1513269" y="198977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Freeform 469"/>
          <p:cNvSpPr/>
          <p:nvPr/>
        </p:nvSpPr>
        <p:spPr>
          <a:xfrm>
            <a:off x="1485174" y="28210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Freeform 470"/>
          <p:cNvSpPr/>
          <p:nvPr/>
        </p:nvSpPr>
        <p:spPr>
          <a:xfrm>
            <a:off x="1617968" y="27825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Freeform 471"/>
          <p:cNvSpPr/>
          <p:nvPr/>
        </p:nvSpPr>
        <p:spPr>
          <a:xfrm>
            <a:off x="1717568" y="30730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Freeform 472"/>
          <p:cNvSpPr/>
          <p:nvPr/>
        </p:nvSpPr>
        <p:spPr>
          <a:xfrm>
            <a:off x="1459516" y="28477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Freeform 473"/>
          <p:cNvSpPr/>
          <p:nvPr/>
        </p:nvSpPr>
        <p:spPr>
          <a:xfrm>
            <a:off x="1623497" y="22610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Freeform 474"/>
          <p:cNvSpPr/>
          <p:nvPr/>
        </p:nvSpPr>
        <p:spPr>
          <a:xfrm>
            <a:off x="1553592" y="25956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Freeform 475"/>
          <p:cNvSpPr/>
          <p:nvPr/>
        </p:nvSpPr>
        <p:spPr>
          <a:xfrm>
            <a:off x="1518591" y="23148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Freeform 476"/>
          <p:cNvSpPr/>
          <p:nvPr/>
        </p:nvSpPr>
        <p:spPr>
          <a:xfrm>
            <a:off x="1714419" y="22968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Freeform 477"/>
          <p:cNvSpPr/>
          <p:nvPr/>
        </p:nvSpPr>
        <p:spPr>
          <a:xfrm>
            <a:off x="1567690" y="17770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Freeform 478"/>
          <p:cNvSpPr/>
          <p:nvPr/>
        </p:nvSpPr>
        <p:spPr>
          <a:xfrm>
            <a:off x="1783404" y="26789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Freeform 479"/>
          <p:cNvSpPr/>
          <p:nvPr/>
        </p:nvSpPr>
        <p:spPr>
          <a:xfrm>
            <a:off x="1539698" y="32937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Freeform 480"/>
          <p:cNvSpPr/>
          <p:nvPr/>
        </p:nvSpPr>
        <p:spPr>
          <a:xfrm>
            <a:off x="1664468" y="19144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Freeform 481"/>
          <p:cNvSpPr/>
          <p:nvPr/>
        </p:nvSpPr>
        <p:spPr>
          <a:xfrm>
            <a:off x="1598808" y="26727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Freeform 482"/>
          <p:cNvSpPr/>
          <p:nvPr/>
        </p:nvSpPr>
        <p:spPr>
          <a:xfrm>
            <a:off x="1542460" y="1888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Freeform 483"/>
          <p:cNvSpPr/>
          <p:nvPr/>
        </p:nvSpPr>
        <p:spPr>
          <a:xfrm>
            <a:off x="1685989" y="22852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Freeform 484"/>
          <p:cNvSpPr/>
          <p:nvPr/>
        </p:nvSpPr>
        <p:spPr>
          <a:xfrm>
            <a:off x="1606542" y="25641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Freeform 485"/>
          <p:cNvSpPr/>
          <p:nvPr/>
        </p:nvSpPr>
        <p:spPr>
          <a:xfrm>
            <a:off x="1687651" y="23039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Freeform 486"/>
          <p:cNvSpPr/>
          <p:nvPr/>
        </p:nvSpPr>
        <p:spPr>
          <a:xfrm>
            <a:off x="1618063" y="14353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Freeform 487"/>
          <p:cNvSpPr/>
          <p:nvPr/>
        </p:nvSpPr>
        <p:spPr>
          <a:xfrm>
            <a:off x="1506966" y="13670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Freeform 488"/>
          <p:cNvSpPr/>
          <p:nvPr/>
        </p:nvSpPr>
        <p:spPr>
          <a:xfrm>
            <a:off x="1612203" y="24554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Freeform 489"/>
          <p:cNvSpPr/>
          <p:nvPr/>
        </p:nvSpPr>
        <p:spPr>
          <a:xfrm>
            <a:off x="1628680" y="24062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Freeform 490"/>
          <p:cNvSpPr/>
          <p:nvPr/>
        </p:nvSpPr>
        <p:spPr>
          <a:xfrm>
            <a:off x="1725654" y="19095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Freeform 491"/>
          <p:cNvSpPr/>
          <p:nvPr/>
        </p:nvSpPr>
        <p:spPr>
          <a:xfrm>
            <a:off x="1526173" y="295153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Freeform 492"/>
          <p:cNvSpPr/>
          <p:nvPr/>
        </p:nvSpPr>
        <p:spPr>
          <a:xfrm>
            <a:off x="1618914" y="23124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Freeform 493"/>
          <p:cNvSpPr/>
          <p:nvPr/>
        </p:nvSpPr>
        <p:spPr>
          <a:xfrm>
            <a:off x="1438922" y="250708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Freeform 494"/>
          <p:cNvSpPr/>
          <p:nvPr/>
        </p:nvSpPr>
        <p:spPr>
          <a:xfrm>
            <a:off x="1692816" y="23228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Freeform 495"/>
          <p:cNvSpPr/>
          <p:nvPr/>
        </p:nvSpPr>
        <p:spPr>
          <a:xfrm>
            <a:off x="1507429" y="29448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Freeform 496"/>
          <p:cNvSpPr/>
          <p:nvPr/>
        </p:nvSpPr>
        <p:spPr>
          <a:xfrm>
            <a:off x="1429885" y="33548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Freeform 497"/>
          <p:cNvSpPr/>
          <p:nvPr/>
        </p:nvSpPr>
        <p:spPr>
          <a:xfrm>
            <a:off x="1616787" y="36169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Freeform 498"/>
          <p:cNvSpPr/>
          <p:nvPr/>
        </p:nvSpPr>
        <p:spPr>
          <a:xfrm>
            <a:off x="1741403" y="30988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Freeform 499"/>
          <p:cNvSpPr/>
          <p:nvPr/>
        </p:nvSpPr>
        <p:spPr>
          <a:xfrm>
            <a:off x="1460043" y="27417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Freeform 500"/>
          <p:cNvSpPr/>
          <p:nvPr/>
        </p:nvSpPr>
        <p:spPr>
          <a:xfrm>
            <a:off x="1506728" y="26520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Freeform 501"/>
          <p:cNvSpPr/>
          <p:nvPr/>
        </p:nvSpPr>
        <p:spPr>
          <a:xfrm>
            <a:off x="1543609" y="14427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Freeform 502"/>
          <p:cNvSpPr/>
          <p:nvPr/>
        </p:nvSpPr>
        <p:spPr>
          <a:xfrm>
            <a:off x="1502293" y="18934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Freeform 503"/>
          <p:cNvSpPr/>
          <p:nvPr/>
        </p:nvSpPr>
        <p:spPr>
          <a:xfrm>
            <a:off x="1663711" y="30146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Freeform 504"/>
          <p:cNvSpPr/>
          <p:nvPr/>
        </p:nvSpPr>
        <p:spPr>
          <a:xfrm>
            <a:off x="1536753" y="23045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Freeform 505"/>
          <p:cNvSpPr/>
          <p:nvPr/>
        </p:nvSpPr>
        <p:spPr>
          <a:xfrm>
            <a:off x="1545937" y="27137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Freeform 506"/>
          <p:cNvSpPr/>
          <p:nvPr/>
        </p:nvSpPr>
        <p:spPr>
          <a:xfrm>
            <a:off x="1685521" y="26472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Freeform 507"/>
          <p:cNvSpPr/>
          <p:nvPr/>
        </p:nvSpPr>
        <p:spPr>
          <a:xfrm>
            <a:off x="1542300" y="23925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Freeform 508"/>
          <p:cNvSpPr/>
          <p:nvPr/>
        </p:nvSpPr>
        <p:spPr>
          <a:xfrm>
            <a:off x="1669419" y="21573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Freeform 509"/>
          <p:cNvSpPr/>
          <p:nvPr/>
        </p:nvSpPr>
        <p:spPr>
          <a:xfrm>
            <a:off x="1519207" y="26769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Freeform 510"/>
          <p:cNvSpPr/>
          <p:nvPr/>
        </p:nvSpPr>
        <p:spPr>
          <a:xfrm>
            <a:off x="1493452" y="19162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Freeform 511"/>
          <p:cNvSpPr/>
          <p:nvPr/>
        </p:nvSpPr>
        <p:spPr>
          <a:xfrm>
            <a:off x="1426773" y="31121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Freeform 512"/>
          <p:cNvSpPr/>
          <p:nvPr/>
        </p:nvSpPr>
        <p:spPr>
          <a:xfrm>
            <a:off x="1822225" y="24896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Freeform 513"/>
          <p:cNvSpPr/>
          <p:nvPr/>
        </p:nvSpPr>
        <p:spPr>
          <a:xfrm>
            <a:off x="1588862" y="10847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Freeform 514"/>
          <p:cNvSpPr/>
          <p:nvPr/>
        </p:nvSpPr>
        <p:spPr>
          <a:xfrm>
            <a:off x="1649217" y="23721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Freeform 515"/>
          <p:cNvSpPr/>
          <p:nvPr/>
        </p:nvSpPr>
        <p:spPr>
          <a:xfrm>
            <a:off x="1619800" y="17160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Freeform 516"/>
          <p:cNvSpPr/>
          <p:nvPr/>
        </p:nvSpPr>
        <p:spPr>
          <a:xfrm>
            <a:off x="1640234" y="24434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Freeform 517"/>
          <p:cNvSpPr/>
          <p:nvPr/>
        </p:nvSpPr>
        <p:spPr>
          <a:xfrm>
            <a:off x="1628437" y="21781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Freeform 518"/>
          <p:cNvSpPr/>
          <p:nvPr/>
        </p:nvSpPr>
        <p:spPr>
          <a:xfrm>
            <a:off x="1827255" y="25238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Freeform 519"/>
          <p:cNvSpPr/>
          <p:nvPr/>
        </p:nvSpPr>
        <p:spPr>
          <a:xfrm>
            <a:off x="1511982" y="25854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Freeform 520"/>
          <p:cNvSpPr/>
          <p:nvPr/>
        </p:nvSpPr>
        <p:spPr>
          <a:xfrm>
            <a:off x="1456511" y="29156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Freeform 521"/>
          <p:cNvSpPr/>
          <p:nvPr/>
        </p:nvSpPr>
        <p:spPr>
          <a:xfrm>
            <a:off x="1514867" y="22597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Freeform 522"/>
          <p:cNvSpPr/>
          <p:nvPr/>
        </p:nvSpPr>
        <p:spPr>
          <a:xfrm>
            <a:off x="1480340" y="29547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Freeform 523"/>
          <p:cNvSpPr/>
          <p:nvPr/>
        </p:nvSpPr>
        <p:spPr>
          <a:xfrm>
            <a:off x="1703029" y="21322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Freeform 524"/>
          <p:cNvSpPr/>
          <p:nvPr/>
        </p:nvSpPr>
        <p:spPr>
          <a:xfrm>
            <a:off x="1710882" y="19046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Freeform 525"/>
          <p:cNvSpPr/>
          <p:nvPr/>
        </p:nvSpPr>
        <p:spPr>
          <a:xfrm>
            <a:off x="1520284" y="22943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Freeform 526"/>
          <p:cNvSpPr/>
          <p:nvPr/>
        </p:nvSpPr>
        <p:spPr>
          <a:xfrm>
            <a:off x="1474379" y="26482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Freeform 527"/>
          <p:cNvSpPr/>
          <p:nvPr/>
        </p:nvSpPr>
        <p:spPr>
          <a:xfrm>
            <a:off x="1585167" y="22469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Freeform 528"/>
          <p:cNvSpPr/>
          <p:nvPr/>
        </p:nvSpPr>
        <p:spPr>
          <a:xfrm>
            <a:off x="1771938" y="26604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Freeform 529"/>
          <p:cNvSpPr/>
          <p:nvPr/>
        </p:nvSpPr>
        <p:spPr>
          <a:xfrm>
            <a:off x="1321496" y="19858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Freeform 530"/>
          <p:cNvSpPr/>
          <p:nvPr/>
        </p:nvSpPr>
        <p:spPr>
          <a:xfrm>
            <a:off x="1679458" y="34859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Freeform 531"/>
          <p:cNvSpPr/>
          <p:nvPr/>
        </p:nvSpPr>
        <p:spPr>
          <a:xfrm>
            <a:off x="1508042" y="26750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Freeform 532"/>
          <p:cNvSpPr/>
          <p:nvPr/>
        </p:nvSpPr>
        <p:spPr>
          <a:xfrm>
            <a:off x="1734416" y="35723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Freeform 533"/>
          <p:cNvSpPr/>
          <p:nvPr/>
        </p:nvSpPr>
        <p:spPr>
          <a:xfrm>
            <a:off x="1507810" y="33036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Freeform 534"/>
          <p:cNvSpPr/>
          <p:nvPr/>
        </p:nvSpPr>
        <p:spPr>
          <a:xfrm>
            <a:off x="1592589" y="17536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Freeform 535"/>
          <p:cNvSpPr/>
          <p:nvPr/>
        </p:nvSpPr>
        <p:spPr>
          <a:xfrm>
            <a:off x="1461986" y="20077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Freeform 536"/>
          <p:cNvSpPr/>
          <p:nvPr/>
        </p:nvSpPr>
        <p:spPr>
          <a:xfrm>
            <a:off x="1518579" y="28831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Freeform 537"/>
          <p:cNvSpPr/>
          <p:nvPr/>
        </p:nvSpPr>
        <p:spPr>
          <a:xfrm>
            <a:off x="1771373" y="33076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Freeform 538"/>
          <p:cNvSpPr/>
          <p:nvPr/>
        </p:nvSpPr>
        <p:spPr>
          <a:xfrm>
            <a:off x="1710904" y="41002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Freeform 539"/>
          <p:cNvSpPr/>
          <p:nvPr/>
        </p:nvSpPr>
        <p:spPr>
          <a:xfrm>
            <a:off x="1580153" y="27877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Freeform 540"/>
          <p:cNvSpPr/>
          <p:nvPr/>
        </p:nvSpPr>
        <p:spPr>
          <a:xfrm>
            <a:off x="1530034" y="11808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Freeform 541"/>
          <p:cNvSpPr/>
          <p:nvPr/>
        </p:nvSpPr>
        <p:spPr>
          <a:xfrm>
            <a:off x="1420530" y="22572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Freeform 542"/>
          <p:cNvSpPr/>
          <p:nvPr/>
        </p:nvSpPr>
        <p:spPr>
          <a:xfrm>
            <a:off x="1581010" y="279643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Freeform 543"/>
          <p:cNvSpPr/>
          <p:nvPr/>
        </p:nvSpPr>
        <p:spPr>
          <a:xfrm>
            <a:off x="1619816" y="22409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Freeform 544"/>
          <p:cNvSpPr/>
          <p:nvPr/>
        </p:nvSpPr>
        <p:spPr>
          <a:xfrm>
            <a:off x="1614130" y="33393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Freeform 545"/>
          <p:cNvSpPr/>
          <p:nvPr/>
        </p:nvSpPr>
        <p:spPr>
          <a:xfrm>
            <a:off x="1613088" y="26542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Freeform 546"/>
          <p:cNvSpPr/>
          <p:nvPr/>
        </p:nvSpPr>
        <p:spPr>
          <a:xfrm>
            <a:off x="1503115" y="24391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Freeform 547"/>
          <p:cNvSpPr/>
          <p:nvPr/>
        </p:nvSpPr>
        <p:spPr>
          <a:xfrm>
            <a:off x="1616032" y="253973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Freeform 548"/>
          <p:cNvSpPr/>
          <p:nvPr/>
        </p:nvSpPr>
        <p:spPr>
          <a:xfrm>
            <a:off x="1618985" y="20643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Freeform 549"/>
          <p:cNvSpPr/>
          <p:nvPr/>
        </p:nvSpPr>
        <p:spPr>
          <a:xfrm>
            <a:off x="1761181" y="23062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Freeform 550"/>
          <p:cNvSpPr/>
          <p:nvPr/>
        </p:nvSpPr>
        <p:spPr>
          <a:xfrm>
            <a:off x="1822817" y="21307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Freeform 551"/>
          <p:cNvSpPr/>
          <p:nvPr/>
        </p:nvSpPr>
        <p:spPr>
          <a:xfrm>
            <a:off x="1608467" y="28662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Freeform 552"/>
          <p:cNvSpPr/>
          <p:nvPr/>
        </p:nvSpPr>
        <p:spPr>
          <a:xfrm>
            <a:off x="1541146" y="200630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Freeform 553"/>
          <p:cNvSpPr/>
          <p:nvPr/>
        </p:nvSpPr>
        <p:spPr>
          <a:xfrm>
            <a:off x="1616170" y="16099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Freeform 554"/>
          <p:cNvSpPr/>
          <p:nvPr/>
        </p:nvSpPr>
        <p:spPr>
          <a:xfrm>
            <a:off x="1558121" y="30190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Freeform 555"/>
          <p:cNvSpPr/>
          <p:nvPr/>
        </p:nvSpPr>
        <p:spPr>
          <a:xfrm>
            <a:off x="1543699" y="29743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Freeform 556"/>
          <p:cNvSpPr/>
          <p:nvPr/>
        </p:nvSpPr>
        <p:spPr>
          <a:xfrm>
            <a:off x="1616848" y="17688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Freeform 557"/>
          <p:cNvSpPr/>
          <p:nvPr/>
        </p:nvSpPr>
        <p:spPr>
          <a:xfrm>
            <a:off x="1511513" y="259679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Freeform 558"/>
          <p:cNvSpPr/>
          <p:nvPr/>
        </p:nvSpPr>
        <p:spPr>
          <a:xfrm>
            <a:off x="1687961" y="17319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Freeform 559"/>
          <p:cNvSpPr/>
          <p:nvPr/>
        </p:nvSpPr>
        <p:spPr>
          <a:xfrm>
            <a:off x="1612005" y="27329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Freeform 560"/>
          <p:cNvSpPr/>
          <p:nvPr/>
        </p:nvSpPr>
        <p:spPr>
          <a:xfrm>
            <a:off x="1649867" y="17041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Freeform 561"/>
          <p:cNvSpPr/>
          <p:nvPr/>
        </p:nvSpPr>
        <p:spPr>
          <a:xfrm>
            <a:off x="1603552" y="24217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Freeform 562"/>
          <p:cNvSpPr/>
          <p:nvPr/>
        </p:nvSpPr>
        <p:spPr>
          <a:xfrm>
            <a:off x="1545323" y="23530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Freeform 563"/>
          <p:cNvSpPr/>
          <p:nvPr/>
        </p:nvSpPr>
        <p:spPr>
          <a:xfrm>
            <a:off x="1521713" y="16447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Freeform 564"/>
          <p:cNvSpPr/>
          <p:nvPr/>
        </p:nvSpPr>
        <p:spPr>
          <a:xfrm>
            <a:off x="1597739" y="26891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Freeform 565"/>
          <p:cNvSpPr/>
          <p:nvPr/>
        </p:nvSpPr>
        <p:spPr>
          <a:xfrm>
            <a:off x="1564418" y="30032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Freeform 566"/>
          <p:cNvSpPr/>
          <p:nvPr/>
        </p:nvSpPr>
        <p:spPr>
          <a:xfrm>
            <a:off x="1648144" y="27362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Freeform 567"/>
          <p:cNvSpPr/>
          <p:nvPr/>
        </p:nvSpPr>
        <p:spPr>
          <a:xfrm>
            <a:off x="1622648" y="22478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Freeform 568"/>
          <p:cNvSpPr/>
          <p:nvPr/>
        </p:nvSpPr>
        <p:spPr>
          <a:xfrm>
            <a:off x="1477388" y="33419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Freeform 569"/>
          <p:cNvSpPr/>
          <p:nvPr/>
        </p:nvSpPr>
        <p:spPr>
          <a:xfrm>
            <a:off x="1630302" y="21474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Freeform 570"/>
          <p:cNvSpPr/>
          <p:nvPr/>
        </p:nvSpPr>
        <p:spPr>
          <a:xfrm>
            <a:off x="1479468" y="27851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Freeform 571"/>
          <p:cNvSpPr/>
          <p:nvPr/>
        </p:nvSpPr>
        <p:spPr>
          <a:xfrm>
            <a:off x="1557174" y="18707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Freeform 572"/>
          <p:cNvSpPr/>
          <p:nvPr/>
        </p:nvSpPr>
        <p:spPr>
          <a:xfrm>
            <a:off x="1591633" y="37911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Freeform 573"/>
          <p:cNvSpPr/>
          <p:nvPr/>
        </p:nvSpPr>
        <p:spPr>
          <a:xfrm>
            <a:off x="1401118" y="29195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Freeform 574"/>
          <p:cNvSpPr/>
          <p:nvPr/>
        </p:nvSpPr>
        <p:spPr>
          <a:xfrm>
            <a:off x="1632911" y="34073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Freeform 575"/>
          <p:cNvSpPr/>
          <p:nvPr/>
        </p:nvSpPr>
        <p:spPr>
          <a:xfrm>
            <a:off x="1639273" y="29410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Freeform 576"/>
          <p:cNvSpPr/>
          <p:nvPr/>
        </p:nvSpPr>
        <p:spPr>
          <a:xfrm>
            <a:off x="1606217" y="23587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Freeform 577"/>
          <p:cNvSpPr/>
          <p:nvPr/>
        </p:nvSpPr>
        <p:spPr>
          <a:xfrm>
            <a:off x="1577730" y="25902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Freeform 578"/>
          <p:cNvSpPr/>
          <p:nvPr/>
        </p:nvSpPr>
        <p:spPr>
          <a:xfrm>
            <a:off x="1583155" y="26304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Freeform 579"/>
          <p:cNvSpPr/>
          <p:nvPr/>
        </p:nvSpPr>
        <p:spPr>
          <a:xfrm>
            <a:off x="1518656" y="25793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Freeform 580"/>
          <p:cNvSpPr/>
          <p:nvPr/>
        </p:nvSpPr>
        <p:spPr>
          <a:xfrm>
            <a:off x="1594270" y="2382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Freeform 581"/>
          <p:cNvSpPr/>
          <p:nvPr/>
        </p:nvSpPr>
        <p:spPr>
          <a:xfrm>
            <a:off x="1564006" y="30398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Freeform 582"/>
          <p:cNvSpPr/>
          <p:nvPr/>
        </p:nvSpPr>
        <p:spPr>
          <a:xfrm>
            <a:off x="1632930" y="21098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Freeform 583"/>
          <p:cNvSpPr/>
          <p:nvPr/>
        </p:nvSpPr>
        <p:spPr>
          <a:xfrm>
            <a:off x="1494308" y="21337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Freeform 584"/>
          <p:cNvSpPr/>
          <p:nvPr/>
        </p:nvSpPr>
        <p:spPr>
          <a:xfrm>
            <a:off x="1648324" y="22843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Freeform 585"/>
          <p:cNvSpPr/>
          <p:nvPr/>
        </p:nvSpPr>
        <p:spPr>
          <a:xfrm>
            <a:off x="1638443" y="21913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Freeform 586"/>
          <p:cNvSpPr/>
          <p:nvPr/>
        </p:nvSpPr>
        <p:spPr>
          <a:xfrm>
            <a:off x="1607978" y="23323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Freeform 587"/>
          <p:cNvSpPr/>
          <p:nvPr/>
        </p:nvSpPr>
        <p:spPr>
          <a:xfrm>
            <a:off x="1576138" y="13897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Freeform 588"/>
          <p:cNvSpPr/>
          <p:nvPr/>
        </p:nvSpPr>
        <p:spPr>
          <a:xfrm>
            <a:off x="1682209" y="25402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Freeform 589"/>
          <p:cNvSpPr/>
          <p:nvPr/>
        </p:nvSpPr>
        <p:spPr>
          <a:xfrm>
            <a:off x="1445050" y="26595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Freeform 590"/>
          <p:cNvSpPr/>
          <p:nvPr/>
        </p:nvSpPr>
        <p:spPr>
          <a:xfrm>
            <a:off x="1672379" y="29015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Freeform 591"/>
          <p:cNvSpPr/>
          <p:nvPr/>
        </p:nvSpPr>
        <p:spPr>
          <a:xfrm>
            <a:off x="1649121" y="30527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Freeform 592"/>
          <p:cNvSpPr/>
          <p:nvPr/>
        </p:nvSpPr>
        <p:spPr>
          <a:xfrm>
            <a:off x="1653436" y="31677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Freeform 593"/>
          <p:cNvSpPr/>
          <p:nvPr/>
        </p:nvSpPr>
        <p:spPr>
          <a:xfrm>
            <a:off x="1664127" y="29749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Freeform 594"/>
          <p:cNvSpPr/>
          <p:nvPr/>
        </p:nvSpPr>
        <p:spPr>
          <a:xfrm>
            <a:off x="1553198" y="25313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Freeform 595"/>
          <p:cNvSpPr/>
          <p:nvPr/>
        </p:nvSpPr>
        <p:spPr>
          <a:xfrm>
            <a:off x="1595366" y="23118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Freeform 596"/>
          <p:cNvSpPr/>
          <p:nvPr/>
        </p:nvSpPr>
        <p:spPr>
          <a:xfrm>
            <a:off x="1691272" y="24653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Freeform 597"/>
          <p:cNvSpPr/>
          <p:nvPr/>
        </p:nvSpPr>
        <p:spPr>
          <a:xfrm>
            <a:off x="1669190" y="29080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Freeform 598"/>
          <p:cNvSpPr/>
          <p:nvPr/>
        </p:nvSpPr>
        <p:spPr>
          <a:xfrm>
            <a:off x="1645235" y="20050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Freeform 599"/>
          <p:cNvSpPr/>
          <p:nvPr/>
        </p:nvSpPr>
        <p:spPr>
          <a:xfrm>
            <a:off x="1461126" y="20921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Freeform 600"/>
          <p:cNvSpPr/>
          <p:nvPr/>
        </p:nvSpPr>
        <p:spPr>
          <a:xfrm>
            <a:off x="1680663" y="25796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Freeform 601"/>
          <p:cNvSpPr/>
          <p:nvPr/>
        </p:nvSpPr>
        <p:spPr>
          <a:xfrm>
            <a:off x="1748227" y="284704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Freeform 602"/>
          <p:cNvSpPr/>
          <p:nvPr/>
        </p:nvSpPr>
        <p:spPr>
          <a:xfrm>
            <a:off x="1731132" y="21957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Freeform 603"/>
          <p:cNvSpPr/>
          <p:nvPr/>
        </p:nvSpPr>
        <p:spPr>
          <a:xfrm>
            <a:off x="1648141" y="23911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Freeform 604"/>
          <p:cNvSpPr/>
          <p:nvPr/>
        </p:nvSpPr>
        <p:spPr>
          <a:xfrm>
            <a:off x="1456488" y="32781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Freeform 605"/>
          <p:cNvSpPr/>
          <p:nvPr/>
        </p:nvSpPr>
        <p:spPr>
          <a:xfrm>
            <a:off x="1723951" y="25299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Freeform 606"/>
          <p:cNvSpPr/>
          <p:nvPr/>
        </p:nvSpPr>
        <p:spPr>
          <a:xfrm>
            <a:off x="1607369" y="23509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Freeform 607"/>
          <p:cNvSpPr/>
          <p:nvPr/>
        </p:nvSpPr>
        <p:spPr>
          <a:xfrm>
            <a:off x="1352204" y="29808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Freeform 608"/>
          <p:cNvSpPr/>
          <p:nvPr/>
        </p:nvSpPr>
        <p:spPr>
          <a:xfrm>
            <a:off x="1663474" y="239013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Freeform 609"/>
          <p:cNvSpPr/>
          <p:nvPr/>
        </p:nvSpPr>
        <p:spPr>
          <a:xfrm>
            <a:off x="1463496" y="32818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Freeform 610"/>
          <p:cNvSpPr/>
          <p:nvPr/>
        </p:nvSpPr>
        <p:spPr>
          <a:xfrm>
            <a:off x="1484434" y="17686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Freeform 611"/>
          <p:cNvSpPr/>
          <p:nvPr/>
        </p:nvSpPr>
        <p:spPr>
          <a:xfrm>
            <a:off x="1555197" y="18164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Freeform 612"/>
          <p:cNvSpPr/>
          <p:nvPr/>
        </p:nvSpPr>
        <p:spPr>
          <a:xfrm>
            <a:off x="1759258" y="262996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Freeform 613"/>
          <p:cNvSpPr/>
          <p:nvPr/>
        </p:nvSpPr>
        <p:spPr>
          <a:xfrm>
            <a:off x="1583450" y="22960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Freeform 614"/>
          <p:cNvSpPr/>
          <p:nvPr/>
        </p:nvSpPr>
        <p:spPr>
          <a:xfrm>
            <a:off x="1652111" y="37996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Freeform 615"/>
          <p:cNvSpPr/>
          <p:nvPr/>
        </p:nvSpPr>
        <p:spPr>
          <a:xfrm>
            <a:off x="1810112" y="31199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Freeform 616"/>
          <p:cNvSpPr/>
          <p:nvPr/>
        </p:nvSpPr>
        <p:spPr>
          <a:xfrm>
            <a:off x="1793644" y="26523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Freeform 617"/>
          <p:cNvSpPr/>
          <p:nvPr/>
        </p:nvSpPr>
        <p:spPr>
          <a:xfrm>
            <a:off x="1612065" y="307432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Freeform 618"/>
          <p:cNvSpPr/>
          <p:nvPr/>
        </p:nvSpPr>
        <p:spPr>
          <a:xfrm>
            <a:off x="1597285" y="21057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Freeform 619"/>
          <p:cNvSpPr/>
          <p:nvPr/>
        </p:nvSpPr>
        <p:spPr>
          <a:xfrm>
            <a:off x="1488239" y="14102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Freeform 620"/>
          <p:cNvSpPr/>
          <p:nvPr/>
        </p:nvSpPr>
        <p:spPr>
          <a:xfrm>
            <a:off x="1548832" y="31309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Freeform 621"/>
          <p:cNvSpPr/>
          <p:nvPr/>
        </p:nvSpPr>
        <p:spPr>
          <a:xfrm>
            <a:off x="1668625" y="29470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Freeform 622"/>
          <p:cNvSpPr/>
          <p:nvPr/>
        </p:nvSpPr>
        <p:spPr>
          <a:xfrm>
            <a:off x="1665455" y="23654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Freeform 623"/>
          <p:cNvSpPr/>
          <p:nvPr/>
        </p:nvSpPr>
        <p:spPr>
          <a:xfrm>
            <a:off x="1634915" y="16195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Freeform 624"/>
          <p:cNvSpPr/>
          <p:nvPr/>
        </p:nvSpPr>
        <p:spPr>
          <a:xfrm>
            <a:off x="1729541" y="31557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Freeform 625"/>
          <p:cNvSpPr/>
          <p:nvPr/>
        </p:nvSpPr>
        <p:spPr>
          <a:xfrm>
            <a:off x="1540497" y="23580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Freeform 626"/>
          <p:cNvSpPr/>
          <p:nvPr/>
        </p:nvSpPr>
        <p:spPr>
          <a:xfrm>
            <a:off x="1617123" y="15056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Freeform 627"/>
          <p:cNvSpPr/>
          <p:nvPr/>
        </p:nvSpPr>
        <p:spPr>
          <a:xfrm>
            <a:off x="1701347" y="33885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Freeform 628"/>
          <p:cNvSpPr/>
          <p:nvPr/>
        </p:nvSpPr>
        <p:spPr>
          <a:xfrm>
            <a:off x="1685611" y="31875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Freeform 629"/>
          <p:cNvSpPr/>
          <p:nvPr/>
        </p:nvSpPr>
        <p:spPr>
          <a:xfrm>
            <a:off x="1737687" y="27227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Freeform 630"/>
          <p:cNvSpPr/>
          <p:nvPr/>
        </p:nvSpPr>
        <p:spPr>
          <a:xfrm>
            <a:off x="1665593" y="27752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Freeform 631"/>
          <p:cNvSpPr/>
          <p:nvPr/>
        </p:nvSpPr>
        <p:spPr>
          <a:xfrm>
            <a:off x="1590023" y="20525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Freeform 632"/>
          <p:cNvSpPr/>
          <p:nvPr/>
        </p:nvSpPr>
        <p:spPr>
          <a:xfrm>
            <a:off x="1661868" y="23620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Freeform 633"/>
          <p:cNvSpPr/>
          <p:nvPr/>
        </p:nvSpPr>
        <p:spPr>
          <a:xfrm>
            <a:off x="1515868" y="34553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Freeform 634"/>
          <p:cNvSpPr/>
          <p:nvPr/>
        </p:nvSpPr>
        <p:spPr>
          <a:xfrm>
            <a:off x="1447739" y="22136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Freeform 635"/>
          <p:cNvSpPr/>
          <p:nvPr/>
        </p:nvSpPr>
        <p:spPr>
          <a:xfrm>
            <a:off x="1685240" y="28061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Freeform 636"/>
          <p:cNvSpPr/>
          <p:nvPr/>
        </p:nvSpPr>
        <p:spPr>
          <a:xfrm>
            <a:off x="1617223" y="18021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Freeform 637"/>
          <p:cNvSpPr/>
          <p:nvPr/>
        </p:nvSpPr>
        <p:spPr>
          <a:xfrm>
            <a:off x="1656114" y="28333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Freeform 638"/>
          <p:cNvSpPr/>
          <p:nvPr/>
        </p:nvSpPr>
        <p:spPr>
          <a:xfrm>
            <a:off x="1441511" y="28382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Freeform 639"/>
          <p:cNvSpPr/>
          <p:nvPr/>
        </p:nvSpPr>
        <p:spPr>
          <a:xfrm>
            <a:off x="1584063" y="21996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Freeform 640"/>
          <p:cNvSpPr/>
          <p:nvPr/>
        </p:nvSpPr>
        <p:spPr>
          <a:xfrm>
            <a:off x="1558952" y="20794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Freeform 641"/>
          <p:cNvSpPr/>
          <p:nvPr/>
        </p:nvSpPr>
        <p:spPr>
          <a:xfrm>
            <a:off x="1530672" y="22501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Freeform 642"/>
          <p:cNvSpPr/>
          <p:nvPr/>
        </p:nvSpPr>
        <p:spPr>
          <a:xfrm>
            <a:off x="1381890" y="34069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Freeform 643"/>
          <p:cNvSpPr/>
          <p:nvPr/>
        </p:nvSpPr>
        <p:spPr>
          <a:xfrm>
            <a:off x="1587298" y="22013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Freeform 644"/>
          <p:cNvSpPr/>
          <p:nvPr/>
        </p:nvSpPr>
        <p:spPr>
          <a:xfrm>
            <a:off x="1719112" y="30538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Freeform 645"/>
          <p:cNvSpPr/>
          <p:nvPr/>
        </p:nvSpPr>
        <p:spPr>
          <a:xfrm>
            <a:off x="1663879" y="23655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Freeform 646"/>
          <p:cNvSpPr/>
          <p:nvPr/>
        </p:nvSpPr>
        <p:spPr>
          <a:xfrm>
            <a:off x="1558835" y="32649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Freeform 647"/>
          <p:cNvSpPr/>
          <p:nvPr/>
        </p:nvSpPr>
        <p:spPr>
          <a:xfrm>
            <a:off x="1621530" y="22510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Freeform 648"/>
          <p:cNvSpPr/>
          <p:nvPr/>
        </p:nvSpPr>
        <p:spPr>
          <a:xfrm>
            <a:off x="1704081" y="29303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Freeform 649"/>
          <p:cNvSpPr/>
          <p:nvPr/>
        </p:nvSpPr>
        <p:spPr>
          <a:xfrm>
            <a:off x="1327824" y="31884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Freeform 650"/>
          <p:cNvSpPr/>
          <p:nvPr/>
        </p:nvSpPr>
        <p:spPr>
          <a:xfrm>
            <a:off x="1609799" y="21060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Freeform 651"/>
          <p:cNvSpPr/>
          <p:nvPr/>
        </p:nvSpPr>
        <p:spPr>
          <a:xfrm>
            <a:off x="1681231" y="23620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Freeform 652"/>
          <p:cNvSpPr/>
          <p:nvPr/>
        </p:nvSpPr>
        <p:spPr>
          <a:xfrm>
            <a:off x="1696093" y="28259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Freeform 653"/>
          <p:cNvSpPr/>
          <p:nvPr/>
        </p:nvSpPr>
        <p:spPr>
          <a:xfrm>
            <a:off x="1805059" y="17062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Freeform 654"/>
          <p:cNvSpPr/>
          <p:nvPr/>
        </p:nvSpPr>
        <p:spPr>
          <a:xfrm>
            <a:off x="1744544" y="27319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Freeform 655"/>
          <p:cNvSpPr/>
          <p:nvPr/>
        </p:nvSpPr>
        <p:spPr>
          <a:xfrm>
            <a:off x="1656558" y="24756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Freeform 656"/>
          <p:cNvSpPr/>
          <p:nvPr/>
        </p:nvSpPr>
        <p:spPr>
          <a:xfrm>
            <a:off x="1655426" y="23472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Freeform 657"/>
          <p:cNvSpPr/>
          <p:nvPr/>
        </p:nvSpPr>
        <p:spPr>
          <a:xfrm>
            <a:off x="1707306" y="28290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Freeform 658"/>
          <p:cNvSpPr/>
          <p:nvPr/>
        </p:nvSpPr>
        <p:spPr>
          <a:xfrm>
            <a:off x="1565427" y="22376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Freeform 659"/>
          <p:cNvSpPr/>
          <p:nvPr/>
        </p:nvSpPr>
        <p:spPr>
          <a:xfrm>
            <a:off x="1618823" y="27822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Freeform 660"/>
          <p:cNvSpPr/>
          <p:nvPr/>
        </p:nvSpPr>
        <p:spPr>
          <a:xfrm>
            <a:off x="1720067" y="27162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Freeform 661"/>
          <p:cNvSpPr/>
          <p:nvPr/>
        </p:nvSpPr>
        <p:spPr>
          <a:xfrm>
            <a:off x="1832521" y="17542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Freeform 662"/>
          <p:cNvSpPr/>
          <p:nvPr/>
        </p:nvSpPr>
        <p:spPr>
          <a:xfrm>
            <a:off x="1606084" y="305721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Freeform 663"/>
          <p:cNvSpPr/>
          <p:nvPr/>
        </p:nvSpPr>
        <p:spPr>
          <a:xfrm>
            <a:off x="1617944" y="38011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Freeform 664"/>
          <p:cNvSpPr/>
          <p:nvPr/>
        </p:nvSpPr>
        <p:spPr>
          <a:xfrm>
            <a:off x="1644354" y="16196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Freeform 665"/>
          <p:cNvSpPr/>
          <p:nvPr/>
        </p:nvSpPr>
        <p:spPr>
          <a:xfrm>
            <a:off x="1766812" y="11109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Freeform 666"/>
          <p:cNvSpPr/>
          <p:nvPr/>
        </p:nvSpPr>
        <p:spPr>
          <a:xfrm>
            <a:off x="1619879" y="27127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Freeform 667"/>
          <p:cNvSpPr/>
          <p:nvPr/>
        </p:nvSpPr>
        <p:spPr>
          <a:xfrm>
            <a:off x="1780308" y="35431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Freeform 668"/>
          <p:cNvSpPr/>
          <p:nvPr/>
        </p:nvSpPr>
        <p:spPr>
          <a:xfrm>
            <a:off x="1519713" y="266138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Freeform 669"/>
          <p:cNvSpPr/>
          <p:nvPr/>
        </p:nvSpPr>
        <p:spPr>
          <a:xfrm>
            <a:off x="1603220" y="26482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Freeform 670"/>
          <p:cNvSpPr/>
          <p:nvPr/>
        </p:nvSpPr>
        <p:spPr>
          <a:xfrm>
            <a:off x="1601923" y="25960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Freeform 671"/>
          <p:cNvSpPr/>
          <p:nvPr/>
        </p:nvSpPr>
        <p:spPr>
          <a:xfrm>
            <a:off x="1707259" y="30966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Freeform 672"/>
          <p:cNvSpPr/>
          <p:nvPr/>
        </p:nvSpPr>
        <p:spPr>
          <a:xfrm>
            <a:off x="1734939" y="21788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Freeform 673"/>
          <p:cNvSpPr/>
          <p:nvPr/>
        </p:nvSpPr>
        <p:spPr>
          <a:xfrm>
            <a:off x="1461648" y="22086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Freeform 674"/>
          <p:cNvSpPr/>
          <p:nvPr/>
        </p:nvSpPr>
        <p:spPr>
          <a:xfrm>
            <a:off x="1525226" y="33032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Freeform 675"/>
          <p:cNvSpPr/>
          <p:nvPr/>
        </p:nvSpPr>
        <p:spPr>
          <a:xfrm>
            <a:off x="1659157" y="21139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Freeform 676"/>
          <p:cNvSpPr/>
          <p:nvPr/>
        </p:nvSpPr>
        <p:spPr>
          <a:xfrm>
            <a:off x="1552658" y="13801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Freeform 677"/>
          <p:cNvSpPr/>
          <p:nvPr/>
        </p:nvSpPr>
        <p:spPr>
          <a:xfrm>
            <a:off x="1460259" y="23998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Freeform 678"/>
          <p:cNvSpPr/>
          <p:nvPr/>
        </p:nvSpPr>
        <p:spPr>
          <a:xfrm>
            <a:off x="1734214" y="26759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Freeform 679"/>
          <p:cNvSpPr/>
          <p:nvPr/>
        </p:nvSpPr>
        <p:spPr>
          <a:xfrm>
            <a:off x="1675965" y="25700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Freeform 680"/>
          <p:cNvSpPr/>
          <p:nvPr/>
        </p:nvSpPr>
        <p:spPr>
          <a:xfrm>
            <a:off x="1675880" y="21594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Freeform 681"/>
          <p:cNvSpPr/>
          <p:nvPr/>
        </p:nvSpPr>
        <p:spPr>
          <a:xfrm>
            <a:off x="1572261" y="34313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Freeform 682"/>
          <p:cNvSpPr/>
          <p:nvPr/>
        </p:nvSpPr>
        <p:spPr>
          <a:xfrm>
            <a:off x="1733193" y="24039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Freeform 683"/>
          <p:cNvSpPr/>
          <p:nvPr/>
        </p:nvSpPr>
        <p:spPr>
          <a:xfrm>
            <a:off x="1597452" y="27047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Freeform 684"/>
          <p:cNvSpPr/>
          <p:nvPr/>
        </p:nvSpPr>
        <p:spPr>
          <a:xfrm>
            <a:off x="1740414" y="14912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Freeform 685"/>
          <p:cNvSpPr/>
          <p:nvPr/>
        </p:nvSpPr>
        <p:spPr>
          <a:xfrm>
            <a:off x="1525596" y="25874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Freeform 686"/>
          <p:cNvSpPr/>
          <p:nvPr/>
        </p:nvSpPr>
        <p:spPr>
          <a:xfrm>
            <a:off x="1531750" y="15888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Freeform 687"/>
          <p:cNvSpPr/>
          <p:nvPr/>
        </p:nvSpPr>
        <p:spPr>
          <a:xfrm>
            <a:off x="1645016" y="30914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Freeform 688"/>
          <p:cNvSpPr/>
          <p:nvPr/>
        </p:nvSpPr>
        <p:spPr>
          <a:xfrm>
            <a:off x="1547989" y="21746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Freeform 689"/>
          <p:cNvSpPr/>
          <p:nvPr/>
        </p:nvSpPr>
        <p:spPr>
          <a:xfrm>
            <a:off x="1695379" y="23198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Freeform 690"/>
          <p:cNvSpPr/>
          <p:nvPr/>
        </p:nvSpPr>
        <p:spPr>
          <a:xfrm>
            <a:off x="1650945" y="29642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Freeform 691"/>
          <p:cNvSpPr/>
          <p:nvPr/>
        </p:nvSpPr>
        <p:spPr>
          <a:xfrm>
            <a:off x="1524386" y="23968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Freeform 692"/>
          <p:cNvSpPr/>
          <p:nvPr/>
        </p:nvSpPr>
        <p:spPr>
          <a:xfrm>
            <a:off x="1630917" y="18356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Freeform 693"/>
          <p:cNvSpPr/>
          <p:nvPr/>
        </p:nvSpPr>
        <p:spPr>
          <a:xfrm>
            <a:off x="1585544" y="26686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Freeform 694"/>
          <p:cNvSpPr/>
          <p:nvPr/>
        </p:nvSpPr>
        <p:spPr>
          <a:xfrm>
            <a:off x="1721094" y="3410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Freeform 695"/>
          <p:cNvSpPr/>
          <p:nvPr/>
        </p:nvSpPr>
        <p:spPr>
          <a:xfrm>
            <a:off x="1555454" y="25025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Freeform 696"/>
          <p:cNvSpPr/>
          <p:nvPr/>
        </p:nvSpPr>
        <p:spPr>
          <a:xfrm>
            <a:off x="1576141" y="29823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Freeform 697"/>
          <p:cNvSpPr/>
          <p:nvPr/>
        </p:nvSpPr>
        <p:spPr>
          <a:xfrm>
            <a:off x="1752695" y="26786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Freeform 698"/>
          <p:cNvSpPr/>
          <p:nvPr/>
        </p:nvSpPr>
        <p:spPr>
          <a:xfrm>
            <a:off x="1862597" y="25372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Freeform 699"/>
          <p:cNvSpPr/>
          <p:nvPr/>
        </p:nvSpPr>
        <p:spPr>
          <a:xfrm>
            <a:off x="1836967" y="3417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Freeform 700"/>
          <p:cNvSpPr/>
          <p:nvPr/>
        </p:nvSpPr>
        <p:spPr>
          <a:xfrm>
            <a:off x="1629885" y="33689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Freeform 701"/>
          <p:cNvSpPr/>
          <p:nvPr/>
        </p:nvSpPr>
        <p:spPr>
          <a:xfrm>
            <a:off x="1646534" y="223170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Freeform 702"/>
          <p:cNvSpPr/>
          <p:nvPr/>
        </p:nvSpPr>
        <p:spPr>
          <a:xfrm>
            <a:off x="1787165" y="27764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Freeform 703"/>
          <p:cNvSpPr/>
          <p:nvPr/>
        </p:nvSpPr>
        <p:spPr>
          <a:xfrm>
            <a:off x="1609810" y="38835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Freeform 704"/>
          <p:cNvSpPr/>
          <p:nvPr/>
        </p:nvSpPr>
        <p:spPr>
          <a:xfrm>
            <a:off x="1518676" y="20675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Freeform 705"/>
          <p:cNvSpPr/>
          <p:nvPr/>
        </p:nvSpPr>
        <p:spPr>
          <a:xfrm>
            <a:off x="1635625" y="23453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Freeform 706"/>
          <p:cNvSpPr/>
          <p:nvPr/>
        </p:nvSpPr>
        <p:spPr>
          <a:xfrm>
            <a:off x="1671423" y="28800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Freeform 707"/>
          <p:cNvSpPr/>
          <p:nvPr/>
        </p:nvSpPr>
        <p:spPr>
          <a:xfrm>
            <a:off x="1534423" y="32069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Freeform 708"/>
          <p:cNvSpPr/>
          <p:nvPr/>
        </p:nvSpPr>
        <p:spPr>
          <a:xfrm>
            <a:off x="1447015" y="20399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Freeform 709"/>
          <p:cNvSpPr/>
          <p:nvPr/>
        </p:nvSpPr>
        <p:spPr>
          <a:xfrm>
            <a:off x="1469427" y="23036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Freeform 710"/>
          <p:cNvSpPr/>
          <p:nvPr/>
        </p:nvSpPr>
        <p:spPr>
          <a:xfrm>
            <a:off x="1694307" y="12013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Freeform 711"/>
          <p:cNvSpPr/>
          <p:nvPr/>
        </p:nvSpPr>
        <p:spPr>
          <a:xfrm>
            <a:off x="1541994" y="22652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Freeform 712"/>
          <p:cNvSpPr/>
          <p:nvPr/>
        </p:nvSpPr>
        <p:spPr>
          <a:xfrm>
            <a:off x="1608001" y="22828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Freeform 713"/>
          <p:cNvSpPr/>
          <p:nvPr/>
        </p:nvSpPr>
        <p:spPr>
          <a:xfrm>
            <a:off x="1645860" y="25835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Freeform 714"/>
          <p:cNvSpPr/>
          <p:nvPr/>
        </p:nvSpPr>
        <p:spPr>
          <a:xfrm>
            <a:off x="1689355" y="20502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Freeform 715"/>
          <p:cNvSpPr/>
          <p:nvPr/>
        </p:nvSpPr>
        <p:spPr>
          <a:xfrm>
            <a:off x="1587295" y="21541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Freeform 716"/>
          <p:cNvSpPr/>
          <p:nvPr/>
        </p:nvSpPr>
        <p:spPr>
          <a:xfrm>
            <a:off x="1676472" y="18144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Freeform 717"/>
          <p:cNvSpPr/>
          <p:nvPr/>
        </p:nvSpPr>
        <p:spPr>
          <a:xfrm>
            <a:off x="1527907" y="27756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Freeform 718"/>
          <p:cNvSpPr/>
          <p:nvPr/>
        </p:nvSpPr>
        <p:spPr>
          <a:xfrm>
            <a:off x="1584427" y="27291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Freeform 719"/>
          <p:cNvSpPr/>
          <p:nvPr/>
        </p:nvSpPr>
        <p:spPr>
          <a:xfrm>
            <a:off x="1513534" y="27528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Freeform 720"/>
          <p:cNvSpPr/>
          <p:nvPr/>
        </p:nvSpPr>
        <p:spPr>
          <a:xfrm>
            <a:off x="1744193" y="20643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Freeform 721"/>
          <p:cNvSpPr/>
          <p:nvPr/>
        </p:nvSpPr>
        <p:spPr>
          <a:xfrm>
            <a:off x="1620225" y="16807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Freeform 722"/>
          <p:cNvSpPr/>
          <p:nvPr/>
        </p:nvSpPr>
        <p:spPr>
          <a:xfrm>
            <a:off x="1544034" y="27418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Freeform 723"/>
          <p:cNvSpPr/>
          <p:nvPr/>
        </p:nvSpPr>
        <p:spPr>
          <a:xfrm>
            <a:off x="1585427" y="272335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Freeform 724"/>
          <p:cNvSpPr/>
          <p:nvPr/>
        </p:nvSpPr>
        <p:spPr>
          <a:xfrm>
            <a:off x="1599402" y="23227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Freeform 725"/>
          <p:cNvSpPr/>
          <p:nvPr/>
        </p:nvSpPr>
        <p:spPr>
          <a:xfrm>
            <a:off x="1698060" y="2626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Freeform 726"/>
          <p:cNvSpPr/>
          <p:nvPr/>
        </p:nvSpPr>
        <p:spPr>
          <a:xfrm>
            <a:off x="1452427" y="19768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Freeform 727"/>
          <p:cNvSpPr/>
          <p:nvPr/>
        </p:nvSpPr>
        <p:spPr>
          <a:xfrm>
            <a:off x="1512166" y="37138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Freeform 728"/>
          <p:cNvSpPr/>
          <p:nvPr/>
        </p:nvSpPr>
        <p:spPr>
          <a:xfrm>
            <a:off x="1582673" y="294126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Freeform 729"/>
          <p:cNvSpPr/>
          <p:nvPr/>
        </p:nvSpPr>
        <p:spPr>
          <a:xfrm>
            <a:off x="1894017" y="29172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Freeform 730"/>
          <p:cNvSpPr/>
          <p:nvPr/>
        </p:nvSpPr>
        <p:spPr>
          <a:xfrm>
            <a:off x="1725356" y="37510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Freeform 731"/>
          <p:cNvSpPr/>
          <p:nvPr/>
        </p:nvSpPr>
        <p:spPr>
          <a:xfrm>
            <a:off x="1611199" y="30155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Freeform 732"/>
          <p:cNvSpPr/>
          <p:nvPr/>
        </p:nvSpPr>
        <p:spPr>
          <a:xfrm>
            <a:off x="1699288" y="298921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Freeform 733"/>
          <p:cNvSpPr/>
          <p:nvPr/>
        </p:nvSpPr>
        <p:spPr>
          <a:xfrm>
            <a:off x="1843218" y="26020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Freeform 734"/>
          <p:cNvSpPr/>
          <p:nvPr/>
        </p:nvSpPr>
        <p:spPr>
          <a:xfrm>
            <a:off x="1598117" y="18896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Freeform 735"/>
          <p:cNvSpPr/>
          <p:nvPr/>
        </p:nvSpPr>
        <p:spPr>
          <a:xfrm>
            <a:off x="1583924" y="26259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Freeform 736"/>
          <p:cNvSpPr/>
          <p:nvPr/>
        </p:nvSpPr>
        <p:spPr>
          <a:xfrm>
            <a:off x="1752770" y="30519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Freeform 737"/>
          <p:cNvSpPr/>
          <p:nvPr/>
        </p:nvSpPr>
        <p:spPr>
          <a:xfrm>
            <a:off x="1675987" y="25239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Freeform 738"/>
          <p:cNvSpPr/>
          <p:nvPr/>
        </p:nvSpPr>
        <p:spPr>
          <a:xfrm>
            <a:off x="1694938" y="19242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Freeform 739"/>
          <p:cNvSpPr/>
          <p:nvPr/>
        </p:nvSpPr>
        <p:spPr>
          <a:xfrm>
            <a:off x="1568754" y="30221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Freeform 740"/>
          <p:cNvSpPr/>
          <p:nvPr/>
        </p:nvSpPr>
        <p:spPr>
          <a:xfrm>
            <a:off x="1828965" y="29867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Freeform 741"/>
          <p:cNvSpPr/>
          <p:nvPr/>
        </p:nvSpPr>
        <p:spPr>
          <a:xfrm>
            <a:off x="1806007" y="21902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Freeform 742"/>
          <p:cNvSpPr/>
          <p:nvPr/>
        </p:nvSpPr>
        <p:spPr>
          <a:xfrm>
            <a:off x="1683664" y="261316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Freeform 743"/>
          <p:cNvSpPr/>
          <p:nvPr/>
        </p:nvSpPr>
        <p:spPr>
          <a:xfrm>
            <a:off x="1696324" y="21420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Freeform 744"/>
          <p:cNvSpPr/>
          <p:nvPr/>
        </p:nvSpPr>
        <p:spPr>
          <a:xfrm>
            <a:off x="1406254" y="25004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Freeform 745"/>
          <p:cNvSpPr/>
          <p:nvPr/>
        </p:nvSpPr>
        <p:spPr>
          <a:xfrm>
            <a:off x="1691341" y="21126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Freeform 746"/>
          <p:cNvSpPr/>
          <p:nvPr/>
        </p:nvSpPr>
        <p:spPr>
          <a:xfrm>
            <a:off x="1602357" y="30542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Freeform 747"/>
          <p:cNvSpPr/>
          <p:nvPr/>
        </p:nvSpPr>
        <p:spPr>
          <a:xfrm>
            <a:off x="1669539" y="24996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Freeform 748"/>
          <p:cNvSpPr/>
          <p:nvPr/>
        </p:nvSpPr>
        <p:spPr>
          <a:xfrm>
            <a:off x="1696128" y="260728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Freeform 749"/>
          <p:cNvSpPr/>
          <p:nvPr/>
        </p:nvSpPr>
        <p:spPr>
          <a:xfrm>
            <a:off x="1586612" y="31522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Freeform 750"/>
          <p:cNvSpPr/>
          <p:nvPr/>
        </p:nvSpPr>
        <p:spPr>
          <a:xfrm>
            <a:off x="1442281" y="33407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Freeform 751"/>
          <p:cNvSpPr/>
          <p:nvPr/>
        </p:nvSpPr>
        <p:spPr>
          <a:xfrm>
            <a:off x="1662475" y="21212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Freeform 752"/>
          <p:cNvSpPr/>
          <p:nvPr/>
        </p:nvSpPr>
        <p:spPr>
          <a:xfrm>
            <a:off x="1543812" y="26833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Freeform 753"/>
          <p:cNvSpPr/>
          <p:nvPr/>
        </p:nvSpPr>
        <p:spPr>
          <a:xfrm>
            <a:off x="1587799" y="30472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Freeform 754"/>
          <p:cNvSpPr/>
          <p:nvPr/>
        </p:nvSpPr>
        <p:spPr>
          <a:xfrm>
            <a:off x="1558454" y="25452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Freeform 755"/>
          <p:cNvSpPr/>
          <p:nvPr/>
        </p:nvSpPr>
        <p:spPr>
          <a:xfrm>
            <a:off x="1586582" y="18814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Freeform 756"/>
          <p:cNvSpPr/>
          <p:nvPr/>
        </p:nvSpPr>
        <p:spPr>
          <a:xfrm>
            <a:off x="1376059" y="37295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Freeform 757"/>
          <p:cNvSpPr/>
          <p:nvPr/>
        </p:nvSpPr>
        <p:spPr>
          <a:xfrm>
            <a:off x="1753306" y="33044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Freeform 758"/>
          <p:cNvSpPr/>
          <p:nvPr/>
        </p:nvSpPr>
        <p:spPr>
          <a:xfrm>
            <a:off x="1650224" y="29934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Freeform 759"/>
          <p:cNvSpPr/>
          <p:nvPr/>
        </p:nvSpPr>
        <p:spPr>
          <a:xfrm>
            <a:off x="1742015" y="17008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Freeform 760"/>
          <p:cNvSpPr/>
          <p:nvPr/>
        </p:nvSpPr>
        <p:spPr>
          <a:xfrm>
            <a:off x="1834917" y="23398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Freeform 761"/>
          <p:cNvSpPr/>
          <p:nvPr/>
        </p:nvSpPr>
        <p:spPr>
          <a:xfrm>
            <a:off x="1625539" y="20770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Freeform 762"/>
          <p:cNvSpPr/>
          <p:nvPr/>
        </p:nvSpPr>
        <p:spPr>
          <a:xfrm>
            <a:off x="1430305" y="31112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Freeform 763"/>
          <p:cNvSpPr/>
          <p:nvPr/>
        </p:nvSpPr>
        <p:spPr>
          <a:xfrm>
            <a:off x="1527498" y="31000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Freeform 764"/>
          <p:cNvSpPr/>
          <p:nvPr/>
        </p:nvSpPr>
        <p:spPr>
          <a:xfrm>
            <a:off x="1494012" y="22502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Freeform 765"/>
          <p:cNvSpPr/>
          <p:nvPr/>
        </p:nvSpPr>
        <p:spPr>
          <a:xfrm>
            <a:off x="1569433" y="24614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Freeform 766"/>
          <p:cNvSpPr/>
          <p:nvPr/>
        </p:nvSpPr>
        <p:spPr>
          <a:xfrm>
            <a:off x="1631642" y="21955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Freeform 767"/>
          <p:cNvSpPr/>
          <p:nvPr/>
        </p:nvSpPr>
        <p:spPr>
          <a:xfrm>
            <a:off x="1408936" y="25948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Freeform 768"/>
          <p:cNvSpPr/>
          <p:nvPr/>
        </p:nvSpPr>
        <p:spPr>
          <a:xfrm>
            <a:off x="1659758" y="23422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Freeform 769"/>
          <p:cNvSpPr/>
          <p:nvPr/>
        </p:nvSpPr>
        <p:spPr>
          <a:xfrm>
            <a:off x="1461550" y="24073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Freeform 770"/>
          <p:cNvSpPr/>
          <p:nvPr/>
        </p:nvSpPr>
        <p:spPr>
          <a:xfrm>
            <a:off x="1654933" y="20713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Freeform 771"/>
          <p:cNvSpPr/>
          <p:nvPr/>
        </p:nvSpPr>
        <p:spPr>
          <a:xfrm>
            <a:off x="1611409" y="20555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Freeform 772"/>
          <p:cNvSpPr/>
          <p:nvPr/>
        </p:nvSpPr>
        <p:spPr>
          <a:xfrm>
            <a:off x="1589571" y="33712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Freeform 773"/>
          <p:cNvSpPr/>
          <p:nvPr/>
        </p:nvSpPr>
        <p:spPr>
          <a:xfrm>
            <a:off x="1615308" y="37114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Freeform 774"/>
          <p:cNvSpPr/>
          <p:nvPr/>
        </p:nvSpPr>
        <p:spPr>
          <a:xfrm>
            <a:off x="1565379" y="19499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Freeform 775"/>
          <p:cNvSpPr/>
          <p:nvPr/>
        </p:nvSpPr>
        <p:spPr>
          <a:xfrm>
            <a:off x="1557602" y="18491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Freeform 776"/>
          <p:cNvSpPr/>
          <p:nvPr/>
        </p:nvSpPr>
        <p:spPr>
          <a:xfrm>
            <a:off x="1443108" y="30463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Freeform 777"/>
          <p:cNvSpPr/>
          <p:nvPr/>
        </p:nvSpPr>
        <p:spPr>
          <a:xfrm>
            <a:off x="1619952" y="35013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Freeform 778"/>
          <p:cNvSpPr/>
          <p:nvPr/>
        </p:nvSpPr>
        <p:spPr>
          <a:xfrm>
            <a:off x="1820549" y="24393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Freeform 779"/>
          <p:cNvSpPr/>
          <p:nvPr/>
        </p:nvSpPr>
        <p:spPr>
          <a:xfrm>
            <a:off x="1834987" y="19883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Freeform 780"/>
          <p:cNvSpPr/>
          <p:nvPr/>
        </p:nvSpPr>
        <p:spPr>
          <a:xfrm>
            <a:off x="1764524" y="15184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Freeform 781"/>
          <p:cNvSpPr/>
          <p:nvPr/>
        </p:nvSpPr>
        <p:spPr>
          <a:xfrm>
            <a:off x="1698625" y="22131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Freeform 782"/>
          <p:cNvSpPr/>
          <p:nvPr/>
        </p:nvSpPr>
        <p:spPr>
          <a:xfrm>
            <a:off x="1550755" y="26945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Freeform 783"/>
          <p:cNvSpPr/>
          <p:nvPr/>
        </p:nvSpPr>
        <p:spPr>
          <a:xfrm>
            <a:off x="1777461" y="297727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Freeform 784"/>
          <p:cNvSpPr/>
          <p:nvPr/>
        </p:nvSpPr>
        <p:spPr>
          <a:xfrm>
            <a:off x="1617118" y="24868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Freeform 785"/>
          <p:cNvSpPr/>
          <p:nvPr/>
        </p:nvSpPr>
        <p:spPr>
          <a:xfrm>
            <a:off x="1615754" y="26553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Freeform 786"/>
          <p:cNvSpPr/>
          <p:nvPr/>
        </p:nvSpPr>
        <p:spPr>
          <a:xfrm>
            <a:off x="1591968" y="30433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Freeform 787"/>
          <p:cNvSpPr/>
          <p:nvPr/>
        </p:nvSpPr>
        <p:spPr>
          <a:xfrm>
            <a:off x="1632959" y="138231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Freeform 788"/>
          <p:cNvSpPr/>
          <p:nvPr/>
        </p:nvSpPr>
        <p:spPr>
          <a:xfrm>
            <a:off x="1576564" y="15252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Freeform 789"/>
          <p:cNvSpPr/>
          <p:nvPr/>
        </p:nvSpPr>
        <p:spPr>
          <a:xfrm>
            <a:off x="1614159" y="18771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Freeform 790"/>
          <p:cNvSpPr/>
          <p:nvPr/>
        </p:nvSpPr>
        <p:spPr>
          <a:xfrm>
            <a:off x="1507096" y="29923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Freeform 791"/>
          <p:cNvSpPr/>
          <p:nvPr/>
        </p:nvSpPr>
        <p:spPr>
          <a:xfrm>
            <a:off x="1583149" y="20295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Freeform 792"/>
          <p:cNvSpPr/>
          <p:nvPr/>
        </p:nvSpPr>
        <p:spPr>
          <a:xfrm>
            <a:off x="1867086" y="21462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Freeform 793"/>
          <p:cNvSpPr/>
          <p:nvPr/>
        </p:nvSpPr>
        <p:spPr>
          <a:xfrm>
            <a:off x="1615677" y="22531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Freeform 794"/>
          <p:cNvSpPr/>
          <p:nvPr/>
        </p:nvSpPr>
        <p:spPr>
          <a:xfrm>
            <a:off x="1597591" y="18155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Freeform 795"/>
          <p:cNvSpPr/>
          <p:nvPr/>
        </p:nvSpPr>
        <p:spPr>
          <a:xfrm>
            <a:off x="1680073" y="214858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Freeform 796"/>
          <p:cNvSpPr/>
          <p:nvPr/>
        </p:nvSpPr>
        <p:spPr>
          <a:xfrm>
            <a:off x="1698874" y="209185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Freeform 797"/>
          <p:cNvSpPr/>
          <p:nvPr/>
        </p:nvSpPr>
        <p:spPr>
          <a:xfrm>
            <a:off x="1503976" y="21477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Freeform 798"/>
          <p:cNvSpPr/>
          <p:nvPr/>
        </p:nvSpPr>
        <p:spPr>
          <a:xfrm>
            <a:off x="1600961" y="23082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Freeform 799"/>
          <p:cNvSpPr/>
          <p:nvPr/>
        </p:nvSpPr>
        <p:spPr>
          <a:xfrm>
            <a:off x="1721355" y="34600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Freeform 800"/>
          <p:cNvSpPr/>
          <p:nvPr/>
        </p:nvSpPr>
        <p:spPr>
          <a:xfrm>
            <a:off x="1651988" y="24477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Freeform 801"/>
          <p:cNvSpPr/>
          <p:nvPr/>
        </p:nvSpPr>
        <p:spPr>
          <a:xfrm>
            <a:off x="1636168" y="27946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Freeform 802"/>
          <p:cNvSpPr/>
          <p:nvPr/>
        </p:nvSpPr>
        <p:spPr>
          <a:xfrm>
            <a:off x="1789364" y="31869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Freeform 803"/>
          <p:cNvSpPr/>
          <p:nvPr/>
        </p:nvSpPr>
        <p:spPr>
          <a:xfrm>
            <a:off x="1550617" y="15812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Freeform 804"/>
          <p:cNvSpPr/>
          <p:nvPr/>
        </p:nvSpPr>
        <p:spPr>
          <a:xfrm>
            <a:off x="1631974" y="15556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Freeform 805"/>
          <p:cNvSpPr/>
          <p:nvPr/>
        </p:nvSpPr>
        <p:spPr>
          <a:xfrm>
            <a:off x="1567488" y="17561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Freeform 806"/>
          <p:cNvSpPr/>
          <p:nvPr/>
        </p:nvSpPr>
        <p:spPr>
          <a:xfrm>
            <a:off x="1782549" y="23546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Freeform 807"/>
          <p:cNvSpPr/>
          <p:nvPr/>
        </p:nvSpPr>
        <p:spPr>
          <a:xfrm>
            <a:off x="1414320" y="176080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Freeform 808"/>
          <p:cNvSpPr/>
          <p:nvPr/>
        </p:nvSpPr>
        <p:spPr>
          <a:xfrm>
            <a:off x="1551433" y="24865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Freeform 809"/>
          <p:cNvSpPr/>
          <p:nvPr/>
        </p:nvSpPr>
        <p:spPr>
          <a:xfrm>
            <a:off x="1566515" y="23831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Freeform 810"/>
          <p:cNvSpPr/>
          <p:nvPr/>
        </p:nvSpPr>
        <p:spPr>
          <a:xfrm>
            <a:off x="1694104" y="30858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Freeform 811"/>
          <p:cNvSpPr/>
          <p:nvPr/>
        </p:nvSpPr>
        <p:spPr>
          <a:xfrm>
            <a:off x="1687979" y="22778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Freeform 812"/>
          <p:cNvSpPr/>
          <p:nvPr/>
        </p:nvSpPr>
        <p:spPr>
          <a:xfrm>
            <a:off x="1772374" y="24603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Freeform 813"/>
          <p:cNvSpPr/>
          <p:nvPr/>
        </p:nvSpPr>
        <p:spPr>
          <a:xfrm>
            <a:off x="1454738" y="3199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Freeform 814"/>
          <p:cNvSpPr/>
          <p:nvPr/>
        </p:nvSpPr>
        <p:spPr>
          <a:xfrm>
            <a:off x="1703404" y="25208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Freeform 815"/>
          <p:cNvSpPr/>
          <p:nvPr/>
        </p:nvSpPr>
        <p:spPr>
          <a:xfrm>
            <a:off x="1591748" y="25362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Freeform 816"/>
          <p:cNvSpPr/>
          <p:nvPr/>
        </p:nvSpPr>
        <p:spPr>
          <a:xfrm>
            <a:off x="1551916" y="15184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Freeform 817"/>
          <p:cNvSpPr/>
          <p:nvPr/>
        </p:nvSpPr>
        <p:spPr>
          <a:xfrm>
            <a:off x="1680843" y="20082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Freeform 818"/>
          <p:cNvSpPr/>
          <p:nvPr/>
        </p:nvSpPr>
        <p:spPr>
          <a:xfrm>
            <a:off x="1524689" y="24868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Freeform 819"/>
          <p:cNvSpPr/>
          <p:nvPr/>
        </p:nvSpPr>
        <p:spPr>
          <a:xfrm>
            <a:off x="1400942" y="23581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Freeform 820"/>
          <p:cNvSpPr/>
          <p:nvPr/>
        </p:nvSpPr>
        <p:spPr>
          <a:xfrm>
            <a:off x="1583517" y="24690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Freeform 821"/>
          <p:cNvSpPr/>
          <p:nvPr/>
        </p:nvSpPr>
        <p:spPr>
          <a:xfrm>
            <a:off x="1462897" y="26030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Freeform 822"/>
          <p:cNvSpPr/>
          <p:nvPr/>
        </p:nvSpPr>
        <p:spPr>
          <a:xfrm>
            <a:off x="1553704" y="30799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Freeform 823"/>
          <p:cNvSpPr/>
          <p:nvPr/>
        </p:nvSpPr>
        <p:spPr>
          <a:xfrm>
            <a:off x="1662869" y="25749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Freeform 824"/>
          <p:cNvSpPr/>
          <p:nvPr/>
        </p:nvSpPr>
        <p:spPr>
          <a:xfrm>
            <a:off x="1656498" y="28975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Freeform 825"/>
          <p:cNvSpPr/>
          <p:nvPr/>
        </p:nvSpPr>
        <p:spPr>
          <a:xfrm>
            <a:off x="1792882" y="31709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Freeform 826"/>
          <p:cNvSpPr/>
          <p:nvPr/>
        </p:nvSpPr>
        <p:spPr>
          <a:xfrm>
            <a:off x="1601764" y="22158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Freeform 827"/>
          <p:cNvSpPr/>
          <p:nvPr/>
        </p:nvSpPr>
        <p:spPr>
          <a:xfrm>
            <a:off x="1459092" y="22809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Freeform 828"/>
          <p:cNvSpPr/>
          <p:nvPr/>
        </p:nvSpPr>
        <p:spPr>
          <a:xfrm>
            <a:off x="1542238" y="346173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Freeform 829"/>
          <p:cNvSpPr/>
          <p:nvPr/>
        </p:nvSpPr>
        <p:spPr>
          <a:xfrm>
            <a:off x="1524770" y="25595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Freeform 830"/>
          <p:cNvSpPr/>
          <p:nvPr/>
        </p:nvSpPr>
        <p:spPr>
          <a:xfrm>
            <a:off x="1492844" y="19532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Freeform 831"/>
          <p:cNvSpPr/>
          <p:nvPr/>
        </p:nvSpPr>
        <p:spPr>
          <a:xfrm>
            <a:off x="1669696" y="19187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Freeform 832"/>
          <p:cNvSpPr/>
          <p:nvPr/>
        </p:nvSpPr>
        <p:spPr>
          <a:xfrm>
            <a:off x="1554098" y="19368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Freeform 833"/>
          <p:cNvSpPr/>
          <p:nvPr/>
        </p:nvSpPr>
        <p:spPr>
          <a:xfrm>
            <a:off x="1411591" y="24719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Freeform 834"/>
          <p:cNvSpPr/>
          <p:nvPr/>
        </p:nvSpPr>
        <p:spPr>
          <a:xfrm>
            <a:off x="1697676" y="29512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Freeform 835"/>
          <p:cNvSpPr/>
          <p:nvPr/>
        </p:nvSpPr>
        <p:spPr>
          <a:xfrm>
            <a:off x="1611202" y="30805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Freeform 836"/>
          <p:cNvSpPr/>
          <p:nvPr/>
        </p:nvSpPr>
        <p:spPr>
          <a:xfrm>
            <a:off x="1661295" y="23062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Freeform 837"/>
          <p:cNvSpPr/>
          <p:nvPr/>
        </p:nvSpPr>
        <p:spPr>
          <a:xfrm>
            <a:off x="1634431" y="22874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Freeform 838"/>
          <p:cNvSpPr/>
          <p:nvPr/>
        </p:nvSpPr>
        <p:spPr>
          <a:xfrm>
            <a:off x="1690694" y="17951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Freeform 839"/>
          <p:cNvSpPr/>
          <p:nvPr/>
        </p:nvSpPr>
        <p:spPr>
          <a:xfrm>
            <a:off x="1627189" y="18966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Freeform 840"/>
          <p:cNvSpPr/>
          <p:nvPr/>
        </p:nvSpPr>
        <p:spPr>
          <a:xfrm>
            <a:off x="1755366" y="25647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Freeform 841"/>
          <p:cNvSpPr/>
          <p:nvPr/>
        </p:nvSpPr>
        <p:spPr>
          <a:xfrm>
            <a:off x="1668585" y="31676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Freeform 842"/>
          <p:cNvSpPr/>
          <p:nvPr/>
        </p:nvSpPr>
        <p:spPr>
          <a:xfrm>
            <a:off x="1665064" y="26660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Freeform 843"/>
          <p:cNvSpPr/>
          <p:nvPr/>
        </p:nvSpPr>
        <p:spPr>
          <a:xfrm>
            <a:off x="1666968" y="23752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Freeform 844"/>
          <p:cNvSpPr/>
          <p:nvPr/>
        </p:nvSpPr>
        <p:spPr>
          <a:xfrm>
            <a:off x="1467297" y="26026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Freeform 845"/>
          <p:cNvSpPr/>
          <p:nvPr/>
        </p:nvSpPr>
        <p:spPr>
          <a:xfrm>
            <a:off x="1605510" y="2806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Freeform 846"/>
          <p:cNvSpPr/>
          <p:nvPr/>
        </p:nvSpPr>
        <p:spPr>
          <a:xfrm>
            <a:off x="1595381" y="23559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Freeform 847"/>
          <p:cNvSpPr/>
          <p:nvPr/>
        </p:nvSpPr>
        <p:spPr>
          <a:xfrm>
            <a:off x="1645324" y="27662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Freeform 848"/>
          <p:cNvSpPr/>
          <p:nvPr/>
        </p:nvSpPr>
        <p:spPr>
          <a:xfrm>
            <a:off x="1477774" y="28335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Freeform 849"/>
          <p:cNvSpPr/>
          <p:nvPr/>
        </p:nvSpPr>
        <p:spPr>
          <a:xfrm>
            <a:off x="1797932" y="232420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Freeform 850"/>
          <p:cNvSpPr/>
          <p:nvPr/>
        </p:nvSpPr>
        <p:spPr>
          <a:xfrm>
            <a:off x="1634289" y="27110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Freeform 851"/>
          <p:cNvSpPr/>
          <p:nvPr/>
        </p:nvSpPr>
        <p:spPr>
          <a:xfrm>
            <a:off x="1493540" y="236071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Freeform 852"/>
          <p:cNvSpPr/>
          <p:nvPr/>
        </p:nvSpPr>
        <p:spPr>
          <a:xfrm>
            <a:off x="1440312" y="23449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Freeform 853"/>
          <p:cNvSpPr/>
          <p:nvPr/>
        </p:nvSpPr>
        <p:spPr>
          <a:xfrm>
            <a:off x="1593031" y="31108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Freeform 854"/>
          <p:cNvSpPr/>
          <p:nvPr/>
        </p:nvSpPr>
        <p:spPr>
          <a:xfrm>
            <a:off x="1613529" y="27539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Freeform 855"/>
          <p:cNvSpPr/>
          <p:nvPr/>
        </p:nvSpPr>
        <p:spPr>
          <a:xfrm>
            <a:off x="1546282" y="17135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Freeform 856"/>
          <p:cNvSpPr/>
          <p:nvPr/>
        </p:nvSpPr>
        <p:spPr>
          <a:xfrm>
            <a:off x="1632976" y="31230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Freeform 857"/>
          <p:cNvSpPr/>
          <p:nvPr/>
        </p:nvSpPr>
        <p:spPr>
          <a:xfrm>
            <a:off x="1554532" y="36406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Freeform 858"/>
          <p:cNvSpPr/>
          <p:nvPr/>
        </p:nvSpPr>
        <p:spPr>
          <a:xfrm>
            <a:off x="1682136" y="35024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Freeform 859"/>
          <p:cNvSpPr/>
          <p:nvPr/>
        </p:nvSpPr>
        <p:spPr>
          <a:xfrm>
            <a:off x="1545613" y="24772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Freeform 860"/>
          <p:cNvSpPr/>
          <p:nvPr/>
        </p:nvSpPr>
        <p:spPr>
          <a:xfrm>
            <a:off x="1619003" y="24762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Freeform 861"/>
          <p:cNvSpPr/>
          <p:nvPr/>
        </p:nvSpPr>
        <p:spPr>
          <a:xfrm>
            <a:off x="1727834" y="25568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Freeform 862"/>
          <p:cNvSpPr/>
          <p:nvPr/>
        </p:nvSpPr>
        <p:spPr>
          <a:xfrm>
            <a:off x="1898228" y="18347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Freeform 863"/>
          <p:cNvSpPr/>
          <p:nvPr/>
        </p:nvSpPr>
        <p:spPr>
          <a:xfrm>
            <a:off x="1515328" y="39421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Freeform 864"/>
          <p:cNvSpPr/>
          <p:nvPr/>
        </p:nvSpPr>
        <p:spPr>
          <a:xfrm>
            <a:off x="1573431" y="22784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Freeform 865"/>
          <p:cNvSpPr/>
          <p:nvPr/>
        </p:nvSpPr>
        <p:spPr>
          <a:xfrm>
            <a:off x="1533280" y="16465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Freeform 866"/>
          <p:cNvSpPr/>
          <p:nvPr/>
        </p:nvSpPr>
        <p:spPr>
          <a:xfrm>
            <a:off x="1707026" y="31044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Freeform 867"/>
          <p:cNvSpPr/>
          <p:nvPr/>
        </p:nvSpPr>
        <p:spPr>
          <a:xfrm>
            <a:off x="1500303" y="26989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Freeform 868"/>
          <p:cNvSpPr/>
          <p:nvPr/>
        </p:nvSpPr>
        <p:spPr>
          <a:xfrm>
            <a:off x="1571307" y="29012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Freeform 869"/>
          <p:cNvSpPr/>
          <p:nvPr/>
        </p:nvSpPr>
        <p:spPr>
          <a:xfrm>
            <a:off x="1619955" y="29779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Freeform 870"/>
          <p:cNvSpPr/>
          <p:nvPr/>
        </p:nvSpPr>
        <p:spPr>
          <a:xfrm>
            <a:off x="1518427" y="26699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Freeform 871"/>
          <p:cNvSpPr/>
          <p:nvPr/>
        </p:nvSpPr>
        <p:spPr>
          <a:xfrm>
            <a:off x="1520711" y="17191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Freeform 872"/>
          <p:cNvSpPr/>
          <p:nvPr/>
        </p:nvSpPr>
        <p:spPr>
          <a:xfrm>
            <a:off x="1572242" y="14969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Freeform 873"/>
          <p:cNvSpPr/>
          <p:nvPr/>
        </p:nvSpPr>
        <p:spPr>
          <a:xfrm>
            <a:off x="1398426" y="26751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Freeform 874"/>
          <p:cNvSpPr/>
          <p:nvPr/>
        </p:nvSpPr>
        <p:spPr>
          <a:xfrm>
            <a:off x="1468491" y="14602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Freeform 875"/>
          <p:cNvSpPr/>
          <p:nvPr/>
        </p:nvSpPr>
        <p:spPr>
          <a:xfrm>
            <a:off x="1578937" y="24737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Freeform 876"/>
          <p:cNvSpPr/>
          <p:nvPr/>
        </p:nvSpPr>
        <p:spPr>
          <a:xfrm>
            <a:off x="1638979" y="154228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Freeform 877"/>
          <p:cNvSpPr/>
          <p:nvPr/>
        </p:nvSpPr>
        <p:spPr>
          <a:xfrm>
            <a:off x="1603250" y="25436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Freeform 878"/>
          <p:cNvSpPr/>
          <p:nvPr/>
        </p:nvSpPr>
        <p:spPr>
          <a:xfrm>
            <a:off x="1433350" y="242200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Freeform 879"/>
          <p:cNvSpPr/>
          <p:nvPr/>
        </p:nvSpPr>
        <p:spPr>
          <a:xfrm>
            <a:off x="1573508" y="22949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Freeform 880"/>
          <p:cNvSpPr/>
          <p:nvPr/>
        </p:nvSpPr>
        <p:spPr>
          <a:xfrm>
            <a:off x="1708535" y="7696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Freeform 881"/>
          <p:cNvSpPr/>
          <p:nvPr/>
        </p:nvSpPr>
        <p:spPr>
          <a:xfrm>
            <a:off x="1682586" y="20315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Freeform 882"/>
          <p:cNvSpPr/>
          <p:nvPr/>
        </p:nvSpPr>
        <p:spPr>
          <a:xfrm>
            <a:off x="1614698" y="28765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Freeform 883"/>
          <p:cNvSpPr/>
          <p:nvPr/>
        </p:nvSpPr>
        <p:spPr>
          <a:xfrm>
            <a:off x="1528195" y="19677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Freeform 884"/>
          <p:cNvSpPr/>
          <p:nvPr/>
        </p:nvSpPr>
        <p:spPr>
          <a:xfrm>
            <a:off x="1690647" y="268922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Freeform 885"/>
          <p:cNvSpPr/>
          <p:nvPr/>
        </p:nvSpPr>
        <p:spPr>
          <a:xfrm>
            <a:off x="1561190" y="27585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Freeform 886"/>
          <p:cNvSpPr/>
          <p:nvPr/>
        </p:nvSpPr>
        <p:spPr>
          <a:xfrm>
            <a:off x="1498041" y="20004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Freeform 887"/>
          <p:cNvSpPr/>
          <p:nvPr/>
        </p:nvSpPr>
        <p:spPr>
          <a:xfrm>
            <a:off x="1537307" y="24762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Freeform 888"/>
          <p:cNvSpPr/>
          <p:nvPr/>
        </p:nvSpPr>
        <p:spPr>
          <a:xfrm>
            <a:off x="1778060" y="23420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Freeform 889"/>
          <p:cNvSpPr/>
          <p:nvPr/>
        </p:nvSpPr>
        <p:spPr>
          <a:xfrm>
            <a:off x="1646676" y="24854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Freeform 890"/>
          <p:cNvSpPr/>
          <p:nvPr/>
        </p:nvSpPr>
        <p:spPr>
          <a:xfrm>
            <a:off x="1747133" y="231057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Freeform 891"/>
          <p:cNvSpPr/>
          <p:nvPr/>
        </p:nvSpPr>
        <p:spPr>
          <a:xfrm>
            <a:off x="1571844" y="22626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Freeform 892"/>
          <p:cNvSpPr/>
          <p:nvPr/>
        </p:nvSpPr>
        <p:spPr>
          <a:xfrm>
            <a:off x="1723481" y="35431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Freeform 893"/>
          <p:cNvSpPr/>
          <p:nvPr/>
        </p:nvSpPr>
        <p:spPr>
          <a:xfrm>
            <a:off x="1558775" y="21316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Freeform 894"/>
          <p:cNvSpPr/>
          <p:nvPr/>
        </p:nvSpPr>
        <p:spPr>
          <a:xfrm>
            <a:off x="1606281" y="30254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Freeform 895"/>
          <p:cNvSpPr/>
          <p:nvPr/>
        </p:nvSpPr>
        <p:spPr>
          <a:xfrm>
            <a:off x="1889101" y="32750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Freeform 896"/>
          <p:cNvSpPr/>
          <p:nvPr/>
        </p:nvSpPr>
        <p:spPr>
          <a:xfrm>
            <a:off x="1705188" y="252472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Freeform 897"/>
          <p:cNvSpPr/>
          <p:nvPr/>
        </p:nvSpPr>
        <p:spPr>
          <a:xfrm>
            <a:off x="1569509" y="24475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Freeform 898"/>
          <p:cNvSpPr/>
          <p:nvPr/>
        </p:nvSpPr>
        <p:spPr>
          <a:xfrm>
            <a:off x="1614048" y="28690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Freeform 899"/>
          <p:cNvSpPr/>
          <p:nvPr/>
        </p:nvSpPr>
        <p:spPr>
          <a:xfrm>
            <a:off x="1658020" y="20425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Freeform 900"/>
          <p:cNvSpPr/>
          <p:nvPr/>
        </p:nvSpPr>
        <p:spPr>
          <a:xfrm>
            <a:off x="1752611" y="32207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Freeform 901"/>
          <p:cNvSpPr/>
          <p:nvPr/>
        </p:nvSpPr>
        <p:spPr>
          <a:xfrm>
            <a:off x="1570796" y="27136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Freeform 902"/>
          <p:cNvSpPr/>
          <p:nvPr/>
        </p:nvSpPr>
        <p:spPr>
          <a:xfrm>
            <a:off x="1436843" y="28101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Freeform 903"/>
          <p:cNvSpPr/>
          <p:nvPr/>
        </p:nvSpPr>
        <p:spPr>
          <a:xfrm>
            <a:off x="1593207" y="25183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Freeform 904"/>
          <p:cNvSpPr/>
          <p:nvPr/>
        </p:nvSpPr>
        <p:spPr>
          <a:xfrm>
            <a:off x="1624768" y="23418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Freeform 905"/>
          <p:cNvSpPr/>
          <p:nvPr/>
        </p:nvSpPr>
        <p:spPr>
          <a:xfrm>
            <a:off x="1634840" y="30394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Freeform 906"/>
          <p:cNvSpPr/>
          <p:nvPr/>
        </p:nvSpPr>
        <p:spPr>
          <a:xfrm>
            <a:off x="1763976" y="21003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Freeform 907"/>
          <p:cNvSpPr/>
          <p:nvPr/>
        </p:nvSpPr>
        <p:spPr>
          <a:xfrm>
            <a:off x="1657000" y="24589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Freeform 908"/>
          <p:cNvSpPr/>
          <p:nvPr/>
        </p:nvSpPr>
        <p:spPr>
          <a:xfrm>
            <a:off x="1710084" y="3518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Freeform 909"/>
          <p:cNvSpPr/>
          <p:nvPr/>
        </p:nvSpPr>
        <p:spPr>
          <a:xfrm>
            <a:off x="1505329" y="35549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Freeform 910"/>
          <p:cNvSpPr/>
          <p:nvPr/>
        </p:nvSpPr>
        <p:spPr>
          <a:xfrm>
            <a:off x="1715966" y="24997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Freeform 911"/>
          <p:cNvSpPr/>
          <p:nvPr/>
        </p:nvSpPr>
        <p:spPr>
          <a:xfrm>
            <a:off x="1847367" y="26128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Freeform 912"/>
          <p:cNvSpPr/>
          <p:nvPr/>
        </p:nvSpPr>
        <p:spPr>
          <a:xfrm>
            <a:off x="1705804" y="25491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Freeform 913"/>
          <p:cNvSpPr/>
          <p:nvPr/>
        </p:nvSpPr>
        <p:spPr>
          <a:xfrm>
            <a:off x="1650246" y="25082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Freeform 914"/>
          <p:cNvSpPr/>
          <p:nvPr/>
        </p:nvSpPr>
        <p:spPr>
          <a:xfrm>
            <a:off x="1639595" y="23707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Freeform 915"/>
          <p:cNvSpPr/>
          <p:nvPr/>
        </p:nvSpPr>
        <p:spPr>
          <a:xfrm>
            <a:off x="1814303" y="19792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Freeform 916"/>
          <p:cNvSpPr/>
          <p:nvPr/>
        </p:nvSpPr>
        <p:spPr>
          <a:xfrm>
            <a:off x="1523936" y="30954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Freeform 917"/>
          <p:cNvSpPr/>
          <p:nvPr/>
        </p:nvSpPr>
        <p:spPr>
          <a:xfrm>
            <a:off x="1611237" y="31284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Freeform 918"/>
          <p:cNvSpPr/>
          <p:nvPr/>
        </p:nvSpPr>
        <p:spPr>
          <a:xfrm>
            <a:off x="1672353" y="30858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Freeform 919"/>
          <p:cNvSpPr/>
          <p:nvPr/>
        </p:nvSpPr>
        <p:spPr>
          <a:xfrm>
            <a:off x="1702712" y="23364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Freeform 920"/>
          <p:cNvSpPr/>
          <p:nvPr/>
        </p:nvSpPr>
        <p:spPr>
          <a:xfrm>
            <a:off x="1576338" y="18181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Freeform 921"/>
          <p:cNvSpPr/>
          <p:nvPr/>
        </p:nvSpPr>
        <p:spPr>
          <a:xfrm>
            <a:off x="1655998" y="27269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Freeform 922"/>
          <p:cNvSpPr/>
          <p:nvPr/>
        </p:nvSpPr>
        <p:spPr>
          <a:xfrm>
            <a:off x="1593391" y="38493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Freeform 923"/>
          <p:cNvSpPr/>
          <p:nvPr/>
        </p:nvSpPr>
        <p:spPr>
          <a:xfrm>
            <a:off x="1636009" y="34168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Freeform 924"/>
          <p:cNvSpPr/>
          <p:nvPr/>
        </p:nvSpPr>
        <p:spPr>
          <a:xfrm>
            <a:off x="1608991" y="29446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Freeform 925"/>
          <p:cNvSpPr/>
          <p:nvPr/>
        </p:nvSpPr>
        <p:spPr>
          <a:xfrm>
            <a:off x="1500999" y="27954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Freeform 926"/>
          <p:cNvSpPr/>
          <p:nvPr/>
        </p:nvSpPr>
        <p:spPr>
          <a:xfrm>
            <a:off x="1620863" y="27144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Freeform 927"/>
          <p:cNvSpPr/>
          <p:nvPr/>
        </p:nvSpPr>
        <p:spPr>
          <a:xfrm>
            <a:off x="1716956" y="24721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Freeform 928"/>
          <p:cNvSpPr/>
          <p:nvPr/>
        </p:nvSpPr>
        <p:spPr>
          <a:xfrm>
            <a:off x="1519674" y="26620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Freeform 929"/>
          <p:cNvSpPr/>
          <p:nvPr/>
        </p:nvSpPr>
        <p:spPr>
          <a:xfrm>
            <a:off x="1597331" y="19241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Freeform 930"/>
          <p:cNvSpPr/>
          <p:nvPr/>
        </p:nvSpPr>
        <p:spPr>
          <a:xfrm>
            <a:off x="1694237" y="28595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Freeform 931"/>
          <p:cNvSpPr/>
          <p:nvPr/>
        </p:nvSpPr>
        <p:spPr>
          <a:xfrm>
            <a:off x="1508672" y="29605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Freeform 932"/>
          <p:cNvSpPr/>
          <p:nvPr/>
        </p:nvSpPr>
        <p:spPr>
          <a:xfrm>
            <a:off x="1642660" y="22334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Freeform 933"/>
          <p:cNvSpPr/>
          <p:nvPr/>
        </p:nvSpPr>
        <p:spPr>
          <a:xfrm>
            <a:off x="1509714" y="33256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Freeform 934"/>
          <p:cNvSpPr/>
          <p:nvPr/>
        </p:nvSpPr>
        <p:spPr>
          <a:xfrm>
            <a:off x="1744500" y="22817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Freeform 935"/>
          <p:cNvSpPr/>
          <p:nvPr/>
        </p:nvSpPr>
        <p:spPr>
          <a:xfrm>
            <a:off x="1870538" y="243745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Freeform 936"/>
          <p:cNvSpPr/>
          <p:nvPr/>
        </p:nvSpPr>
        <p:spPr>
          <a:xfrm>
            <a:off x="1839454" y="25729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Freeform 937"/>
          <p:cNvSpPr/>
          <p:nvPr/>
        </p:nvSpPr>
        <p:spPr>
          <a:xfrm>
            <a:off x="1599675" y="16319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Freeform 938"/>
          <p:cNvSpPr/>
          <p:nvPr/>
        </p:nvSpPr>
        <p:spPr>
          <a:xfrm>
            <a:off x="1702305" y="28303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Freeform 939"/>
          <p:cNvSpPr/>
          <p:nvPr/>
        </p:nvSpPr>
        <p:spPr>
          <a:xfrm>
            <a:off x="1636066" y="13760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Freeform 940"/>
          <p:cNvSpPr/>
          <p:nvPr/>
        </p:nvSpPr>
        <p:spPr>
          <a:xfrm>
            <a:off x="1634045" y="26152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Freeform 941"/>
          <p:cNvSpPr/>
          <p:nvPr/>
        </p:nvSpPr>
        <p:spPr>
          <a:xfrm>
            <a:off x="1788694" y="31854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Freeform 942"/>
          <p:cNvSpPr/>
          <p:nvPr/>
        </p:nvSpPr>
        <p:spPr>
          <a:xfrm>
            <a:off x="1482002" y="24551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Freeform 943"/>
          <p:cNvSpPr/>
          <p:nvPr/>
        </p:nvSpPr>
        <p:spPr>
          <a:xfrm>
            <a:off x="1736013" y="30765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Freeform 944"/>
          <p:cNvSpPr/>
          <p:nvPr/>
        </p:nvSpPr>
        <p:spPr>
          <a:xfrm>
            <a:off x="1617883" y="29006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Freeform 945"/>
          <p:cNvSpPr/>
          <p:nvPr/>
        </p:nvSpPr>
        <p:spPr>
          <a:xfrm>
            <a:off x="1773802" y="22778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Freeform 946"/>
          <p:cNvSpPr/>
          <p:nvPr/>
        </p:nvSpPr>
        <p:spPr>
          <a:xfrm>
            <a:off x="1643151" y="21918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Freeform 947"/>
          <p:cNvSpPr/>
          <p:nvPr/>
        </p:nvSpPr>
        <p:spPr>
          <a:xfrm>
            <a:off x="1551162" y="28303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Freeform 948"/>
          <p:cNvSpPr/>
          <p:nvPr/>
        </p:nvSpPr>
        <p:spPr>
          <a:xfrm>
            <a:off x="1652769" y="19577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Freeform 949"/>
          <p:cNvSpPr/>
          <p:nvPr/>
        </p:nvSpPr>
        <p:spPr>
          <a:xfrm>
            <a:off x="1701852" y="18655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Freeform 950"/>
          <p:cNvSpPr/>
          <p:nvPr/>
        </p:nvSpPr>
        <p:spPr>
          <a:xfrm>
            <a:off x="1626948" y="17143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Freeform 951"/>
          <p:cNvSpPr/>
          <p:nvPr/>
        </p:nvSpPr>
        <p:spPr>
          <a:xfrm>
            <a:off x="1675330" y="22060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Freeform 952"/>
          <p:cNvSpPr/>
          <p:nvPr/>
        </p:nvSpPr>
        <p:spPr>
          <a:xfrm>
            <a:off x="1567315" y="17538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Freeform 953"/>
          <p:cNvSpPr/>
          <p:nvPr/>
        </p:nvSpPr>
        <p:spPr>
          <a:xfrm>
            <a:off x="1394848" y="35127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Freeform 954"/>
          <p:cNvSpPr/>
          <p:nvPr/>
        </p:nvSpPr>
        <p:spPr>
          <a:xfrm>
            <a:off x="1719403" y="26654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Freeform 955"/>
          <p:cNvSpPr/>
          <p:nvPr/>
        </p:nvSpPr>
        <p:spPr>
          <a:xfrm>
            <a:off x="1697915" y="29631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Freeform 956"/>
          <p:cNvSpPr/>
          <p:nvPr/>
        </p:nvSpPr>
        <p:spPr>
          <a:xfrm>
            <a:off x="1638973" y="24284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Freeform 957"/>
          <p:cNvSpPr/>
          <p:nvPr/>
        </p:nvSpPr>
        <p:spPr>
          <a:xfrm>
            <a:off x="1630440" y="28028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Freeform 958"/>
          <p:cNvSpPr/>
          <p:nvPr/>
        </p:nvSpPr>
        <p:spPr>
          <a:xfrm>
            <a:off x="1733980" y="25831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Freeform 959"/>
          <p:cNvSpPr/>
          <p:nvPr/>
        </p:nvSpPr>
        <p:spPr>
          <a:xfrm>
            <a:off x="1574222" y="14726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Freeform 960"/>
          <p:cNvSpPr/>
          <p:nvPr/>
        </p:nvSpPr>
        <p:spPr>
          <a:xfrm>
            <a:off x="1547540" y="25850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Freeform 961"/>
          <p:cNvSpPr/>
          <p:nvPr/>
        </p:nvSpPr>
        <p:spPr>
          <a:xfrm>
            <a:off x="1602952" y="22687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Freeform 962"/>
          <p:cNvSpPr/>
          <p:nvPr/>
        </p:nvSpPr>
        <p:spPr>
          <a:xfrm>
            <a:off x="1750326" y="26189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Freeform 963"/>
          <p:cNvSpPr/>
          <p:nvPr/>
        </p:nvSpPr>
        <p:spPr>
          <a:xfrm>
            <a:off x="1474734" y="24520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Freeform 964"/>
          <p:cNvSpPr/>
          <p:nvPr/>
        </p:nvSpPr>
        <p:spPr>
          <a:xfrm>
            <a:off x="1750619" y="2489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Freeform 965"/>
          <p:cNvSpPr/>
          <p:nvPr/>
        </p:nvSpPr>
        <p:spPr>
          <a:xfrm>
            <a:off x="1554737" y="22499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Freeform 966"/>
          <p:cNvSpPr/>
          <p:nvPr/>
        </p:nvSpPr>
        <p:spPr>
          <a:xfrm>
            <a:off x="1505369" y="18612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Freeform 967"/>
          <p:cNvSpPr/>
          <p:nvPr/>
        </p:nvSpPr>
        <p:spPr>
          <a:xfrm>
            <a:off x="1757918" y="15999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Freeform 968"/>
          <p:cNvSpPr/>
          <p:nvPr/>
        </p:nvSpPr>
        <p:spPr>
          <a:xfrm>
            <a:off x="1612757" y="23251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Freeform 969"/>
          <p:cNvSpPr/>
          <p:nvPr/>
        </p:nvSpPr>
        <p:spPr>
          <a:xfrm>
            <a:off x="1484028" y="21734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Freeform 970"/>
          <p:cNvSpPr/>
          <p:nvPr/>
        </p:nvSpPr>
        <p:spPr>
          <a:xfrm>
            <a:off x="1584746" y="31170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Freeform 971"/>
          <p:cNvSpPr/>
          <p:nvPr/>
        </p:nvSpPr>
        <p:spPr>
          <a:xfrm>
            <a:off x="1722722" y="25407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Freeform 972"/>
          <p:cNvSpPr/>
          <p:nvPr/>
        </p:nvSpPr>
        <p:spPr>
          <a:xfrm>
            <a:off x="1750645" y="19832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Freeform 973"/>
          <p:cNvSpPr/>
          <p:nvPr/>
        </p:nvSpPr>
        <p:spPr>
          <a:xfrm>
            <a:off x="1577433" y="20235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Freeform 974"/>
          <p:cNvSpPr/>
          <p:nvPr/>
        </p:nvSpPr>
        <p:spPr>
          <a:xfrm>
            <a:off x="1666588" y="23783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Freeform 975"/>
          <p:cNvSpPr/>
          <p:nvPr/>
        </p:nvSpPr>
        <p:spPr>
          <a:xfrm>
            <a:off x="1699512" y="20124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Freeform 976"/>
          <p:cNvSpPr/>
          <p:nvPr/>
        </p:nvSpPr>
        <p:spPr>
          <a:xfrm>
            <a:off x="1554162" y="22269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Freeform 977"/>
          <p:cNvSpPr/>
          <p:nvPr/>
        </p:nvSpPr>
        <p:spPr>
          <a:xfrm>
            <a:off x="1661102" y="18423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Freeform 978"/>
          <p:cNvSpPr/>
          <p:nvPr/>
        </p:nvSpPr>
        <p:spPr>
          <a:xfrm>
            <a:off x="1619712" y="23361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Freeform 979"/>
          <p:cNvSpPr/>
          <p:nvPr/>
        </p:nvSpPr>
        <p:spPr>
          <a:xfrm>
            <a:off x="1565780" y="26859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Freeform 980"/>
          <p:cNvSpPr/>
          <p:nvPr/>
        </p:nvSpPr>
        <p:spPr>
          <a:xfrm>
            <a:off x="1570474" y="23109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Freeform 981"/>
          <p:cNvSpPr/>
          <p:nvPr/>
        </p:nvSpPr>
        <p:spPr>
          <a:xfrm>
            <a:off x="1630293" y="40819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Freeform 982"/>
          <p:cNvSpPr/>
          <p:nvPr/>
        </p:nvSpPr>
        <p:spPr>
          <a:xfrm>
            <a:off x="1626315" y="22854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Freeform 983"/>
          <p:cNvSpPr/>
          <p:nvPr/>
        </p:nvSpPr>
        <p:spPr>
          <a:xfrm>
            <a:off x="1562628" y="44710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Freeform 984"/>
          <p:cNvSpPr/>
          <p:nvPr/>
        </p:nvSpPr>
        <p:spPr>
          <a:xfrm>
            <a:off x="1577556" y="34274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Freeform 985"/>
          <p:cNvSpPr/>
          <p:nvPr/>
        </p:nvSpPr>
        <p:spPr>
          <a:xfrm>
            <a:off x="1742222" y="22481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Freeform 986"/>
          <p:cNvSpPr/>
          <p:nvPr/>
        </p:nvSpPr>
        <p:spPr>
          <a:xfrm>
            <a:off x="1645996" y="22341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Freeform 987"/>
          <p:cNvSpPr/>
          <p:nvPr/>
        </p:nvSpPr>
        <p:spPr>
          <a:xfrm>
            <a:off x="1717805" y="31232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Freeform 988"/>
          <p:cNvSpPr/>
          <p:nvPr/>
        </p:nvSpPr>
        <p:spPr>
          <a:xfrm>
            <a:off x="1751688" y="28791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Freeform 989"/>
          <p:cNvSpPr/>
          <p:nvPr/>
        </p:nvSpPr>
        <p:spPr>
          <a:xfrm>
            <a:off x="1686114" y="17500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Freeform 990"/>
          <p:cNvSpPr/>
          <p:nvPr/>
        </p:nvSpPr>
        <p:spPr>
          <a:xfrm>
            <a:off x="1866052" y="27554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Freeform 991"/>
          <p:cNvSpPr/>
          <p:nvPr/>
        </p:nvSpPr>
        <p:spPr>
          <a:xfrm>
            <a:off x="1534834" y="12770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Freeform 992"/>
          <p:cNvSpPr/>
          <p:nvPr/>
        </p:nvSpPr>
        <p:spPr>
          <a:xfrm>
            <a:off x="1709602" y="24940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Freeform 993"/>
          <p:cNvSpPr/>
          <p:nvPr/>
        </p:nvSpPr>
        <p:spPr>
          <a:xfrm>
            <a:off x="1589088" y="22718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Freeform 994"/>
          <p:cNvSpPr/>
          <p:nvPr/>
        </p:nvSpPr>
        <p:spPr>
          <a:xfrm>
            <a:off x="1821646" y="16164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Freeform 995"/>
          <p:cNvSpPr/>
          <p:nvPr/>
        </p:nvSpPr>
        <p:spPr>
          <a:xfrm>
            <a:off x="1805028" y="24220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Freeform 996"/>
          <p:cNvSpPr/>
          <p:nvPr/>
        </p:nvSpPr>
        <p:spPr>
          <a:xfrm>
            <a:off x="1414069" y="30364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Freeform 997"/>
          <p:cNvSpPr/>
          <p:nvPr/>
        </p:nvSpPr>
        <p:spPr>
          <a:xfrm>
            <a:off x="1519477" y="25525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Freeform 998"/>
          <p:cNvSpPr/>
          <p:nvPr/>
        </p:nvSpPr>
        <p:spPr>
          <a:xfrm>
            <a:off x="1694187" y="25123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Freeform 999"/>
          <p:cNvSpPr/>
          <p:nvPr/>
        </p:nvSpPr>
        <p:spPr>
          <a:xfrm>
            <a:off x="1707618" y="32329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Freeform 1000"/>
          <p:cNvSpPr/>
          <p:nvPr/>
        </p:nvSpPr>
        <p:spPr>
          <a:xfrm>
            <a:off x="1701916" y="26317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Freeform 1001"/>
          <p:cNvSpPr/>
          <p:nvPr/>
        </p:nvSpPr>
        <p:spPr>
          <a:xfrm>
            <a:off x="1615541" y="28954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Freeform 1002"/>
          <p:cNvSpPr/>
          <p:nvPr/>
        </p:nvSpPr>
        <p:spPr>
          <a:xfrm>
            <a:off x="1671809" y="19919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Freeform 1003"/>
          <p:cNvSpPr/>
          <p:nvPr/>
        </p:nvSpPr>
        <p:spPr>
          <a:xfrm>
            <a:off x="1692979" y="24742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Freeform 1004"/>
          <p:cNvSpPr/>
          <p:nvPr/>
        </p:nvSpPr>
        <p:spPr>
          <a:xfrm>
            <a:off x="1614791" y="26463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Freeform 1005"/>
          <p:cNvSpPr/>
          <p:nvPr/>
        </p:nvSpPr>
        <p:spPr>
          <a:xfrm>
            <a:off x="1733018" y="25506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Freeform 1006"/>
          <p:cNvSpPr/>
          <p:nvPr/>
        </p:nvSpPr>
        <p:spPr>
          <a:xfrm>
            <a:off x="1381410" y="23720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Freeform 1007"/>
          <p:cNvSpPr/>
          <p:nvPr/>
        </p:nvSpPr>
        <p:spPr>
          <a:xfrm>
            <a:off x="1690922" y="21586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Freeform 1008"/>
          <p:cNvSpPr/>
          <p:nvPr/>
        </p:nvSpPr>
        <p:spPr>
          <a:xfrm>
            <a:off x="1512503" y="30350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Freeform 1009"/>
          <p:cNvSpPr/>
          <p:nvPr/>
        </p:nvSpPr>
        <p:spPr>
          <a:xfrm>
            <a:off x="1725677" y="305776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Freeform 1010"/>
          <p:cNvSpPr/>
          <p:nvPr/>
        </p:nvSpPr>
        <p:spPr>
          <a:xfrm>
            <a:off x="1598658" y="18941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Freeform 1011"/>
          <p:cNvSpPr/>
          <p:nvPr/>
        </p:nvSpPr>
        <p:spPr>
          <a:xfrm>
            <a:off x="1528043" y="27166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Freeform 1012"/>
          <p:cNvSpPr/>
          <p:nvPr/>
        </p:nvSpPr>
        <p:spPr>
          <a:xfrm>
            <a:off x="1663120" y="32612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Freeform 1013"/>
          <p:cNvSpPr/>
          <p:nvPr/>
        </p:nvSpPr>
        <p:spPr>
          <a:xfrm>
            <a:off x="1525631" y="22524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Freeform 1014"/>
          <p:cNvSpPr/>
          <p:nvPr/>
        </p:nvSpPr>
        <p:spPr>
          <a:xfrm>
            <a:off x="1525478" y="22418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Freeform 1015"/>
          <p:cNvSpPr/>
          <p:nvPr/>
        </p:nvSpPr>
        <p:spPr>
          <a:xfrm>
            <a:off x="1455459" y="332294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Freeform 1016"/>
          <p:cNvSpPr/>
          <p:nvPr/>
        </p:nvSpPr>
        <p:spPr>
          <a:xfrm>
            <a:off x="1620265" y="23686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Freeform 1017"/>
          <p:cNvSpPr/>
          <p:nvPr/>
        </p:nvSpPr>
        <p:spPr>
          <a:xfrm>
            <a:off x="1676270" y="20942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Freeform 1018"/>
          <p:cNvSpPr/>
          <p:nvPr/>
        </p:nvSpPr>
        <p:spPr>
          <a:xfrm>
            <a:off x="1732561" y="22900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Freeform 1019"/>
          <p:cNvSpPr/>
          <p:nvPr/>
        </p:nvSpPr>
        <p:spPr>
          <a:xfrm>
            <a:off x="1607960" y="21504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Freeform 1020"/>
          <p:cNvSpPr/>
          <p:nvPr/>
        </p:nvSpPr>
        <p:spPr>
          <a:xfrm>
            <a:off x="1735217" y="32543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Freeform 1021"/>
          <p:cNvSpPr/>
          <p:nvPr/>
        </p:nvSpPr>
        <p:spPr>
          <a:xfrm>
            <a:off x="1625043" y="23135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Freeform 1022"/>
          <p:cNvSpPr/>
          <p:nvPr/>
        </p:nvSpPr>
        <p:spPr>
          <a:xfrm>
            <a:off x="1613142" y="26571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Freeform 1023"/>
          <p:cNvSpPr/>
          <p:nvPr/>
        </p:nvSpPr>
        <p:spPr>
          <a:xfrm>
            <a:off x="1684479" y="27548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Freeform 1024"/>
          <p:cNvSpPr/>
          <p:nvPr/>
        </p:nvSpPr>
        <p:spPr>
          <a:xfrm>
            <a:off x="1736344" y="20210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Freeform 1025"/>
          <p:cNvSpPr/>
          <p:nvPr/>
        </p:nvSpPr>
        <p:spPr>
          <a:xfrm>
            <a:off x="1586597" y="16910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Freeform 1026"/>
          <p:cNvSpPr/>
          <p:nvPr/>
        </p:nvSpPr>
        <p:spPr>
          <a:xfrm>
            <a:off x="1597045" y="15202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Freeform 1027"/>
          <p:cNvSpPr/>
          <p:nvPr/>
        </p:nvSpPr>
        <p:spPr>
          <a:xfrm>
            <a:off x="1605917" y="17802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Freeform 1028"/>
          <p:cNvSpPr/>
          <p:nvPr/>
        </p:nvSpPr>
        <p:spPr>
          <a:xfrm>
            <a:off x="1631976" y="25525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Freeform 1029"/>
          <p:cNvSpPr/>
          <p:nvPr/>
        </p:nvSpPr>
        <p:spPr>
          <a:xfrm>
            <a:off x="1526800" y="23018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Freeform 1030"/>
          <p:cNvSpPr/>
          <p:nvPr/>
        </p:nvSpPr>
        <p:spPr>
          <a:xfrm>
            <a:off x="1733094" y="20773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Freeform 1031"/>
          <p:cNvSpPr/>
          <p:nvPr/>
        </p:nvSpPr>
        <p:spPr>
          <a:xfrm>
            <a:off x="1580288" y="24273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Freeform 1032"/>
          <p:cNvSpPr/>
          <p:nvPr/>
        </p:nvSpPr>
        <p:spPr>
          <a:xfrm>
            <a:off x="1672592" y="24221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Freeform 1033"/>
          <p:cNvSpPr/>
          <p:nvPr/>
        </p:nvSpPr>
        <p:spPr>
          <a:xfrm>
            <a:off x="1534816" y="20464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Freeform 1034"/>
          <p:cNvSpPr/>
          <p:nvPr/>
        </p:nvSpPr>
        <p:spPr>
          <a:xfrm>
            <a:off x="1661505" y="25251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Freeform 1035"/>
          <p:cNvSpPr/>
          <p:nvPr/>
        </p:nvSpPr>
        <p:spPr>
          <a:xfrm>
            <a:off x="1665013" y="288844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Freeform 1036"/>
          <p:cNvSpPr/>
          <p:nvPr/>
        </p:nvSpPr>
        <p:spPr>
          <a:xfrm>
            <a:off x="1578119" y="27177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Freeform 1037"/>
          <p:cNvSpPr/>
          <p:nvPr/>
        </p:nvSpPr>
        <p:spPr>
          <a:xfrm>
            <a:off x="1839308" y="21493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Freeform 1038"/>
          <p:cNvSpPr/>
          <p:nvPr/>
        </p:nvSpPr>
        <p:spPr>
          <a:xfrm>
            <a:off x="1662814" y="24914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Freeform 1039"/>
          <p:cNvSpPr/>
          <p:nvPr/>
        </p:nvSpPr>
        <p:spPr>
          <a:xfrm>
            <a:off x="1813210" y="23086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Freeform 1040"/>
          <p:cNvSpPr/>
          <p:nvPr/>
        </p:nvSpPr>
        <p:spPr>
          <a:xfrm>
            <a:off x="1725726" y="21297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Freeform 1041"/>
          <p:cNvSpPr/>
          <p:nvPr/>
        </p:nvSpPr>
        <p:spPr>
          <a:xfrm>
            <a:off x="1552274" y="26962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Freeform 1042"/>
          <p:cNvSpPr/>
          <p:nvPr/>
        </p:nvSpPr>
        <p:spPr>
          <a:xfrm>
            <a:off x="1582237" y="20830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Freeform 1043"/>
          <p:cNvSpPr/>
          <p:nvPr/>
        </p:nvSpPr>
        <p:spPr>
          <a:xfrm>
            <a:off x="1669774" y="22876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Freeform 1044"/>
          <p:cNvSpPr/>
          <p:nvPr/>
        </p:nvSpPr>
        <p:spPr>
          <a:xfrm>
            <a:off x="1629666" y="31625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Freeform 1045"/>
          <p:cNvSpPr/>
          <p:nvPr/>
        </p:nvSpPr>
        <p:spPr>
          <a:xfrm>
            <a:off x="1628413" y="17111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Freeform 1046"/>
          <p:cNvSpPr/>
          <p:nvPr/>
        </p:nvSpPr>
        <p:spPr>
          <a:xfrm>
            <a:off x="1592505" y="27645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Freeform 1047"/>
          <p:cNvSpPr/>
          <p:nvPr/>
        </p:nvSpPr>
        <p:spPr>
          <a:xfrm>
            <a:off x="1429659" y="33903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Freeform 1048"/>
          <p:cNvSpPr/>
          <p:nvPr/>
        </p:nvSpPr>
        <p:spPr>
          <a:xfrm>
            <a:off x="1599006" y="30596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Freeform 1049"/>
          <p:cNvSpPr/>
          <p:nvPr/>
        </p:nvSpPr>
        <p:spPr>
          <a:xfrm>
            <a:off x="1385837" y="30466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Freeform 1050"/>
          <p:cNvSpPr/>
          <p:nvPr/>
        </p:nvSpPr>
        <p:spPr>
          <a:xfrm>
            <a:off x="1662897" y="246477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Freeform 1051"/>
          <p:cNvSpPr/>
          <p:nvPr/>
        </p:nvSpPr>
        <p:spPr>
          <a:xfrm>
            <a:off x="1545451" y="26415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Freeform 1052"/>
          <p:cNvSpPr/>
          <p:nvPr/>
        </p:nvSpPr>
        <p:spPr>
          <a:xfrm>
            <a:off x="1546590" y="26756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Freeform 1053"/>
          <p:cNvSpPr/>
          <p:nvPr/>
        </p:nvSpPr>
        <p:spPr>
          <a:xfrm>
            <a:off x="1599662" y="21570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Freeform 1054"/>
          <p:cNvSpPr/>
          <p:nvPr/>
        </p:nvSpPr>
        <p:spPr>
          <a:xfrm>
            <a:off x="1652291" y="23087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Freeform 1055"/>
          <p:cNvSpPr/>
          <p:nvPr/>
        </p:nvSpPr>
        <p:spPr>
          <a:xfrm>
            <a:off x="1469932" y="23217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Freeform 1056"/>
          <p:cNvSpPr/>
          <p:nvPr/>
        </p:nvSpPr>
        <p:spPr>
          <a:xfrm>
            <a:off x="1436064" y="22708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Freeform 1057"/>
          <p:cNvSpPr/>
          <p:nvPr/>
        </p:nvSpPr>
        <p:spPr>
          <a:xfrm>
            <a:off x="1509079" y="21590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Freeform 1058"/>
          <p:cNvSpPr/>
          <p:nvPr/>
        </p:nvSpPr>
        <p:spPr>
          <a:xfrm>
            <a:off x="1404706" y="36359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Freeform 1059"/>
          <p:cNvSpPr/>
          <p:nvPr/>
        </p:nvSpPr>
        <p:spPr>
          <a:xfrm>
            <a:off x="1519692" y="26906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Freeform 1060"/>
          <p:cNvSpPr/>
          <p:nvPr/>
        </p:nvSpPr>
        <p:spPr>
          <a:xfrm>
            <a:off x="1793308" y="36750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Freeform 1061"/>
          <p:cNvSpPr/>
          <p:nvPr/>
        </p:nvSpPr>
        <p:spPr>
          <a:xfrm>
            <a:off x="1510093" y="24735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Freeform 1062"/>
          <p:cNvSpPr/>
          <p:nvPr/>
        </p:nvSpPr>
        <p:spPr>
          <a:xfrm>
            <a:off x="1692806" y="24955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Freeform 1063"/>
          <p:cNvSpPr/>
          <p:nvPr/>
        </p:nvSpPr>
        <p:spPr>
          <a:xfrm>
            <a:off x="1476390" y="19262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Freeform 1064"/>
          <p:cNvSpPr/>
          <p:nvPr/>
        </p:nvSpPr>
        <p:spPr>
          <a:xfrm>
            <a:off x="1655120" y="18491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Freeform 1065"/>
          <p:cNvSpPr/>
          <p:nvPr/>
        </p:nvSpPr>
        <p:spPr>
          <a:xfrm>
            <a:off x="1588918" y="23831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Freeform 1066"/>
          <p:cNvSpPr/>
          <p:nvPr/>
        </p:nvSpPr>
        <p:spPr>
          <a:xfrm>
            <a:off x="1616723" y="27643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Freeform 1067"/>
          <p:cNvSpPr/>
          <p:nvPr/>
        </p:nvSpPr>
        <p:spPr>
          <a:xfrm>
            <a:off x="1683967" y="22300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Freeform 1068"/>
          <p:cNvSpPr/>
          <p:nvPr/>
        </p:nvSpPr>
        <p:spPr>
          <a:xfrm>
            <a:off x="1810997" y="27792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Freeform 1069"/>
          <p:cNvSpPr/>
          <p:nvPr/>
        </p:nvSpPr>
        <p:spPr>
          <a:xfrm>
            <a:off x="1643951" y="24938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Freeform 1070"/>
          <p:cNvSpPr/>
          <p:nvPr/>
        </p:nvSpPr>
        <p:spPr>
          <a:xfrm>
            <a:off x="1636425" y="19584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Freeform 1071"/>
          <p:cNvSpPr/>
          <p:nvPr/>
        </p:nvSpPr>
        <p:spPr>
          <a:xfrm>
            <a:off x="1518995" y="27954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Freeform 1072"/>
          <p:cNvSpPr/>
          <p:nvPr/>
        </p:nvSpPr>
        <p:spPr>
          <a:xfrm>
            <a:off x="1685525" y="20562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Freeform 1073"/>
          <p:cNvSpPr/>
          <p:nvPr/>
        </p:nvSpPr>
        <p:spPr>
          <a:xfrm>
            <a:off x="1596798" y="212580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Freeform 1074"/>
          <p:cNvSpPr/>
          <p:nvPr/>
        </p:nvSpPr>
        <p:spPr>
          <a:xfrm>
            <a:off x="1712126" y="30107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Freeform 1075"/>
          <p:cNvSpPr/>
          <p:nvPr/>
        </p:nvSpPr>
        <p:spPr>
          <a:xfrm>
            <a:off x="1618446" y="19650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Freeform 1076"/>
          <p:cNvSpPr/>
          <p:nvPr/>
        </p:nvSpPr>
        <p:spPr>
          <a:xfrm>
            <a:off x="1809351" y="21143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Freeform 1077"/>
          <p:cNvSpPr/>
          <p:nvPr/>
        </p:nvSpPr>
        <p:spPr>
          <a:xfrm>
            <a:off x="1410998" y="24377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Freeform 1078"/>
          <p:cNvSpPr/>
          <p:nvPr/>
        </p:nvSpPr>
        <p:spPr>
          <a:xfrm>
            <a:off x="1591393" y="29063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Freeform 1079"/>
          <p:cNvSpPr/>
          <p:nvPr/>
        </p:nvSpPr>
        <p:spPr>
          <a:xfrm>
            <a:off x="1717419" y="29588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Freeform 1080"/>
          <p:cNvSpPr/>
          <p:nvPr/>
        </p:nvSpPr>
        <p:spPr>
          <a:xfrm>
            <a:off x="1585606" y="27845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Freeform 1081"/>
          <p:cNvSpPr/>
          <p:nvPr/>
        </p:nvSpPr>
        <p:spPr>
          <a:xfrm>
            <a:off x="1538378" y="219888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Freeform 1082"/>
          <p:cNvSpPr/>
          <p:nvPr/>
        </p:nvSpPr>
        <p:spPr>
          <a:xfrm>
            <a:off x="1594679" y="30111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Freeform 1083"/>
          <p:cNvSpPr/>
          <p:nvPr/>
        </p:nvSpPr>
        <p:spPr>
          <a:xfrm>
            <a:off x="1475503" y="22558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Freeform 1084"/>
          <p:cNvSpPr/>
          <p:nvPr/>
        </p:nvSpPr>
        <p:spPr>
          <a:xfrm>
            <a:off x="1635847" y="31662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Freeform 1085"/>
          <p:cNvSpPr/>
          <p:nvPr/>
        </p:nvSpPr>
        <p:spPr>
          <a:xfrm>
            <a:off x="1884192" y="26036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Freeform 1086"/>
          <p:cNvSpPr/>
          <p:nvPr/>
        </p:nvSpPr>
        <p:spPr>
          <a:xfrm>
            <a:off x="1745612" y="24336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Freeform 1087"/>
          <p:cNvSpPr/>
          <p:nvPr/>
        </p:nvSpPr>
        <p:spPr>
          <a:xfrm>
            <a:off x="1504485" y="11674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Freeform 1088"/>
          <p:cNvSpPr/>
          <p:nvPr/>
        </p:nvSpPr>
        <p:spPr>
          <a:xfrm>
            <a:off x="1529695" y="32397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Freeform 1089"/>
          <p:cNvSpPr/>
          <p:nvPr/>
        </p:nvSpPr>
        <p:spPr>
          <a:xfrm>
            <a:off x="1579826" y="16949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Freeform 1090"/>
          <p:cNvSpPr/>
          <p:nvPr/>
        </p:nvSpPr>
        <p:spPr>
          <a:xfrm>
            <a:off x="1730570" y="24118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Freeform 1091"/>
          <p:cNvSpPr/>
          <p:nvPr/>
        </p:nvSpPr>
        <p:spPr>
          <a:xfrm>
            <a:off x="1535243" y="22701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Freeform 1092"/>
          <p:cNvSpPr/>
          <p:nvPr/>
        </p:nvSpPr>
        <p:spPr>
          <a:xfrm>
            <a:off x="1549284" y="24288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Freeform 1093"/>
          <p:cNvSpPr/>
          <p:nvPr/>
        </p:nvSpPr>
        <p:spPr>
          <a:xfrm>
            <a:off x="1717769" y="22519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Freeform 1094"/>
          <p:cNvSpPr/>
          <p:nvPr/>
        </p:nvSpPr>
        <p:spPr>
          <a:xfrm>
            <a:off x="1715619" y="25763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Freeform 1095"/>
          <p:cNvSpPr/>
          <p:nvPr/>
        </p:nvSpPr>
        <p:spPr>
          <a:xfrm>
            <a:off x="1583133" y="17047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Freeform 1096"/>
          <p:cNvSpPr/>
          <p:nvPr/>
        </p:nvSpPr>
        <p:spPr>
          <a:xfrm>
            <a:off x="1503548" y="27405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Freeform 1097"/>
          <p:cNvSpPr/>
          <p:nvPr/>
        </p:nvSpPr>
        <p:spPr>
          <a:xfrm>
            <a:off x="1457337" y="18792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Freeform 1098"/>
          <p:cNvSpPr/>
          <p:nvPr/>
        </p:nvSpPr>
        <p:spPr>
          <a:xfrm>
            <a:off x="1548347" y="28424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Freeform 1099"/>
          <p:cNvSpPr/>
          <p:nvPr/>
        </p:nvSpPr>
        <p:spPr>
          <a:xfrm>
            <a:off x="1384509" y="25257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Freeform 1100"/>
          <p:cNvSpPr/>
          <p:nvPr/>
        </p:nvSpPr>
        <p:spPr>
          <a:xfrm>
            <a:off x="1703334" y="307423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Freeform 1101"/>
          <p:cNvSpPr/>
          <p:nvPr/>
        </p:nvSpPr>
        <p:spPr>
          <a:xfrm>
            <a:off x="1555724" y="22463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Freeform 1102"/>
          <p:cNvSpPr/>
          <p:nvPr/>
        </p:nvSpPr>
        <p:spPr>
          <a:xfrm>
            <a:off x="1674609" y="17095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Freeform 1103"/>
          <p:cNvSpPr/>
          <p:nvPr/>
        </p:nvSpPr>
        <p:spPr>
          <a:xfrm>
            <a:off x="1822987" y="25349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Freeform 1104"/>
          <p:cNvSpPr/>
          <p:nvPr/>
        </p:nvSpPr>
        <p:spPr>
          <a:xfrm>
            <a:off x="1748604" y="25998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Freeform 1105"/>
          <p:cNvSpPr/>
          <p:nvPr/>
        </p:nvSpPr>
        <p:spPr>
          <a:xfrm>
            <a:off x="1499978" y="30973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Freeform 1106"/>
          <p:cNvSpPr/>
          <p:nvPr/>
        </p:nvSpPr>
        <p:spPr>
          <a:xfrm>
            <a:off x="1716110" y="26173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Freeform 1107"/>
          <p:cNvSpPr/>
          <p:nvPr/>
        </p:nvSpPr>
        <p:spPr>
          <a:xfrm>
            <a:off x="1746984" y="33566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Freeform 1108"/>
          <p:cNvSpPr/>
          <p:nvPr/>
        </p:nvSpPr>
        <p:spPr>
          <a:xfrm>
            <a:off x="1543280" y="29879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Freeform 1109"/>
          <p:cNvSpPr/>
          <p:nvPr/>
        </p:nvSpPr>
        <p:spPr>
          <a:xfrm>
            <a:off x="1521142" y="23701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Freeform 1110"/>
          <p:cNvSpPr/>
          <p:nvPr/>
        </p:nvSpPr>
        <p:spPr>
          <a:xfrm>
            <a:off x="1611387" y="17779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Freeform 1111"/>
          <p:cNvSpPr/>
          <p:nvPr/>
        </p:nvSpPr>
        <p:spPr>
          <a:xfrm>
            <a:off x="1451808" y="9700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Freeform 1112"/>
          <p:cNvSpPr/>
          <p:nvPr/>
        </p:nvSpPr>
        <p:spPr>
          <a:xfrm>
            <a:off x="1780455" y="28110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Freeform 1113"/>
          <p:cNvSpPr/>
          <p:nvPr/>
        </p:nvSpPr>
        <p:spPr>
          <a:xfrm>
            <a:off x="1365806" y="17149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Freeform 1114"/>
          <p:cNvSpPr/>
          <p:nvPr/>
        </p:nvSpPr>
        <p:spPr>
          <a:xfrm>
            <a:off x="1504720" y="23609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Freeform 1115"/>
          <p:cNvSpPr/>
          <p:nvPr/>
        </p:nvSpPr>
        <p:spPr>
          <a:xfrm>
            <a:off x="1594285" y="25750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Freeform 1116"/>
          <p:cNvSpPr/>
          <p:nvPr/>
        </p:nvSpPr>
        <p:spPr>
          <a:xfrm>
            <a:off x="1598829" y="22585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Freeform 1117"/>
          <p:cNvSpPr/>
          <p:nvPr/>
        </p:nvSpPr>
        <p:spPr>
          <a:xfrm>
            <a:off x="1640893" y="24594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Freeform 1118"/>
          <p:cNvSpPr/>
          <p:nvPr/>
        </p:nvSpPr>
        <p:spPr>
          <a:xfrm>
            <a:off x="1652160" y="24332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Freeform 1119"/>
          <p:cNvSpPr/>
          <p:nvPr/>
        </p:nvSpPr>
        <p:spPr>
          <a:xfrm>
            <a:off x="1600270" y="271443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Freeform 1120"/>
          <p:cNvSpPr/>
          <p:nvPr/>
        </p:nvSpPr>
        <p:spPr>
          <a:xfrm>
            <a:off x="1744741" y="32510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Freeform 1121"/>
          <p:cNvSpPr/>
          <p:nvPr/>
        </p:nvSpPr>
        <p:spPr>
          <a:xfrm>
            <a:off x="1394260" y="33299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Freeform 1122"/>
          <p:cNvSpPr/>
          <p:nvPr/>
        </p:nvSpPr>
        <p:spPr>
          <a:xfrm>
            <a:off x="1623104" y="21388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Freeform 1123"/>
          <p:cNvSpPr/>
          <p:nvPr/>
        </p:nvSpPr>
        <p:spPr>
          <a:xfrm>
            <a:off x="1546679" y="26430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Freeform 1124"/>
          <p:cNvSpPr/>
          <p:nvPr/>
        </p:nvSpPr>
        <p:spPr>
          <a:xfrm>
            <a:off x="1637298" y="28162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Freeform 1125"/>
          <p:cNvSpPr/>
          <p:nvPr/>
        </p:nvSpPr>
        <p:spPr>
          <a:xfrm>
            <a:off x="1646738" y="24884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Freeform 1126"/>
          <p:cNvSpPr/>
          <p:nvPr/>
        </p:nvSpPr>
        <p:spPr>
          <a:xfrm>
            <a:off x="1525578" y="20620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Freeform 1127"/>
          <p:cNvSpPr/>
          <p:nvPr/>
        </p:nvSpPr>
        <p:spPr>
          <a:xfrm>
            <a:off x="1554556" y="23952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Freeform 1128"/>
          <p:cNvSpPr/>
          <p:nvPr/>
        </p:nvSpPr>
        <p:spPr>
          <a:xfrm>
            <a:off x="1707909" y="28487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Freeform 1129"/>
          <p:cNvSpPr/>
          <p:nvPr/>
        </p:nvSpPr>
        <p:spPr>
          <a:xfrm>
            <a:off x="1660462" y="18282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Freeform 1130"/>
          <p:cNvSpPr/>
          <p:nvPr/>
        </p:nvSpPr>
        <p:spPr>
          <a:xfrm>
            <a:off x="1550352" y="16368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Freeform 1131"/>
          <p:cNvSpPr/>
          <p:nvPr/>
        </p:nvSpPr>
        <p:spPr>
          <a:xfrm>
            <a:off x="1841341" y="22249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Freeform 1132"/>
          <p:cNvSpPr/>
          <p:nvPr/>
        </p:nvSpPr>
        <p:spPr>
          <a:xfrm>
            <a:off x="1870148" y="19651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Freeform 1133"/>
          <p:cNvSpPr/>
          <p:nvPr/>
        </p:nvSpPr>
        <p:spPr>
          <a:xfrm>
            <a:off x="1466674" y="18197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Freeform 1134"/>
          <p:cNvSpPr/>
          <p:nvPr/>
        </p:nvSpPr>
        <p:spPr>
          <a:xfrm>
            <a:off x="1655407" y="18803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Freeform 1135"/>
          <p:cNvSpPr/>
          <p:nvPr/>
        </p:nvSpPr>
        <p:spPr>
          <a:xfrm>
            <a:off x="1891523" y="21601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Freeform 1136"/>
          <p:cNvSpPr/>
          <p:nvPr/>
        </p:nvSpPr>
        <p:spPr>
          <a:xfrm>
            <a:off x="1706980" y="21686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Freeform 1137"/>
          <p:cNvSpPr/>
          <p:nvPr/>
        </p:nvSpPr>
        <p:spPr>
          <a:xfrm>
            <a:off x="1646770" y="22113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Freeform 1138"/>
          <p:cNvSpPr/>
          <p:nvPr/>
        </p:nvSpPr>
        <p:spPr>
          <a:xfrm>
            <a:off x="1600865" y="30879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Freeform 1139"/>
          <p:cNvSpPr/>
          <p:nvPr/>
        </p:nvSpPr>
        <p:spPr>
          <a:xfrm>
            <a:off x="1565227" y="21131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Freeform 1140"/>
          <p:cNvSpPr/>
          <p:nvPr/>
        </p:nvSpPr>
        <p:spPr>
          <a:xfrm>
            <a:off x="1600388" y="32281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Freeform 1141"/>
          <p:cNvSpPr/>
          <p:nvPr/>
        </p:nvSpPr>
        <p:spPr>
          <a:xfrm>
            <a:off x="1564207" y="29238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Freeform 1142"/>
          <p:cNvSpPr/>
          <p:nvPr/>
        </p:nvSpPr>
        <p:spPr>
          <a:xfrm>
            <a:off x="1702809" y="17863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Freeform 1143"/>
          <p:cNvSpPr/>
          <p:nvPr/>
        </p:nvSpPr>
        <p:spPr>
          <a:xfrm>
            <a:off x="1580529" y="20375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Freeform 1144"/>
          <p:cNvSpPr/>
          <p:nvPr/>
        </p:nvSpPr>
        <p:spPr>
          <a:xfrm>
            <a:off x="1575929" y="16866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Freeform 1145"/>
          <p:cNvSpPr/>
          <p:nvPr/>
        </p:nvSpPr>
        <p:spPr>
          <a:xfrm>
            <a:off x="1494520" y="26403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Freeform 1146"/>
          <p:cNvSpPr/>
          <p:nvPr/>
        </p:nvSpPr>
        <p:spPr>
          <a:xfrm>
            <a:off x="1617817" y="31177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Freeform 1147"/>
          <p:cNvSpPr/>
          <p:nvPr/>
        </p:nvSpPr>
        <p:spPr>
          <a:xfrm>
            <a:off x="1527472" y="26234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Freeform 1148"/>
          <p:cNvSpPr/>
          <p:nvPr/>
        </p:nvSpPr>
        <p:spPr>
          <a:xfrm>
            <a:off x="1603786" y="24377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Freeform 1149"/>
          <p:cNvSpPr/>
          <p:nvPr/>
        </p:nvSpPr>
        <p:spPr>
          <a:xfrm>
            <a:off x="1734571" y="24502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Freeform 1150"/>
          <p:cNvSpPr/>
          <p:nvPr/>
        </p:nvSpPr>
        <p:spPr>
          <a:xfrm>
            <a:off x="1662267" y="18784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Freeform 1151"/>
          <p:cNvSpPr/>
          <p:nvPr/>
        </p:nvSpPr>
        <p:spPr>
          <a:xfrm>
            <a:off x="1677115" y="26889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Freeform 1152"/>
          <p:cNvSpPr/>
          <p:nvPr/>
        </p:nvSpPr>
        <p:spPr>
          <a:xfrm>
            <a:off x="1661215" y="23022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Freeform 1153"/>
          <p:cNvSpPr/>
          <p:nvPr/>
        </p:nvSpPr>
        <p:spPr>
          <a:xfrm>
            <a:off x="1629452" y="30290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Freeform 1154"/>
          <p:cNvSpPr/>
          <p:nvPr/>
        </p:nvSpPr>
        <p:spPr>
          <a:xfrm>
            <a:off x="1609501" y="22489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Freeform 1155"/>
          <p:cNvSpPr/>
          <p:nvPr/>
        </p:nvSpPr>
        <p:spPr>
          <a:xfrm>
            <a:off x="1590194" y="24913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Freeform 1156"/>
          <p:cNvSpPr/>
          <p:nvPr/>
        </p:nvSpPr>
        <p:spPr>
          <a:xfrm>
            <a:off x="1704329" y="28995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Freeform 1157"/>
          <p:cNvSpPr/>
          <p:nvPr/>
        </p:nvSpPr>
        <p:spPr>
          <a:xfrm>
            <a:off x="1507134" y="26209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Freeform 1158"/>
          <p:cNvSpPr/>
          <p:nvPr/>
        </p:nvSpPr>
        <p:spPr>
          <a:xfrm>
            <a:off x="1766547" y="25929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Freeform 1159"/>
          <p:cNvSpPr/>
          <p:nvPr/>
        </p:nvSpPr>
        <p:spPr>
          <a:xfrm>
            <a:off x="1626767" y="26395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Freeform 1160"/>
          <p:cNvSpPr/>
          <p:nvPr/>
        </p:nvSpPr>
        <p:spPr>
          <a:xfrm>
            <a:off x="1543029" y="15327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Freeform 1161"/>
          <p:cNvSpPr/>
          <p:nvPr/>
        </p:nvSpPr>
        <p:spPr>
          <a:xfrm>
            <a:off x="1570795" y="25464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Freeform 1162"/>
          <p:cNvSpPr/>
          <p:nvPr/>
        </p:nvSpPr>
        <p:spPr>
          <a:xfrm>
            <a:off x="1550700" y="26252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Freeform 1163"/>
          <p:cNvSpPr/>
          <p:nvPr/>
        </p:nvSpPr>
        <p:spPr>
          <a:xfrm>
            <a:off x="1640260" y="36302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Freeform 1164"/>
          <p:cNvSpPr/>
          <p:nvPr/>
        </p:nvSpPr>
        <p:spPr>
          <a:xfrm>
            <a:off x="1546330" y="29778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Freeform 1165"/>
          <p:cNvSpPr/>
          <p:nvPr/>
        </p:nvSpPr>
        <p:spPr>
          <a:xfrm>
            <a:off x="1745302" y="26356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Freeform 1166"/>
          <p:cNvSpPr/>
          <p:nvPr/>
        </p:nvSpPr>
        <p:spPr>
          <a:xfrm>
            <a:off x="1539505" y="2864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Freeform 1167"/>
          <p:cNvSpPr/>
          <p:nvPr/>
        </p:nvSpPr>
        <p:spPr>
          <a:xfrm>
            <a:off x="1380017" y="17439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Freeform 1168"/>
          <p:cNvSpPr/>
          <p:nvPr/>
        </p:nvSpPr>
        <p:spPr>
          <a:xfrm>
            <a:off x="1544923" y="25824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Freeform 1169"/>
          <p:cNvSpPr/>
          <p:nvPr/>
        </p:nvSpPr>
        <p:spPr>
          <a:xfrm>
            <a:off x="1408259" y="17945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Freeform 1170"/>
          <p:cNvSpPr/>
          <p:nvPr/>
        </p:nvSpPr>
        <p:spPr>
          <a:xfrm>
            <a:off x="1618857" y="24596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Freeform 1171"/>
          <p:cNvSpPr/>
          <p:nvPr/>
        </p:nvSpPr>
        <p:spPr>
          <a:xfrm>
            <a:off x="1736426" y="24728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Freeform 1172"/>
          <p:cNvSpPr/>
          <p:nvPr/>
        </p:nvSpPr>
        <p:spPr>
          <a:xfrm>
            <a:off x="1692416" y="25412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Freeform 1173"/>
          <p:cNvSpPr/>
          <p:nvPr/>
        </p:nvSpPr>
        <p:spPr>
          <a:xfrm>
            <a:off x="1480032" y="2491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Freeform 1174"/>
          <p:cNvSpPr/>
          <p:nvPr/>
        </p:nvSpPr>
        <p:spPr>
          <a:xfrm>
            <a:off x="1541579" y="15612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Freeform 1175"/>
          <p:cNvSpPr/>
          <p:nvPr/>
        </p:nvSpPr>
        <p:spPr>
          <a:xfrm>
            <a:off x="1813392" y="375065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Freeform 1176"/>
          <p:cNvSpPr/>
          <p:nvPr/>
        </p:nvSpPr>
        <p:spPr>
          <a:xfrm>
            <a:off x="1657195" y="35782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Freeform 1177"/>
          <p:cNvSpPr/>
          <p:nvPr/>
        </p:nvSpPr>
        <p:spPr>
          <a:xfrm>
            <a:off x="1623562" y="27875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Freeform 1178"/>
          <p:cNvSpPr/>
          <p:nvPr/>
        </p:nvSpPr>
        <p:spPr>
          <a:xfrm>
            <a:off x="1736095" y="24851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Freeform 1179"/>
          <p:cNvSpPr/>
          <p:nvPr/>
        </p:nvSpPr>
        <p:spPr>
          <a:xfrm>
            <a:off x="1885506" y="21189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Freeform 1180"/>
          <p:cNvSpPr/>
          <p:nvPr/>
        </p:nvSpPr>
        <p:spPr>
          <a:xfrm>
            <a:off x="1761824" y="22365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Freeform 1181"/>
          <p:cNvSpPr/>
          <p:nvPr/>
        </p:nvSpPr>
        <p:spPr>
          <a:xfrm>
            <a:off x="1638036" y="27013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Freeform 1182"/>
          <p:cNvSpPr/>
          <p:nvPr/>
        </p:nvSpPr>
        <p:spPr>
          <a:xfrm>
            <a:off x="1661065" y="19405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Freeform 1183"/>
          <p:cNvSpPr/>
          <p:nvPr/>
        </p:nvSpPr>
        <p:spPr>
          <a:xfrm>
            <a:off x="1689134" y="19345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Freeform 1184"/>
          <p:cNvSpPr/>
          <p:nvPr/>
        </p:nvSpPr>
        <p:spPr>
          <a:xfrm>
            <a:off x="1557578" y="23932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Freeform 1185"/>
          <p:cNvSpPr/>
          <p:nvPr/>
        </p:nvSpPr>
        <p:spPr>
          <a:xfrm>
            <a:off x="1509864" y="19711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Freeform 1186"/>
          <p:cNvSpPr/>
          <p:nvPr/>
        </p:nvSpPr>
        <p:spPr>
          <a:xfrm>
            <a:off x="1628733" y="23452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Freeform 1187"/>
          <p:cNvSpPr/>
          <p:nvPr/>
        </p:nvSpPr>
        <p:spPr>
          <a:xfrm>
            <a:off x="1521793" y="27974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Freeform 1188"/>
          <p:cNvSpPr/>
          <p:nvPr/>
        </p:nvSpPr>
        <p:spPr>
          <a:xfrm>
            <a:off x="1616547" y="21147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Freeform 1189"/>
          <p:cNvSpPr/>
          <p:nvPr/>
        </p:nvSpPr>
        <p:spPr>
          <a:xfrm>
            <a:off x="1633405" y="24330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Freeform 1190"/>
          <p:cNvSpPr/>
          <p:nvPr/>
        </p:nvSpPr>
        <p:spPr>
          <a:xfrm>
            <a:off x="1873556" y="24923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Freeform 1191"/>
          <p:cNvSpPr/>
          <p:nvPr/>
        </p:nvSpPr>
        <p:spPr>
          <a:xfrm>
            <a:off x="1532080" y="16944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Freeform 1192"/>
          <p:cNvSpPr/>
          <p:nvPr/>
        </p:nvSpPr>
        <p:spPr>
          <a:xfrm>
            <a:off x="1610093" y="38218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Freeform 1193"/>
          <p:cNvSpPr/>
          <p:nvPr/>
        </p:nvSpPr>
        <p:spPr>
          <a:xfrm>
            <a:off x="1605545" y="32616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Freeform 1194"/>
          <p:cNvSpPr/>
          <p:nvPr/>
        </p:nvSpPr>
        <p:spPr>
          <a:xfrm>
            <a:off x="1669903" y="31366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Freeform 1195"/>
          <p:cNvSpPr/>
          <p:nvPr/>
        </p:nvSpPr>
        <p:spPr>
          <a:xfrm>
            <a:off x="1735096" y="26900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Freeform 1196"/>
          <p:cNvSpPr/>
          <p:nvPr/>
        </p:nvSpPr>
        <p:spPr>
          <a:xfrm>
            <a:off x="1570652" y="26310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Freeform 1197"/>
          <p:cNvSpPr/>
          <p:nvPr/>
        </p:nvSpPr>
        <p:spPr>
          <a:xfrm>
            <a:off x="1535257" y="33102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Freeform 1198"/>
          <p:cNvSpPr/>
          <p:nvPr/>
        </p:nvSpPr>
        <p:spPr>
          <a:xfrm>
            <a:off x="1447606" y="30271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Freeform 1199"/>
          <p:cNvSpPr/>
          <p:nvPr/>
        </p:nvSpPr>
        <p:spPr>
          <a:xfrm>
            <a:off x="1524040" y="29597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Freeform 1200"/>
          <p:cNvSpPr/>
          <p:nvPr/>
        </p:nvSpPr>
        <p:spPr>
          <a:xfrm>
            <a:off x="1680508" y="11607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Freeform 1201"/>
          <p:cNvSpPr/>
          <p:nvPr/>
        </p:nvSpPr>
        <p:spPr>
          <a:xfrm>
            <a:off x="1628005" y="15162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Freeform 1202"/>
          <p:cNvSpPr/>
          <p:nvPr/>
        </p:nvSpPr>
        <p:spPr>
          <a:xfrm>
            <a:off x="1514495" y="27162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Freeform 1203"/>
          <p:cNvSpPr/>
          <p:nvPr/>
        </p:nvSpPr>
        <p:spPr>
          <a:xfrm>
            <a:off x="1583245" y="26901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Freeform 1204"/>
          <p:cNvSpPr/>
          <p:nvPr/>
        </p:nvSpPr>
        <p:spPr>
          <a:xfrm>
            <a:off x="1626489" y="31161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Freeform 1205"/>
          <p:cNvSpPr/>
          <p:nvPr/>
        </p:nvSpPr>
        <p:spPr>
          <a:xfrm>
            <a:off x="1677003" y="35275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Freeform 1206"/>
          <p:cNvSpPr/>
          <p:nvPr/>
        </p:nvSpPr>
        <p:spPr>
          <a:xfrm>
            <a:off x="1559643" y="25564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Freeform 1207"/>
          <p:cNvSpPr/>
          <p:nvPr/>
        </p:nvSpPr>
        <p:spPr>
          <a:xfrm>
            <a:off x="1596331" y="30340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Freeform 1208"/>
          <p:cNvSpPr/>
          <p:nvPr/>
        </p:nvSpPr>
        <p:spPr>
          <a:xfrm>
            <a:off x="1428593" y="2539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Freeform 1209"/>
          <p:cNvSpPr/>
          <p:nvPr/>
        </p:nvSpPr>
        <p:spPr>
          <a:xfrm>
            <a:off x="1499951" y="33606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Freeform 1210"/>
          <p:cNvSpPr/>
          <p:nvPr/>
        </p:nvSpPr>
        <p:spPr>
          <a:xfrm>
            <a:off x="1796178" y="29061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Freeform 1211"/>
          <p:cNvSpPr/>
          <p:nvPr/>
        </p:nvSpPr>
        <p:spPr>
          <a:xfrm>
            <a:off x="1389044" y="24124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Freeform 1212"/>
          <p:cNvSpPr/>
          <p:nvPr/>
        </p:nvSpPr>
        <p:spPr>
          <a:xfrm>
            <a:off x="1586985" y="22945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Freeform 1213"/>
          <p:cNvSpPr/>
          <p:nvPr/>
        </p:nvSpPr>
        <p:spPr>
          <a:xfrm>
            <a:off x="1646571" y="22667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Freeform 1214"/>
          <p:cNvSpPr/>
          <p:nvPr/>
        </p:nvSpPr>
        <p:spPr>
          <a:xfrm>
            <a:off x="1583075" y="320897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Freeform 1215"/>
          <p:cNvSpPr/>
          <p:nvPr/>
        </p:nvSpPr>
        <p:spPr>
          <a:xfrm>
            <a:off x="1536669" y="20296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Freeform 1216"/>
          <p:cNvSpPr/>
          <p:nvPr/>
        </p:nvSpPr>
        <p:spPr>
          <a:xfrm>
            <a:off x="1616588" y="29268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Freeform 1217"/>
          <p:cNvSpPr/>
          <p:nvPr/>
        </p:nvSpPr>
        <p:spPr>
          <a:xfrm>
            <a:off x="1622591" y="21499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Freeform 1218"/>
          <p:cNvSpPr/>
          <p:nvPr/>
        </p:nvSpPr>
        <p:spPr>
          <a:xfrm>
            <a:off x="1614337" y="24988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Freeform 1219"/>
          <p:cNvSpPr/>
          <p:nvPr/>
        </p:nvSpPr>
        <p:spPr>
          <a:xfrm>
            <a:off x="1422252" y="32392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Freeform 1220"/>
          <p:cNvSpPr/>
          <p:nvPr/>
        </p:nvSpPr>
        <p:spPr>
          <a:xfrm>
            <a:off x="1607353" y="26644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Freeform 1221"/>
          <p:cNvSpPr/>
          <p:nvPr/>
        </p:nvSpPr>
        <p:spPr>
          <a:xfrm>
            <a:off x="1531645" y="22949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Freeform 1222"/>
          <p:cNvSpPr/>
          <p:nvPr/>
        </p:nvSpPr>
        <p:spPr>
          <a:xfrm>
            <a:off x="1564527" y="21607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Freeform 1223"/>
          <p:cNvSpPr/>
          <p:nvPr/>
        </p:nvSpPr>
        <p:spPr>
          <a:xfrm>
            <a:off x="1647403" y="25694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Freeform 1224"/>
          <p:cNvSpPr/>
          <p:nvPr/>
        </p:nvSpPr>
        <p:spPr>
          <a:xfrm>
            <a:off x="1691664" y="16625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Freeform 1225"/>
          <p:cNvSpPr/>
          <p:nvPr/>
        </p:nvSpPr>
        <p:spPr>
          <a:xfrm>
            <a:off x="1719055" y="19468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Freeform 1226"/>
          <p:cNvSpPr/>
          <p:nvPr/>
        </p:nvSpPr>
        <p:spPr>
          <a:xfrm>
            <a:off x="1570018" y="26322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Freeform 1227"/>
          <p:cNvSpPr/>
          <p:nvPr/>
        </p:nvSpPr>
        <p:spPr>
          <a:xfrm>
            <a:off x="1721968" y="20863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Freeform 1228"/>
          <p:cNvSpPr/>
          <p:nvPr/>
        </p:nvSpPr>
        <p:spPr>
          <a:xfrm>
            <a:off x="1748682" y="14446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Freeform 1229"/>
          <p:cNvSpPr/>
          <p:nvPr/>
        </p:nvSpPr>
        <p:spPr>
          <a:xfrm>
            <a:off x="1744715" y="14301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Freeform 1230"/>
          <p:cNvSpPr/>
          <p:nvPr/>
        </p:nvSpPr>
        <p:spPr>
          <a:xfrm>
            <a:off x="1771793" y="31588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Freeform 1231"/>
          <p:cNvSpPr/>
          <p:nvPr/>
        </p:nvSpPr>
        <p:spPr>
          <a:xfrm>
            <a:off x="1607537" y="29953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Freeform 1232"/>
          <p:cNvSpPr/>
          <p:nvPr/>
        </p:nvSpPr>
        <p:spPr>
          <a:xfrm>
            <a:off x="1604494" y="16879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Freeform 1233"/>
          <p:cNvSpPr/>
          <p:nvPr/>
        </p:nvSpPr>
        <p:spPr>
          <a:xfrm>
            <a:off x="1711382" y="30668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Freeform 1234"/>
          <p:cNvSpPr/>
          <p:nvPr/>
        </p:nvSpPr>
        <p:spPr>
          <a:xfrm>
            <a:off x="1476937" y="32100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Freeform 1235"/>
          <p:cNvSpPr/>
          <p:nvPr/>
        </p:nvSpPr>
        <p:spPr>
          <a:xfrm>
            <a:off x="1645526" y="27566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Freeform 1236"/>
          <p:cNvSpPr/>
          <p:nvPr/>
        </p:nvSpPr>
        <p:spPr>
          <a:xfrm>
            <a:off x="1566365" y="22652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Freeform 1237"/>
          <p:cNvSpPr/>
          <p:nvPr/>
        </p:nvSpPr>
        <p:spPr>
          <a:xfrm>
            <a:off x="1583670" y="25485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Freeform 1238"/>
          <p:cNvSpPr/>
          <p:nvPr/>
        </p:nvSpPr>
        <p:spPr>
          <a:xfrm>
            <a:off x="1436822" y="28457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Freeform 1239"/>
          <p:cNvSpPr/>
          <p:nvPr/>
        </p:nvSpPr>
        <p:spPr>
          <a:xfrm>
            <a:off x="1527855" y="28585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Freeform 1240"/>
          <p:cNvSpPr/>
          <p:nvPr/>
        </p:nvSpPr>
        <p:spPr>
          <a:xfrm>
            <a:off x="1620929" y="28792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Freeform 1241"/>
          <p:cNvSpPr/>
          <p:nvPr/>
        </p:nvSpPr>
        <p:spPr>
          <a:xfrm>
            <a:off x="1718165" y="29698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Freeform 1242"/>
          <p:cNvSpPr/>
          <p:nvPr/>
        </p:nvSpPr>
        <p:spPr>
          <a:xfrm>
            <a:off x="1729031" y="12560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Freeform 1243"/>
          <p:cNvSpPr/>
          <p:nvPr/>
        </p:nvSpPr>
        <p:spPr>
          <a:xfrm>
            <a:off x="1614529" y="23317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Freeform 1244"/>
          <p:cNvSpPr/>
          <p:nvPr/>
        </p:nvSpPr>
        <p:spPr>
          <a:xfrm>
            <a:off x="1602873" y="20122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Freeform 1245"/>
          <p:cNvSpPr/>
          <p:nvPr/>
        </p:nvSpPr>
        <p:spPr>
          <a:xfrm>
            <a:off x="1534259" y="27582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Freeform 1246"/>
          <p:cNvSpPr/>
          <p:nvPr/>
        </p:nvSpPr>
        <p:spPr>
          <a:xfrm>
            <a:off x="1666164" y="25938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Freeform 1247"/>
          <p:cNvSpPr/>
          <p:nvPr/>
        </p:nvSpPr>
        <p:spPr>
          <a:xfrm>
            <a:off x="1596637" y="28799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Freeform 1248"/>
          <p:cNvSpPr/>
          <p:nvPr/>
        </p:nvSpPr>
        <p:spPr>
          <a:xfrm>
            <a:off x="1687937" y="39307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Freeform 1249"/>
          <p:cNvSpPr/>
          <p:nvPr/>
        </p:nvSpPr>
        <p:spPr>
          <a:xfrm>
            <a:off x="1810510" y="32401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Freeform 1250"/>
          <p:cNvSpPr/>
          <p:nvPr/>
        </p:nvSpPr>
        <p:spPr>
          <a:xfrm>
            <a:off x="1619658" y="34746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Freeform 1251"/>
          <p:cNvSpPr/>
          <p:nvPr/>
        </p:nvSpPr>
        <p:spPr>
          <a:xfrm>
            <a:off x="1462941" y="37127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Freeform 1252"/>
          <p:cNvSpPr/>
          <p:nvPr/>
        </p:nvSpPr>
        <p:spPr>
          <a:xfrm>
            <a:off x="1531032" y="31411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Freeform 1253"/>
          <p:cNvSpPr/>
          <p:nvPr/>
        </p:nvSpPr>
        <p:spPr>
          <a:xfrm>
            <a:off x="1467135" y="17747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Freeform 1254"/>
          <p:cNvSpPr/>
          <p:nvPr/>
        </p:nvSpPr>
        <p:spPr>
          <a:xfrm>
            <a:off x="1495060" y="25171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Freeform 1255"/>
          <p:cNvSpPr/>
          <p:nvPr/>
        </p:nvSpPr>
        <p:spPr>
          <a:xfrm>
            <a:off x="1762754" y="17933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Freeform 1256"/>
          <p:cNvSpPr/>
          <p:nvPr/>
        </p:nvSpPr>
        <p:spPr>
          <a:xfrm>
            <a:off x="1647369" y="22702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Freeform 1257"/>
          <p:cNvSpPr/>
          <p:nvPr/>
        </p:nvSpPr>
        <p:spPr>
          <a:xfrm>
            <a:off x="1460500" y="20687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Freeform 1258"/>
          <p:cNvSpPr/>
          <p:nvPr/>
        </p:nvSpPr>
        <p:spPr>
          <a:xfrm>
            <a:off x="1693045" y="29814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Freeform 1259"/>
          <p:cNvSpPr/>
          <p:nvPr/>
        </p:nvSpPr>
        <p:spPr>
          <a:xfrm>
            <a:off x="1757951" y="22089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Freeform 1260"/>
          <p:cNvSpPr/>
          <p:nvPr/>
        </p:nvSpPr>
        <p:spPr>
          <a:xfrm>
            <a:off x="1584624" y="20979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Freeform 1261"/>
          <p:cNvSpPr/>
          <p:nvPr/>
        </p:nvSpPr>
        <p:spPr>
          <a:xfrm>
            <a:off x="1550807" y="28056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Freeform 1262"/>
          <p:cNvSpPr/>
          <p:nvPr/>
        </p:nvSpPr>
        <p:spPr>
          <a:xfrm>
            <a:off x="1587031" y="21897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Freeform 1263"/>
          <p:cNvSpPr/>
          <p:nvPr/>
        </p:nvSpPr>
        <p:spPr>
          <a:xfrm>
            <a:off x="1653568" y="21860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Freeform 1264"/>
          <p:cNvSpPr/>
          <p:nvPr/>
        </p:nvSpPr>
        <p:spPr>
          <a:xfrm>
            <a:off x="1691583" y="27910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Freeform 1265"/>
          <p:cNvSpPr/>
          <p:nvPr/>
        </p:nvSpPr>
        <p:spPr>
          <a:xfrm>
            <a:off x="1749590" y="31017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Freeform 1266"/>
          <p:cNvSpPr/>
          <p:nvPr/>
        </p:nvSpPr>
        <p:spPr>
          <a:xfrm>
            <a:off x="1752828" y="31350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Freeform 1267"/>
          <p:cNvSpPr/>
          <p:nvPr/>
        </p:nvSpPr>
        <p:spPr>
          <a:xfrm>
            <a:off x="1749931" y="24461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Freeform 1268"/>
          <p:cNvSpPr/>
          <p:nvPr/>
        </p:nvSpPr>
        <p:spPr>
          <a:xfrm>
            <a:off x="1768814" y="23157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Freeform 1269"/>
          <p:cNvSpPr/>
          <p:nvPr/>
        </p:nvSpPr>
        <p:spPr>
          <a:xfrm>
            <a:off x="1693874" y="29227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Freeform 1270"/>
          <p:cNvSpPr/>
          <p:nvPr/>
        </p:nvSpPr>
        <p:spPr>
          <a:xfrm>
            <a:off x="1459352" y="24786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Freeform 1271"/>
          <p:cNvSpPr/>
          <p:nvPr/>
        </p:nvSpPr>
        <p:spPr>
          <a:xfrm>
            <a:off x="1609112" y="21837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Freeform 1272"/>
          <p:cNvSpPr/>
          <p:nvPr/>
        </p:nvSpPr>
        <p:spPr>
          <a:xfrm>
            <a:off x="1656704" y="21579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Freeform 1273"/>
          <p:cNvSpPr/>
          <p:nvPr/>
        </p:nvSpPr>
        <p:spPr>
          <a:xfrm>
            <a:off x="1582137" y="16516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Freeform 1274"/>
          <p:cNvSpPr/>
          <p:nvPr/>
        </p:nvSpPr>
        <p:spPr>
          <a:xfrm>
            <a:off x="1720605" y="18007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Freeform 1275"/>
          <p:cNvSpPr/>
          <p:nvPr/>
        </p:nvSpPr>
        <p:spPr>
          <a:xfrm>
            <a:off x="1584588" y="30359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Freeform 1276"/>
          <p:cNvSpPr/>
          <p:nvPr/>
        </p:nvSpPr>
        <p:spPr>
          <a:xfrm>
            <a:off x="1524089" y="15802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Freeform 1277"/>
          <p:cNvSpPr/>
          <p:nvPr/>
        </p:nvSpPr>
        <p:spPr>
          <a:xfrm>
            <a:off x="1777627" y="27809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Freeform 1278"/>
          <p:cNvSpPr/>
          <p:nvPr/>
        </p:nvSpPr>
        <p:spPr>
          <a:xfrm>
            <a:off x="1694368" y="19265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Freeform 1279"/>
          <p:cNvSpPr/>
          <p:nvPr/>
        </p:nvSpPr>
        <p:spPr>
          <a:xfrm>
            <a:off x="1646577" y="24561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Freeform 1280"/>
          <p:cNvSpPr/>
          <p:nvPr/>
        </p:nvSpPr>
        <p:spPr>
          <a:xfrm>
            <a:off x="1722257" y="27165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Freeform 1281"/>
          <p:cNvSpPr/>
          <p:nvPr/>
        </p:nvSpPr>
        <p:spPr>
          <a:xfrm>
            <a:off x="1736787" y="34731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Freeform 1282"/>
          <p:cNvSpPr/>
          <p:nvPr/>
        </p:nvSpPr>
        <p:spPr>
          <a:xfrm>
            <a:off x="1659604" y="25860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Freeform 1283"/>
          <p:cNvSpPr/>
          <p:nvPr/>
        </p:nvSpPr>
        <p:spPr>
          <a:xfrm>
            <a:off x="1360212" y="33384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Freeform 1284"/>
          <p:cNvSpPr/>
          <p:nvPr/>
        </p:nvSpPr>
        <p:spPr>
          <a:xfrm>
            <a:off x="1550850" y="19686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Freeform 1285"/>
          <p:cNvSpPr/>
          <p:nvPr/>
        </p:nvSpPr>
        <p:spPr>
          <a:xfrm>
            <a:off x="1574279" y="16707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Freeform 1286"/>
          <p:cNvSpPr/>
          <p:nvPr/>
        </p:nvSpPr>
        <p:spPr>
          <a:xfrm>
            <a:off x="1517836" y="29251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Freeform 1287"/>
          <p:cNvSpPr/>
          <p:nvPr/>
        </p:nvSpPr>
        <p:spPr>
          <a:xfrm>
            <a:off x="1644375" y="23293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Freeform 1288"/>
          <p:cNvSpPr/>
          <p:nvPr/>
        </p:nvSpPr>
        <p:spPr>
          <a:xfrm>
            <a:off x="1750659" y="28863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Freeform 1289"/>
          <p:cNvSpPr/>
          <p:nvPr/>
        </p:nvSpPr>
        <p:spPr>
          <a:xfrm>
            <a:off x="1571249" y="2833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Freeform 1290"/>
          <p:cNvSpPr/>
          <p:nvPr/>
        </p:nvSpPr>
        <p:spPr>
          <a:xfrm>
            <a:off x="1501722" y="20731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Freeform 1291"/>
          <p:cNvSpPr/>
          <p:nvPr/>
        </p:nvSpPr>
        <p:spPr>
          <a:xfrm>
            <a:off x="1840072" y="25139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Freeform 1292"/>
          <p:cNvSpPr/>
          <p:nvPr/>
        </p:nvSpPr>
        <p:spPr>
          <a:xfrm>
            <a:off x="1574829" y="15498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Freeform 1293"/>
          <p:cNvSpPr/>
          <p:nvPr/>
        </p:nvSpPr>
        <p:spPr>
          <a:xfrm>
            <a:off x="1491224" y="27545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Freeform 1294"/>
          <p:cNvSpPr/>
          <p:nvPr/>
        </p:nvSpPr>
        <p:spPr>
          <a:xfrm>
            <a:off x="1648548" y="19512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Freeform 1295"/>
          <p:cNvSpPr/>
          <p:nvPr/>
        </p:nvSpPr>
        <p:spPr>
          <a:xfrm>
            <a:off x="1668660" y="24402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Freeform 1296"/>
          <p:cNvSpPr/>
          <p:nvPr/>
        </p:nvSpPr>
        <p:spPr>
          <a:xfrm>
            <a:off x="1547699" y="20616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Freeform 1297"/>
          <p:cNvSpPr/>
          <p:nvPr/>
        </p:nvSpPr>
        <p:spPr>
          <a:xfrm>
            <a:off x="1707681" y="27354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Freeform 1298"/>
          <p:cNvSpPr/>
          <p:nvPr/>
        </p:nvSpPr>
        <p:spPr>
          <a:xfrm>
            <a:off x="1570990" y="25199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Freeform 1299"/>
          <p:cNvSpPr/>
          <p:nvPr/>
        </p:nvSpPr>
        <p:spPr>
          <a:xfrm>
            <a:off x="1524388" y="25556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Freeform 1300"/>
          <p:cNvSpPr/>
          <p:nvPr/>
        </p:nvSpPr>
        <p:spPr>
          <a:xfrm>
            <a:off x="1642227" y="29463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Freeform 1301"/>
          <p:cNvSpPr/>
          <p:nvPr/>
        </p:nvSpPr>
        <p:spPr>
          <a:xfrm>
            <a:off x="1705575" y="2134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Freeform 1302"/>
          <p:cNvSpPr/>
          <p:nvPr/>
        </p:nvSpPr>
        <p:spPr>
          <a:xfrm>
            <a:off x="1555315" y="21405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Freeform 1303"/>
          <p:cNvSpPr/>
          <p:nvPr/>
        </p:nvSpPr>
        <p:spPr>
          <a:xfrm>
            <a:off x="1658491" y="21712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Freeform 1304"/>
          <p:cNvSpPr/>
          <p:nvPr/>
        </p:nvSpPr>
        <p:spPr>
          <a:xfrm>
            <a:off x="1613120" y="16597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Freeform 1305"/>
          <p:cNvSpPr/>
          <p:nvPr/>
        </p:nvSpPr>
        <p:spPr>
          <a:xfrm>
            <a:off x="1925268" y="17072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Freeform 1306"/>
          <p:cNvSpPr/>
          <p:nvPr/>
        </p:nvSpPr>
        <p:spPr>
          <a:xfrm>
            <a:off x="1547323" y="26963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Freeform 1307"/>
          <p:cNvSpPr/>
          <p:nvPr/>
        </p:nvSpPr>
        <p:spPr>
          <a:xfrm>
            <a:off x="1771195" y="229080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Freeform 1308"/>
          <p:cNvSpPr/>
          <p:nvPr/>
        </p:nvSpPr>
        <p:spPr>
          <a:xfrm>
            <a:off x="1617522" y="28311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Freeform 1309"/>
          <p:cNvSpPr/>
          <p:nvPr/>
        </p:nvSpPr>
        <p:spPr>
          <a:xfrm>
            <a:off x="1609561" y="24803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Freeform 1310"/>
          <p:cNvSpPr/>
          <p:nvPr/>
        </p:nvSpPr>
        <p:spPr>
          <a:xfrm>
            <a:off x="1700322" y="281821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Freeform 1311"/>
          <p:cNvSpPr/>
          <p:nvPr/>
        </p:nvSpPr>
        <p:spPr>
          <a:xfrm>
            <a:off x="1718757" y="16147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Freeform 1312"/>
          <p:cNvSpPr/>
          <p:nvPr/>
        </p:nvSpPr>
        <p:spPr>
          <a:xfrm>
            <a:off x="1758662" y="22958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Freeform 1313"/>
          <p:cNvSpPr/>
          <p:nvPr/>
        </p:nvSpPr>
        <p:spPr>
          <a:xfrm>
            <a:off x="1658280" y="26112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Freeform 1314"/>
          <p:cNvSpPr/>
          <p:nvPr/>
        </p:nvSpPr>
        <p:spPr>
          <a:xfrm>
            <a:off x="1558894" y="18459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Freeform 1315"/>
          <p:cNvSpPr/>
          <p:nvPr/>
        </p:nvSpPr>
        <p:spPr>
          <a:xfrm>
            <a:off x="1565607" y="36698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Freeform 1316"/>
          <p:cNvSpPr/>
          <p:nvPr/>
        </p:nvSpPr>
        <p:spPr>
          <a:xfrm>
            <a:off x="1677642" y="35850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Freeform 1317"/>
          <p:cNvSpPr/>
          <p:nvPr/>
        </p:nvSpPr>
        <p:spPr>
          <a:xfrm>
            <a:off x="1685264" y="20615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Freeform 1318"/>
          <p:cNvSpPr/>
          <p:nvPr/>
        </p:nvSpPr>
        <p:spPr>
          <a:xfrm>
            <a:off x="1772679" y="24602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Freeform 1319"/>
          <p:cNvSpPr/>
          <p:nvPr/>
        </p:nvSpPr>
        <p:spPr>
          <a:xfrm>
            <a:off x="1667884" y="23572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Freeform 1320"/>
          <p:cNvSpPr/>
          <p:nvPr/>
        </p:nvSpPr>
        <p:spPr>
          <a:xfrm>
            <a:off x="1736534" y="32121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Freeform 1321"/>
          <p:cNvSpPr/>
          <p:nvPr/>
        </p:nvSpPr>
        <p:spPr>
          <a:xfrm>
            <a:off x="1785380" y="25056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Freeform 1322"/>
          <p:cNvSpPr/>
          <p:nvPr/>
        </p:nvSpPr>
        <p:spPr>
          <a:xfrm>
            <a:off x="1640751" y="14068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Freeform 1323"/>
          <p:cNvSpPr/>
          <p:nvPr/>
        </p:nvSpPr>
        <p:spPr>
          <a:xfrm>
            <a:off x="1464203" y="20462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Freeform 1324"/>
          <p:cNvSpPr/>
          <p:nvPr/>
        </p:nvSpPr>
        <p:spPr>
          <a:xfrm>
            <a:off x="1496968" y="24010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Freeform 1325"/>
          <p:cNvSpPr/>
          <p:nvPr/>
        </p:nvSpPr>
        <p:spPr>
          <a:xfrm>
            <a:off x="1469312" y="27310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Freeform 1326"/>
          <p:cNvSpPr/>
          <p:nvPr/>
        </p:nvSpPr>
        <p:spPr>
          <a:xfrm>
            <a:off x="1793383" y="27069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Freeform 1327"/>
          <p:cNvSpPr/>
          <p:nvPr/>
        </p:nvSpPr>
        <p:spPr>
          <a:xfrm>
            <a:off x="1532470" y="36474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Freeform 1328"/>
          <p:cNvSpPr/>
          <p:nvPr/>
        </p:nvSpPr>
        <p:spPr>
          <a:xfrm>
            <a:off x="1754899" y="23533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Freeform 1329"/>
          <p:cNvSpPr/>
          <p:nvPr/>
        </p:nvSpPr>
        <p:spPr>
          <a:xfrm>
            <a:off x="1685781" y="20346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Freeform 1330"/>
          <p:cNvSpPr/>
          <p:nvPr/>
        </p:nvSpPr>
        <p:spPr>
          <a:xfrm>
            <a:off x="1806614" y="33472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Freeform 1331"/>
          <p:cNvSpPr/>
          <p:nvPr/>
        </p:nvSpPr>
        <p:spPr>
          <a:xfrm>
            <a:off x="1730429" y="28516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Freeform 1332"/>
          <p:cNvSpPr/>
          <p:nvPr/>
        </p:nvSpPr>
        <p:spPr>
          <a:xfrm>
            <a:off x="1612171" y="31205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Freeform 1333"/>
          <p:cNvSpPr/>
          <p:nvPr/>
        </p:nvSpPr>
        <p:spPr>
          <a:xfrm>
            <a:off x="1601723" y="30164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Freeform 1334"/>
          <p:cNvSpPr/>
          <p:nvPr/>
        </p:nvSpPr>
        <p:spPr>
          <a:xfrm>
            <a:off x="1632233" y="24640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Freeform 1335"/>
          <p:cNvSpPr/>
          <p:nvPr/>
        </p:nvSpPr>
        <p:spPr>
          <a:xfrm>
            <a:off x="1641870" y="362313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Freeform 1336"/>
          <p:cNvSpPr/>
          <p:nvPr/>
        </p:nvSpPr>
        <p:spPr>
          <a:xfrm>
            <a:off x="1566345" y="21600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Freeform 1337"/>
          <p:cNvSpPr/>
          <p:nvPr/>
        </p:nvSpPr>
        <p:spPr>
          <a:xfrm>
            <a:off x="1619631" y="20843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Freeform 1338"/>
          <p:cNvSpPr/>
          <p:nvPr/>
        </p:nvSpPr>
        <p:spPr>
          <a:xfrm>
            <a:off x="1795280" y="26291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Freeform 1339"/>
          <p:cNvSpPr/>
          <p:nvPr/>
        </p:nvSpPr>
        <p:spPr>
          <a:xfrm>
            <a:off x="1441034" y="38379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Freeform 1340"/>
          <p:cNvSpPr/>
          <p:nvPr/>
        </p:nvSpPr>
        <p:spPr>
          <a:xfrm>
            <a:off x="1650774" y="30332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Freeform 1341"/>
          <p:cNvSpPr/>
          <p:nvPr/>
        </p:nvSpPr>
        <p:spPr>
          <a:xfrm>
            <a:off x="1526100" y="18246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Freeform 1342"/>
          <p:cNvSpPr/>
          <p:nvPr/>
        </p:nvSpPr>
        <p:spPr>
          <a:xfrm>
            <a:off x="1643130" y="39991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Freeform 1343"/>
          <p:cNvSpPr/>
          <p:nvPr/>
        </p:nvSpPr>
        <p:spPr>
          <a:xfrm>
            <a:off x="1712966" y="26814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Freeform 1344"/>
          <p:cNvSpPr/>
          <p:nvPr/>
        </p:nvSpPr>
        <p:spPr>
          <a:xfrm>
            <a:off x="1616959" y="31328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Freeform 1345"/>
          <p:cNvSpPr/>
          <p:nvPr/>
        </p:nvSpPr>
        <p:spPr>
          <a:xfrm>
            <a:off x="1705813" y="20568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Freeform 1346"/>
          <p:cNvSpPr/>
          <p:nvPr/>
        </p:nvSpPr>
        <p:spPr>
          <a:xfrm>
            <a:off x="1453048" y="28590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Freeform 1347"/>
          <p:cNvSpPr/>
          <p:nvPr/>
        </p:nvSpPr>
        <p:spPr>
          <a:xfrm>
            <a:off x="1741543" y="22740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Freeform 1348"/>
          <p:cNvSpPr/>
          <p:nvPr/>
        </p:nvSpPr>
        <p:spPr>
          <a:xfrm>
            <a:off x="1558602" y="21864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Freeform 1349"/>
          <p:cNvSpPr/>
          <p:nvPr/>
        </p:nvSpPr>
        <p:spPr>
          <a:xfrm>
            <a:off x="1689704" y="14975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Freeform 1350"/>
          <p:cNvSpPr/>
          <p:nvPr/>
        </p:nvSpPr>
        <p:spPr>
          <a:xfrm>
            <a:off x="1642639" y="26030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Freeform 1351"/>
          <p:cNvSpPr/>
          <p:nvPr/>
        </p:nvSpPr>
        <p:spPr>
          <a:xfrm>
            <a:off x="1346529" y="22891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Freeform 1352"/>
          <p:cNvSpPr/>
          <p:nvPr/>
        </p:nvSpPr>
        <p:spPr>
          <a:xfrm>
            <a:off x="1542241" y="32981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Freeform 1353"/>
          <p:cNvSpPr/>
          <p:nvPr/>
        </p:nvSpPr>
        <p:spPr>
          <a:xfrm>
            <a:off x="1646711" y="18476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Freeform 1354"/>
          <p:cNvSpPr/>
          <p:nvPr/>
        </p:nvSpPr>
        <p:spPr>
          <a:xfrm>
            <a:off x="1789360" y="29053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Freeform 1355"/>
          <p:cNvSpPr/>
          <p:nvPr/>
        </p:nvSpPr>
        <p:spPr>
          <a:xfrm>
            <a:off x="1653853" y="27970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Freeform 1356"/>
          <p:cNvSpPr/>
          <p:nvPr/>
        </p:nvSpPr>
        <p:spPr>
          <a:xfrm>
            <a:off x="1650689" y="25051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Freeform 1357"/>
          <p:cNvSpPr/>
          <p:nvPr/>
        </p:nvSpPr>
        <p:spPr>
          <a:xfrm>
            <a:off x="1471999" y="33403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Freeform 1358"/>
          <p:cNvSpPr/>
          <p:nvPr/>
        </p:nvSpPr>
        <p:spPr>
          <a:xfrm>
            <a:off x="1776220" y="23690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Freeform 1359"/>
          <p:cNvSpPr/>
          <p:nvPr/>
        </p:nvSpPr>
        <p:spPr>
          <a:xfrm>
            <a:off x="1816435" y="19685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Freeform 1360"/>
          <p:cNvSpPr/>
          <p:nvPr/>
        </p:nvSpPr>
        <p:spPr>
          <a:xfrm>
            <a:off x="1626179" y="23342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Freeform 1361"/>
          <p:cNvSpPr/>
          <p:nvPr/>
        </p:nvSpPr>
        <p:spPr>
          <a:xfrm>
            <a:off x="1599613" y="33544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Freeform 1362"/>
          <p:cNvSpPr/>
          <p:nvPr/>
        </p:nvSpPr>
        <p:spPr>
          <a:xfrm>
            <a:off x="1449923" y="256018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Freeform 1363"/>
          <p:cNvSpPr/>
          <p:nvPr/>
        </p:nvSpPr>
        <p:spPr>
          <a:xfrm>
            <a:off x="1717616" y="20907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Freeform 1364"/>
          <p:cNvSpPr/>
          <p:nvPr/>
        </p:nvSpPr>
        <p:spPr>
          <a:xfrm>
            <a:off x="1912200" y="35112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Freeform 1365"/>
          <p:cNvSpPr/>
          <p:nvPr/>
        </p:nvSpPr>
        <p:spPr>
          <a:xfrm>
            <a:off x="1699836" y="30757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Freeform 1366"/>
          <p:cNvSpPr/>
          <p:nvPr/>
        </p:nvSpPr>
        <p:spPr>
          <a:xfrm>
            <a:off x="1758307" y="20178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Freeform 1367"/>
          <p:cNvSpPr/>
          <p:nvPr/>
        </p:nvSpPr>
        <p:spPr>
          <a:xfrm>
            <a:off x="1681112" y="23466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Freeform 1368"/>
          <p:cNvSpPr/>
          <p:nvPr/>
        </p:nvSpPr>
        <p:spPr>
          <a:xfrm>
            <a:off x="1517749" y="22697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Freeform 1369"/>
          <p:cNvSpPr/>
          <p:nvPr/>
        </p:nvSpPr>
        <p:spPr>
          <a:xfrm>
            <a:off x="1766113" y="14849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Freeform 1370"/>
          <p:cNvSpPr/>
          <p:nvPr/>
        </p:nvSpPr>
        <p:spPr>
          <a:xfrm>
            <a:off x="1491052" y="22390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Freeform 1371"/>
          <p:cNvSpPr/>
          <p:nvPr/>
        </p:nvSpPr>
        <p:spPr>
          <a:xfrm>
            <a:off x="1600586" y="21363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Freeform 1372"/>
          <p:cNvSpPr/>
          <p:nvPr/>
        </p:nvSpPr>
        <p:spPr>
          <a:xfrm>
            <a:off x="1652952" y="10234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Freeform 1373"/>
          <p:cNvSpPr/>
          <p:nvPr/>
        </p:nvSpPr>
        <p:spPr>
          <a:xfrm>
            <a:off x="1717572" y="26089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Freeform 1374"/>
          <p:cNvSpPr/>
          <p:nvPr/>
        </p:nvSpPr>
        <p:spPr>
          <a:xfrm>
            <a:off x="1667622" y="29256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Freeform 1375"/>
          <p:cNvSpPr/>
          <p:nvPr/>
        </p:nvSpPr>
        <p:spPr>
          <a:xfrm>
            <a:off x="1664504" y="22611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Freeform 1376"/>
          <p:cNvSpPr/>
          <p:nvPr/>
        </p:nvSpPr>
        <p:spPr>
          <a:xfrm>
            <a:off x="1541661" y="22550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Freeform 1377"/>
          <p:cNvSpPr/>
          <p:nvPr/>
        </p:nvSpPr>
        <p:spPr>
          <a:xfrm>
            <a:off x="1485190" y="27786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Freeform 1378"/>
          <p:cNvSpPr/>
          <p:nvPr/>
        </p:nvSpPr>
        <p:spPr>
          <a:xfrm>
            <a:off x="1629699" y="30527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Freeform 1379"/>
          <p:cNvSpPr/>
          <p:nvPr/>
        </p:nvSpPr>
        <p:spPr>
          <a:xfrm>
            <a:off x="1547148" y="12407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Freeform 1380"/>
          <p:cNvSpPr/>
          <p:nvPr/>
        </p:nvSpPr>
        <p:spPr>
          <a:xfrm>
            <a:off x="1483220" y="23158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Freeform 1381"/>
          <p:cNvSpPr/>
          <p:nvPr/>
        </p:nvSpPr>
        <p:spPr>
          <a:xfrm>
            <a:off x="1487696" y="28900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Freeform 1382"/>
          <p:cNvSpPr/>
          <p:nvPr/>
        </p:nvSpPr>
        <p:spPr>
          <a:xfrm>
            <a:off x="1570690" y="19964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Freeform 1383"/>
          <p:cNvSpPr/>
          <p:nvPr/>
        </p:nvSpPr>
        <p:spPr>
          <a:xfrm>
            <a:off x="1424941" y="25522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Freeform 1384"/>
          <p:cNvSpPr/>
          <p:nvPr/>
        </p:nvSpPr>
        <p:spPr>
          <a:xfrm>
            <a:off x="1478975" y="26301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Freeform 1385"/>
          <p:cNvSpPr/>
          <p:nvPr/>
        </p:nvSpPr>
        <p:spPr>
          <a:xfrm>
            <a:off x="1448202" y="21882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Freeform 1386"/>
          <p:cNvSpPr/>
          <p:nvPr/>
        </p:nvSpPr>
        <p:spPr>
          <a:xfrm>
            <a:off x="1642619" y="319346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Freeform 1387"/>
          <p:cNvSpPr/>
          <p:nvPr/>
        </p:nvSpPr>
        <p:spPr>
          <a:xfrm>
            <a:off x="1666766" y="23018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Freeform 1388"/>
          <p:cNvSpPr/>
          <p:nvPr/>
        </p:nvSpPr>
        <p:spPr>
          <a:xfrm>
            <a:off x="1837837" y="145593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Freeform 1389"/>
          <p:cNvSpPr/>
          <p:nvPr/>
        </p:nvSpPr>
        <p:spPr>
          <a:xfrm>
            <a:off x="1462922" y="22403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Freeform 1390"/>
          <p:cNvSpPr/>
          <p:nvPr/>
        </p:nvSpPr>
        <p:spPr>
          <a:xfrm>
            <a:off x="1550421" y="26970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Freeform 1391"/>
          <p:cNvSpPr/>
          <p:nvPr/>
        </p:nvSpPr>
        <p:spPr>
          <a:xfrm>
            <a:off x="1720749" y="27679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Freeform 1392"/>
          <p:cNvSpPr/>
          <p:nvPr/>
        </p:nvSpPr>
        <p:spPr>
          <a:xfrm>
            <a:off x="1599932" y="27155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Freeform 1393"/>
          <p:cNvSpPr/>
          <p:nvPr/>
        </p:nvSpPr>
        <p:spPr>
          <a:xfrm>
            <a:off x="1588141" y="26307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Freeform 1394"/>
          <p:cNvSpPr/>
          <p:nvPr/>
        </p:nvSpPr>
        <p:spPr>
          <a:xfrm>
            <a:off x="1805962" y="26978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Freeform 1395"/>
          <p:cNvSpPr/>
          <p:nvPr/>
        </p:nvSpPr>
        <p:spPr>
          <a:xfrm>
            <a:off x="1586921" y="19962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Freeform 1396"/>
          <p:cNvSpPr/>
          <p:nvPr/>
        </p:nvSpPr>
        <p:spPr>
          <a:xfrm>
            <a:off x="1499437" y="34327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Freeform 1397"/>
          <p:cNvSpPr/>
          <p:nvPr/>
        </p:nvSpPr>
        <p:spPr>
          <a:xfrm>
            <a:off x="1482241" y="20257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9" name="Freeform 1398"/>
          <p:cNvSpPr/>
          <p:nvPr/>
        </p:nvSpPr>
        <p:spPr>
          <a:xfrm>
            <a:off x="1659033" y="26989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Freeform 1399"/>
          <p:cNvSpPr/>
          <p:nvPr/>
        </p:nvSpPr>
        <p:spPr>
          <a:xfrm>
            <a:off x="1655775" y="22886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Freeform 1400"/>
          <p:cNvSpPr/>
          <p:nvPr/>
        </p:nvSpPr>
        <p:spPr>
          <a:xfrm>
            <a:off x="1476383" y="31040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Freeform 1401"/>
          <p:cNvSpPr/>
          <p:nvPr/>
        </p:nvSpPr>
        <p:spPr>
          <a:xfrm>
            <a:off x="1517708" y="17727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Freeform 1402"/>
          <p:cNvSpPr/>
          <p:nvPr/>
        </p:nvSpPr>
        <p:spPr>
          <a:xfrm>
            <a:off x="1680323" y="18177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Freeform 1403"/>
          <p:cNvSpPr/>
          <p:nvPr/>
        </p:nvSpPr>
        <p:spPr>
          <a:xfrm>
            <a:off x="1684875" y="19728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Freeform 1404"/>
          <p:cNvSpPr/>
          <p:nvPr/>
        </p:nvSpPr>
        <p:spPr>
          <a:xfrm>
            <a:off x="1554313" y="33142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Freeform 1405"/>
          <p:cNvSpPr/>
          <p:nvPr/>
        </p:nvSpPr>
        <p:spPr>
          <a:xfrm>
            <a:off x="1689684" y="20435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Freeform 1406"/>
          <p:cNvSpPr/>
          <p:nvPr/>
        </p:nvSpPr>
        <p:spPr>
          <a:xfrm>
            <a:off x="1684296" y="22735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Freeform 1407"/>
          <p:cNvSpPr/>
          <p:nvPr/>
        </p:nvSpPr>
        <p:spPr>
          <a:xfrm>
            <a:off x="1432375" y="3363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Freeform 1408"/>
          <p:cNvSpPr/>
          <p:nvPr/>
        </p:nvSpPr>
        <p:spPr>
          <a:xfrm>
            <a:off x="1589739" y="25062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Freeform 1409"/>
          <p:cNvSpPr/>
          <p:nvPr/>
        </p:nvSpPr>
        <p:spPr>
          <a:xfrm>
            <a:off x="1667530" y="229542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Freeform 1410"/>
          <p:cNvSpPr/>
          <p:nvPr/>
        </p:nvSpPr>
        <p:spPr>
          <a:xfrm>
            <a:off x="1561817" y="21915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Freeform 1411"/>
          <p:cNvSpPr/>
          <p:nvPr/>
        </p:nvSpPr>
        <p:spPr>
          <a:xfrm>
            <a:off x="1394308" y="23969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Freeform 1412"/>
          <p:cNvSpPr/>
          <p:nvPr/>
        </p:nvSpPr>
        <p:spPr>
          <a:xfrm>
            <a:off x="1592846" y="23351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Freeform 1413"/>
          <p:cNvSpPr/>
          <p:nvPr/>
        </p:nvSpPr>
        <p:spPr>
          <a:xfrm>
            <a:off x="1703578" y="16941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Freeform 1414"/>
          <p:cNvSpPr/>
          <p:nvPr/>
        </p:nvSpPr>
        <p:spPr>
          <a:xfrm>
            <a:off x="1792187" y="18283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Freeform 1415"/>
          <p:cNvSpPr/>
          <p:nvPr/>
        </p:nvSpPr>
        <p:spPr>
          <a:xfrm>
            <a:off x="1388761" y="40474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Freeform 1416"/>
          <p:cNvSpPr/>
          <p:nvPr/>
        </p:nvSpPr>
        <p:spPr>
          <a:xfrm>
            <a:off x="1902684" y="26651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Freeform 1417"/>
          <p:cNvSpPr/>
          <p:nvPr/>
        </p:nvSpPr>
        <p:spPr>
          <a:xfrm>
            <a:off x="1502546" y="25823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Freeform 1418"/>
          <p:cNvSpPr/>
          <p:nvPr/>
        </p:nvSpPr>
        <p:spPr>
          <a:xfrm>
            <a:off x="1725494" y="344297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Freeform 1419"/>
          <p:cNvSpPr/>
          <p:nvPr/>
        </p:nvSpPr>
        <p:spPr>
          <a:xfrm>
            <a:off x="1755151" y="24419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Freeform 1420"/>
          <p:cNvSpPr/>
          <p:nvPr/>
        </p:nvSpPr>
        <p:spPr>
          <a:xfrm>
            <a:off x="1728281" y="18160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Freeform 1421"/>
          <p:cNvSpPr/>
          <p:nvPr/>
        </p:nvSpPr>
        <p:spPr>
          <a:xfrm>
            <a:off x="1639127" y="30821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Freeform 1422"/>
          <p:cNvSpPr/>
          <p:nvPr/>
        </p:nvSpPr>
        <p:spPr>
          <a:xfrm>
            <a:off x="1498878" y="23106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Freeform 1423"/>
          <p:cNvSpPr/>
          <p:nvPr/>
        </p:nvSpPr>
        <p:spPr>
          <a:xfrm>
            <a:off x="1690148" y="29895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Freeform 1424"/>
          <p:cNvSpPr/>
          <p:nvPr/>
        </p:nvSpPr>
        <p:spPr>
          <a:xfrm>
            <a:off x="1546609" y="28573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Freeform 1425"/>
          <p:cNvSpPr/>
          <p:nvPr/>
        </p:nvSpPr>
        <p:spPr>
          <a:xfrm>
            <a:off x="1353255" y="16920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7" name="Freeform 1426"/>
          <p:cNvSpPr/>
          <p:nvPr/>
        </p:nvSpPr>
        <p:spPr>
          <a:xfrm>
            <a:off x="1925745" y="27872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Freeform 1427"/>
          <p:cNvSpPr/>
          <p:nvPr/>
        </p:nvSpPr>
        <p:spPr>
          <a:xfrm>
            <a:off x="1698872" y="22424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Freeform 1428"/>
          <p:cNvSpPr/>
          <p:nvPr/>
        </p:nvSpPr>
        <p:spPr>
          <a:xfrm>
            <a:off x="1817612" y="350755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Freeform 1429"/>
          <p:cNvSpPr/>
          <p:nvPr/>
        </p:nvSpPr>
        <p:spPr>
          <a:xfrm>
            <a:off x="1525600" y="14833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Freeform 1430"/>
          <p:cNvSpPr/>
          <p:nvPr/>
        </p:nvSpPr>
        <p:spPr>
          <a:xfrm>
            <a:off x="1780109" y="21663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Freeform 1431"/>
          <p:cNvSpPr/>
          <p:nvPr/>
        </p:nvSpPr>
        <p:spPr>
          <a:xfrm>
            <a:off x="1793199" y="25920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Freeform 1432"/>
          <p:cNvSpPr/>
          <p:nvPr/>
        </p:nvSpPr>
        <p:spPr>
          <a:xfrm>
            <a:off x="1789421" y="21810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Freeform 1433"/>
          <p:cNvSpPr/>
          <p:nvPr/>
        </p:nvSpPr>
        <p:spPr>
          <a:xfrm>
            <a:off x="1620853" y="32574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Freeform 1434"/>
          <p:cNvSpPr/>
          <p:nvPr/>
        </p:nvSpPr>
        <p:spPr>
          <a:xfrm>
            <a:off x="1494487" y="185194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Freeform 1435"/>
          <p:cNvSpPr/>
          <p:nvPr/>
        </p:nvSpPr>
        <p:spPr>
          <a:xfrm>
            <a:off x="1604154" y="26687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Freeform 1436"/>
          <p:cNvSpPr/>
          <p:nvPr/>
        </p:nvSpPr>
        <p:spPr>
          <a:xfrm>
            <a:off x="1387479" y="26036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Freeform 1437"/>
          <p:cNvSpPr/>
          <p:nvPr/>
        </p:nvSpPr>
        <p:spPr>
          <a:xfrm>
            <a:off x="1441048" y="27596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Freeform 1438"/>
          <p:cNvSpPr/>
          <p:nvPr/>
        </p:nvSpPr>
        <p:spPr>
          <a:xfrm>
            <a:off x="1632957" y="28078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Freeform 1439"/>
          <p:cNvSpPr/>
          <p:nvPr/>
        </p:nvSpPr>
        <p:spPr>
          <a:xfrm>
            <a:off x="1517066" y="21164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Freeform 1440"/>
          <p:cNvSpPr/>
          <p:nvPr/>
        </p:nvSpPr>
        <p:spPr>
          <a:xfrm>
            <a:off x="1605530" y="23543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Freeform 1441"/>
          <p:cNvSpPr/>
          <p:nvPr/>
        </p:nvSpPr>
        <p:spPr>
          <a:xfrm>
            <a:off x="1611461" y="21397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Freeform 1442"/>
          <p:cNvSpPr/>
          <p:nvPr/>
        </p:nvSpPr>
        <p:spPr>
          <a:xfrm>
            <a:off x="1829663" y="24978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Freeform 1443"/>
          <p:cNvSpPr/>
          <p:nvPr/>
        </p:nvSpPr>
        <p:spPr>
          <a:xfrm>
            <a:off x="1761936" y="22148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Freeform 1444"/>
          <p:cNvSpPr/>
          <p:nvPr/>
        </p:nvSpPr>
        <p:spPr>
          <a:xfrm>
            <a:off x="1618322" y="27201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Freeform 1445"/>
          <p:cNvSpPr/>
          <p:nvPr/>
        </p:nvSpPr>
        <p:spPr>
          <a:xfrm>
            <a:off x="1752445" y="12841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Freeform 1446"/>
          <p:cNvSpPr/>
          <p:nvPr/>
        </p:nvSpPr>
        <p:spPr>
          <a:xfrm>
            <a:off x="1539711" y="33431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8" name="Freeform 1447"/>
          <p:cNvSpPr/>
          <p:nvPr/>
        </p:nvSpPr>
        <p:spPr>
          <a:xfrm>
            <a:off x="1587082" y="18094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Freeform 1448"/>
          <p:cNvSpPr/>
          <p:nvPr/>
        </p:nvSpPr>
        <p:spPr>
          <a:xfrm>
            <a:off x="1720494" y="17514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Freeform 1449"/>
          <p:cNvSpPr/>
          <p:nvPr/>
        </p:nvSpPr>
        <p:spPr>
          <a:xfrm>
            <a:off x="1490294" y="29550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1" name="Freeform 1450"/>
          <p:cNvSpPr/>
          <p:nvPr/>
        </p:nvSpPr>
        <p:spPr>
          <a:xfrm>
            <a:off x="1593278" y="12844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Freeform 1451"/>
          <p:cNvSpPr/>
          <p:nvPr/>
        </p:nvSpPr>
        <p:spPr>
          <a:xfrm>
            <a:off x="1481823" y="19533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Freeform 1452"/>
          <p:cNvSpPr/>
          <p:nvPr/>
        </p:nvSpPr>
        <p:spPr>
          <a:xfrm>
            <a:off x="1635688" y="196654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4" name="Freeform 1453"/>
          <p:cNvSpPr/>
          <p:nvPr/>
        </p:nvSpPr>
        <p:spPr>
          <a:xfrm>
            <a:off x="1797761" y="24778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Freeform 1454"/>
          <p:cNvSpPr/>
          <p:nvPr/>
        </p:nvSpPr>
        <p:spPr>
          <a:xfrm>
            <a:off x="1542666" y="26108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Freeform 1455"/>
          <p:cNvSpPr/>
          <p:nvPr/>
        </p:nvSpPr>
        <p:spPr>
          <a:xfrm>
            <a:off x="1647285" y="26065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7" name="Freeform 1456"/>
          <p:cNvSpPr/>
          <p:nvPr/>
        </p:nvSpPr>
        <p:spPr>
          <a:xfrm>
            <a:off x="1527130" y="228132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Freeform 1457"/>
          <p:cNvSpPr/>
          <p:nvPr/>
        </p:nvSpPr>
        <p:spPr>
          <a:xfrm>
            <a:off x="1500148" y="17333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Freeform 1458"/>
          <p:cNvSpPr/>
          <p:nvPr/>
        </p:nvSpPr>
        <p:spPr>
          <a:xfrm>
            <a:off x="1490916" y="23947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Freeform 1459"/>
          <p:cNvSpPr/>
          <p:nvPr/>
        </p:nvSpPr>
        <p:spPr>
          <a:xfrm>
            <a:off x="1778745" y="29872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Freeform 1460"/>
          <p:cNvSpPr/>
          <p:nvPr/>
        </p:nvSpPr>
        <p:spPr>
          <a:xfrm>
            <a:off x="1875845" y="204608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Freeform 1461"/>
          <p:cNvSpPr/>
          <p:nvPr/>
        </p:nvSpPr>
        <p:spPr>
          <a:xfrm>
            <a:off x="1674796" y="19936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Freeform 1462"/>
          <p:cNvSpPr/>
          <p:nvPr/>
        </p:nvSpPr>
        <p:spPr>
          <a:xfrm>
            <a:off x="1546496" y="21381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Freeform 1463"/>
          <p:cNvSpPr/>
          <p:nvPr/>
        </p:nvSpPr>
        <p:spPr>
          <a:xfrm>
            <a:off x="1698528" y="20888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Freeform 1464"/>
          <p:cNvSpPr/>
          <p:nvPr/>
        </p:nvSpPr>
        <p:spPr>
          <a:xfrm>
            <a:off x="1587357" y="26399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Freeform 1465"/>
          <p:cNvSpPr/>
          <p:nvPr/>
        </p:nvSpPr>
        <p:spPr>
          <a:xfrm>
            <a:off x="1708852" y="29967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Freeform 1466"/>
          <p:cNvSpPr/>
          <p:nvPr/>
        </p:nvSpPr>
        <p:spPr>
          <a:xfrm>
            <a:off x="1654251" y="29637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Freeform 1467"/>
          <p:cNvSpPr/>
          <p:nvPr/>
        </p:nvSpPr>
        <p:spPr>
          <a:xfrm>
            <a:off x="1653043" y="33797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Freeform 1468"/>
          <p:cNvSpPr/>
          <p:nvPr/>
        </p:nvSpPr>
        <p:spPr>
          <a:xfrm>
            <a:off x="1688086" y="23645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Freeform 1469"/>
          <p:cNvSpPr/>
          <p:nvPr/>
        </p:nvSpPr>
        <p:spPr>
          <a:xfrm>
            <a:off x="1561130" y="25383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Freeform 1470"/>
          <p:cNvSpPr/>
          <p:nvPr/>
        </p:nvSpPr>
        <p:spPr>
          <a:xfrm>
            <a:off x="1579864" y="27316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Freeform 1471"/>
          <p:cNvSpPr/>
          <p:nvPr/>
        </p:nvSpPr>
        <p:spPr>
          <a:xfrm>
            <a:off x="1438990" y="40954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Freeform 1472"/>
          <p:cNvSpPr/>
          <p:nvPr/>
        </p:nvSpPr>
        <p:spPr>
          <a:xfrm>
            <a:off x="1575852" y="3169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Freeform 1473"/>
          <p:cNvSpPr/>
          <p:nvPr/>
        </p:nvSpPr>
        <p:spPr>
          <a:xfrm>
            <a:off x="1470967" y="18853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Freeform 1474"/>
          <p:cNvSpPr/>
          <p:nvPr/>
        </p:nvSpPr>
        <p:spPr>
          <a:xfrm>
            <a:off x="1607644" y="28533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Freeform 1475"/>
          <p:cNvSpPr/>
          <p:nvPr/>
        </p:nvSpPr>
        <p:spPr>
          <a:xfrm>
            <a:off x="1520678" y="229756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Freeform 1476"/>
          <p:cNvSpPr/>
          <p:nvPr/>
        </p:nvSpPr>
        <p:spPr>
          <a:xfrm>
            <a:off x="1633951" y="32470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Freeform 1477"/>
          <p:cNvSpPr/>
          <p:nvPr/>
        </p:nvSpPr>
        <p:spPr>
          <a:xfrm>
            <a:off x="1671607" y="17130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Freeform 1478"/>
          <p:cNvSpPr/>
          <p:nvPr/>
        </p:nvSpPr>
        <p:spPr>
          <a:xfrm>
            <a:off x="1471203" y="25711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Freeform 1479"/>
          <p:cNvSpPr/>
          <p:nvPr/>
        </p:nvSpPr>
        <p:spPr>
          <a:xfrm>
            <a:off x="1536121" y="23358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Freeform 1480"/>
          <p:cNvSpPr/>
          <p:nvPr/>
        </p:nvSpPr>
        <p:spPr>
          <a:xfrm>
            <a:off x="1522210" y="12321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Freeform 1481"/>
          <p:cNvSpPr/>
          <p:nvPr/>
        </p:nvSpPr>
        <p:spPr>
          <a:xfrm>
            <a:off x="1702978" y="167091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Freeform 1482"/>
          <p:cNvSpPr/>
          <p:nvPr/>
        </p:nvSpPr>
        <p:spPr>
          <a:xfrm>
            <a:off x="1805661" y="26592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Freeform 1483"/>
          <p:cNvSpPr/>
          <p:nvPr/>
        </p:nvSpPr>
        <p:spPr>
          <a:xfrm>
            <a:off x="1714216" y="28146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Freeform 1484"/>
          <p:cNvSpPr/>
          <p:nvPr/>
        </p:nvSpPr>
        <p:spPr>
          <a:xfrm>
            <a:off x="1585742" y="26695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Freeform 1485"/>
          <p:cNvSpPr/>
          <p:nvPr/>
        </p:nvSpPr>
        <p:spPr>
          <a:xfrm>
            <a:off x="1779842" y="221661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Freeform 1486"/>
          <p:cNvSpPr/>
          <p:nvPr/>
        </p:nvSpPr>
        <p:spPr>
          <a:xfrm>
            <a:off x="1461149" y="2550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Freeform 1487"/>
          <p:cNvSpPr/>
          <p:nvPr/>
        </p:nvSpPr>
        <p:spPr>
          <a:xfrm>
            <a:off x="1783517" y="27073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Freeform 1488"/>
          <p:cNvSpPr/>
          <p:nvPr/>
        </p:nvSpPr>
        <p:spPr>
          <a:xfrm>
            <a:off x="1552923" y="16976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Freeform 1489"/>
          <p:cNvSpPr/>
          <p:nvPr/>
        </p:nvSpPr>
        <p:spPr>
          <a:xfrm>
            <a:off x="1325698" y="25549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Freeform 1490"/>
          <p:cNvSpPr/>
          <p:nvPr/>
        </p:nvSpPr>
        <p:spPr>
          <a:xfrm>
            <a:off x="1906694" y="12463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Freeform 1491"/>
          <p:cNvSpPr/>
          <p:nvPr/>
        </p:nvSpPr>
        <p:spPr>
          <a:xfrm>
            <a:off x="1791932" y="24438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Freeform 1492"/>
          <p:cNvSpPr/>
          <p:nvPr/>
        </p:nvSpPr>
        <p:spPr>
          <a:xfrm>
            <a:off x="1512735" y="152513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Freeform 1493"/>
          <p:cNvSpPr/>
          <p:nvPr/>
        </p:nvSpPr>
        <p:spPr>
          <a:xfrm>
            <a:off x="1641202" y="22993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Freeform 1494"/>
          <p:cNvSpPr/>
          <p:nvPr/>
        </p:nvSpPr>
        <p:spPr>
          <a:xfrm>
            <a:off x="1600176" y="19709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Freeform 1495"/>
          <p:cNvSpPr/>
          <p:nvPr/>
        </p:nvSpPr>
        <p:spPr>
          <a:xfrm>
            <a:off x="1634057" y="28859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Freeform 1496"/>
          <p:cNvSpPr/>
          <p:nvPr/>
        </p:nvSpPr>
        <p:spPr>
          <a:xfrm>
            <a:off x="1464446" y="29559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Freeform 1497"/>
          <p:cNvSpPr/>
          <p:nvPr/>
        </p:nvSpPr>
        <p:spPr>
          <a:xfrm>
            <a:off x="1550218" y="22438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" name="Freeform 1498"/>
          <p:cNvSpPr/>
          <p:nvPr/>
        </p:nvSpPr>
        <p:spPr>
          <a:xfrm>
            <a:off x="1673182" y="19571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Freeform 1499"/>
          <p:cNvSpPr/>
          <p:nvPr/>
        </p:nvSpPr>
        <p:spPr>
          <a:xfrm>
            <a:off x="1646945" y="24712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Freeform 1500"/>
          <p:cNvSpPr/>
          <p:nvPr/>
        </p:nvSpPr>
        <p:spPr>
          <a:xfrm>
            <a:off x="1751411" y="31904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" name="Freeform 1501"/>
          <p:cNvSpPr/>
          <p:nvPr/>
        </p:nvSpPr>
        <p:spPr>
          <a:xfrm>
            <a:off x="1631653" y="32305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Freeform 1502"/>
          <p:cNvSpPr/>
          <p:nvPr/>
        </p:nvSpPr>
        <p:spPr>
          <a:xfrm>
            <a:off x="1874432" y="326679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Freeform 1503"/>
          <p:cNvSpPr/>
          <p:nvPr/>
        </p:nvSpPr>
        <p:spPr>
          <a:xfrm>
            <a:off x="1546556" y="34513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" name="Freeform 1504"/>
          <p:cNvSpPr/>
          <p:nvPr/>
        </p:nvSpPr>
        <p:spPr>
          <a:xfrm>
            <a:off x="1650864" y="24337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Freeform 1505"/>
          <p:cNvSpPr/>
          <p:nvPr/>
        </p:nvSpPr>
        <p:spPr>
          <a:xfrm>
            <a:off x="1418122" y="18831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" name="Freeform 1506"/>
          <p:cNvSpPr/>
          <p:nvPr/>
        </p:nvSpPr>
        <p:spPr>
          <a:xfrm>
            <a:off x="1489067" y="25003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" name="Freeform 1507"/>
          <p:cNvSpPr/>
          <p:nvPr/>
        </p:nvSpPr>
        <p:spPr>
          <a:xfrm>
            <a:off x="1765242" y="37185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Freeform 1508"/>
          <p:cNvSpPr/>
          <p:nvPr/>
        </p:nvSpPr>
        <p:spPr>
          <a:xfrm>
            <a:off x="1522265" y="25964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Freeform 1509"/>
          <p:cNvSpPr/>
          <p:nvPr/>
        </p:nvSpPr>
        <p:spPr>
          <a:xfrm>
            <a:off x="1679891" y="25813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Freeform 1510"/>
          <p:cNvSpPr/>
          <p:nvPr/>
        </p:nvSpPr>
        <p:spPr>
          <a:xfrm>
            <a:off x="1616514" y="13566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Freeform 1511"/>
          <p:cNvSpPr/>
          <p:nvPr/>
        </p:nvSpPr>
        <p:spPr>
          <a:xfrm>
            <a:off x="1511380" y="32830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Freeform 1512"/>
          <p:cNvSpPr/>
          <p:nvPr/>
        </p:nvSpPr>
        <p:spPr>
          <a:xfrm>
            <a:off x="1585868" y="27048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Freeform 1513"/>
          <p:cNvSpPr/>
          <p:nvPr/>
        </p:nvSpPr>
        <p:spPr>
          <a:xfrm>
            <a:off x="1568111" y="15682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Freeform 1514"/>
          <p:cNvSpPr/>
          <p:nvPr/>
        </p:nvSpPr>
        <p:spPr>
          <a:xfrm>
            <a:off x="1570985" y="224909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Freeform 1515"/>
          <p:cNvSpPr/>
          <p:nvPr/>
        </p:nvSpPr>
        <p:spPr>
          <a:xfrm>
            <a:off x="1703740" y="21876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7" name="Freeform 1516"/>
          <p:cNvSpPr/>
          <p:nvPr/>
        </p:nvSpPr>
        <p:spPr>
          <a:xfrm>
            <a:off x="1692907" y="24309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Freeform 1517"/>
          <p:cNvSpPr/>
          <p:nvPr/>
        </p:nvSpPr>
        <p:spPr>
          <a:xfrm>
            <a:off x="1561351" y="23141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9" name="Freeform 1518"/>
          <p:cNvSpPr/>
          <p:nvPr/>
        </p:nvSpPr>
        <p:spPr>
          <a:xfrm>
            <a:off x="1526084" y="20714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0" name="Freeform 1519"/>
          <p:cNvSpPr/>
          <p:nvPr/>
        </p:nvSpPr>
        <p:spPr>
          <a:xfrm>
            <a:off x="1653325" y="29319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Freeform 1520"/>
          <p:cNvSpPr/>
          <p:nvPr/>
        </p:nvSpPr>
        <p:spPr>
          <a:xfrm>
            <a:off x="1612423" y="20170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2" name="Freeform 1521"/>
          <p:cNvSpPr/>
          <p:nvPr/>
        </p:nvSpPr>
        <p:spPr>
          <a:xfrm>
            <a:off x="1733123" y="32374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3" name="Freeform 1522"/>
          <p:cNvSpPr/>
          <p:nvPr/>
        </p:nvSpPr>
        <p:spPr>
          <a:xfrm>
            <a:off x="1907174" y="23150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Freeform 1523"/>
          <p:cNvSpPr/>
          <p:nvPr/>
        </p:nvSpPr>
        <p:spPr>
          <a:xfrm>
            <a:off x="1713294" y="23961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5" name="Freeform 1524"/>
          <p:cNvSpPr/>
          <p:nvPr/>
        </p:nvSpPr>
        <p:spPr>
          <a:xfrm>
            <a:off x="1619406" y="282718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6" name="Freeform 1525"/>
          <p:cNvSpPr/>
          <p:nvPr/>
        </p:nvSpPr>
        <p:spPr>
          <a:xfrm>
            <a:off x="1604717" y="25053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7" name="Freeform 1526"/>
          <p:cNvSpPr/>
          <p:nvPr/>
        </p:nvSpPr>
        <p:spPr>
          <a:xfrm>
            <a:off x="1531476" y="28305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8" name="Freeform 1527"/>
          <p:cNvSpPr/>
          <p:nvPr/>
        </p:nvSpPr>
        <p:spPr>
          <a:xfrm>
            <a:off x="1526130" y="30740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9" name="Freeform 1528"/>
          <p:cNvSpPr/>
          <p:nvPr/>
        </p:nvSpPr>
        <p:spPr>
          <a:xfrm>
            <a:off x="1515781" y="26847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0" name="Freeform 1529"/>
          <p:cNvSpPr/>
          <p:nvPr/>
        </p:nvSpPr>
        <p:spPr>
          <a:xfrm>
            <a:off x="1580831" y="30915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1" name="Freeform 1530"/>
          <p:cNvSpPr/>
          <p:nvPr/>
        </p:nvSpPr>
        <p:spPr>
          <a:xfrm>
            <a:off x="1577428" y="231805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2" name="Freeform 1531"/>
          <p:cNvSpPr/>
          <p:nvPr/>
        </p:nvSpPr>
        <p:spPr>
          <a:xfrm>
            <a:off x="1702683" y="31165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Freeform 1532"/>
          <p:cNvSpPr/>
          <p:nvPr/>
        </p:nvSpPr>
        <p:spPr>
          <a:xfrm>
            <a:off x="1580439" y="21070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4" name="Freeform 1533"/>
          <p:cNvSpPr/>
          <p:nvPr/>
        </p:nvSpPr>
        <p:spPr>
          <a:xfrm>
            <a:off x="1601999" y="31336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5" name="Freeform 1534"/>
          <p:cNvSpPr/>
          <p:nvPr/>
        </p:nvSpPr>
        <p:spPr>
          <a:xfrm>
            <a:off x="1492796" y="28000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Freeform 1535"/>
          <p:cNvSpPr/>
          <p:nvPr/>
        </p:nvSpPr>
        <p:spPr>
          <a:xfrm>
            <a:off x="1799052" y="28316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" name="Freeform 1536"/>
          <p:cNvSpPr/>
          <p:nvPr/>
        </p:nvSpPr>
        <p:spPr>
          <a:xfrm>
            <a:off x="1677357" y="17746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" name="Freeform 1537"/>
          <p:cNvSpPr/>
          <p:nvPr/>
        </p:nvSpPr>
        <p:spPr>
          <a:xfrm>
            <a:off x="1814488" y="23139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Freeform 1538"/>
          <p:cNvSpPr/>
          <p:nvPr/>
        </p:nvSpPr>
        <p:spPr>
          <a:xfrm>
            <a:off x="1708369" y="26078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" name="Freeform 1539"/>
          <p:cNvSpPr/>
          <p:nvPr/>
        </p:nvSpPr>
        <p:spPr>
          <a:xfrm>
            <a:off x="1782477" y="22226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" name="Freeform 1540"/>
          <p:cNvSpPr/>
          <p:nvPr/>
        </p:nvSpPr>
        <p:spPr>
          <a:xfrm>
            <a:off x="1596540" y="36354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Freeform 1541"/>
          <p:cNvSpPr/>
          <p:nvPr/>
        </p:nvSpPr>
        <p:spPr>
          <a:xfrm>
            <a:off x="1699841" y="25164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" name="Freeform 1542"/>
          <p:cNvSpPr/>
          <p:nvPr/>
        </p:nvSpPr>
        <p:spPr>
          <a:xfrm>
            <a:off x="1912545" y="14100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" name="Freeform 1543"/>
          <p:cNvSpPr/>
          <p:nvPr/>
        </p:nvSpPr>
        <p:spPr>
          <a:xfrm>
            <a:off x="1492233" y="24213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Freeform 1544"/>
          <p:cNvSpPr/>
          <p:nvPr/>
        </p:nvSpPr>
        <p:spPr>
          <a:xfrm>
            <a:off x="1748954" y="24562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Freeform 1545"/>
          <p:cNvSpPr/>
          <p:nvPr/>
        </p:nvSpPr>
        <p:spPr>
          <a:xfrm>
            <a:off x="1804761" y="21958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" name="Freeform 1546"/>
          <p:cNvSpPr/>
          <p:nvPr/>
        </p:nvSpPr>
        <p:spPr>
          <a:xfrm>
            <a:off x="1668172" y="20075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Freeform 1547"/>
          <p:cNvSpPr/>
          <p:nvPr/>
        </p:nvSpPr>
        <p:spPr>
          <a:xfrm>
            <a:off x="1704981" y="35759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Freeform 1548"/>
          <p:cNvSpPr/>
          <p:nvPr/>
        </p:nvSpPr>
        <p:spPr>
          <a:xfrm>
            <a:off x="1760012" y="34051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" name="Freeform 1549"/>
          <p:cNvSpPr/>
          <p:nvPr/>
        </p:nvSpPr>
        <p:spPr>
          <a:xfrm>
            <a:off x="1551416" y="23790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Freeform 1550"/>
          <p:cNvSpPr/>
          <p:nvPr/>
        </p:nvSpPr>
        <p:spPr>
          <a:xfrm>
            <a:off x="1667775" y="28806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Freeform 1551"/>
          <p:cNvSpPr/>
          <p:nvPr/>
        </p:nvSpPr>
        <p:spPr>
          <a:xfrm>
            <a:off x="1528127" y="17817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3" name="Freeform 1552"/>
          <p:cNvSpPr/>
          <p:nvPr/>
        </p:nvSpPr>
        <p:spPr>
          <a:xfrm>
            <a:off x="1549175" y="26639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Freeform 1553"/>
          <p:cNvSpPr/>
          <p:nvPr/>
        </p:nvSpPr>
        <p:spPr>
          <a:xfrm>
            <a:off x="1555560" y="35418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Freeform 1554"/>
          <p:cNvSpPr/>
          <p:nvPr/>
        </p:nvSpPr>
        <p:spPr>
          <a:xfrm>
            <a:off x="1607475" y="31805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6" name="Freeform 1555"/>
          <p:cNvSpPr/>
          <p:nvPr/>
        </p:nvSpPr>
        <p:spPr>
          <a:xfrm>
            <a:off x="1639144" y="39838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Freeform 1556"/>
          <p:cNvSpPr/>
          <p:nvPr/>
        </p:nvSpPr>
        <p:spPr>
          <a:xfrm>
            <a:off x="1672655" y="26199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Freeform 1557"/>
          <p:cNvSpPr/>
          <p:nvPr/>
        </p:nvSpPr>
        <p:spPr>
          <a:xfrm>
            <a:off x="1467910" y="25951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Freeform 1558"/>
          <p:cNvSpPr/>
          <p:nvPr/>
        </p:nvSpPr>
        <p:spPr>
          <a:xfrm>
            <a:off x="1839938" y="27231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Freeform 1559"/>
          <p:cNvSpPr/>
          <p:nvPr/>
        </p:nvSpPr>
        <p:spPr>
          <a:xfrm>
            <a:off x="1749731" y="19081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Freeform 1560"/>
          <p:cNvSpPr/>
          <p:nvPr/>
        </p:nvSpPr>
        <p:spPr>
          <a:xfrm>
            <a:off x="1702665" y="18432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2" name="Freeform 1561"/>
          <p:cNvSpPr/>
          <p:nvPr/>
        </p:nvSpPr>
        <p:spPr>
          <a:xfrm>
            <a:off x="1583912" y="25854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Freeform 1562"/>
          <p:cNvSpPr/>
          <p:nvPr/>
        </p:nvSpPr>
        <p:spPr>
          <a:xfrm>
            <a:off x="1613354" y="36503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Freeform 1563"/>
          <p:cNvSpPr/>
          <p:nvPr/>
        </p:nvSpPr>
        <p:spPr>
          <a:xfrm>
            <a:off x="1683153" y="21583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Freeform 1564"/>
          <p:cNvSpPr/>
          <p:nvPr/>
        </p:nvSpPr>
        <p:spPr>
          <a:xfrm>
            <a:off x="1668206" y="21919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Freeform 1565"/>
          <p:cNvSpPr/>
          <p:nvPr/>
        </p:nvSpPr>
        <p:spPr>
          <a:xfrm>
            <a:off x="1439010" y="23253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Freeform 1566"/>
          <p:cNvSpPr/>
          <p:nvPr/>
        </p:nvSpPr>
        <p:spPr>
          <a:xfrm>
            <a:off x="1704346" y="19609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Freeform 1567"/>
          <p:cNvSpPr/>
          <p:nvPr/>
        </p:nvSpPr>
        <p:spPr>
          <a:xfrm>
            <a:off x="1942792" y="31245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Freeform 1568"/>
          <p:cNvSpPr/>
          <p:nvPr/>
        </p:nvSpPr>
        <p:spPr>
          <a:xfrm>
            <a:off x="1420586" y="14039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Freeform 1569"/>
          <p:cNvSpPr/>
          <p:nvPr/>
        </p:nvSpPr>
        <p:spPr>
          <a:xfrm>
            <a:off x="1732203" y="30132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Freeform 1570"/>
          <p:cNvSpPr/>
          <p:nvPr/>
        </p:nvSpPr>
        <p:spPr>
          <a:xfrm>
            <a:off x="1663612" y="20868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Freeform 1571"/>
          <p:cNvSpPr/>
          <p:nvPr/>
        </p:nvSpPr>
        <p:spPr>
          <a:xfrm>
            <a:off x="1610882" y="34078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Freeform 1572"/>
          <p:cNvSpPr/>
          <p:nvPr/>
        </p:nvSpPr>
        <p:spPr>
          <a:xfrm>
            <a:off x="1773638" y="29974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4" name="Freeform 1573"/>
          <p:cNvSpPr/>
          <p:nvPr/>
        </p:nvSpPr>
        <p:spPr>
          <a:xfrm>
            <a:off x="1493296" y="167094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Freeform 1574"/>
          <p:cNvSpPr/>
          <p:nvPr/>
        </p:nvSpPr>
        <p:spPr>
          <a:xfrm>
            <a:off x="1640997" y="26345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Freeform 1575"/>
          <p:cNvSpPr/>
          <p:nvPr/>
        </p:nvSpPr>
        <p:spPr>
          <a:xfrm>
            <a:off x="1783795" y="20376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7" name="Freeform 1576"/>
          <p:cNvSpPr/>
          <p:nvPr/>
        </p:nvSpPr>
        <p:spPr>
          <a:xfrm>
            <a:off x="1601502" y="23645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Freeform 1577"/>
          <p:cNvSpPr/>
          <p:nvPr/>
        </p:nvSpPr>
        <p:spPr>
          <a:xfrm>
            <a:off x="1577201" y="2549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Freeform 1578"/>
          <p:cNvSpPr/>
          <p:nvPr/>
        </p:nvSpPr>
        <p:spPr>
          <a:xfrm>
            <a:off x="1635742" y="175363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0" name="Freeform 1579"/>
          <p:cNvSpPr/>
          <p:nvPr/>
        </p:nvSpPr>
        <p:spPr>
          <a:xfrm>
            <a:off x="1574260" y="26213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Freeform 1580"/>
          <p:cNvSpPr/>
          <p:nvPr/>
        </p:nvSpPr>
        <p:spPr>
          <a:xfrm>
            <a:off x="1793124" y="34584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Freeform 1581"/>
          <p:cNvSpPr/>
          <p:nvPr/>
        </p:nvSpPr>
        <p:spPr>
          <a:xfrm>
            <a:off x="1523437" y="29285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3" name="Freeform 1582"/>
          <p:cNvSpPr/>
          <p:nvPr/>
        </p:nvSpPr>
        <p:spPr>
          <a:xfrm>
            <a:off x="1719072" y="21942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Freeform 1583"/>
          <p:cNvSpPr/>
          <p:nvPr/>
        </p:nvSpPr>
        <p:spPr>
          <a:xfrm>
            <a:off x="1485478" y="22786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Freeform 1584"/>
          <p:cNvSpPr/>
          <p:nvPr/>
        </p:nvSpPr>
        <p:spPr>
          <a:xfrm>
            <a:off x="1696675" y="33426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6" name="Freeform 1585"/>
          <p:cNvSpPr/>
          <p:nvPr/>
        </p:nvSpPr>
        <p:spPr>
          <a:xfrm>
            <a:off x="1611590" y="28857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Freeform 1586"/>
          <p:cNvSpPr/>
          <p:nvPr/>
        </p:nvSpPr>
        <p:spPr>
          <a:xfrm>
            <a:off x="1339084" y="28084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Freeform 1587"/>
          <p:cNvSpPr/>
          <p:nvPr/>
        </p:nvSpPr>
        <p:spPr>
          <a:xfrm>
            <a:off x="1622465" y="26912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9" name="Freeform 1588"/>
          <p:cNvSpPr/>
          <p:nvPr/>
        </p:nvSpPr>
        <p:spPr>
          <a:xfrm>
            <a:off x="1505793" y="32390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Freeform 1589"/>
          <p:cNvSpPr/>
          <p:nvPr/>
        </p:nvSpPr>
        <p:spPr>
          <a:xfrm>
            <a:off x="1574257" y="28337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Freeform 1590"/>
          <p:cNvSpPr/>
          <p:nvPr/>
        </p:nvSpPr>
        <p:spPr>
          <a:xfrm>
            <a:off x="1792310" y="28880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Freeform 1591"/>
          <p:cNvSpPr/>
          <p:nvPr/>
        </p:nvSpPr>
        <p:spPr>
          <a:xfrm>
            <a:off x="1500251" y="20747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Freeform 1592"/>
          <p:cNvSpPr/>
          <p:nvPr/>
        </p:nvSpPr>
        <p:spPr>
          <a:xfrm>
            <a:off x="1506524" y="20543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Freeform 1593"/>
          <p:cNvSpPr/>
          <p:nvPr/>
        </p:nvSpPr>
        <p:spPr>
          <a:xfrm>
            <a:off x="1781540" y="25721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5" name="Freeform 1594"/>
          <p:cNvSpPr/>
          <p:nvPr/>
        </p:nvSpPr>
        <p:spPr>
          <a:xfrm>
            <a:off x="1635873" y="27056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Freeform 1595"/>
          <p:cNvSpPr/>
          <p:nvPr/>
        </p:nvSpPr>
        <p:spPr>
          <a:xfrm>
            <a:off x="1792650" y="24171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Freeform 1596"/>
          <p:cNvSpPr/>
          <p:nvPr/>
        </p:nvSpPr>
        <p:spPr>
          <a:xfrm>
            <a:off x="1658703" y="29357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Freeform 1597"/>
          <p:cNvSpPr/>
          <p:nvPr/>
        </p:nvSpPr>
        <p:spPr>
          <a:xfrm>
            <a:off x="1526088" y="31148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Freeform 1598"/>
          <p:cNvSpPr/>
          <p:nvPr/>
        </p:nvSpPr>
        <p:spPr>
          <a:xfrm>
            <a:off x="1615830" y="30028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Freeform 1599"/>
          <p:cNvSpPr/>
          <p:nvPr/>
        </p:nvSpPr>
        <p:spPr>
          <a:xfrm>
            <a:off x="1758353" y="28372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1" name="Freeform 1600"/>
          <p:cNvSpPr/>
          <p:nvPr/>
        </p:nvSpPr>
        <p:spPr>
          <a:xfrm>
            <a:off x="1726621" y="31238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Freeform 1601"/>
          <p:cNvSpPr/>
          <p:nvPr/>
        </p:nvSpPr>
        <p:spPr>
          <a:xfrm>
            <a:off x="1623219" y="24051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Freeform 1602"/>
          <p:cNvSpPr/>
          <p:nvPr/>
        </p:nvSpPr>
        <p:spPr>
          <a:xfrm>
            <a:off x="1628486" y="20974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Freeform 1603"/>
          <p:cNvSpPr/>
          <p:nvPr/>
        </p:nvSpPr>
        <p:spPr>
          <a:xfrm>
            <a:off x="1610745" y="33535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5" name="Freeform 1604"/>
          <p:cNvSpPr/>
          <p:nvPr/>
        </p:nvSpPr>
        <p:spPr>
          <a:xfrm>
            <a:off x="1559507" y="24794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Freeform 1605"/>
          <p:cNvSpPr/>
          <p:nvPr/>
        </p:nvSpPr>
        <p:spPr>
          <a:xfrm>
            <a:off x="1835563" y="26122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Freeform 1606"/>
          <p:cNvSpPr/>
          <p:nvPr/>
        </p:nvSpPr>
        <p:spPr>
          <a:xfrm>
            <a:off x="1623913" y="2307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8" name="Freeform 1607"/>
          <p:cNvSpPr/>
          <p:nvPr/>
        </p:nvSpPr>
        <p:spPr>
          <a:xfrm>
            <a:off x="1498719" y="25000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Freeform 1608"/>
          <p:cNvSpPr/>
          <p:nvPr/>
        </p:nvSpPr>
        <p:spPr>
          <a:xfrm>
            <a:off x="1570659" y="32811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0" name="Freeform 1609"/>
          <p:cNvSpPr/>
          <p:nvPr/>
        </p:nvSpPr>
        <p:spPr>
          <a:xfrm>
            <a:off x="1703013" y="31774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1" name="Freeform 1610"/>
          <p:cNvSpPr/>
          <p:nvPr/>
        </p:nvSpPr>
        <p:spPr>
          <a:xfrm>
            <a:off x="1693679" y="2477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Freeform 1611"/>
          <p:cNvSpPr/>
          <p:nvPr/>
        </p:nvSpPr>
        <p:spPr>
          <a:xfrm>
            <a:off x="1608038" y="19352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3" name="Freeform 1612"/>
          <p:cNvSpPr/>
          <p:nvPr/>
        </p:nvSpPr>
        <p:spPr>
          <a:xfrm>
            <a:off x="1549602" y="36934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4" name="Freeform 1613"/>
          <p:cNvSpPr/>
          <p:nvPr/>
        </p:nvSpPr>
        <p:spPr>
          <a:xfrm>
            <a:off x="1625751" y="230562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Freeform 1614"/>
          <p:cNvSpPr/>
          <p:nvPr/>
        </p:nvSpPr>
        <p:spPr>
          <a:xfrm>
            <a:off x="1439050" y="184809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6" name="Freeform 1615"/>
          <p:cNvSpPr/>
          <p:nvPr/>
        </p:nvSpPr>
        <p:spPr>
          <a:xfrm>
            <a:off x="1479941" y="257602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7" name="Freeform 1616"/>
          <p:cNvSpPr/>
          <p:nvPr/>
        </p:nvSpPr>
        <p:spPr>
          <a:xfrm>
            <a:off x="1710992" y="21947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8" name="Freeform 1617"/>
          <p:cNvSpPr/>
          <p:nvPr/>
        </p:nvSpPr>
        <p:spPr>
          <a:xfrm>
            <a:off x="1570407" y="287423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Freeform 1618"/>
          <p:cNvSpPr/>
          <p:nvPr/>
        </p:nvSpPr>
        <p:spPr>
          <a:xfrm>
            <a:off x="1664359" y="2557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0" name="Freeform 1619"/>
          <p:cNvSpPr/>
          <p:nvPr/>
        </p:nvSpPr>
        <p:spPr>
          <a:xfrm>
            <a:off x="1757119" y="33718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1" name="Freeform 1620"/>
          <p:cNvSpPr/>
          <p:nvPr/>
        </p:nvSpPr>
        <p:spPr>
          <a:xfrm>
            <a:off x="1694572" y="3764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Freeform 1621"/>
          <p:cNvSpPr/>
          <p:nvPr/>
        </p:nvSpPr>
        <p:spPr>
          <a:xfrm>
            <a:off x="1625389" y="19819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3" name="Freeform 1622"/>
          <p:cNvSpPr/>
          <p:nvPr/>
        </p:nvSpPr>
        <p:spPr>
          <a:xfrm>
            <a:off x="1857183" y="30270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4" name="Freeform 1623"/>
          <p:cNvSpPr/>
          <p:nvPr/>
        </p:nvSpPr>
        <p:spPr>
          <a:xfrm>
            <a:off x="1696561" y="27400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Freeform 1624"/>
          <p:cNvSpPr/>
          <p:nvPr/>
        </p:nvSpPr>
        <p:spPr>
          <a:xfrm>
            <a:off x="1584133" y="32447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6" name="Freeform 1625"/>
          <p:cNvSpPr/>
          <p:nvPr/>
        </p:nvSpPr>
        <p:spPr>
          <a:xfrm>
            <a:off x="1703642" y="32574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7" name="Freeform 1626"/>
          <p:cNvSpPr/>
          <p:nvPr/>
        </p:nvSpPr>
        <p:spPr>
          <a:xfrm>
            <a:off x="1667982" y="25873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Freeform 1627"/>
          <p:cNvSpPr/>
          <p:nvPr/>
        </p:nvSpPr>
        <p:spPr>
          <a:xfrm>
            <a:off x="1528985" y="28886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9" name="Freeform 1628"/>
          <p:cNvSpPr/>
          <p:nvPr/>
        </p:nvSpPr>
        <p:spPr>
          <a:xfrm>
            <a:off x="1631147" y="22881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0" name="Freeform 1629"/>
          <p:cNvSpPr/>
          <p:nvPr/>
        </p:nvSpPr>
        <p:spPr>
          <a:xfrm>
            <a:off x="1604976" y="22477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Freeform 1630"/>
          <p:cNvSpPr/>
          <p:nvPr/>
        </p:nvSpPr>
        <p:spPr>
          <a:xfrm>
            <a:off x="1406865" y="23191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2" name="Freeform 1631"/>
          <p:cNvSpPr/>
          <p:nvPr/>
        </p:nvSpPr>
        <p:spPr>
          <a:xfrm>
            <a:off x="1604160" y="23636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3" name="Freeform 1632"/>
          <p:cNvSpPr/>
          <p:nvPr/>
        </p:nvSpPr>
        <p:spPr>
          <a:xfrm>
            <a:off x="1591986" y="16376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Freeform 1633"/>
          <p:cNvSpPr/>
          <p:nvPr/>
        </p:nvSpPr>
        <p:spPr>
          <a:xfrm>
            <a:off x="1574914" y="30718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5" name="Freeform 1634"/>
          <p:cNvSpPr/>
          <p:nvPr/>
        </p:nvSpPr>
        <p:spPr>
          <a:xfrm>
            <a:off x="1442215" y="25228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6" name="Freeform 1635"/>
          <p:cNvSpPr/>
          <p:nvPr/>
        </p:nvSpPr>
        <p:spPr>
          <a:xfrm>
            <a:off x="1584113" y="18789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Freeform 1636"/>
          <p:cNvSpPr/>
          <p:nvPr/>
        </p:nvSpPr>
        <p:spPr>
          <a:xfrm>
            <a:off x="1618757" y="18074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8" name="Freeform 1637"/>
          <p:cNvSpPr/>
          <p:nvPr/>
        </p:nvSpPr>
        <p:spPr>
          <a:xfrm>
            <a:off x="1634332" y="32638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9" name="Freeform 1638"/>
          <p:cNvSpPr/>
          <p:nvPr/>
        </p:nvSpPr>
        <p:spPr>
          <a:xfrm>
            <a:off x="1498243" y="26624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Freeform 1639"/>
          <p:cNvSpPr/>
          <p:nvPr/>
        </p:nvSpPr>
        <p:spPr>
          <a:xfrm>
            <a:off x="1692680" y="17567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1" name="Freeform 1640"/>
          <p:cNvSpPr/>
          <p:nvPr/>
        </p:nvSpPr>
        <p:spPr>
          <a:xfrm>
            <a:off x="1489437" y="22176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2" name="Freeform 1641"/>
          <p:cNvSpPr/>
          <p:nvPr/>
        </p:nvSpPr>
        <p:spPr>
          <a:xfrm>
            <a:off x="1598513" y="23871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Freeform 1642"/>
          <p:cNvSpPr/>
          <p:nvPr/>
        </p:nvSpPr>
        <p:spPr>
          <a:xfrm>
            <a:off x="1766647" y="26110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4" name="Freeform 1643"/>
          <p:cNvSpPr/>
          <p:nvPr/>
        </p:nvSpPr>
        <p:spPr>
          <a:xfrm>
            <a:off x="1546981" y="27011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5" name="Freeform 1644"/>
          <p:cNvSpPr/>
          <p:nvPr/>
        </p:nvSpPr>
        <p:spPr>
          <a:xfrm>
            <a:off x="1566959" y="23367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Freeform 1645"/>
          <p:cNvSpPr/>
          <p:nvPr/>
        </p:nvSpPr>
        <p:spPr>
          <a:xfrm>
            <a:off x="1741154" y="26298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7" name="Freeform 1646"/>
          <p:cNvSpPr/>
          <p:nvPr/>
        </p:nvSpPr>
        <p:spPr>
          <a:xfrm>
            <a:off x="1580897" y="25161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8" name="Freeform 1647"/>
          <p:cNvSpPr/>
          <p:nvPr/>
        </p:nvSpPr>
        <p:spPr>
          <a:xfrm>
            <a:off x="1590467" y="24504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Freeform 1648"/>
          <p:cNvSpPr/>
          <p:nvPr/>
        </p:nvSpPr>
        <p:spPr>
          <a:xfrm>
            <a:off x="1647444" y="28606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0" name="Freeform 1649"/>
          <p:cNvSpPr/>
          <p:nvPr/>
        </p:nvSpPr>
        <p:spPr>
          <a:xfrm>
            <a:off x="1738487" y="22045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1" name="Freeform 1650"/>
          <p:cNvSpPr/>
          <p:nvPr/>
        </p:nvSpPr>
        <p:spPr>
          <a:xfrm>
            <a:off x="1380862" y="9130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Freeform 1651"/>
          <p:cNvSpPr/>
          <p:nvPr/>
        </p:nvSpPr>
        <p:spPr>
          <a:xfrm>
            <a:off x="1532067" y="34564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3" name="Freeform 1652"/>
          <p:cNvSpPr/>
          <p:nvPr/>
        </p:nvSpPr>
        <p:spPr>
          <a:xfrm>
            <a:off x="1512411" y="23173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4" name="Freeform 1653"/>
          <p:cNvSpPr/>
          <p:nvPr/>
        </p:nvSpPr>
        <p:spPr>
          <a:xfrm>
            <a:off x="1503907" y="29052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Freeform 1654"/>
          <p:cNvSpPr/>
          <p:nvPr/>
        </p:nvSpPr>
        <p:spPr>
          <a:xfrm>
            <a:off x="1529220" y="21800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6" name="Freeform 1655"/>
          <p:cNvSpPr/>
          <p:nvPr/>
        </p:nvSpPr>
        <p:spPr>
          <a:xfrm>
            <a:off x="1530957" y="24678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7" name="Freeform 1656"/>
          <p:cNvSpPr/>
          <p:nvPr/>
        </p:nvSpPr>
        <p:spPr>
          <a:xfrm>
            <a:off x="1656200" y="208001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Freeform 1657"/>
          <p:cNvSpPr/>
          <p:nvPr/>
        </p:nvSpPr>
        <p:spPr>
          <a:xfrm>
            <a:off x="1525546" y="18557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9" name="Freeform 1658"/>
          <p:cNvSpPr/>
          <p:nvPr/>
        </p:nvSpPr>
        <p:spPr>
          <a:xfrm>
            <a:off x="1636556" y="23887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0" name="Freeform 1659"/>
          <p:cNvSpPr/>
          <p:nvPr/>
        </p:nvSpPr>
        <p:spPr>
          <a:xfrm>
            <a:off x="1667134" y="18793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1" name="Freeform 1660"/>
          <p:cNvSpPr/>
          <p:nvPr/>
        </p:nvSpPr>
        <p:spPr>
          <a:xfrm>
            <a:off x="1543098" y="37640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Freeform 1661"/>
          <p:cNvSpPr/>
          <p:nvPr/>
        </p:nvSpPr>
        <p:spPr>
          <a:xfrm>
            <a:off x="1637443" y="16307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3" name="Freeform 1662"/>
          <p:cNvSpPr/>
          <p:nvPr/>
        </p:nvSpPr>
        <p:spPr>
          <a:xfrm>
            <a:off x="1802576" y="22897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4" name="Freeform 1663"/>
          <p:cNvSpPr/>
          <p:nvPr/>
        </p:nvSpPr>
        <p:spPr>
          <a:xfrm>
            <a:off x="1658430" y="19086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Freeform 1664"/>
          <p:cNvSpPr/>
          <p:nvPr/>
        </p:nvSpPr>
        <p:spPr>
          <a:xfrm>
            <a:off x="1553269" y="31544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6" name="Freeform 1665"/>
          <p:cNvSpPr/>
          <p:nvPr/>
        </p:nvSpPr>
        <p:spPr>
          <a:xfrm>
            <a:off x="1616006" y="29434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7" name="Freeform 1666"/>
          <p:cNvSpPr/>
          <p:nvPr/>
        </p:nvSpPr>
        <p:spPr>
          <a:xfrm>
            <a:off x="1522785" y="24139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Freeform 1667"/>
          <p:cNvSpPr/>
          <p:nvPr/>
        </p:nvSpPr>
        <p:spPr>
          <a:xfrm>
            <a:off x="1652769" y="25022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9" name="Freeform 1668"/>
          <p:cNvSpPr/>
          <p:nvPr/>
        </p:nvSpPr>
        <p:spPr>
          <a:xfrm>
            <a:off x="1717522" y="233959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0" name="Freeform 1669"/>
          <p:cNvSpPr/>
          <p:nvPr/>
        </p:nvSpPr>
        <p:spPr>
          <a:xfrm>
            <a:off x="1533482" y="19050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Freeform 1670"/>
          <p:cNvSpPr/>
          <p:nvPr/>
        </p:nvSpPr>
        <p:spPr>
          <a:xfrm>
            <a:off x="1600235" y="34500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2" name="Freeform 1671"/>
          <p:cNvSpPr/>
          <p:nvPr/>
        </p:nvSpPr>
        <p:spPr>
          <a:xfrm>
            <a:off x="1744785" y="19650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3" name="Freeform 1672"/>
          <p:cNvSpPr/>
          <p:nvPr/>
        </p:nvSpPr>
        <p:spPr>
          <a:xfrm>
            <a:off x="1568726" y="24885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Freeform 1673"/>
          <p:cNvSpPr/>
          <p:nvPr/>
        </p:nvSpPr>
        <p:spPr>
          <a:xfrm>
            <a:off x="1643672" y="26035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5" name="Freeform 1674"/>
          <p:cNvSpPr/>
          <p:nvPr/>
        </p:nvSpPr>
        <p:spPr>
          <a:xfrm>
            <a:off x="1511211" y="32906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6" name="Freeform 1675"/>
          <p:cNvSpPr/>
          <p:nvPr/>
        </p:nvSpPr>
        <p:spPr>
          <a:xfrm>
            <a:off x="1533606" y="22203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Freeform 1676"/>
          <p:cNvSpPr/>
          <p:nvPr/>
        </p:nvSpPr>
        <p:spPr>
          <a:xfrm>
            <a:off x="1567124" y="38018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8" name="Freeform 1677"/>
          <p:cNvSpPr/>
          <p:nvPr/>
        </p:nvSpPr>
        <p:spPr>
          <a:xfrm>
            <a:off x="1855935" y="21415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9" name="Freeform 1678"/>
          <p:cNvSpPr/>
          <p:nvPr/>
        </p:nvSpPr>
        <p:spPr>
          <a:xfrm>
            <a:off x="1579363" y="33020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Freeform 1679"/>
          <p:cNvSpPr/>
          <p:nvPr/>
        </p:nvSpPr>
        <p:spPr>
          <a:xfrm>
            <a:off x="1566429" y="24640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1" name="Freeform 1680"/>
          <p:cNvSpPr/>
          <p:nvPr/>
        </p:nvSpPr>
        <p:spPr>
          <a:xfrm>
            <a:off x="1562874" y="25576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2" name="Freeform 1681"/>
          <p:cNvSpPr/>
          <p:nvPr/>
        </p:nvSpPr>
        <p:spPr>
          <a:xfrm>
            <a:off x="1605406" y="18589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Freeform 1682"/>
          <p:cNvSpPr/>
          <p:nvPr/>
        </p:nvSpPr>
        <p:spPr>
          <a:xfrm>
            <a:off x="1693290" y="25899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4" name="Freeform 1683"/>
          <p:cNvSpPr/>
          <p:nvPr/>
        </p:nvSpPr>
        <p:spPr>
          <a:xfrm>
            <a:off x="1643393" y="28693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Freeform 1684"/>
          <p:cNvSpPr/>
          <p:nvPr/>
        </p:nvSpPr>
        <p:spPr>
          <a:xfrm>
            <a:off x="1843258" y="27677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Freeform 1685"/>
          <p:cNvSpPr/>
          <p:nvPr/>
        </p:nvSpPr>
        <p:spPr>
          <a:xfrm>
            <a:off x="1645993" y="18029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7" name="Freeform 1686"/>
          <p:cNvSpPr/>
          <p:nvPr/>
        </p:nvSpPr>
        <p:spPr>
          <a:xfrm>
            <a:off x="1777959" y="22023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Freeform 1687"/>
          <p:cNvSpPr/>
          <p:nvPr/>
        </p:nvSpPr>
        <p:spPr>
          <a:xfrm>
            <a:off x="1652723" y="27021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Freeform 1688"/>
          <p:cNvSpPr/>
          <p:nvPr/>
        </p:nvSpPr>
        <p:spPr>
          <a:xfrm>
            <a:off x="1687904" y="26212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0" name="Freeform 1689"/>
          <p:cNvSpPr/>
          <p:nvPr/>
        </p:nvSpPr>
        <p:spPr>
          <a:xfrm>
            <a:off x="1468692" y="33427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Freeform 1690"/>
          <p:cNvSpPr/>
          <p:nvPr/>
        </p:nvSpPr>
        <p:spPr>
          <a:xfrm>
            <a:off x="1609530" y="22824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2" name="Freeform 1691"/>
          <p:cNvSpPr/>
          <p:nvPr/>
        </p:nvSpPr>
        <p:spPr>
          <a:xfrm>
            <a:off x="1615746" y="34471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3" name="Freeform 1692"/>
          <p:cNvSpPr/>
          <p:nvPr/>
        </p:nvSpPr>
        <p:spPr>
          <a:xfrm>
            <a:off x="1597131" y="20854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Freeform 1693"/>
          <p:cNvSpPr/>
          <p:nvPr/>
        </p:nvSpPr>
        <p:spPr>
          <a:xfrm>
            <a:off x="1392816" y="24233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5" name="Freeform 1694"/>
          <p:cNvSpPr/>
          <p:nvPr/>
        </p:nvSpPr>
        <p:spPr>
          <a:xfrm>
            <a:off x="1717327" y="11989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6" name="Freeform 1695"/>
          <p:cNvSpPr/>
          <p:nvPr/>
        </p:nvSpPr>
        <p:spPr>
          <a:xfrm>
            <a:off x="1581706" y="30895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Freeform 1696"/>
          <p:cNvSpPr/>
          <p:nvPr/>
        </p:nvSpPr>
        <p:spPr>
          <a:xfrm>
            <a:off x="1576259" y="25487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Freeform 1697"/>
          <p:cNvSpPr/>
          <p:nvPr/>
        </p:nvSpPr>
        <p:spPr>
          <a:xfrm>
            <a:off x="1595825" y="1518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9" name="Freeform 1698"/>
          <p:cNvSpPr/>
          <p:nvPr/>
        </p:nvSpPr>
        <p:spPr>
          <a:xfrm>
            <a:off x="1598723" y="18471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0" name="Freeform 1699"/>
          <p:cNvSpPr/>
          <p:nvPr/>
        </p:nvSpPr>
        <p:spPr>
          <a:xfrm>
            <a:off x="1666671" y="28705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Freeform 1700"/>
          <p:cNvSpPr/>
          <p:nvPr/>
        </p:nvSpPr>
        <p:spPr>
          <a:xfrm>
            <a:off x="1487152" y="23716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2" name="Freeform 1701"/>
          <p:cNvSpPr/>
          <p:nvPr/>
        </p:nvSpPr>
        <p:spPr>
          <a:xfrm>
            <a:off x="1523523" y="24919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3" name="Freeform 1702"/>
          <p:cNvSpPr/>
          <p:nvPr/>
        </p:nvSpPr>
        <p:spPr>
          <a:xfrm>
            <a:off x="1654213" y="23401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4" name="Freeform 1703"/>
          <p:cNvSpPr/>
          <p:nvPr/>
        </p:nvSpPr>
        <p:spPr>
          <a:xfrm>
            <a:off x="1638696" y="28718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5" name="Freeform 1704"/>
          <p:cNvSpPr/>
          <p:nvPr/>
        </p:nvSpPr>
        <p:spPr>
          <a:xfrm>
            <a:off x="1582829" y="25414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6" name="Freeform 1705"/>
          <p:cNvSpPr/>
          <p:nvPr/>
        </p:nvSpPr>
        <p:spPr>
          <a:xfrm>
            <a:off x="1561727" y="33594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7" name="Freeform 1706"/>
          <p:cNvSpPr/>
          <p:nvPr/>
        </p:nvSpPr>
        <p:spPr>
          <a:xfrm>
            <a:off x="1533859" y="24198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Freeform 1707"/>
          <p:cNvSpPr/>
          <p:nvPr/>
        </p:nvSpPr>
        <p:spPr>
          <a:xfrm>
            <a:off x="1616879" y="22490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9" name="Freeform 1708"/>
          <p:cNvSpPr/>
          <p:nvPr/>
        </p:nvSpPr>
        <p:spPr>
          <a:xfrm>
            <a:off x="1749432" y="26163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0" name="Freeform 1709"/>
          <p:cNvSpPr/>
          <p:nvPr/>
        </p:nvSpPr>
        <p:spPr>
          <a:xfrm>
            <a:off x="1509936" y="33686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Freeform 1710"/>
          <p:cNvSpPr/>
          <p:nvPr/>
        </p:nvSpPr>
        <p:spPr>
          <a:xfrm>
            <a:off x="1786080" y="19571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2" name="Freeform 1711"/>
          <p:cNvSpPr/>
          <p:nvPr/>
        </p:nvSpPr>
        <p:spPr>
          <a:xfrm>
            <a:off x="1713407" y="22954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3" name="Freeform 1712"/>
          <p:cNvSpPr/>
          <p:nvPr/>
        </p:nvSpPr>
        <p:spPr>
          <a:xfrm>
            <a:off x="1574666" y="28866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Freeform 1713"/>
          <p:cNvSpPr/>
          <p:nvPr/>
        </p:nvSpPr>
        <p:spPr>
          <a:xfrm>
            <a:off x="1706892" y="26451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5" name="Freeform 1714"/>
          <p:cNvSpPr/>
          <p:nvPr/>
        </p:nvSpPr>
        <p:spPr>
          <a:xfrm>
            <a:off x="1466306" y="33066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6" name="Freeform 1715"/>
          <p:cNvSpPr/>
          <p:nvPr/>
        </p:nvSpPr>
        <p:spPr>
          <a:xfrm>
            <a:off x="1437885" y="30489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Freeform 1716"/>
          <p:cNvSpPr/>
          <p:nvPr/>
        </p:nvSpPr>
        <p:spPr>
          <a:xfrm>
            <a:off x="1485146" y="27846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8" name="Freeform 1717"/>
          <p:cNvSpPr/>
          <p:nvPr/>
        </p:nvSpPr>
        <p:spPr>
          <a:xfrm>
            <a:off x="1579289" y="1827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Freeform 1718"/>
          <p:cNvSpPr/>
          <p:nvPr/>
        </p:nvSpPr>
        <p:spPr>
          <a:xfrm>
            <a:off x="1588311" y="28397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Freeform 1719"/>
          <p:cNvSpPr/>
          <p:nvPr/>
        </p:nvSpPr>
        <p:spPr>
          <a:xfrm>
            <a:off x="1568014" y="2145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1" name="Freeform 1720"/>
          <p:cNvSpPr/>
          <p:nvPr/>
        </p:nvSpPr>
        <p:spPr>
          <a:xfrm>
            <a:off x="1633758" y="27849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Freeform 1721"/>
          <p:cNvSpPr/>
          <p:nvPr/>
        </p:nvSpPr>
        <p:spPr>
          <a:xfrm>
            <a:off x="1394712" y="23586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Freeform 1722"/>
          <p:cNvSpPr/>
          <p:nvPr/>
        </p:nvSpPr>
        <p:spPr>
          <a:xfrm>
            <a:off x="1676112" y="25697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4" name="Freeform 1723"/>
          <p:cNvSpPr/>
          <p:nvPr/>
        </p:nvSpPr>
        <p:spPr>
          <a:xfrm>
            <a:off x="1471291" y="20197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Freeform 1724"/>
          <p:cNvSpPr/>
          <p:nvPr/>
        </p:nvSpPr>
        <p:spPr>
          <a:xfrm>
            <a:off x="1552427" y="27830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Freeform 1725"/>
          <p:cNvSpPr/>
          <p:nvPr/>
        </p:nvSpPr>
        <p:spPr>
          <a:xfrm>
            <a:off x="1578957" y="33456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7" name="Freeform 1726"/>
          <p:cNvSpPr/>
          <p:nvPr/>
        </p:nvSpPr>
        <p:spPr>
          <a:xfrm>
            <a:off x="1499435" y="32422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8" name="Freeform 1727"/>
          <p:cNvSpPr/>
          <p:nvPr/>
        </p:nvSpPr>
        <p:spPr>
          <a:xfrm>
            <a:off x="1476458" y="27814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Freeform 1728"/>
          <p:cNvSpPr/>
          <p:nvPr/>
        </p:nvSpPr>
        <p:spPr>
          <a:xfrm>
            <a:off x="1515495" y="31702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0" name="Freeform 1729"/>
          <p:cNvSpPr/>
          <p:nvPr/>
        </p:nvSpPr>
        <p:spPr>
          <a:xfrm>
            <a:off x="1621846" y="22706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1" name="Freeform 1730"/>
          <p:cNvSpPr/>
          <p:nvPr/>
        </p:nvSpPr>
        <p:spPr>
          <a:xfrm>
            <a:off x="1686236" y="27455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Freeform 1731"/>
          <p:cNvSpPr/>
          <p:nvPr/>
        </p:nvSpPr>
        <p:spPr>
          <a:xfrm>
            <a:off x="1683481" y="12056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3" name="Freeform 1732"/>
          <p:cNvSpPr/>
          <p:nvPr/>
        </p:nvSpPr>
        <p:spPr>
          <a:xfrm>
            <a:off x="1516735" y="34351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4" name="Freeform 1733"/>
          <p:cNvSpPr/>
          <p:nvPr/>
        </p:nvSpPr>
        <p:spPr>
          <a:xfrm>
            <a:off x="1538442" y="23826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Freeform 1734"/>
          <p:cNvSpPr/>
          <p:nvPr/>
        </p:nvSpPr>
        <p:spPr>
          <a:xfrm>
            <a:off x="1524640" y="31045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6" name="Freeform 1735"/>
          <p:cNvSpPr/>
          <p:nvPr/>
        </p:nvSpPr>
        <p:spPr>
          <a:xfrm>
            <a:off x="1671241" y="27605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7" name="Freeform 1736"/>
          <p:cNvSpPr/>
          <p:nvPr/>
        </p:nvSpPr>
        <p:spPr>
          <a:xfrm>
            <a:off x="1405167" y="24163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Freeform 1737"/>
          <p:cNvSpPr/>
          <p:nvPr/>
        </p:nvSpPr>
        <p:spPr>
          <a:xfrm>
            <a:off x="1755594" y="37537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9" name="Freeform 1738"/>
          <p:cNvSpPr/>
          <p:nvPr/>
        </p:nvSpPr>
        <p:spPr>
          <a:xfrm>
            <a:off x="1571259" y="23646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0" name="Freeform 1739"/>
          <p:cNvSpPr/>
          <p:nvPr/>
        </p:nvSpPr>
        <p:spPr>
          <a:xfrm>
            <a:off x="1539304" y="14613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Freeform 1740"/>
          <p:cNvSpPr/>
          <p:nvPr/>
        </p:nvSpPr>
        <p:spPr>
          <a:xfrm>
            <a:off x="1659435" y="27388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" name="Freeform 1741"/>
          <p:cNvSpPr/>
          <p:nvPr/>
        </p:nvSpPr>
        <p:spPr>
          <a:xfrm>
            <a:off x="1733587" y="23522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" name="Freeform 1742"/>
          <p:cNvSpPr/>
          <p:nvPr/>
        </p:nvSpPr>
        <p:spPr>
          <a:xfrm>
            <a:off x="1659770" y="19373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Freeform 1743"/>
          <p:cNvSpPr/>
          <p:nvPr/>
        </p:nvSpPr>
        <p:spPr>
          <a:xfrm>
            <a:off x="1735740" y="25819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" name="Freeform 1744"/>
          <p:cNvSpPr/>
          <p:nvPr/>
        </p:nvSpPr>
        <p:spPr>
          <a:xfrm>
            <a:off x="1637495" y="28080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" name="Freeform 1745"/>
          <p:cNvSpPr/>
          <p:nvPr/>
        </p:nvSpPr>
        <p:spPr>
          <a:xfrm>
            <a:off x="1754663" y="37268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Freeform 1746"/>
          <p:cNvSpPr/>
          <p:nvPr/>
        </p:nvSpPr>
        <p:spPr>
          <a:xfrm>
            <a:off x="1756324" y="21455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" name="Freeform 1747"/>
          <p:cNvSpPr/>
          <p:nvPr/>
        </p:nvSpPr>
        <p:spPr>
          <a:xfrm>
            <a:off x="1612480" y="255441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" name="Freeform 1748"/>
          <p:cNvSpPr/>
          <p:nvPr/>
        </p:nvSpPr>
        <p:spPr>
          <a:xfrm>
            <a:off x="1777082" y="30420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Freeform 1749"/>
          <p:cNvSpPr/>
          <p:nvPr/>
        </p:nvSpPr>
        <p:spPr>
          <a:xfrm>
            <a:off x="1640744" y="24244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" name="Freeform 1750"/>
          <p:cNvSpPr/>
          <p:nvPr/>
        </p:nvSpPr>
        <p:spPr>
          <a:xfrm>
            <a:off x="1632417" y="28095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" name="Freeform 1751"/>
          <p:cNvSpPr/>
          <p:nvPr/>
        </p:nvSpPr>
        <p:spPr>
          <a:xfrm>
            <a:off x="1524546" y="27795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Freeform 1752"/>
          <p:cNvSpPr/>
          <p:nvPr/>
        </p:nvSpPr>
        <p:spPr>
          <a:xfrm>
            <a:off x="1592229" y="21643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" name="Freeform 1753"/>
          <p:cNvSpPr/>
          <p:nvPr/>
        </p:nvSpPr>
        <p:spPr>
          <a:xfrm>
            <a:off x="1706304" y="32186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" name="Freeform 1754"/>
          <p:cNvSpPr/>
          <p:nvPr/>
        </p:nvSpPr>
        <p:spPr>
          <a:xfrm>
            <a:off x="1482700" y="19252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Freeform 1755"/>
          <p:cNvSpPr/>
          <p:nvPr/>
        </p:nvSpPr>
        <p:spPr>
          <a:xfrm>
            <a:off x="1692616" y="32508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Freeform 1756"/>
          <p:cNvSpPr/>
          <p:nvPr/>
        </p:nvSpPr>
        <p:spPr>
          <a:xfrm>
            <a:off x="1660415" y="28523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8" name="Freeform 1757"/>
          <p:cNvSpPr/>
          <p:nvPr/>
        </p:nvSpPr>
        <p:spPr>
          <a:xfrm>
            <a:off x="1652814" y="14505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Freeform 1758"/>
          <p:cNvSpPr/>
          <p:nvPr/>
        </p:nvSpPr>
        <p:spPr>
          <a:xfrm>
            <a:off x="1387081" y="18818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Freeform 1759"/>
          <p:cNvSpPr/>
          <p:nvPr/>
        </p:nvSpPr>
        <p:spPr>
          <a:xfrm>
            <a:off x="1612077" y="24401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1" name="Freeform 1760"/>
          <p:cNvSpPr/>
          <p:nvPr/>
        </p:nvSpPr>
        <p:spPr>
          <a:xfrm>
            <a:off x="1692470" y="300297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2" name="Freeform 1761"/>
          <p:cNvSpPr/>
          <p:nvPr/>
        </p:nvSpPr>
        <p:spPr>
          <a:xfrm>
            <a:off x="1541504" y="27800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Freeform 1762"/>
          <p:cNvSpPr/>
          <p:nvPr/>
        </p:nvSpPr>
        <p:spPr>
          <a:xfrm>
            <a:off x="1632782" y="24533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4" name="Freeform 1763"/>
          <p:cNvSpPr/>
          <p:nvPr/>
        </p:nvSpPr>
        <p:spPr>
          <a:xfrm>
            <a:off x="1368726" y="24727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5" name="Freeform 1764"/>
          <p:cNvSpPr/>
          <p:nvPr/>
        </p:nvSpPr>
        <p:spPr>
          <a:xfrm>
            <a:off x="1694945" y="25423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Freeform 1765"/>
          <p:cNvSpPr/>
          <p:nvPr/>
        </p:nvSpPr>
        <p:spPr>
          <a:xfrm>
            <a:off x="1552258" y="250977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7" name="Freeform 1766"/>
          <p:cNvSpPr/>
          <p:nvPr/>
        </p:nvSpPr>
        <p:spPr>
          <a:xfrm>
            <a:off x="1716336" y="26092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8" name="Freeform 1767"/>
          <p:cNvSpPr/>
          <p:nvPr/>
        </p:nvSpPr>
        <p:spPr>
          <a:xfrm>
            <a:off x="1425988" y="32748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Freeform 1768"/>
          <p:cNvSpPr/>
          <p:nvPr/>
        </p:nvSpPr>
        <p:spPr>
          <a:xfrm>
            <a:off x="1697178" y="27730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0" name="Freeform 1769"/>
          <p:cNvSpPr/>
          <p:nvPr/>
        </p:nvSpPr>
        <p:spPr>
          <a:xfrm>
            <a:off x="1597775" y="19971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1" name="Freeform 1770"/>
          <p:cNvSpPr/>
          <p:nvPr/>
        </p:nvSpPr>
        <p:spPr>
          <a:xfrm>
            <a:off x="1709516" y="323491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Freeform 1771"/>
          <p:cNvSpPr/>
          <p:nvPr/>
        </p:nvSpPr>
        <p:spPr>
          <a:xfrm>
            <a:off x="1524093" y="25958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3" name="Freeform 1772"/>
          <p:cNvSpPr/>
          <p:nvPr/>
        </p:nvSpPr>
        <p:spPr>
          <a:xfrm>
            <a:off x="1556962" y="29374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4" name="Freeform 1773"/>
          <p:cNvSpPr/>
          <p:nvPr/>
        </p:nvSpPr>
        <p:spPr>
          <a:xfrm>
            <a:off x="1863010" y="24326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5" name="Freeform 1774"/>
          <p:cNvSpPr/>
          <p:nvPr/>
        </p:nvSpPr>
        <p:spPr>
          <a:xfrm>
            <a:off x="1534337" y="27037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6" name="Freeform 1775"/>
          <p:cNvSpPr/>
          <p:nvPr/>
        </p:nvSpPr>
        <p:spPr>
          <a:xfrm>
            <a:off x="1547594" y="16920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7" name="Freeform 1776"/>
          <p:cNvSpPr/>
          <p:nvPr/>
        </p:nvSpPr>
        <p:spPr>
          <a:xfrm>
            <a:off x="1593534" y="22184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8" name="Freeform 1777"/>
          <p:cNvSpPr/>
          <p:nvPr/>
        </p:nvSpPr>
        <p:spPr>
          <a:xfrm>
            <a:off x="1513733" y="32042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9" name="Freeform 1778"/>
          <p:cNvSpPr/>
          <p:nvPr/>
        </p:nvSpPr>
        <p:spPr>
          <a:xfrm>
            <a:off x="1750472" y="21291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0" name="Freeform 1779"/>
          <p:cNvSpPr/>
          <p:nvPr/>
        </p:nvSpPr>
        <p:spPr>
          <a:xfrm>
            <a:off x="1807656" y="29130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1" name="Freeform 1780"/>
          <p:cNvSpPr/>
          <p:nvPr/>
        </p:nvSpPr>
        <p:spPr>
          <a:xfrm>
            <a:off x="1547800" y="28058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Freeform 1781"/>
          <p:cNvSpPr/>
          <p:nvPr/>
        </p:nvSpPr>
        <p:spPr>
          <a:xfrm>
            <a:off x="1438478" y="23229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3" name="Freeform 1782"/>
          <p:cNvSpPr/>
          <p:nvPr/>
        </p:nvSpPr>
        <p:spPr>
          <a:xfrm>
            <a:off x="1748495" y="27596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4" name="Freeform 1783"/>
          <p:cNvSpPr/>
          <p:nvPr/>
        </p:nvSpPr>
        <p:spPr>
          <a:xfrm>
            <a:off x="1741693" y="20089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5" name="Freeform 1784"/>
          <p:cNvSpPr/>
          <p:nvPr/>
        </p:nvSpPr>
        <p:spPr>
          <a:xfrm>
            <a:off x="1711019" y="29129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Freeform 1785"/>
          <p:cNvSpPr/>
          <p:nvPr/>
        </p:nvSpPr>
        <p:spPr>
          <a:xfrm>
            <a:off x="1746840" y="282862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7" name="Freeform 1786"/>
          <p:cNvSpPr/>
          <p:nvPr/>
        </p:nvSpPr>
        <p:spPr>
          <a:xfrm>
            <a:off x="1530318" y="28489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8" name="Freeform 1787"/>
          <p:cNvSpPr/>
          <p:nvPr/>
        </p:nvSpPr>
        <p:spPr>
          <a:xfrm>
            <a:off x="1605097" y="27997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Freeform 1788"/>
          <p:cNvSpPr/>
          <p:nvPr/>
        </p:nvSpPr>
        <p:spPr>
          <a:xfrm>
            <a:off x="1475056" y="18971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0" name="Freeform 1789"/>
          <p:cNvSpPr/>
          <p:nvPr/>
        </p:nvSpPr>
        <p:spPr>
          <a:xfrm>
            <a:off x="1471413" y="21521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Freeform 1790"/>
          <p:cNvSpPr/>
          <p:nvPr/>
        </p:nvSpPr>
        <p:spPr>
          <a:xfrm>
            <a:off x="1728076" y="1566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Freeform 1791"/>
          <p:cNvSpPr/>
          <p:nvPr/>
        </p:nvSpPr>
        <p:spPr>
          <a:xfrm>
            <a:off x="1551243" y="12636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3" name="Freeform 1792"/>
          <p:cNvSpPr/>
          <p:nvPr/>
        </p:nvSpPr>
        <p:spPr>
          <a:xfrm>
            <a:off x="1866981" y="30518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4" name="Freeform 1793"/>
          <p:cNvSpPr/>
          <p:nvPr/>
        </p:nvSpPr>
        <p:spPr>
          <a:xfrm>
            <a:off x="1631057" y="24548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Freeform 1794"/>
          <p:cNvSpPr/>
          <p:nvPr/>
        </p:nvSpPr>
        <p:spPr>
          <a:xfrm>
            <a:off x="1554612" y="31307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6" name="Freeform 1795"/>
          <p:cNvSpPr/>
          <p:nvPr/>
        </p:nvSpPr>
        <p:spPr>
          <a:xfrm>
            <a:off x="1708476" y="29146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7" name="Freeform 1796"/>
          <p:cNvSpPr/>
          <p:nvPr/>
        </p:nvSpPr>
        <p:spPr>
          <a:xfrm>
            <a:off x="1815813" y="28346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Freeform 1797"/>
          <p:cNvSpPr/>
          <p:nvPr/>
        </p:nvSpPr>
        <p:spPr>
          <a:xfrm>
            <a:off x="1675126" y="30662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9" name="Freeform 1798"/>
          <p:cNvSpPr/>
          <p:nvPr/>
        </p:nvSpPr>
        <p:spPr>
          <a:xfrm>
            <a:off x="1492917" y="30633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0" name="Freeform 1799"/>
          <p:cNvSpPr/>
          <p:nvPr/>
        </p:nvSpPr>
        <p:spPr>
          <a:xfrm>
            <a:off x="1662810" y="25712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Freeform 1800"/>
          <p:cNvSpPr/>
          <p:nvPr/>
        </p:nvSpPr>
        <p:spPr>
          <a:xfrm>
            <a:off x="1770277" y="31527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2" name="Freeform 1801"/>
          <p:cNvSpPr/>
          <p:nvPr/>
        </p:nvSpPr>
        <p:spPr>
          <a:xfrm>
            <a:off x="1570357" y="20364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3" name="Freeform 1802"/>
          <p:cNvSpPr/>
          <p:nvPr/>
        </p:nvSpPr>
        <p:spPr>
          <a:xfrm>
            <a:off x="1540361" y="29906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Freeform 1803"/>
          <p:cNvSpPr/>
          <p:nvPr/>
        </p:nvSpPr>
        <p:spPr>
          <a:xfrm>
            <a:off x="1731857" y="9698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5" name="Freeform 1804"/>
          <p:cNvSpPr/>
          <p:nvPr/>
        </p:nvSpPr>
        <p:spPr>
          <a:xfrm>
            <a:off x="1638095" y="27377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6" name="Freeform 1805"/>
          <p:cNvSpPr/>
          <p:nvPr/>
        </p:nvSpPr>
        <p:spPr>
          <a:xfrm>
            <a:off x="1505177" y="24540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7" name="Freeform 1806"/>
          <p:cNvSpPr/>
          <p:nvPr/>
        </p:nvSpPr>
        <p:spPr>
          <a:xfrm>
            <a:off x="1582498" y="31953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8" name="Freeform 1807"/>
          <p:cNvSpPr/>
          <p:nvPr/>
        </p:nvSpPr>
        <p:spPr>
          <a:xfrm>
            <a:off x="1542284" y="15680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9" name="Freeform 1808"/>
          <p:cNvSpPr/>
          <p:nvPr/>
        </p:nvSpPr>
        <p:spPr>
          <a:xfrm>
            <a:off x="1654815" y="18861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0" name="Freeform 1809"/>
          <p:cNvSpPr/>
          <p:nvPr/>
        </p:nvSpPr>
        <p:spPr>
          <a:xfrm>
            <a:off x="1634855" y="23320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1" name="Freeform 1810"/>
          <p:cNvSpPr/>
          <p:nvPr/>
        </p:nvSpPr>
        <p:spPr>
          <a:xfrm>
            <a:off x="1746192" y="32232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" name="Freeform 1811"/>
          <p:cNvSpPr/>
          <p:nvPr/>
        </p:nvSpPr>
        <p:spPr>
          <a:xfrm>
            <a:off x="1699039" y="23788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3" name="Freeform 1812"/>
          <p:cNvSpPr/>
          <p:nvPr/>
        </p:nvSpPr>
        <p:spPr>
          <a:xfrm>
            <a:off x="1455862" y="31010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4" name="Freeform 1813"/>
          <p:cNvSpPr/>
          <p:nvPr/>
        </p:nvSpPr>
        <p:spPr>
          <a:xfrm>
            <a:off x="1666660" y="17002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5" name="Freeform 1814"/>
          <p:cNvSpPr/>
          <p:nvPr/>
        </p:nvSpPr>
        <p:spPr>
          <a:xfrm>
            <a:off x="1719072" y="20543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6" name="Freeform 1815"/>
          <p:cNvSpPr/>
          <p:nvPr/>
        </p:nvSpPr>
        <p:spPr>
          <a:xfrm>
            <a:off x="1671890" y="24413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7" name="Freeform 1816"/>
          <p:cNvSpPr/>
          <p:nvPr/>
        </p:nvSpPr>
        <p:spPr>
          <a:xfrm>
            <a:off x="1733313" y="3813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8" name="Freeform 1817"/>
          <p:cNvSpPr/>
          <p:nvPr/>
        </p:nvSpPr>
        <p:spPr>
          <a:xfrm>
            <a:off x="1564330" y="30262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9" name="Freeform 1818"/>
          <p:cNvSpPr/>
          <p:nvPr/>
        </p:nvSpPr>
        <p:spPr>
          <a:xfrm>
            <a:off x="1521406" y="21201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0" name="Freeform 1819"/>
          <p:cNvSpPr/>
          <p:nvPr/>
        </p:nvSpPr>
        <p:spPr>
          <a:xfrm>
            <a:off x="1722617" y="18354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1" name="Freeform 1820"/>
          <p:cNvSpPr/>
          <p:nvPr/>
        </p:nvSpPr>
        <p:spPr>
          <a:xfrm>
            <a:off x="1509143" y="18917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2" name="Freeform 1821"/>
          <p:cNvSpPr/>
          <p:nvPr/>
        </p:nvSpPr>
        <p:spPr>
          <a:xfrm>
            <a:off x="1392104" y="335617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3" name="Freeform 1822"/>
          <p:cNvSpPr/>
          <p:nvPr/>
        </p:nvSpPr>
        <p:spPr>
          <a:xfrm>
            <a:off x="1732804" y="23295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4" name="Freeform 1823"/>
          <p:cNvSpPr/>
          <p:nvPr/>
        </p:nvSpPr>
        <p:spPr>
          <a:xfrm>
            <a:off x="1545652" y="19424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5" name="Freeform 1824"/>
          <p:cNvSpPr/>
          <p:nvPr/>
        </p:nvSpPr>
        <p:spPr>
          <a:xfrm>
            <a:off x="1590380" y="33921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6" name="Freeform 1825"/>
          <p:cNvSpPr/>
          <p:nvPr/>
        </p:nvSpPr>
        <p:spPr>
          <a:xfrm>
            <a:off x="1473572" y="24973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7" name="Freeform 1826"/>
          <p:cNvSpPr/>
          <p:nvPr/>
        </p:nvSpPr>
        <p:spPr>
          <a:xfrm>
            <a:off x="1481322" y="23445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8" name="Freeform 1827"/>
          <p:cNvSpPr/>
          <p:nvPr/>
        </p:nvSpPr>
        <p:spPr>
          <a:xfrm>
            <a:off x="1499395" y="26561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9" name="Freeform 1828"/>
          <p:cNvSpPr/>
          <p:nvPr/>
        </p:nvSpPr>
        <p:spPr>
          <a:xfrm>
            <a:off x="1584541" y="34972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0" name="Freeform 1829"/>
          <p:cNvSpPr/>
          <p:nvPr/>
        </p:nvSpPr>
        <p:spPr>
          <a:xfrm>
            <a:off x="1662703" y="26696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1" name="Freeform 1830"/>
          <p:cNvSpPr/>
          <p:nvPr/>
        </p:nvSpPr>
        <p:spPr>
          <a:xfrm>
            <a:off x="1377312" y="26705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2" name="Freeform 1831"/>
          <p:cNvSpPr/>
          <p:nvPr/>
        </p:nvSpPr>
        <p:spPr>
          <a:xfrm>
            <a:off x="1703586" y="25733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3" name="Freeform 1832"/>
          <p:cNvSpPr/>
          <p:nvPr/>
        </p:nvSpPr>
        <p:spPr>
          <a:xfrm>
            <a:off x="1496677" y="27985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4" name="Freeform 1833"/>
          <p:cNvSpPr/>
          <p:nvPr/>
        </p:nvSpPr>
        <p:spPr>
          <a:xfrm>
            <a:off x="1509052" y="27332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5" name="Freeform 1834"/>
          <p:cNvSpPr/>
          <p:nvPr/>
        </p:nvSpPr>
        <p:spPr>
          <a:xfrm>
            <a:off x="1695636" y="25145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6" name="Freeform 1835"/>
          <p:cNvSpPr/>
          <p:nvPr/>
        </p:nvSpPr>
        <p:spPr>
          <a:xfrm>
            <a:off x="1615138" y="22531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7" name="Freeform 1836"/>
          <p:cNvSpPr/>
          <p:nvPr/>
        </p:nvSpPr>
        <p:spPr>
          <a:xfrm>
            <a:off x="1458761" y="2658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8" name="Freeform 1837"/>
          <p:cNvSpPr/>
          <p:nvPr/>
        </p:nvSpPr>
        <p:spPr>
          <a:xfrm>
            <a:off x="1820449" y="271515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9" name="Freeform 1838"/>
          <p:cNvSpPr/>
          <p:nvPr/>
        </p:nvSpPr>
        <p:spPr>
          <a:xfrm>
            <a:off x="1531056" y="24429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0" name="Freeform 1839"/>
          <p:cNvSpPr/>
          <p:nvPr/>
        </p:nvSpPr>
        <p:spPr>
          <a:xfrm>
            <a:off x="1649579" y="35344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1" name="Freeform 1840"/>
          <p:cNvSpPr/>
          <p:nvPr/>
        </p:nvSpPr>
        <p:spPr>
          <a:xfrm>
            <a:off x="1644505" y="22344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2" name="Freeform 1841"/>
          <p:cNvSpPr/>
          <p:nvPr/>
        </p:nvSpPr>
        <p:spPr>
          <a:xfrm>
            <a:off x="1774100" y="24933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3" name="Freeform 1842"/>
          <p:cNvSpPr/>
          <p:nvPr/>
        </p:nvSpPr>
        <p:spPr>
          <a:xfrm>
            <a:off x="1574376" y="24715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4" name="Freeform 1843"/>
          <p:cNvSpPr/>
          <p:nvPr/>
        </p:nvSpPr>
        <p:spPr>
          <a:xfrm>
            <a:off x="1730963" y="19721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5" name="Freeform 1844"/>
          <p:cNvSpPr/>
          <p:nvPr/>
        </p:nvSpPr>
        <p:spPr>
          <a:xfrm>
            <a:off x="1543758" y="35517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6" name="Freeform 1845"/>
          <p:cNvSpPr/>
          <p:nvPr/>
        </p:nvSpPr>
        <p:spPr>
          <a:xfrm>
            <a:off x="1743162" y="35631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7" name="Freeform 1846"/>
          <p:cNvSpPr/>
          <p:nvPr/>
        </p:nvSpPr>
        <p:spPr>
          <a:xfrm>
            <a:off x="1541501" y="23446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8" name="Freeform 1847"/>
          <p:cNvSpPr/>
          <p:nvPr/>
        </p:nvSpPr>
        <p:spPr>
          <a:xfrm>
            <a:off x="1584374" y="24969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9" name="Freeform 1848"/>
          <p:cNvSpPr/>
          <p:nvPr/>
        </p:nvSpPr>
        <p:spPr>
          <a:xfrm>
            <a:off x="1825944" y="2400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0" name="Freeform 1849"/>
          <p:cNvSpPr/>
          <p:nvPr/>
        </p:nvSpPr>
        <p:spPr>
          <a:xfrm>
            <a:off x="1657030" y="27436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1" name="Freeform 1850"/>
          <p:cNvSpPr/>
          <p:nvPr/>
        </p:nvSpPr>
        <p:spPr>
          <a:xfrm>
            <a:off x="1634863" y="21328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2" name="Freeform 1851"/>
          <p:cNvSpPr/>
          <p:nvPr/>
        </p:nvSpPr>
        <p:spPr>
          <a:xfrm>
            <a:off x="1862967" y="19874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3" name="Freeform 1852"/>
          <p:cNvSpPr/>
          <p:nvPr/>
        </p:nvSpPr>
        <p:spPr>
          <a:xfrm>
            <a:off x="1661778" y="22306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4" name="Freeform 1853"/>
          <p:cNvSpPr/>
          <p:nvPr/>
        </p:nvSpPr>
        <p:spPr>
          <a:xfrm>
            <a:off x="1535815" y="26344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5" name="Freeform 1854"/>
          <p:cNvSpPr/>
          <p:nvPr/>
        </p:nvSpPr>
        <p:spPr>
          <a:xfrm>
            <a:off x="1701709" y="36357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6" name="Freeform 1855"/>
          <p:cNvSpPr/>
          <p:nvPr/>
        </p:nvSpPr>
        <p:spPr>
          <a:xfrm>
            <a:off x="1496711" y="20760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7" name="Freeform 1856"/>
          <p:cNvSpPr/>
          <p:nvPr/>
        </p:nvSpPr>
        <p:spPr>
          <a:xfrm>
            <a:off x="1743824" y="18306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8" name="Freeform 1857"/>
          <p:cNvSpPr/>
          <p:nvPr/>
        </p:nvSpPr>
        <p:spPr>
          <a:xfrm>
            <a:off x="1752132" y="21436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9" name="Freeform 1858"/>
          <p:cNvSpPr/>
          <p:nvPr/>
        </p:nvSpPr>
        <p:spPr>
          <a:xfrm>
            <a:off x="1561829" y="29699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0" name="Freeform 1859"/>
          <p:cNvSpPr/>
          <p:nvPr/>
        </p:nvSpPr>
        <p:spPr>
          <a:xfrm>
            <a:off x="1555952" y="21277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1" name="Freeform 1860"/>
          <p:cNvSpPr/>
          <p:nvPr/>
        </p:nvSpPr>
        <p:spPr>
          <a:xfrm>
            <a:off x="1642003" y="202651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2" name="Freeform 1861"/>
          <p:cNvSpPr/>
          <p:nvPr/>
        </p:nvSpPr>
        <p:spPr>
          <a:xfrm>
            <a:off x="1624636" y="16479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3" name="Freeform 1862"/>
          <p:cNvSpPr/>
          <p:nvPr/>
        </p:nvSpPr>
        <p:spPr>
          <a:xfrm>
            <a:off x="1518533" y="29680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4" name="Freeform 1863"/>
          <p:cNvSpPr/>
          <p:nvPr/>
        </p:nvSpPr>
        <p:spPr>
          <a:xfrm>
            <a:off x="1683893" y="26158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5" name="Freeform 1864"/>
          <p:cNvSpPr/>
          <p:nvPr/>
        </p:nvSpPr>
        <p:spPr>
          <a:xfrm>
            <a:off x="1404691" y="20879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6" name="Freeform 1865"/>
          <p:cNvSpPr/>
          <p:nvPr/>
        </p:nvSpPr>
        <p:spPr>
          <a:xfrm>
            <a:off x="1576816" y="24619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7" name="Freeform 1866"/>
          <p:cNvSpPr/>
          <p:nvPr/>
        </p:nvSpPr>
        <p:spPr>
          <a:xfrm>
            <a:off x="1579910" y="30988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8" name="Freeform 1867"/>
          <p:cNvSpPr/>
          <p:nvPr/>
        </p:nvSpPr>
        <p:spPr>
          <a:xfrm>
            <a:off x="1593889" y="22682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9" name="Freeform 1868"/>
          <p:cNvSpPr/>
          <p:nvPr/>
        </p:nvSpPr>
        <p:spPr>
          <a:xfrm>
            <a:off x="1655987" y="21793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0" name="Freeform 1869"/>
          <p:cNvSpPr/>
          <p:nvPr/>
        </p:nvSpPr>
        <p:spPr>
          <a:xfrm>
            <a:off x="1491753" y="24453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1" name="Freeform 1870"/>
          <p:cNvSpPr/>
          <p:nvPr/>
        </p:nvSpPr>
        <p:spPr>
          <a:xfrm>
            <a:off x="1686079" y="23740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2" name="Freeform 1871"/>
          <p:cNvSpPr/>
          <p:nvPr/>
        </p:nvSpPr>
        <p:spPr>
          <a:xfrm>
            <a:off x="1603850" y="26333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3" name="Freeform 1872"/>
          <p:cNvSpPr/>
          <p:nvPr/>
        </p:nvSpPr>
        <p:spPr>
          <a:xfrm>
            <a:off x="1553564" y="16915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4" name="Freeform 1873"/>
          <p:cNvSpPr/>
          <p:nvPr/>
        </p:nvSpPr>
        <p:spPr>
          <a:xfrm>
            <a:off x="1476905" y="29813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5" name="Freeform 1874"/>
          <p:cNvSpPr/>
          <p:nvPr/>
        </p:nvSpPr>
        <p:spPr>
          <a:xfrm>
            <a:off x="1496558" y="28114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6" name="Freeform 1875"/>
          <p:cNvSpPr/>
          <p:nvPr/>
        </p:nvSpPr>
        <p:spPr>
          <a:xfrm>
            <a:off x="1661668" y="24871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7" name="Freeform 1876"/>
          <p:cNvSpPr/>
          <p:nvPr/>
        </p:nvSpPr>
        <p:spPr>
          <a:xfrm>
            <a:off x="1520013" y="20165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8" name="Freeform 1877"/>
          <p:cNvSpPr/>
          <p:nvPr/>
        </p:nvSpPr>
        <p:spPr>
          <a:xfrm>
            <a:off x="1629990" y="33048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9" name="Freeform 1878"/>
          <p:cNvSpPr/>
          <p:nvPr/>
        </p:nvSpPr>
        <p:spPr>
          <a:xfrm>
            <a:off x="1736728" y="32034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0" name="Freeform 1879"/>
          <p:cNvSpPr/>
          <p:nvPr/>
        </p:nvSpPr>
        <p:spPr>
          <a:xfrm>
            <a:off x="1733590" y="35978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1" name="Freeform 1880"/>
          <p:cNvSpPr/>
          <p:nvPr/>
        </p:nvSpPr>
        <p:spPr>
          <a:xfrm>
            <a:off x="1790046" y="24753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2" name="Freeform 1881"/>
          <p:cNvSpPr/>
          <p:nvPr/>
        </p:nvSpPr>
        <p:spPr>
          <a:xfrm>
            <a:off x="1591426" y="30993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3" name="Freeform 1882"/>
          <p:cNvSpPr/>
          <p:nvPr/>
        </p:nvSpPr>
        <p:spPr>
          <a:xfrm>
            <a:off x="1507037" y="27015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4" name="Freeform 1883"/>
          <p:cNvSpPr/>
          <p:nvPr/>
        </p:nvSpPr>
        <p:spPr>
          <a:xfrm>
            <a:off x="1732293" y="21344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5" name="Freeform 1884"/>
          <p:cNvSpPr/>
          <p:nvPr/>
        </p:nvSpPr>
        <p:spPr>
          <a:xfrm>
            <a:off x="1656242" y="28408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6" name="Freeform 1885"/>
          <p:cNvSpPr/>
          <p:nvPr/>
        </p:nvSpPr>
        <p:spPr>
          <a:xfrm>
            <a:off x="1743357" y="23676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7" name="Freeform 1886"/>
          <p:cNvSpPr/>
          <p:nvPr/>
        </p:nvSpPr>
        <p:spPr>
          <a:xfrm>
            <a:off x="1624305" y="26553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8" name="Freeform 1887"/>
          <p:cNvSpPr/>
          <p:nvPr/>
        </p:nvSpPr>
        <p:spPr>
          <a:xfrm>
            <a:off x="1751027" y="21286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9" name="Freeform 1888"/>
          <p:cNvSpPr/>
          <p:nvPr/>
        </p:nvSpPr>
        <p:spPr>
          <a:xfrm>
            <a:off x="1713665" y="22354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0" name="Freeform 1889"/>
          <p:cNvSpPr/>
          <p:nvPr/>
        </p:nvSpPr>
        <p:spPr>
          <a:xfrm>
            <a:off x="1699761" y="286819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1" name="Freeform 1890"/>
          <p:cNvSpPr/>
          <p:nvPr/>
        </p:nvSpPr>
        <p:spPr>
          <a:xfrm>
            <a:off x="1676987" y="25844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2" name="Freeform 1891"/>
          <p:cNvSpPr/>
          <p:nvPr/>
        </p:nvSpPr>
        <p:spPr>
          <a:xfrm>
            <a:off x="1665666" y="19271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3" name="Freeform 1892"/>
          <p:cNvSpPr/>
          <p:nvPr/>
        </p:nvSpPr>
        <p:spPr>
          <a:xfrm>
            <a:off x="1648051" y="22797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4" name="Freeform 1893"/>
          <p:cNvSpPr/>
          <p:nvPr/>
        </p:nvSpPr>
        <p:spPr>
          <a:xfrm>
            <a:off x="1647288" y="32504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5" name="Freeform 1894"/>
          <p:cNvSpPr/>
          <p:nvPr/>
        </p:nvSpPr>
        <p:spPr>
          <a:xfrm>
            <a:off x="1729049" y="213761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6" name="Freeform 1895"/>
          <p:cNvSpPr/>
          <p:nvPr/>
        </p:nvSpPr>
        <p:spPr>
          <a:xfrm>
            <a:off x="1568352" y="30810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7" name="Freeform 1896"/>
          <p:cNvSpPr/>
          <p:nvPr/>
        </p:nvSpPr>
        <p:spPr>
          <a:xfrm>
            <a:off x="1808798" y="17272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8" name="Freeform 1897"/>
          <p:cNvSpPr/>
          <p:nvPr/>
        </p:nvSpPr>
        <p:spPr>
          <a:xfrm>
            <a:off x="1611756" y="19378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9" name="Freeform 1898"/>
          <p:cNvSpPr/>
          <p:nvPr/>
        </p:nvSpPr>
        <p:spPr>
          <a:xfrm>
            <a:off x="1728534" y="23358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0" name="Freeform 1899"/>
          <p:cNvSpPr/>
          <p:nvPr/>
        </p:nvSpPr>
        <p:spPr>
          <a:xfrm>
            <a:off x="1613468" y="24078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1" name="Freeform 1900"/>
          <p:cNvSpPr/>
          <p:nvPr/>
        </p:nvSpPr>
        <p:spPr>
          <a:xfrm>
            <a:off x="1596735" y="26063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2" name="Freeform 1901"/>
          <p:cNvSpPr/>
          <p:nvPr/>
        </p:nvSpPr>
        <p:spPr>
          <a:xfrm>
            <a:off x="1840522" y="21251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3" name="Freeform 1902"/>
          <p:cNvSpPr/>
          <p:nvPr/>
        </p:nvSpPr>
        <p:spPr>
          <a:xfrm>
            <a:off x="1590029" y="26940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4" name="Freeform 1903"/>
          <p:cNvSpPr/>
          <p:nvPr/>
        </p:nvSpPr>
        <p:spPr>
          <a:xfrm>
            <a:off x="1486491" y="23653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5" name="Freeform 1904"/>
          <p:cNvSpPr/>
          <p:nvPr/>
        </p:nvSpPr>
        <p:spPr>
          <a:xfrm>
            <a:off x="1546732" y="20203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6" name="Freeform 1905"/>
          <p:cNvSpPr/>
          <p:nvPr/>
        </p:nvSpPr>
        <p:spPr>
          <a:xfrm>
            <a:off x="1589186" y="27976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7" name="Freeform 1906"/>
          <p:cNvSpPr/>
          <p:nvPr/>
        </p:nvSpPr>
        <p:spPr>
          <a:xfrm>
            <a:off x="1853675" y="28271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8" name="Freeform 1907"/>
          <p:cNvSpPr/>
          <p:nvPr/>
        </p:nvSpPr>
        <p:spPr>
          <a:xfrm>
            <a:off x="1645240" y="31405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9" name="Freeform 1908"/>
          <p:cNvSpPr/>
          <p:nvPr/>
        </p:nvSpPr>
        <p:spPr>
          <a:xfrm>
            <a:off x="1723113" y="307017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0" name="Freeform 1909"/>
          <p:cNvSpPr/>
          <p:nvPr/>
        </p:nvSpPr>
        <p:spPr>
          <a:xfrm>
            <a:off x="1515975" y="34843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1" name="Freeform 1910"/>
          <p:cNvSpPr/>
          <p:nvPr/>
        </p:nvSpPr>
        <p:spPr>
          <a:xfrm>
            <a:off x="1660842" y="20973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2" name="Freeform 1911"/>
          <p:cNvSpPr/>
          <p:nvPr/>
        </p:nvSpPr>
        <p:spPr>
          <a:xfrm>
            <a:off x="1694954" y="15123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3" name="Freeform 1912"/>
          <p:cNvSpPr/>
          <p:nvPr/>
        </p:nvSpPr>
        <p:spPr>
          <a:xfrm>
            <a:off x="1815852" y="17203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4" name="Freeform 1913"/>
          <p:cNvSpPr/>
          <p:nvPr/>
        </p:nvSpPr>
        <p:spPr>
          <a:xfrm>
            <a:off x="1548638" y="33746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5" name="Freeform 1914"/>
          <p:cNvSpPr/>
          <p:nvPr/>
        </p:nvSpPr>
        <p:spPr>
          <a:xfrm>
            <a:off x="1687681" y="21000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6" name="Freeform 1915"/>
          <p:cNvSpPr/>
          <p:nvPr/>
        </p:nvSpPr>
        <p:spPr>
          <a:xfrm>
            <a:off x="1655491" y="17220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7" name="Freeform 1916"/>
          <p:cNvSpPr/>
          <p:nvPr/>
        </p:nvSpPr>
        <p:spPr>
          <a:xfrm>
            <a:off x="1513823" y="27407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8" name="Freeform 1917"/>
          <p:cNvSpPr/>
          <p:nvPr/>
        </p:nvSpPr>
        <p:spPr>
          <a:xfrm>
            <a:off x="1621040" y="24380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9" name="Freeform 1918"/>
          <p:cNvSpPr/>
          <p:nvPr/>
        </p:nvSpPr>
        <p:spPr>
          <a:xfrm>
            <a:off x="1594936" y="35816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0" name="Freeform 1919"/>
          <p:cNvSpPr/>
          <p:nvPr/>
        </p:nvSpPr>
        <p:spPr>
          <a:xfrm>
            <a:off x="1374364" y="23484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1" name="Freeform 1920"/>
          <p:cNvSpPr/>
          <p:nvPr/>
        </p:nvSpPr>
        <p:spPr>
          <a:xfrm>
            <a:off x="1687165" y="30696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2" name="Freeform 1921"/>
          <p:cNvSpPr/>
          <p:nvPr/>
        </p:nvSpPr>
        <p:spPr>
          <a:xfrm>
            <a:off x="1680915" y="23848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3" name="Freeform 1922"/>
          <p:cNvSpPr/>
          <p:nvPr/>
        </p:nvSpPr>
        <p:spPr>
          <a:xfrm>
            <a:off x="1576166" y="33394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4" name="Freeform 1923"/>
          <p:cNvSpPr/>
          <p:nvPr/>
        </p:nvSpPr>
        <p:spPr>
          <a:xfrm>
            <a:off x="1479928" y="21987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5" name="Freeform 1924"/>
          <p:cNvSpPr/>
          <p:nvPr/>
        </p:nvSpPr>
        <p:spPr>
          <a:xfrm>
            <a:off x="1781433" y="19376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6" name="Freeform 1925"/>
          <p:cNvSpPr/>
          <p:nvPr/>
        </p:nvSpPr>
        <p:spPr>
          <a:xfrm>
            <a:off x="1651577" y="29176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7" name="Freeform 1926"/>
          <p:cNvSpPr/>
          <p:nvPr/>
        </p:nvSpPr>
        <p:spPr>
          <a:xfrm>
            <a:off x="1731884" y="31094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8" name="Freeform 1927"/>
          <p:cNvSpPr/>
          <p:nvPr/>
        </p:nvSpPr>
        <p:spPr>
          <a:xfrm>
            <a:off x="1773992" y="366196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9" name="Freeform 1928"/>
          <p:cNvSpPr/>
          <p:nvPr/>
        </p:nvSpPr>
        <p:spPr>
          <a:xfrm>
            <a:off x="1567397" y="26374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0" name="Freeform 1929"/>
          <p:cNvSpPr/>
          <p:nvPr/>
        </p:nvSpPr>
        <p:spPr>
          <a:xfrm>
            <a:off x="1710003" y="28083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1" name="Freeform 1930"/>
          <p:cNvSpPr/>
          <p:nvPr/>
        </p:nvSpPr>
        <p:spPr>
          <a:xfrm>
            <a:off x="1597325" y="33339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2" name="Freeform 1931"/>
          <p:cNvSpPr/>
          <p:nvPr/>
        </p:nvSpPr>
        <p:spPr>
          <a:xfrm>
            <a:off x="1616431" y="22474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3" name="Freeform 1932"/>
          <p:cNvSpPr/>
          <p:nvPr/>
        </p:nvSpPr>
        <p:spPr>
          <a:xfrm>
            <a:off x="1613963" y="27370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4" name="Freeform 1933"/>
          <p:cNvSpPr/>
          <p:nvPr/>
        </p:nvSpPr>
        <p:spPr>
          <a:xfrm>
            <a:off x="1622981" y="30762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5" name="Freeform 1934"/>
          <p:cNvSpPr/>
          <p:nvPr/>
        </p:nvSpPr>
        <p:spPr>
          <a:xfrm>
            <a:off x="1742289" y="27937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6" name="Freeform 1935"/>
          <p:cNvSpPr/>
          <p:nvPr/>
        </p:nvSpPr>
        <p:spPr>
          <a:xfrm>
            <a:off x="1636368" y="19122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7" name="Freeform 1936"/>
          <p:cNvSpPr/>
          <p:nvPr/>
        </p:nvSpPr>
        <p:spPr>
          <a:xfrm>
            <a:off x="1606676" y="21661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8" name="Freeform 1937"/>
          <p:cNvSpPr/>
          <p:nvPr/>
        </p:nvSpPr>
        <p:spPr>
          <a:xfrm>
            <a:off x="1593539" y="25635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9" name="Freeform 1938"/>
          <p:cNvSpPr/>
          <p:nvPr/>
        </p:nvSpPr>
        <p:spPr>
          <a:xfrm>
            <a:off x="1659634" y="21574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0" name="Freeform 1939"/>
          <p:cNvSpPr/>
          <p:nvPr/>
        </p:nvSpPr>
        <p:spPr>
          <a:xfrm>
            <a:off x="1527393" y="31224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1" name="Freeform 1940"/>
          <p:cNvSpPr/>
          <p:nvPr/>
        </p:nvSpPr>
        <p:spPr>
          <a:xfrm>
            <a:off x="1569350" y="24755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2" name="Freeform 1941"/>
          <p:cNvSpPr/>
          <p:nvPr/>
        </p:nvSpPr>
        <p:spPr>
          <a:xfrm>
            <a:off x="1617529" y="24131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3" name="Freeform 1942"/>
          <p:cNvSpPr/>
          <p:nvPr/>
        </p:nvSpPr>
        <p:spPr>
          <a:xfrm>
            <a:off x="1562590" y="27477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4" name="Freeform 1943"/>
          <p:cNvSpPr/>
          <p:nvPr/>
        </p:nvSpPr>
        <p:spPr>
          <a:xfrm>
            <a:off x="1610448" y="22569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5" name="Freeform 1944"/>
          <p:cNvSpPr/>
          <p:nvPr/>
        </p:nvSpPr>
        <p:spPr>
          <a:xfrm>
            <a:off x="1557783" y="29161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6" name="Freeform 1945"/>
          <p:cNvSpPr/>
          <p:nvPr/>
        </p:nvSpPr>
        <p:spPr>
          <a:xfrm>
            <a:off x="1837497" y="22166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7" name="Freeform 1946"/>
          <p:cNvSpPr/>
          <p:nvPr/>
        </p:nvSpPr>
        <p:spPr>
          <a:xfrm>
            <a:off x="1765299" y="21938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8" name="Freeform 1947"/>
          <p:cNvSpPr/>
          <p:nvPr/>
        </p:nvSpPr>
        <p:spPr>
          <a:xfrm>
            <a:off x="1671256" y="40746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9" name="Freeform 1948"/>
          <p:cNvSpPr/>
          <p:nvPr/>
        </p:nvSpPr>
        <p:spPr>
          <a:xfrm>
            <a:off x="1617386" y="18477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0" name="Freeform 1949"/>
          <p:cNvSpPr/>
          <p:nvPr/>
        </p:nvSpPr>
        <p:spPr>
          <a:xfrm>
            <a:off x="1857480" y="414535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1" name="Freeform 1950"/>
          <p:cNvSpPr/>
          <p:nvPr/>
        </p:nvSpPr>
        <p:spPr>
          <a:xfrm>
            <a:off x="1657670" y="28270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2" name="Freeform 1951"/>
          <p:cNvSpPr/>
          <p:nvPr/>
        </p:nvSpPr>
        <p:spPr>
          <a:xfrm>
            <a:off x="1613831" y="19371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3" name="Freeform 1952"/>
          <p:cNvSpPr/>
          <p:nvPr/>
        </p:nvSpPr>
        <p:spPr>
          <a:xfrm>
            <a:off x="1655549" y="26650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4" name="Freeform 1953"/>
          <p:cNvSpPr/>
          <p:nvPr/>
        </p:nvSpPr>
        <p:spPr>
          <a:xfrm>
            <a:off x="1655850" y="328796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5" name="Freeform 1954"/>
          <p:cNvSpPr/>
          <p:nvPr/>
        </p:nvSpPr>
        <p:spPr>
          <a:xfrm>
            <a:off x="1773992" y="30860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6" name="Freeform 1955"/>
          <p:cNvSpPr/>
          <p:nvPr/>
        </p:nvSpPr>
        <p:spPr>
          <a:xfrm>
            <a:off x="1621093" y="19363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7" name="Freeform 1956"/>
          <p:cNvSpPr/>
          <p:nvPr/>
        </p:nvSpPr>
        <p:spPr>
          <a:xfrm>
            <a:off x="1847699" y="35348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8" name="Freeform 1957"/>
          <p:cNvSpPr/>
          <p:nvPr/>
        </p:nvSpPr>
        <p:spPr>
          <a:xfrm>
            <a:off x="1528767" y="18809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9" name="Freeform 1958"/>
          <p:cNvSpPr/>
          <p:nvPr/>
        </p:nvSpPr>
        <p:spPr>
          <a:xfrm>
            <a:off x="1697368" y="25229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0" name="Freeform 1959"/>
          <p:cNvSpPr/>
          <p:nvPr/>
        </p:nvSpPr>
        <p:spPr>
          <a:xfrm>
            <a:off x="1515951" y="31395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1" name="Freeform 1960"/>
          <p:cNvSpPr/>
          <p:nvPr/>
        </p:nvSpPr>
        <p:spPr>
          <a:xfrm>
            <a:off x="1817508" y="28091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2" name="Freeform 1961"/>
          <p:cNvSpPr/>
          <p:nvPr/>
        </p:nvSpPr>
        <p:spPr>
          <a:xfrm>
            <a:off x="1587759" y="30445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3" name="Freeform 1962"/>
          <p:cNvSpPr/>
          <p:nvPr/>
        </p:nvSpPr>
        <p:spPr>
          <a:xfrm>
            <a:off x="1616897" y="20234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4" name="Freeform 1963"/>
          <p:cNvSpPr/>
          <p:nvPr/>
        </p:nvSpPr>
        <p:spPr>
          <a:xfrm>
            <a:off x="1721993" y="20959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5" name="Freeform 1964"/>
          <p:cNvSpPr/>
          <p:nvPr/>
        </p:nvSpPr>
        <p:spPr>
          <a:xfrm>
            <a:off x="1757413" y="34251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6" name="Freeform 1965"/>
          <p:cNvSpPr/>
          <p:nvPr/>
        </p:nvSpPr>
        <p:spPr>
          <a:xfrm>
            <a:off x="1504178" y="27118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7" name="Freeform 1966"/>
          <p:cNvSpPr/>
          <p:nvPr/>
        </p:nvSpPr>
        <p:spPr>
          <a:xfrm>
            <a:off x="1586091" y="29610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8" name="Freeform 1967"/>
          <p:cNvSpPr/>
          <p:nvPr/>
        </p:nvSpPr>
        <p:spPr>
          <a:xfrm>
            <a:off x="1473899" y="17917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9" name="Freeform 1968"/>
          <p:cNvSpPr/>
          <p:nvPr/>
        </p:nvSpPr>
        <p:spPr>
          <a:xfrm>
            <a:off x="1637810" y="32250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0" name="Freeform 1969"/>
          <p:cNvSpPr/>
          <p:nvPr/>
        </p:nvSpPr>
        <p:spPr>
          <a:xfrm>
            <a:off x="1612277" y="16233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1" name="Freeform 1970"/>
          <p:cNvSpPr/>
          <p:nvPr/>
        </p:nvSpPr>
        <p:spPr>
          <a:xfrm>
            <a:off x="1585794" y="25111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2" name="Freeform 1971"/>
          <p:cNvSpPr/>
          <p:nvPr/>
        </p:nvSpPr>
        <p:spPr>
          <a:xfrm>
            <a:off x="1549901" y="31230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3" name="Freeform 1972"/>
          <p:cNvSpPr/>
          <p:nvPr/>
        </p:nvSpPr>
        <p:spPr>
          <a:xfrm>
            <a:off x="1581839" y="28602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4" name="Freeform 1973"/>
          <p:cNvSpPr/>
          <p:nvPr/>
        </p:nvSpPr>
        <p:spPr>
          <a:xfrm>
            <a:off x="1543276" y="29276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5" name="Freeform 1974"/>
          <p:cNvSpPr/>
          <p:nvPr/>
        </p:nvSpPr>
        <p:spPr>
          <a:xfrm>
            <a:off x="1679708" y="31841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6" name="Freeform 1975"/>
          <p:cNvSpPr/>
          <p:nvPr/>
        </p:nvSpPr>
        <p:spPr>
          <a:xfrm>
            <a:off x="1785292" y="24416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7" name="Freeform 1976"/>
          <p:cNvSpPr/>
          <p:nvPr/>
        </p:nvSpPr>
        <p:spPr>
          <a:xfrm>
            <a:off x="1416581" y="315878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8" name="Freeform 1977"/>
          <p:cNvSpPr/>
          <p:nvPr/>
        </p:nvSpPr>
        <p:spPr>
          <a:xfrm>
            <a:off x="1610716" y="36751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9" name="Freeform 1978"/>
          <p:cNvSpPr/>
          <p:nvPr/>
        </p:nvSpPr>
        <p:spPr>
          <a:xfrm>
            <a:off x="1578388" y="26989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0" name="Freeform 1979"/>
          <p:cNvSpPr/>
          <p:nvPr/>
        </p:nvSpPr>
        <p:spPr>
          <a:xfrm>
            <a:off x="1675793" y="34704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1" name="Freeform 1980"/>
          <p:cNvSpPr/>
          <p:nvPr/>
        </p:nvSpPr>
        <p:spPr>
          <a:xfrm>
            <a:off x="1521306" y="29008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2" name="Freeform 1981"/>
          <p:cNvSpPr/>
          <p:nvPr/>
        </p:nvSpPr>
        <p:spPr>
          <a:xfrm>
            <a:off x="1607457" y="29859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3" name="Freeform 1982"/>
          <p:cNvSpPr/>
          <p:nvPr/>
        </p:nvSpPr>
        <p:spPr>
          <a:xfrm>
            <a:off x="1511911" y="29653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4" name="Freeform 1983"/>
          <p:cNvSpPr/>
          <p:nvPr/>
        </p:nvSpPr>
        <p:spPr>
          <a:xfrm>
            <a:off x="1697652" y="14082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5" name="Freeform 1984"/>
          <p:cNvSpPr/>
          <p:nvPr/>
        </p:nvSpPr>
        <p:spPr>
          <a:xfrm>
            <a:off x="1633742" y="246247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6" name="Freeform 1985"/>
          <p:cNvSpPr/>
          <p:nvPr/>
        </p:nvSpPr>
        <p:spPr>
          <a:xfrm>
            <a:off x="1605848" y="23600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7" name="Freeform 1986"/>
          <p:cNvSpPr/>
          <p:nvPr/>
        </p:nvSpPr>
        <p:spPr>
          <a:xfrm>
            <a:off x="1662723" y="34561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8" name="Freeform 1987"/>
          <p:cNvSpPr/>
          <p:nvPr/>
        </p:nvSpPr>
        <p:spPr>
          <a:xfrm>
            <a:off x="1596754" y="28476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9" name="Freeform 1988"/>
          <p:cNvSpPr/>
          <p:nvPr/>
        </p:nvSpPr>
        <p:spPr>
          <a:xfrm>
            <a:off x="1456901" y="23763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0" name="Freeform 1989"/>
          <p:cNvSpPr/>
          <p:nvPr/>
        </p:nvSpPr>
        <p:spPr>
          <a:xfrm>
            <a:off x="1686851" y="30485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1" name="Freeform 1990"/>
          <p:cNvSpPr/>
          <p:nvPr/>
        </p:nvSpPr>
        <p:spPr>
          <a:xfrm>
            <a:off x="1653960" y="20007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2" name="Freeform 1991"/>
          <p:cNvSpPr/>
          <p:nvPr/>
        </p:nvSpPr>
        <p:spPr>
          <a:xfrm>
            <a:off x="1606639" y="31451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3" name="Freeform 1992"/>
          <p:cNvSpPr/>
          <p:nvPr/>
        </p:nvSpPr>
        <p:spPr>
          <a:xfrm>
            <a:off x="1728485" y="26483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4" name="Freeform 1993"/>
          <p:cNvSpPr/>
          <p:nvPr/>
        </p:nvSpPr>
        <p:spPr>
          <a:xfrm>
            <a:off x="1753471" y="2810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5" name="Freeform 1994"/>
          <p:cNvSpPr/>
          <p:nvPr/>
        </p:nvSpPr>
        <p:spPr>
          <a:xfrm>
            <a:off x="1506274" y="24039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6" name="Freeform 1995"/>
          <p:cNvSpPr/>
          <p:nvPr/>
        </p:nvSpPr>
        <p:spPr>
          <a:xfrm>
            <a:off x="1539566" y="28403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7" name="Freeform 1996"/>
          <p:cNvSpPr/>
          <p:nvPr/>
        </p:nvSpPr>
        <p:spPr>
          <a:xfrm>
            <a:off x="1788644" y="26399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8" name="Freeform 1997"/>
          <p:cNvSpPr/>
          <p:nvPr/>
        </p:nvSpPr>
        <p:spPr>
          <a:xfrm>
            <a:off x="1774905" y="26210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9" name="Freeform 1998"/>
          <p:cNvSpPr/>
          <p:nvPr/>
        </p:nvSpPr>
        <p:spPr>
          <a:xfrm>
            <a:off x="1544132" y="28912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0" name="Freeform 1999"/>
          <p:cNvSpPr/>
          <p:nvPr/>
        </p:nvSpPr>
        <p:spPr>
          <a:xfrm>
            <a:off x="1496814" y="2230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1" name="Freeform 2000"/>
          <p:cNvSpPr/>
          <p:nvPr/>
        </p:nvSpPr>
        <p:spPr>
          <a:xfrm>
            <a:off x="1554918" y="236381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2" name="Freeform 2001"/>
          <p:cNvSpPr/>
          <p:nvPr/>
        </p:nvSpPr>
        <p:spPr>
          <a:xfrm>
            <a:off x="1569835" y="25411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3" name="Freeform 2002"/>
          <p:cNvSpPr/>
          <p:nvPr/>
        </p:nvSpPr>
        <p:spPr>
          <a:xfrm>
            <a:off x="1453665" y="27264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4" name="Freeform 2003"/>
          <p:cNvSpPr/>
          <p:nvPr/>
        </p:nvSpPr>
        <p:spPr>
          <a:xfrm>
            <a:off x="1626456" y="20612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5" name="Freeform 2004"/>
          <p:cNvSpPr/>
          <p:nvPr/>
        </p:nvSpPr>
        <p:spPr>
          <a:xfrm>
            <a:off x="1486174" y="26209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6" name="Freeform 2005"/>
          <p:cNvSpPr/>
          <p:nvPr/>
        </p:nvSpPr>
        <p:spPr>
          <a:xfrm>
            <a:off x="1493639" y="26593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7" name="Freeform 2006"/>
          <p:cNvSpPr/>
          <p:nvPr/>
        </p:nvSpPr>
        <p:spPr>
          <a:xfrm>
            <a:off x="1721123" y="2436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8" name="Freeform 2007"/>
          <p:cNvSpPr/>
          <p:nvPr/>
        </p:nvSpPr>
        <p:spPr>
          <a:xfrm>
            <a:off x="1550037" y="15732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9" name="Freeform 2008"/>
          <p:cNvSpPr/>
          <p:nvPr/>
        </p:nvSpPr>
        <p:spPr>
          <a:xfrm>
            <a:off x="1615476" y="32197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0" name="Freeform 2009"/>
          <p:cNvSpPr/>
          <p:nvPr/>
        </p:nvSpPr>
        <p:spPr>
          <a:xfrm>
            <a:off x="1690420" y="20756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1" name="Freeform 2010"/>
          <p:cNvSpPr/>
          <p:nvPr/>
        </p:nvSpPr>
        <p:spPr>
          <a:xfrm>
            <a:off x="1710117" y="351945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2" name="Freeform 2011"/>
          <p:cNvSpPr/>
          <p:nvPr/>
        </p:nvSpPr>
        <p:spPr>
          <a:xfrm>
            <a:off x="1587069" y="23752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3" name="Freeform 2012"/>
          <p:cNvSpPr/>
          <p:nvPr/>
        </p:nvSpPr>
        <p:spPr>
          <a:xfrm>
            <a:off x="1627841" y="16391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4" name="Freeform 2013"/>
          <p:cNvSpPr/>
          <p:nvPr/>
        </p:nvSpPr>
        <p:spPr>
          <a:xfrm>
            <a:off x="1534823" y="22281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5" name="Freeform 2014"/>
          <p:cNvSpPr/>
          <p:nvPr/>
        </p:nvSpPr>
        <p:spPr>
          <a:xfrm>
            <a:off x="1810049" y="24005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6" name="Freeform 2015"/>
          <p:cNvSpPr/>
          <p:nvPr/>
        </p:nvSpPr>
        <p:spPr>
          <a:xfrm>
            <a:off x="1692651" y="27969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7" name="Freeform 2016"/>
          <p:cNvSpPr/>
          <p:nvPr/>
        </p:nvSpPr>
        <p:spPr>
          <a:xfrm>
            <a:off x="1505102" y="24762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8" name="Freeform 2017"/>
          <p:cNvSpPr/>
          <p:nvPr/>
        </p:nvSpPr>
        <p:spPr>
          <a:xfrm>
            <a:off x="1623556" y="26297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9" name="Freeform 2018"/>
          <p:cNvSpPr/>
          <p:nvPr/>
        </p:nvSpPr>
        <p:spPr>
          <a:xfrm>
            <a:off x="1699455" y="29191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0" name="Freeform 2019"/>
          <p:cNvSpPr/>
          <p:nvPr/>
        </p:nvSpPr>
        <p:spPr>
          <a:xfrm>
            <a:off x="1674407" y="26502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1" name="Freeform 2020"/>
          <p:cNvSpPr/>
          <p:nvPr/>
        </p:nvSpPr>
        <p:spPr>
          <a:xfrm>
            <a:off x="1818799" y="23855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2" name="Freeform 2021"/>
          <p:cNvSpPr/>
          <p:nvPr/>
        </p:nvSpPr>
        <p:spPr>
          <a:xfrm>
            <a:off x="1769927" y="29090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3" name="Freeform 2022"/>
          <p:cNvSpPr/>
          <p:nvPr/>
        </p:nvSpPr>
        <p:spPr>
          <a:xfrm>
            <a:off x="1565429" y="29301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4" name="Freeform 2023"/>
          <p:cNvSpPr/>
          <p:nvPr/>
        </p:nvSpPr>
        <p:spPr>
          <a:xfrm>
            <a:off x="1613582" y="32305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5" name="Freeform 2024"/>
          <p:cNvSpPr/>
          <p:nvPr/>
        </p:nvSpPr>
        <p:spPr>
          <a:xfrm>
            <a:off x="1486028" y="22812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6" name="Freeform 2025"/>
          <p:cNvSpPr/>
          <p:nvPr/>
        </p:nvSpPr>
        <p:spPr>
          <a:xfrm>
            <a:off x="1649807" y="21974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7" name="Freeform 2026"/>
          <p:cNvSpPr/>
          <p:nvPr/>
        </p:nvSpPr>
        <p:spPr>
          <a:xfrm>
            <a:off x="1639277" y="23674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8" name="Freeform 2027"/>
          <p:cNvSpPr/>
          <p:nvPr/>
        </p:nvSpPr>
        <p:spPr>
          <a:xfrm>
            <a:off x="1912329" y="19697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9" name="Freeform 2028"/>
          <p:cNvSpPr/>
          <p:nvPr/>
        </p:nvSpPr>
        <p:spPr>
          <a:xfrm>
            <a:off x="1633560" y="24454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0" name="Freeform 2029"/>
          <p:cNvSpPr/>
          <p:nvPr/>
        </p:nvSpPr>
        <p:spPr>
          <a:xfrm>
            <a:off x="1399195" y="22805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1" name="Freeform 2030"/>
          <p:cNvSpPr/>
          <p:nvPr/>
        </p:nvSpPr>
        <p:spPr>
          <a:xfrm>
            <a:off x="1551225" y="23283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2" name="Freeform 2031"/>
          <p:cNvSpPr/>
          <p:nvPr/>
        </p:nvSpPr>
        <p:spPr>
          <a:xfrm>
            <a:off x="1635140" y="254268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3" name="Freeform 2032"/>
          <p:cNvSpPr/>
          <p:nvPr/>
        </p:nvSpPr>
        <p:spPr>
          <a:xfrm>
            <a:off x="1488759" y="27808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4" name="Freeform 2033"/>
          <p:cNvSpPr/>
          <p:nvPr/>
        </p:nvSpPr>
        <p:spPr>
          <a:xfrm>
            <a:off x="1530352" y="12926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5" name="Freeform 2034"/>
          <p:cNvSpPr/>
          <p:nvPr/>
        </p:nvSpPr>
        <p:spPr>
          <a:xfrm>
            <a:off x="1584008" y="27380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6" name="Freeform 2035"/>
          <p:cNvSpPr/>
          <p:nvPr/>
        </p:nvSpPr>
        <p:spPr>
          <a:xfrm>
            <a:off x="1659687" y="28540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7" name="Freeform 2036"/>
          <p:cNvSpPr/>
          <p:nvPr/>
        </p:nvSpPr>
        <p:spPr>
          <a:xfrm>
            <a:off x="1605434" y="22577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8" name="Freeform 2037"/>
          <p:cNvSpPr/>
          <p:nvPr/>
        </p:nvSpPr>
        <p:spPr>
          <a:xfrm>
            <a:off x="1527995" y="23565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9" name="Freeform 2038"/>
          <p:cNvSpPr/>
          <p:nvPr/>
        </p:nvSpPr>
        <p:spPr>
          <a:xfrm>
            <a:off x="1707385" y="32546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0" name="Freeform 2039"/>
          <p:cNvSpPr/>
          <p:nvPr/>
        </p:nvSpPr>
        <p:spPr>
          <a:xfrm>
            <a:off x="1565394" y="188439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1" name="Freeform 2040"/>
          <p:cNvSpPr/>
          <p:nvPr/>
        </p:nvSpPr>
        <p:spPr>
          <a:xfrm>
            <a:off x="1569708" y="25441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2" name="Freeform 2041"/>
          <p:cNvSpPr/>
          <p:nvPr/>
        </p:nvSpPr>
        <p:spPr>
          <a:xfrm>
            <a:off x="1475532" y="309535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3" name="Freeform 2042"/>
          <p:cNvSpPr/>
          <p:nvPr/>
        </p:nvSpPr>
        <p:spPr>
          <a:xfrm>
            <a:off x="1539037" y="18485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4" name="Freeform 2043"/>
          <p:cNvSpPr/>
          <p:nvPr/>
        </p:nvSpPr>
        <p:spPr>
          <a:xfrm>
            <a:off x="1692846" y="21538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5" name="Freeform 2044"/>
          <p:cNvSpPr/>
          <p:nvPr/>
        </p:nvSpPr>
        <p:spPr>
          <a:xfrm>
            <a:off x="1450072" y="31786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6" name="Freeform 2045"/>
          <p:cNvSpPr/>
          <p:nvPr/>
        </p:nvSpPr>
        <p:spPr>
          <a:xfrm>
            <a:off x="1615508" y="15295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7" name="Freeform 2046"/>
          <p:cNvSpPr/>
          <p:nvPr/>
        </p:nvSpPr>
        <p:spPr>
          <a:xfrm>
            <a:off x="1699901" y="21358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8" name="Freeform 2047"/>
          <p:cNvSpPr/>
          <p:nvPr/>
        </p:nvSpPr>
        <p:spPr>
          <a:xfrm>
            <a:off x="1582780" y="24985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9" name="Freeform 2048"/>
          <p:cNvSpPr/>
          <p:nvPr/>
        </p:nvSpPr>
        <p:spPr>
          <a:xfrm>
            <a:off x="1648774" y="16309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0" name="Freeform 2049"/>
          <p:cNvSpPr/>
          <p:nvPr/>
        </p:nvSpPr>
        <p:spPr>
          <a:xfrm>
            <a:off x="1503652" y="24066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1" name="Freeform 2050"/>
          <p:cNvSpPr/>
          <p:nvPr/>
        </p:nvSpPr>
        <p:spPr>
          <a:xfrm>
            <a:off x="1763290" y="25082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2" name="Freeform 2051"/>
          <p:cNvSpPr/>
          <p:nvPr/>
        </p:nvSpPr>
        <p:spPr>
          <a:xfrm>
            <a:off x="1740908" y="28510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3" name="Freeform 2052"/>
          <p:cNvSpPr/>
          <p:nvPr/>
        </p:nvSpPr>
        <p:spPr>
          <a:xfrm>
            <a:off x="1648314" y="217760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4" name="Freeform 2053"/>
          <p:cNvSpPr/>
          <p:nvPr/>
        </p:nvSpPr>
        <p:spPr>
          <a:xfrm>
            <a:off x="1435371" y="22346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5" name="Freeform 2054"/>
          <p:cNvSpPr/>
          <p:nvPr/>
        </p:nvSpPr>
        <p:spPr>
          <a:xfrm>
            <a:off x="1511229" y="248509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6" name="Freeform 2055"/>
          <p:cNvSpPr/>
          <p:nvPr/>
        </p:nvSpPr>
        <p:spPr>
          <a:xfrm>
            <a:off x="1727605" y="29213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7" name="Freeform 2056"/>
          <p:cNvSpPr/>
          <p:nvPr/>
        </p:nvSpPr>
        <p:spPr>
          <a:xfrm>
            <a:off x="1806384" y="24226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8" name="Freeform 2057"/>
          <p:cNvSpPr/>
          <p:nvPr/>
        </p:nvSpPr>
        <p:spPr>
          <a:xfrm>
            <a:off x="1654852" y="25309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9" name="Freeform 2058"/>
          <p:cNvSpPr/>
          <p:nvPr/>
        </p:nvSpPr>
        <p:spPr>
          <a:xfrm>
            <a:off x="1756555" y="32160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0" name="Freeform 2059"/>
          <p:cNvSpPr/>
          <p:nvPr/>
        </p:nvSpPr>
        <p:spPr>
          <a:xfrm>
            <a:off x="1558106" y="32910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1" name="Freeform 2060"/>
          <p:cNvSpPr/>
          <p:nvPr/>
        </p:nvSpPr>
        <p:spPr>
          <a:xfrm>
            <a:off x="1602862" y="21866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2" name="Freeform 2061"/>
          <p:cNvSpPr/>
          <p:nvPr/>
        </p:nvSpPr>
        <p:spPr>
          <a:xfrm>
            <a:off x="1623245" y="390369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3" name="Freeform 2062"/>
          <p:cNvSpPr/>
          <p:nvPr/>
        </p:nvSpPr>
        <p:spPr>
          <a:xfrm>
            <a:off x="1668383" y="23816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4" name="Freeform 2063"/>
          <p:cNvSpPr/>
          <p:nvPr/>
        </p:nvSpPr>
        <p:spPr>
          <a:xfrm>
            <a:off x="1459576" y="27522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5" name="Freeform 2064"/>
          <p:cNvSpPr/>
          <p:nvPr/>
        </p:nvSpPr>
        <p:spPr>
          <a:xfrm>
            <a:off x="1723750" y="17837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6" name="Freeform 2065"/>
          <p:cNvSpPr/>
          <p:nvPr/>
        </p:nvSpPr>
        <p:spPr>
          <a:xfrm>
            <a:off x="1764602" y="27605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7" name="Freeform 2066"/>
          <p:cNvSpPr/>
          <p:nvPr/>
        </p:nvSpPr>
        <p:spPr>
          <a:xfrm>
            <a:off x="1500235" y="21355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8" name="Freeform 2067"/>
          <p:cNvSpPr/>
          <p:nvPr/>
        </p:nvSpPr>
        <p:spPr>
          <a:xfrm>
            <a:off x="1478133" y="27082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9" name="Freeform 2068"/>
          <p:cNvSpPr/>
          <p:nvPr/>
        </p:nvSpPr>
        <p:spPr>
          <a:xfrm>
            <a:off x="1660623" y="24313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0" name="Freeform 2069"/>
          <p:cNvSpPr/>
          <p:nvPr/>
        </p:nvSpPr>
        <p:spPr>
          <a:xfrm>
            <a:off x="1553126" y="20935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1" name="Freeform 2070"/>
          <p:cNvSpPr/>
          <p:nvPr/>
        </p:nvSpPr>
        <p:spPr>
          <a:xfrm>
            <a:off x="1369500" y="27438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2" name="Freeform 2071"/>
          <p:cNvSpPr/>
          <p:nvPr/>
        </p:nvSpPr>
        <p:spPr>
          <a:xfrm>
            <a:off x="1709621" y="19527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3" name="Freeform 2072"/>
          <p:cNvSpPr/>
          <p:nvPr/>
        </p:nvSpPr>
        <p:spPr>
          <a:xfrm>
            <a:off x="1639767" y="30317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4" name="Freeform 2073"/>
          <p:cNvSpPr/>
          <p:nvPr/>
        </p:nvSpPr>
        <p:spPr>
          <a:xfrm>
            <a:off x="1572132" y="23333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5" name="Freeform 2074"/>
          <p:cNvSpPr/>
          <p:nvPr/>
        </p:nvSpPr>
        <p:spPr>
          <a:xfrm>
            <a:off x="1849209" y="19928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6" name="Freeform 2075"/>
          <p:cNvSpPr/>
          <p:nvPr/>
        </p:nvSpPr>
        <p:spPr>
          <a:xfrm>
            <a:off x="1637981" y="21352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7" name="Freeform 2076"/>
          <p:cNvSpPr/>
          <p:nvPr/>
        </p:nvSpPr>
        <p:spPr>
          <a:xfrm>
            <a:off x="1542523" y="14540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8" name="Freeform 2077"/>
          <p:cNvSpPr/>
          <p:nvPr/>
        </p:nvSpPr>
        <p:spPr>
          <a:xfrm>
            <a:off x="1633943" y="2906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9" name="Freeform 2078"/>
          <p:cNvSpPr/>
          <p:nvPr/>
        </p:nvSpPr>
        <p:spPr>
          <a:xfrm>
            <a:off x="1511860" y="3240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0" name="Freeform 2079"/>
          <p:cNvSpPr/>
          <p:nvPr/>
        </p:nvSpPr>
        <p:spPr>
          <a:xfrm>
            <a:off x="1541638" y="30321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1" name="Freeform 2080"/>
          <p:cNvSpPr/>
          <p:nvPr/>
        </p:nvSpPr>
        <p:spPr>
          <a:xfrm>
            <a:off x="1664453" y="21349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2" name="Freeform 2081"/>
          <p:cNvSpPr/>
          <p:nvPr/>
        </p:nvSpPr>
        <p:spPr>
          <a:xfrm>
            <a:off x="1563836" y="2223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3" name="Freeform 2082"/>
          <p:cNvSpPr/>
          <p:nvPr/>
        </p:nvSpPr>
        <p:spPr>
          <a:xfrm>
            <a:off x="1574878" y="243761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4" name="Freeform 2083"/>
          <p:cNvSpPr/>
          <p:nvPr/>
        </p:nvSpPr>
        <p:spPr>
          <a:xfrm>
            <a:off x="1801658" y="310187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5" name="Freeform 2084"/>
          <p:cNvSpPr/>
          <p:nvPr/>
        </p:nvSpPr>
        <p:spPr>
          <a:xfrm>
            <a:off x="1715083" y="20772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6" name="Freeform 2085"/>
          <p:cNvSpPr/>
          <p:nvPr/>
        </p:nvSpPr>
        <p:spPr>
          <a:xfrm>
            <a:off x="1709005" y="31570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7" name="Freeform 2086"/>
          <p:cNvSpPr/>
          <p:nvPr/>
        </p:nvSpPr>
        <p:spPr>
          <a:xfrm>
            <a:off x="1679692" y="18647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8" name="Freeform 2087"/>
          <p:cNvSpPr/>
          <p:nvPr/>
        </p:nvSpPr>
        <p:spPr>
          <a:xfrm>
            <a:off x="1674920" y="9438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9" name="Freeform 2088"/>
          <p:cNvSpPr/>
          <p:nvPr/>
        </p:nvSpPr>
        <p:spPr>
          <a:xfrm>
            <a:off x="1778941" y="22943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0" name="Freeform 2089"/>
          <p:cNvSpPr/>
          <p:nvPr/>
        </p:nvSpPr>
        <p:spPr>
          <a:xfrm>
            <a:off x="1621031" y="21769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1" name="Freeform 2090"/>
          <p:cNvSpPr/>
          <p:nvPr/>
        </p:nvSpPr>
        <p:spPr>
          <a:xfrm>
            <a:off x="1821617" y="27602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2" name="Freeform 2091"/>
          <p:cNvSpPr/>
          <p:nvPr/>
        </p:nvSpPr>
        <p:spPr>
          <a:xfrm>
            <a:off x="1521345" y="34744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3" name="Freeform 2092"/>
          <p:cNvSpPr/>
          <p:nvPr/>
        </p:nvSpPr>
        <p:spPr>
          <a:xfrm>
            <a:off x="1595839" y="28198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4" name="Freeform 2093"/>
          <p:cNvSpPr/>
          <p:nvPr/>
        </p:nvSpPr>
        <p:spPr>
          <a:xfrm>
            <a:off x="1475645" y="30855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5" name="Freeform 2094"/>
          <p:cNvSpPr/>
          <p:nvPr/>
        </p:nvSpPr>
        <p:spPr>
          <a:xfrm>
            <a:off x="1586346" y="32775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6" name="Freeform 2095"/>
          <p:cNvSpPr/>
          <p:nvPr/>
        </p:nvSpPr>
        <p:spPr>
          <a:xfrm>
            <a:off x="1678583" y="15592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" name="Freeform 2096"/>
          <p:cNvSpPr/>
          <p:nvPr/>
        </p:nvSpPr>
        <p:spPr>
          <a:xfrm>
            <a:off x="1778370" y="23451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8" name="Freeform 2097"/>
          <p:cNvSpPr/>
          <p:nvPr/>
        </p:nvSpPr>
        <p:spPr>
          <a:xfrm>
            <a:off x="1552162" y="22872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9" name="Freeform 2098"/>
          <p:cNvSpPr/>
          <p:nvPr/>
        </p:nvSpPr>
        <p:spPr>
          <a:xfrm>
            <a:off x="1623689" y="26605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0" name="Freeform 2099"/>
          <p:cNvSpPr/>
          <p:nvPr/>
        </p:nvSpPr>
        <p:spPr>
          <a:xfrm>
            <a:off x="1584695" y="25867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1" name="Freeform 2100"/>
          <p:cNvSpPr/>
          <p:nvPr/>
        </p:nvSpPr>
        <p:spPr>
          <a:xfrm>
            <a:off x="1544109" y="1970120"/>
            <a:ext cx="35922" cy="35922"/>
          </a:xfrm>
          <a:custGeom>
            <a:avLst/>
            <a:gdLst/>
            <a:ahLst/>
            <a:cxnLst/>
            <a:rect l="l" t="t" r="r" b="b"/>
            <a:pathLst>
              <a:path w="35922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2" name="Freeform 2101"/>
          <p:cNvSpPr/>
          <p:nvPr/>
        </p:nvSpPr>
        <p:spPr>
          <a:xfrm>
            <a:off x="1495887" y="25105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3" name="Freeform 2102"/>
          <p:cNvSpPr/>
          <p:nvPr/>
        </p:nvSpPr>
        <p:spPr>
          <a:xfrm>
            <a:off x="1629611" y="22053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" name="Freeform 2103"/>
          <p:cNvSpPr/>
          <p:nvPr/>
        </p:nvSpPr>
        <p:spPr>
          <a:xfrm>
            <a:off x="1437833" y="25993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5" name="Freeform 2104"/>
          <p:cNvSpPr/>
          <p:nvPr/>
        </p:nvSpPr>
        <p:spPr>
          <a:xfrm>
            <a:off x="1634947" y="26785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6" name="Freeform 2105"/>
          <p:cNvSpPr/>
          <p:nvPr/>
        </p:nvSpPr>
        <p:spPr>
          <a:xfrm>
            <a:off x="1625363" y="32558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7" name="Freeform 2106"/>
          <p:cNvSpPr/>
          <p:nvPr/>
        </p:nvSpPr>
        <p:spPr>
          <a:xfrm>
            <a:off x="1552758" y="35653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8" name="Freeform 2107"/>
          <p:cNvSpPr/>
          <p:nvPr/>
        </p:nvSpPr>
        <p:spPr>
          <a:xfrm>
            <a:off x="1514980" y="26348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9" name="Freeform 2108"/>
          <p:cNvSpPr/>
          <p:nvPr/>
        </p:nvSpPr>
        <p:spPr>
          <a:xfrm>
            <a:off x="1475034" y="24624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0" name="Freeform 2109"/>
          <p:cNvSpPr/>
          <p:nvPr/>
        </p:nvSpPr>
        <p:spPr>
          <a:xfrm>
            <a:off x="1823309" y="31903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1" name="Freeform 2110"/>
          <p:cNvSpPr/>
          <p:nvPr/>
        </p:nvSpPr>
        <p:spPr>
          <a:xfrm>
            <a:off x="1479563" y="25117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2" name="Freeform 2111"/>
          <p:cNvSpPr/>
          <p:nvPr/>
        </p:nvSpPr>
        <p:spPr>
          <a:xfrm>
            <a:off x="1789758" y="24639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3" name="Freeform 2112"/>
          <p:cNvSpPr/>
          <p:nvPr/>
        </p:nvSpPr>
        <p:spPr>
          <a:xfrm>
            <a:off x="1687325" y="36619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4" name="Freeform 2113"/>
          <p:cNvSpPr/>
          <p:nvPr/>
        </p:nvSpPr>
        <p:spPr>
          <a:xfrm>
            <a:off x="1584180" y="29892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5" name="Freeform 2114"/>
          <p:cNvSpPr/>
          <p:nvPr/>
        </p:nvSpPr>
        <p:spPr>
          <a:xfrm>
            <a:off x="1499343" y="22722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6" name="Freeform 2115"/>
          <p:cNvSpPr/>
          <p:nvPr/>
        </p:nvSpPr>
        <p:spPr>
          <a:xfrm>
            <a:off x="1734643" y="22832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7" name="Freeform 2116"/>
          <p:cNvSpPr/>
          <p:nvPr/>
        </p:nvSpPr>
        <p:spPr>
          <a:xfrm>
            <a:off x="1808153" y="31185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8" name="Freeform 2117"/>
          <p:cNvSpPr/>
          <p:nvPr/>
        </p:nvSpPr>
        <p:spPr>
          <a:xfrm>
            <a:off x="1523204" y="24071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9" name="Freeform 2118"/>
          <p:cNvSpPr/>
          <p:nvPr/>
        </p:nvSpPr>
        <p:spPr>
          <a:xfrm>
            <a:off x="1591163" y="19387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0" name="Freeform 2119"/>
          <p:cNvSpPr/>
          <p:nvPr/>
        </p:nvSpPr>
        <p:spPr>
          <a:xfrm>
            <a:off x="1735620" y="20717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1" name="Freeform 2120"/>
          <p:cNvSpPr/>
          <p:nvPr/>
        </p:nvSpPr>
        <p:spPr>
          <a:xfrm>
            <a:off x="1659042" y="254471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2" name="Freeform 2121"/>
          <p:cNvSpPr/>
          <p:nvPr/>
        </p:nvSpPr>
        <p:spPr>
          <a:xfrm>
            <a:off x="1837069" y="27467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3" name="Freeform 2122"/>
          <p:cNvSpPr/>
          <p:nvPr/>
        </p:nvSpPr>
        <p:spPr>
          <a:xfrm>
            <a:off x="1562130" y="28342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4" name="Freeform 2123"/>
          <p:cNvSpPr/>
          <p:nvPr/>
        </p:nvSpPr>
        <p:spPr>
          <a:xfrm>
            <a:off x="1681134" y="22394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5" name="Freeform 2124"/>
          <p:cNvSpPr/>
          <p:nvPr/>
        </p:nvSpPr>
        <p:spPr>
          <a:xfrm>
            <a:off x="1489303" y="23872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6" name="Freeform 2125"/>
          <p:cNvSpPr/>
          <p:nvPr/>
        </p:nvSpPr>
        <p:spPr>
          <a:xfrm>
            <a:off x="1847331" y="21518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7" name="Freeform 2126"/>
          <p:cNvSpPr/>
          <p:nvPr/>
        </p:nvSpPr>
        <p:spPr>
          <a:xfrm>
            <a:off x="1544993" y="24215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8" name="Freeform 2127"/>
          <p:cNvSpPr/>
          <p:nvPr/>
        </p:nvSpPr>
        <p:spPr>
          <a:xfrm>
            <a:off x="1386923" y="20491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9" name="Freeform 2128"/>
          <p:cNvSpPr/>
          <p:nvPr/>
        </p:nvSpPr>
        <p:spPr>
          <a:xfrm>
            <a:off x="1609668" y="2441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0" name="Freeform 2129"/>
          <p:cNvSpPr/>
          <p:nvPr/>
        </p:nvSpPr>
        <p:spPr>
          <a:xfrm>
            <a:off x="1608206" y="20676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1" name="Freeform 2130"/>
          <p:cNvSpPr/>
          <p:nvPr/>
        </p:nvSpPr>
        <p:spPr>
          <a:xfrm>
            <a:off x="1828042" y="20209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2" name="Freeform 2131"/>
          <p:cNvSpPr/>
          <p:nvPr/>
        </p:nvSpPr>
        <p:spPr>
          <a:xfrm>
            <a:off x="1586876" y="29292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3" name="Freeform 2132"/>
          <p:cNvSpPr/>
          <p:nvPr/>
        </p:nvSpPr>
        <p:spPr>
          <a:xfrm>
            <a:off x="1621769" y="34733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4" name="Freeform 2133"/>
          <p:cNvSpPr/>
          <p:nvPr/>
        </p:nvSpPr>
        <p:spPr>
          <a:xfrm>
            <a:off x="1686605" y="16562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5" name="Freeform 2134"/>
          <p:cNvSpPr/>
          <p:nvPr/>
        </p:nvSpPr>
        <p:spPr>
          <a:xfrm>
            <a:off x="1792814" y="23539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6" name="Freeform 2135"/>
          <p:cNvSpPr/>
          <p:nvPr/>
        </p:nvSpPr>
        <p:spPr>
          <a:xfrm>
            <a:off x="1616358" y="34225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7" name="Freeform 2136"/>
          <p:cNvSpPr/>
          <p:nvPr/>
        </p:nvSpPr>
        <p:spPr>
          <a:xfrm>
            <a:off x="1734321" y="2880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8" name="Freeform 2137"/>
          <p:cNvSpPr/>
          <p:nvPr/>
        </p:nvSpPr>
        <p:spPr>
          <a:xfrm>
            <a:off x="1678544" y="20745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9" name="Freeform 2138"/>
          <p:cNvSpPr/>
          <p:nvPr/>
        </p:nvSpPr>
        <p:spPr>
          <a:xfrm>
            <a:off x="1591432" y="26446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0" name="Freeform 2139"/>
          <p:cNvSpPr/>
          <p:nvPr/>
        </p:nvSpPr>
        <p:spPr>
          <a:xfrm>
            <a:off x="1631418" y="27706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1" name="Freeform 2140"/>
          <p:cNvSpPr/>
          <p:nvPr/>
        </p:nvSpPr>
        <p:spPr>
          <a:xfrm>
            <a:off x="1626189" y="17335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2" name="Freeform 2141"/>
          <p:cNvSpPr/>
          <p:nvPr/>
        </p:nvSpPr>
        <p:spPr>
          <a:xfrm>
            <a:off x="1525129" y="30608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3" name="Freeform 2142"/>
          <p:cNvSpPr/>
          <p:nvPr/>
        </p:nvSpPr>
        <p:spPr>
          <a:xfrm>
            <a:off x="1752956" y="29257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4" name="Freeform 2143"/>
          <p:cNvSpPr/>
          <p:nvPr/>
        </p:nvSpPr>
        <p:spPr>
          <a:xfrm>
            <a:off x="1474894" y="23784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5" name="Freeform 2144"/>
          <p:cNvSpPr/>
          <p:nvPr/>
        </p:nvSpPr>
        <p:spPr>
          <a:xfrm>
            <a:off x="1748408" y="228137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6" name="Freeform 2145"/>
          <p:cNvSpPr/>
          <p:nvPr/>
        </p:nvSpPr>
        <p:spPr>
          <a:xfrm>
            <a:off x="1725222" y="22239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7" name="Freeform 2146"/>
          <p:cNvSpPr/>
          <p:nvPr/>
        </p:nvSpPr>
        <p:spPr>
          <a:xfrm>
            <a:off x="1613168" y="19990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8" name="Freeform 2147"/>
          <p:cNvSpPr/>
          <p:nvPr/>
        </p:nvSpPr>
        <p:spPr>
          <a:xfrm>
            <a:off x="1541238" y="23853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9" name="Freeform 2148"/>
          <p:cNvSpPr/>
          <p:nvPr/>
        </p:nvSpPr>
        <p:spPr>
          <a:xfrm>
            <a:off x="1598900" y="22277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0" name="Freeform 2149"/>
          <p:cNvSpPr/>
          <p:nvPr/>
        </p:nvSpPr>
        <p:spPr>
          <a:xfrm>
            <a:off x="1673697" y="26335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1" name="Freeform 2150"/>
          <p:cNvSpPr/>
          <p:nvPr/>
        </p:nvSpPr>
        <p:spPr>
          <a:xfrm>
            <a:off x="1702611" y="24590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2" name="Freeform 2151"/>
          <p:cNvSpPr/>
          <p:nvPr/>
        </p:nvSpPr>
        <p:spPr>
          <a:xfrm>
            <a:off x="1653815" y="24347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3" name="Freeform 2152"/>
          <p:cNvSpPr/>
          <p:nvPr/>
        </p:nvSpPr>
        <p:spPr>
          <a:xfrm>
            <a:off x="1729256" y="23764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4" name="Freeform 2153"/>
          <p:cNvSpPr/>
          <p:nvPr/>
        </p:nvSpPr>
        <p:spPr>
          <a:xfrm>
            <a:off x="1563490" y="20742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5" name="Freeform 2154"/>
          <p:cNvSpPr/>
          <p:nvPr/>
        </p:nvSpPr>
        <p:spPr>
          <a:xfrm>
            <a:off x="1648216" y="21920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6" name="Freeform 2155"/>
          <p:cNvSpPr/>
          <p:nvPr/>
        </p:nvSpPr>
        <p:spPr>
          <a:xfrm>
            <a:off x="1455347" y="24690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7" name="Freeform 2156"/>
          <p:cNvSpPr/>
          <p:nvPr/>
        </p:nvSpPr>
        <p:spPr>
          <a:xfrm>
            <a:off x="1704811" y="29317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8" name="Freeform 2157"/>
          <p:cNvSpPr/>
          <p:nvPr/>
        </p:nvSpPr>
        <p:spPr>
          <a:xfrm>
            <a:off x="1639508" y="24563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9" name="Freeform 2158"/>
          <p:cNvSpPr/>
          <p:nvPr/>
        </p:nvSpPr>
        <p:spPr>
          <a:xfrm>
            <a:off x="1578665" y="25082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0" name="Freeform 2159"/>
          <p:cNvSpPr/>
          <p:nvPr/>
        </p:nvSpPr>
        <p:spPr>
          <a:xfrm>
            <a:off x="1747379" y="23883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1" name="Freeform 2160"/>
          <p:cNvSpPr/>
          <p:nvPr/>
        </p:nvSpPr>
        <p:spPr>
          <a:xfrm>
            <a:off x="1697098" y="12967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2" name="Freeform 2161"/>
          <p:cNvSpPr/>
          <p:nvPr/>
        </p:nvSpPr>
        <p:spPr>
          <a:xfrm>
            <a:off x="1321836" y="27770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3" name="Freeform 2162"/>
          <p:cNvSpPr/>
          <p:nvPr/>
        </p:nvSpPr>
        <p:spPr>
          <a:xfrm>
            <a:off x="1627388" y="22641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4" name="Freeform 2163"/>
          <p:cNvSpPr/>
          <p:nvPr/>
        </p:nvSpPr>
        <p:spPr>
          <a:xfrm>
            <a:off x="1467469" y="191378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5" name="Freeform 2164"/>
          <p:cNvSpPr/>
          <p:nvPr/>
        </p:nvSpPr>
        <p:spPr>
          <a:xfrm>
            <a:off x="1737229" y="24399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6" name="Freeform 2165"/>
          <p:cNvSpPr/>
          <p:nvPr/>
        </p:nvSpPr>
        <p:spPr>
          <a:xfrm>
            <a:off x="1889392" y="122557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7" name="Freeform 2166"/>
          <p:cNvSpPr/>
          <p:nvPr/>
        </p:nvSpPr>
        <p:spPr>
          <a:xfrm>
            <a:off x="1567651" y="26980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8" name="Freeform 2167"/>
          <p:cNvSpPr/>
          <p:nvPr/>
        </p:nvSpPr>
        <p:spPr>
          <a:xfrm>
            <a:off x="1631100" y="23173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9" name="Freeform 2168"/>
          <p:cNvSpPr/>
          <p:nvPr/>
        </p:nvSpPr>
        <p:spPr>
          <a:xfrm>
            <a:off x="1596267" y="29261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0" name="Freeform 2169"/>
          <p:cNvSpPr/>
          <p:nvPr/>
        </p:nvSpPr>
        <p:spPr>
          <a:xfrm>
            <a:off x="1660650" y="26836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1" name="Freeform 2170"/>
          <p:cNvSpPr/>
          <p:nvPr/>
        </p:nvSpPr>
        <p:spPr>
          <a:xfrm>
            <a:off x="1692073" y="23580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2" name="Freeform 2171"/>
          <p:cNvSpPr/>
          <p:nvPr/>
        </p:nvSpPr>
        <p:spPr>
          <a:xfrm>
            <a:off x="1760820" y="20342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3" name="Freeform 2172"/>
          <p:cNvSpPr/>
          <p:nvPr/>
        </p:nvSpPr>
        <p:spPr>
          <a:xfrm>
            <a:off x="1517492" y="23200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4" name="Freeform 2173"/>
          <p:cNvSpPr/>
          <p:nvPr/>
        </p:nvSpPr>
        <p:spPr>
          <a:xfrm>
            <a:off x="1791249" y="18104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5" name="Freeform 2174"/>
          <p:cNvSpPr/>
          <p:nvPr/>
        </p:nvSpPr>
        <p:spPr>
          <a:xfrm>
            <a:off x="1523472" y="25445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6" name="Freeform 2175"/>
          <p:cNvSpPr/>
          <p:nvPr/>
        </p:nvSpPr>
        <p:spPr>
          <a:xfrm>
            <a:off x="1652764" y="26731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7" name="Freeform 2176"/>
          <p:cNvSpPr/>
          <p:nvPr/>
        </p:nvSpPr>
        <p:spPr>
          <a:xfrm>
            <a:off x="1747061" y="10270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8" name="Freeform 2177"/>
          <p:cNvSpPr/>
          <p:nvPr/>
        </p:nvSpPr>
        <p:spPr>
          <a:xfrm>
            <a:off x="1699417" y="22793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9" name="Freeform 2178"/>
          <p:cNvSpPr/>
          <p:nvPr/>
        </p:nvSpPr>
        <p:spPr>
          <a:xfrm>
            <a:off x="1522717" y="28831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0" name="Freeform 2179"/>
          <p:cNvSpPr/>
          <p:nvPr/>
        </p:nvSpPr>
        <p:spPr>
          <a:xfrm>
            <a:off x="1548033" y="28694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1" name="Freeform 2180"/>
          <p:cNvSpPr/>
          <p:nvPr/>
        </p:nvSpPr>
        <p:spPr>
          <a:xfrm>
            <a:off x="1573664" y="30041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2" name="Freeform 2181"/>
          <p:cNvSpPr/>
          <p:nvPr/>
        </p:nvSpPr>
        <p:spPr>
          <a:xfrm>
            <a:off x="1617648" y="19852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3" name="Freeform 2182"/>
          <p:cNvSpPr/>
          <p:nvPr/>
        </p:nvSpPr>
        <p:spPr>
          <a:xfrm>
            <a:off x="1745818" y="26906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4" name="Freeform 2183"/>
          <p:cNvSpPr/>
          <p:nvPr/>
        </p:nvSpPr>
        <p:spPr>
          <a:xfrm>
            <a:off x="1484929" y="24240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5" name="Freeform 2184"/>
          <p:cNvSpPr/>
          <p:nvPr/>
        </p:nvSpPr>
        <p:spPr>
          <a:xfrm>
            <a:off x="1673048" y="25274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6" name="Freeform 2185"/>
          <p:cNvSpPr/>
          <p:nvPr/>
        </p:nvSpPr>
        <p:spPr>
          <a:xfrm>
            <a:off x="1688374" y="20964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7" name="Freeform 2186"/>
          <p:cNvSpPr/>
          <p:nvPr/>
        </p:nvSpPr>
        <p:spPr>
          <a:xfrm>
            <a:off x="1682845" y="29521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8" name="Freeform 2187"/>
          <p:cNvSpPr/>
          <p:nvPr/>
        </p:nvSpPr>
        <p:spPr>
          <a:xfrm>
            <a:off x="1673005" y="30761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9" name="Freeform 2188"/>
          <p:cNvSpPr/>
          <p:nvPr/>
        </p:nvSpPr>
        <p:spPr>
          <a:xfrm>
            <a:off x="1785545" y="23714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0" name="Freeform 2189"/>
          <p:cNvSpPr/>
          <p:nvPr/>
        </p:nvSpPr>
        <p:spPr>
          <a:xfrm>
            <a:off x="1675305" y="21672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1" name="Freeform 2190"/>
          <p:cNvSpPr/>
          <p:nvPr/>
        </p:nvSpPr>
        <p:spPr>
          <a:xfrm>
            <a:off x="1714796" y="2312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2" name="Freeform 2191"/>
          <p:cNvSpPr/>
          <p:nvPr/>
        </p:nvSpPr>
        <p:spPr>
          <a:xfrm>
            <a:off x="1683408" y="29319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3" name="Freeform 2192"/>
          <p:cNvSpPr/>
          <p:nvPr/>
        </p:nvSpPr>
        <p:spPr>
          <a:xfrm>
            <a:off x="1814941" y="21257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4" name="Freeform 2193"/>
          <p:cNvSpPr/>
          <p:nvPr/>
        </p:nvSpPr>
        <p:spPr>
          <a:xfrm>
            <a:off x="1419889" y="28963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5" name="Freeform 2194"/>
          <p:cNvSpPr/>
          <p:nvPr/>
        </p:nvSpPr>
        <p:spPr>
          <a:xfrm>
            <a:off x="1760276" y="27758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6" name="Freeform 2195"/>
          <p:cNvSpPr/>
          <p:nvPr/>
        </p:nvSpPr>
        <p:spPr>
          <a:xfrm>
            <a:off x="1595198" y="30048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7" name="Freeform 2196"/>
          <p:cNvSpPr/>
          <p:nvPr/>
        </p:nvSpPr>
        <p:spPr>
          <a:xfrm>
            <a:off x="1593092" y="17876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8" name="Freeform 2197"/>
          <p:cNvSpPr/>
          <p:nvPr/>
        </p:nvSpPr>
        <p:spPr>
          <a:xfrm>
            <a:off x="1519411" y="214964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9" name="Freeform 2198"/>
          <p:cNvSpPr/>
          <p:nvPr/>
        </p:nvSpPr>
        <p:spPr>
          <a:xfrm>
            <a:off x="1423217" y="21650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0" name="Freeform 2199"/>
          <p:cNvSpPr/>
          <p:nvPr/>
        </p:nvSpPr>
        <p:spPr>
          <a:xfrm>
            <a:off x="1582268" y="18168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1" name="Freeform 2200"/>
          <p:cNvSpPr/>
          <p:nvPr/>
        </p:nvSpPr>
        <p:spPr>
          <a:xfrm>
            <a:off x="1549598" y="9681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2" name="Freeform 2201"/>
          <p:cNvSpPr/>
          <p:nvPr/>
        </p:nvSpPr>
        <p:spPr>
          <a:xfrm>
            <a:off x="1675986" y="34197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3" name="Freeform 2202"/>
          <p:cNvSpPr/>
          <p:nvPr/>
        </p:nvSpPr>
        <p:spPr>
          <a:xfrm>
            <a:off x="1465625" y="289337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4" name="Freeform 2203"/>
          <p:cNvSpPr/>
          <p:nvPr/>
        </p:nvSpPr>
        <p:spPr>
          <a:xfrm>
            <a:off x="1776270" y="28271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5" name="Freeform 2204"/>
          <p:cNvSpPr/>
          <p:nvPr/>
        </p:nvSpPr>
        <p:spPr>
          <a:xfrm>
            <a:off x="1652212" y="29543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6" name="Freeform 2205"/>
          <p:cNvSpPr/>
          <p:nvPr/>
        </p:nvSpPr>
        <p:spPr>
          <a:xfrm>
            <a:off x="1596602" y="30772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7" name="Freeform 2206"/>
          <p:cNvSpPr/>
          <p:nvPr/>
        </p:nvSpPr>
        <p:spPr>
          <a:xfrm>
            <a:off x="1547231" y="26555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8" name="Freeform 2207"/>
          <p:cNvSpPr/>
          <p:nvPr/>
        </p:nvSpPr>
        <p:spPr>
          <a:xfrm>
            <a:off x="1538910" y="31526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9" name="Freeform 2208"/>
          <p:cNvSpPr/>
          <p:nvPr/>
        </p:nvSpPr>
        <p:spPr>
          <a:xfrm>
            <a:off x="1502230" y="23114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0" name="Freeform 2209"/>
          <p:cNvSpPr/>
          <p:nvPr/>
        </p:nvSpPr>
        <p:spPr>
          <a:xfrm>
            <a:off x="1564888" y="24650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1" name="Freeform 2210"/>
          <p:cNvSpPr/>
          <p:nvPr/>
        </p:nvSpPr>
        <p:spPr>
          <a:xfrm>
            <a:off x="1623769" y="22322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2" name="Freeform 2211"/>
          <p:cNvSpPr/>
          <p:nvPr/>
        </p:nvSpPr>
        <p:spPr>
          <a:xfrm>
            <a:off x="1604148" y="2217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3" name="Freeform 2212"/>
          <p:cNvSpPr/>
          <p:nvPr/>
        </p:nvSpPr>
        <p:spPr>
          <a:xfrm>
            <a:off x="1471806" y="21661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4" name="Freeform 2213"/>
          <p:cNvSpPr/>
          <p:nvPr/>
        </p:nvSpPr>
        <p:spPr>
          <a:xfrm>
            <a:off x="1594685" y="26955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5" name="Freeform 2214"/>
          <p:cNvSpPr/>
          <p:nvPr/>
        </p:nvSpPr>
        <p:spPr>
          <a:xfrm>
            <a:off x="1527573" y="13430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6" name="Freeform 2215"/>
          <p:cNvSpPr/>
          <p:nvPr/>
        </p:nvSpPr>
        <p:spPr>
          <a:xfrm>
            <a:off x="1640225" y="23659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7" name="Freeform 2216"/>
          <p:cNvSpPr/>
          <p:nvPr/>
        </p:nvSpPr>
        <p:spPr>
          <a:xfrm>
            <a:off x="1822594" y="35028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8" name="Freeform 2217"/>
          <p:cNvSpPr/>
          <p:nvPr/>
        </p:nvSpPr>
        <p:spPr>
          <a:xfrm>
            <a:off x="1689984" y="303650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9" name="Freeform 2218"/>
          <p:cNvSpPr/>
          <p:nvPr/>
        </p:nvSpPr>
        <p:spPr>
          <a:xfrm>
            <a:off x="1589626" y="34366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0" name="Freeform 2219"/>
          <p:cNvSpPr/>
          <p:nvPr/>
        </p:nvSpPr>
        <p:spPr>
          <a:xfrm>
            <a:off x="1449299" y="24836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1" name="Freeform 2220"/>
          <p:cNvSpPr/>
          <p:nvPr/>
        </p:nvSpPr>
        <p:spPr>
          <a:xfrm>
            <a:off x="1471781" y="25590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2" name="Freeform 2221"/>
          <p:cNvSpPr/>
          <p:nvPr/>
        </p:nvSpPr>
        <p:spPr>
          <a:xfrm>
            <a:off x="1442683" y="27470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3" name="Freeform 2222"/>
          <p:cNvSpPr/>
          <p:nvPr/>
        </p:nvSpPr>
        <p:spPr>
          <a:xfrm>
            <a:off x="1700783" y="14028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4" name="Freeform 2223"/>
          <p:cNvSpPr/>
          <p:nvPr/>
        </p:nvSpPr>
        <p:spPr>
          <a:xfrm>
            <a:off x="1541278" y="219542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5" name="Freeform 2224"/>
          <p:cNvSpPr/>
          <p:nvPr/>
        </p:nvSpPr>
        <p:spPr>
          <a:xfrm>
            <a:off x="1629819" y="20993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6" name="Freeform 2225"/>
          <p:cNvSpPr/>
          <p:nvPr/>
        </p:nvSpPr>
        <p:spPr>
          <a:xfrm>
            <a:off x="1556581" y="299784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7" name="Freeform 2226"/>
          <p:cNvSpPr/>
          <p:nvPr/>
        </p:nvSpPr>
        <p:spPr>
          <a:xfrm>
            <a:off x="1632878" y="30347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8" name="Freeform 2227"/>
          <p:cNvSpPr/>
          <p:nvPr/>
        </p:nvSpPr>
        <p:spPr>
          <a:xfrm>
            <a:off x="1773067" y="2473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9" name="Freeform 2228"/>
          <p:cNvSpPr/>
          <p:nvPr/>
        </p:nvSpPr>
        <p:spPr>
          <a:xfrm>
            <a:off x="1549849" y="23992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0" name="Freeform 2229"/>
          <p:cNvSpPr/>
          <p:nvPr/>
        </p:nvSpPr>
        <p:spPr>
          <a:xfrm>
            <a:off x="1586648" y="34994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1" name="Freeform 2230"/>
          <p:cNvSpPr/>
          <p:nvPr/>
        </p:nvSpPr>
        <p:spPr>
          <a:xfrm>
            <a:off x="1536863" y="25908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2" name="Freeform 2231"/>
          <p:cNvSpPr/>
          <p:nvPr/>
        </p:nvSpPr>
        <p:spPr>
          <a:xfrm>
            <a:off x="1716680" y="24854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3" name="Freeform 2232"/>
          <p:cNvSpPr/>
          <p:nvPr/>
        </p:nvSpPr>
        <p:spPr>
          <a:xfrm>
            <a:off x="1513395" y="26097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4" name="Freeform 2233"/>
          <p:cNvSpPr/>
          <p:nvPr/>
        </p:nvSpPr>
        <p:spPr>
          <a:xfrm>
            <a:off x="1501920" y="29340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5" name="Freeform 2234"/>
          <p:cNvSpPr/>
          <p:nvPr/>
        </p:nvSpPr>
        <p:spPr>
          <a:xfrm>
            <a:off x="1474675" y="278557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6" name="Freeform 2235"/>
          <p:cNvSpPr/>
          <p:nvPr/>
        </p:nvSpPr>
        <p:spPr>
          <a:xfrm>
            <a:off x="1472449" y="25889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7" name="Freeform 2236"/>
          <p:cNvSpPr/>
          <p:nvPr/>
        </p:nvSpPr>
        <p:spPr>
          <a:xfrm>
            <a:off x="1673496" y="24438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8" name="Freeform 2237"/>
          <p:cNvSpPr/>
          <p:nvPr/>
        </p:nvSpPr>
        <p:spPr>
          <a:xfrm>
            <a:off x="1897956" y="21651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9" name="Freeform 2238"/>
          <p:cNvSpPr/>
          <p:nvPr/>
        </p:nvSpPr>
        <p:spPr>
          <a:xfrm>
            <a:off x="1516641" y="19070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0" name="Freeform 2239"/>
          <p:cNvSpPr/>
          <p:nvPr/>
        </p:nvSpPr>
        <p:spPr>
          <a:xfrm>
            <a:off x="1724914" y="26526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1" name="Freeform 2240"/>
          <p:cNvSpPr/>
          <p:nvPr/>
        </p:nvSpPr>
        <p:spPr>
          <a:xfrm>
            <a:off x="1649984" y="27403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2" name="Freeform 2241"/>
          <p:cNvSpPr/>
          <p:nvPr/>
        </p:nvSpPr>
        <p:spPr>
          <a:xfrm>
            <a:off x="1505232" y="22557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3" name="Freeform 2242"/>
          <p:cNvSpPr/>
          <p:nvPr/>
        </p:nvSpPr>
        <p:spPr>
          <a:xfrm>
            <a:off x="1593522" y="21618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4" name="Freeform 2243"/>
          <p:cNvSpPr/>
          <p:nvPr/>
        </p:nvSpPr>
        <p:spPr>
          <a:xfrm>
            <a:off x="1598205" y="27284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5" name="Freeform 2244"/>
          <p:cNvSpPr/>
          <p:nvPr/>
        </p:nvSpPr>
        <p:spPr>
          <a:xfrm>
            <a:off x="1549233" y="20645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6" name="Freeform 2245"/>
          <p:cNvSpPr/>
          <p:nvPr/>
        </p:nvSpPr>
        <p:spPr>
          <a:xfrm>
            <a:off x="1829650" y="19619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7" name="Freeform 2246"/>
          <p:cNvSpPr/>
          <p:nvPr/>
        </p:nvSpPr>
        <p:spPr>
          <a:xfrm>
            <a:off x="1419213" y="17927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8" name="Freeform 2247"/>
          <p:cNvSpPr/>
          <p:nvPr/>
        </p:nvSpPr>
        <p:spPr>
          <a:xfrm>
            <a:off x="1663883" y="15289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9" name="Freeform 2248"/>
          <p:cNvSpPr/>
          <p:nvPr/>
        </p:nvSpPr>
        <p:spPr>
          <a:xfrm>
            <a:off x="1658587" y="29627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0" name="Freeform 2249"/>
          <p:cNvSpPr/>
          <p:nvPr/>
        </p:nvSpPr>
        <p:spPr>
          <a:xfrm>
            <a:off x="1561117" y="24855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1" name="Freeform 2250"/>
          <p:cNvSpPr/>
          <p:nvPr/>
        </p:nvSpPr>
        <p:spPr>
          <a:xfrm>
            <a:off x="1639115" y="24869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2" name="Freeform 2251"/>
          <p:cNvSpPr/>
          <p:nvPr/>
        </p:nvSpPr>
        <p:spPr>
          <a:xfrm>
            <a:off x="1717004" y="25462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3" name="Freeform 2252"/>
          <p:cNvSpPr/>
          <p:nvPr/>
        </p:nvSpPr>
        <p:spPr>
          <a:xfrm>
            <a:off x="1639461" y="2845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4" name="Freeform 2253"/>
          <p:cNvSpPr/>
          <p:nvPr/>
        </p:nvSpPr>
        <p:spPr>
          <a:xfrm>
            <a:off x="1667765" y="329846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5" name="Freeform 2254"/>
          <p:cNvSpPr/>
          <p:nvPr/>
        </p:nvSpPr>
        <p:spPr>
          <a:xfrm>
            <a:off x="1697247" y="24428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6" name="Freeform 2255"/>
          <p:cNvSpPr/>
          <p:nvPr/>
        </p:nvSpPr>
        <p:spPr>
          <a:xfrm>
            <a:off x="1405741" y="29096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7" name="Freeform 2256"/>
          <p:cNvSpPr/>
          <p:nvPr/>
        </p:nvSpPr>
        <p:spPr>
          <a:xfrm>
            <a:off x="1781272" y="24464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8" name="Freeform 2257"/>
          <p:cNvSpPr/>
          <p:nvPr/>
        </p:nvSpPr>
        <p:spPr>
          <a:xfrm>
            <a:off x="1866845" y="29235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9" name="Freeform 2258"/>
          <p:cNvSpPr/>
          <p:nvPr/>
        </p:nvSpPr>
        <p:spPr>
          <a:xfrm>
            <a:off x="1728043" y="30892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0" name="Freeform 2259"/>
          <p:cNvSpPr/>
          <p:nvPr/>
        </p:nvSpPr>
        <p:spPr>
          <a:xfrm>
            <a:off x="1731559" y="23660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1" name="Freeform 2260"/>
          <p:cNvSpPr/>
          <p:nvPr/>
        </p:nvSpPr>
        <p:spPr>
          <a:xfrm>
            <a:off x="1472473" y="241123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2" name="Freeform 2261"/>
          <p:cNvSpPr/>
          <p:nvPr/>
        </p:nvSpPr>
        <p:spPr>
          <a:xfrm>
            <a:off x="1610453" y="21789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3" name="Freeform 2262"/>
          <p:cNvSpPr/>
          <p:nvPr/>
        </p:nvSpPr>
        <p:spPr>
          <a:xfrm>
            <a:off x="1536253" y="13079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4" name="Freeform 2263"/>
          <p:cNvSpPr/>
          <p:nvPr/>
        </p:nvSpPr>
        <p:spPr>
          <a:xfrm>
            <a:off x="1560306" y="23427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5" name="Freeform 2264"/>
          <p:cNvSpPr/>
          <p:nvPr/>
        </p:nvSpPr>
        <p:spPr>
          <a:xfrm>
            <a:off x="1726571" y="22300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6" name="Freeform 2265"/>
          <p:cNvSpPr/>
          <p:nvPr/>
        </p:nvSpPr>
        <p:spPr>
          <a:xfrm>
            <a:off x="1537124" y="30772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7" name="Freeform 2266"/>
          <p:cNvSpPr/>
          <p:nvPr/>
        </p:nvSpPr>
        <p:spPr>
          <a:xfrm>
            <a:off x="1609204" y="31907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8" name="Freeform 2267"/>
          <p:cNvSpPr/>
          <p:nvPr/>
        </p:nvSpPr>
        <p:spPr>
          <a:xfrm>
            <a:off x="1418950" y="16349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9" name="Freeform 2268"/>
          <p:cNvSpPr/>
          <p:nvPr/>
        </p:nvSpPr>
        <p:spPr>
          <a:xfrm>
            <a:off x="1606173" y="299372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0" name="Freeform 2269"/>
          <p:cNvSpPr/>
          <p:nvPr/>
        </p:nvSpPr>
        <p:spPr>
          <a:xfrm>
            <a:off x="1632751" y="30590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1" name="Freeform 2270"/>
          <p:cNvSpPr/>
          <p:nvPr/>
        </p:nvSpPr>
        <p:spPr>
          <a:xfrm>
            <a:off x="1547726" y="25142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2" name="Freeform 2271"/>
          <p:cNvSpPr/>
          <p:nvPr/>
        </p:nvSpPr>
        <p:spPr>
          <a:xfrm>
            <a:off x="1546111" y="2541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3" name="Freeform 2272"/>
          <p:cNvSpPr/>
          <p:nvPr/>
        </p:nvSpPr>
        <p:spPr>
          <a:xfrm>
            <a:off x="1824923" y="29823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4" name="Freeform 2273"/>
          <p:cNvSpPr/>
          <p:nvPr/>
        </p:nvSpPr>
        <p:spPr>
          <a:xfrm>
            <a:off x="1493708" y="265840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5" name="Freeform 2274"/>
          <p:cNvSpPr/>
          <p:nvPr/>
        </p:nvSpPr>
        <p:spPr>
          <a:xfrm>
            <a:off x="1510731" y="18265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6" name="Freeform 2275"/>
          <p:cNvSpPr/>
          <p:nvPr/>
        </p:nvSpPr>
        <p:spPr>
          <a:xfrm>
            <a:off x="1536577" y="29300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7" name="Freeform 2276"/>
          <p:cNvSpPr/>
          <p:nvPr/>
        </p:nvSpPr>
        <p:spPr>
          <a:xfrm>
            <a:off x="1751366" y="32486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8" name="Freeform 2277"/>
          <p:cNvSpPr/>
          <p:nvPr/>
        </p:nvSpPr>
        <p:spPr>
          <a:xfrm>
            <a:off x="1847936" y="19820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9" name="Freeform 2278"/>
          <p:cNvSpPr/>
          <p:nvPr/>
        </p:nvSpPr>
        <p:spPr>
          <a:xfrm>
            <a:off x="1658657" y="22261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0" name="Freeform 2279"/>
          <p:cNvSpPr/>
          <p:nvPr/>
        </p:nvSpPr>
        <p:spPr>
          <a:xfrm>
            <a:off x="1546386" y="28294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1" name="Freeform 2280"/>
          <p:cNvSpPr/>
          <p:nvPr/>
        </p:nvSpPr>
        <p:spPr>
          <a:xfrm>
            <a:off x="1577365" y="33508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2" name="Freeform 2281"/>
          <p:cNvSpPr/>
          <p:nvPr/>
        </p:nvSpPr>
        <p:spPr>
          <a:xfrm>
            <a:off x="1737031" y="28967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3" name="Freeform 2282"/>
          <p:cNvSpPr/>
          <p:nvPr/>
        </p:nvSpPr>
        <p:spPr>
          <a:xfrm>
            <a:off x="1525660" y="25227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4" name="Freeform 2283"/>
          <p:cNvSpPr/>
          <p:nvPr/>
        </p:nvSpPr>
        <p:spPr>
          <a:xfrm>
            <a:off x="1778552" y="18610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5" name="Freeform 2284"/>
          <p:cNvSpPr/>
          <p:nvPr/>
        </p:nvSpPr>
        <p:spPr>
          <a:xfrm>
            <a:off x="1774661" y="30550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6" name="Freeform 2285"/>
          <p:cNvSpPr/>
          <p:nvPr/>
        </p:nvSpPr>
        <p:spPr>
          <a:xfrm>
            <a:off x="1630632" y="25388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7" name="Freeform 2286"/>
          <p:cNvSpPr/>
          <p:nvPr/>
        </p:nvSpPr>
        <p:spPr>
          <a:xfrm>
            <a:off x="1692242" y="21270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8" name="Freeform 2287"/>
          <p:cNvSpPr/>
          <p:nvPr/>
        </p:nvSpPr>
        <p:spPr>
          <a:xfrm>
            <a:off x="1703326" y="37840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9" name="Freeform 2288"/>
          <p:cNvSpPr/>
          <p:nvPr/>
        </p:nvSpPr>
        <p:spPr>
          <a:xfrm>
            <a:off x="1789385" y="19325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0" name="Freeform 2289"/>
          <p:cNvSpPr/>
          <p:nvPr/>
        </p:nvSpPr>
        <p:spPr>
          <a:xfrm>
            <a:off x="1510642" y="31341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1" name="Freeform 2290"/>
          <p:cNvSpPr/>
          <p:nvPr/>
        </p:nvSpPr>
        <p:spPr>
          <a:xfrm>
            <a:off x="1749482" y="23130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2" name="Freeform 2291"/>
          <p:cNvSpPr/>
          <p:nvPr/>
        </p:nvSpPr>
        <p:spPr>
          <a:xfrm>
            <a:off x="1582981" y="235931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3" name="Freeform 2292"/>
          <p:cNvSpPr/>
          <p:nvPr/>
        </p:nvSpPr>
        <p:spPr>
          <a:xfrm>
            <a:off x="1540990" y="19050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4" name="Freeform 2293"/>
          <p:cNvSpPr/>
          <p:nvPr/>
        </p:nvSpPr>
        <p:spPr>
          <a:xfrm>
            <a:off x="1634105" y="21943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5" name="Freeform 2294"/>
          <p:cNvSpPr/>
          <p:nvPr/>
        </p:nvSpPr>
        <p:spPr>
          <a:xfrm>
            <a:off x="1600192" y="37819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6" name="Freeform 2295"/>
          <p:cNvSpPr/>
          <p:nvPr/>
        </p:nvSpPr>
        <p:spPr>
          <a:xfrm>
            <a:off x="1517484" y="29185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7" name="Freeform 2296"/>
          <p:cNvSpPr/>
          <p:nvPr/>
        </p:nvSpPr>
        <p:spPr>
          <a:xfrm>
            <a:off x="1452246" y="24181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8" name="Freeform 2297"/>
          <p:cNvSpPr/>
          <p:nvPr/>
        </p:nvSpPr>
        <p:spPr>
          <a:xfrm>
            <a:off x="1522340" y="259876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9" name="Freeform 2298"/>
          <p:cNvSpPr/>
          <p:nvPr/>
        </p:nvSpPr>
        <p:spPr>
          <a:xfrm>
            <a:off x="1778489" y="22341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0" name="Freeform 2299"/>
          <p:cNvSpPr/>
          <p:nvPr/>
        </p:nvSpPr>
        <p:spPr>
          <a:xfrm>
            <a:off x="1833069" y="20650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1" name="Freeform 2300"/>
          <p:cNvSpPr/>
          <p:nvPr/>
        </p:nvSpPr>
        <p:spPr>
          <a:xfrm>
            <a:off x="1692668" y="216318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2" name="Freeform 2301"/>
          <p:cNvSpPr/>
          <p:nvPr/>
        </p:nvSpPr>
        <p:spPr>
          <a:xfrm>
            <a:off x="1749987" y="26092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3" name="Freeform 2302"/>
          <p:cNvSpPr/>
          <p:nvPr/>
        </p:nvSpPr>
        <p:spPr>
          <a:xfrm>
            <a:off x="1567833" y="34940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4" name="Freeform 2303"/>
          <p:cNvSpPr/>
          <p:nvPr/>
        </p:nvSpPr>
        <p:spPr>
          <a:xfrm>
            <a:off x="1614868" y="27400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5" name="Freeform 2304"/>
          <p:cNvSpPr/>
          <p:nvPr/>
        </p:nvSpPr>
        <p:spPr>
          <a:xfrm>
            <a:off x="1653371" y="226732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6" name="Freeform 2305"/>
          <p:cNvSpPr/>
          <p:nvPr/>
        </p:nvSpPr>
        <p:spPr>
          <a:xfrm>
            <a:off x="1507450" y="30842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7" name="Freeform 2306"/>
          <p:cNvSpPr/>
          <p:nvPr/>
        </p:nvSpPr>
        <p:spPr>
          <a:xfrm>
            <a:off x="1517222" y="21508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8" name="Freeform 2307"/>
          <p:cNvSpPr/>
          <p:nvPr/>
        </p:nvSpPr>
        <p:spPr>
          <a:xfrm>
            <a:off x="1633517" y="20005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9" name="Freeform 2308"/>
          <p:cNvSpPr/>
          <p:nvPr/>
        </p:nvSpPr>
        <p:spPr>
          <a:xfrm>
            <a:off x="1588857" y="24242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0" name="Freeform 2309"/>
          <p:cNvSpPr/>
          <p:nvPr/>
        </p:nvSpPr>
        <p:spPr>
          <a:xfrm>
            <a:off x="1509347" y="41541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1" name="Freeform 2310"/>
          <p:cNvSpPr/>
          <p:nvPr/>
        </p:nvSpPr>
        <p:spPr>
          <a:xfrm>
            <a:off x="1664471" y="31859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2" name="Freeform 2311"/>
          <p:cNvSpPr/>
          <p:nvPr/>
        </p:nvSpPr>
        <p:spPr>
          <a:xfrm>
            <a:off x="1594957" y="14704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3" name="Freeform 2312"/>
          <p:cNvSpPr/>
          <p:nvPr/>
        </p:nvSpPr>
        <p:spPr>
          <a:xfrm>
            <a:off x="1732382" y="2789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4" name="Freeform 2313"/>
          <p:cNvSpPr/>
          <p:nvPr/>
        </p:nvSpPr>
        <p:spPr>
          <a:xfrm>
            <a:off x="1622568" y="35687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5" name="Freeform 2314"/>
          <p:cNvSpPr/>
          <p:nvPr/>
        </p:nvSpPr>
        <p:spPr>
          <a:xfrm>
            <a:off x="1590996" y="18233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6" name="Freeform 2315"/>
          <p:cNvSpPr/>
          <p:nvPr/>
        </p:nvSpPr>
        <p:spPr>
          <a:xfrm>
            <a:off x="1636780" y="24858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7" name="Freeform 2316"/>
          <p:cNvSpPr/>
          <p:nvPr/>
        </p:nvSpPr>
        <p:spPr>
          <a:xfrm>
            <a:off x="1604724" y="18940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8" name="Freeform 2317"/>
          <p:cNvSpPr/>
          <p:nvPr/>
        </p:nvSpPr>
        <p:spPr>
          <a:xfrm>
            <a:off x="1551657" y="23429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9" name="Freeform 2318"/>
          <p:cNvSpPr/>
          <p:nvPr/>
        </p:nvSpPr>
        <p:spPr>
          <a:xfrm>
            <a:off x="1580122" y="22444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0" name="Freeform 2319"/>
          <p:cNvSpPr/>
          <p:nvPr/>
        </p:nvSpPr>
        <p:spPr>
          <a:xfrm>
            <a:off x="1703291" y="229625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1" name="Freeform 2320"/>
          <p:cNvSpPr/>
          <p:nvPr/>
        </p:nvSpPr>
        <p:spPr>
          <a:xfrm>
            <a:off x="1692283" y="21149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2" name="Freeform 2321"/>
          <p:cNvSpPr/>
          <p:nvPr/>
        </p:nvSpPr>
        <p:spPr>
          <a:xfrm>
            <a:off x="1760717" y="12583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3" name="Freeform 2322"/>
          <p:cNvSpPr/>
          <p:nvPr/>
        </p:nvSpPr>
        <p:spPr>
          <a:xfrm>
            <a:off x="1442012" y="196662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4" name="Freeform 2323"/>
          <p:cNvSpPr/>
          <p:nvPr/>
        </p:nvSpPr>
        <p:spPr>
          <a:xfrm>
            <a:off x="1581071" y="33498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5" name="Freeform 2324"/>
          <p:cNvSpPr/>
          <p:nvPr/>
        </p:nvSpPr>
        <p:spPr>
          <a:xfrm>
            <a:off x="1578772" y="2250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6" name="Freeform 2325"/>
          <p:cNvSpPr/>
          <p:nvPr/>
        </p:nvSpPr>
        <p:spPr>
          <a:xfrm>
            <a:off x="1641497" y="18741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7" name="Freeform 2326"/>
          <p:cNvSpPr/>
          <p:nvPr/>
        </p:nvSpPr>
        <p:spPr>
          <a:xfrm>
            <a:off x="1574752" y="18410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8" name="Freeform 2327"/>
          <p:cNvSpPr/>
          <p:nvPr/>
        </p:nvSpPr>
        <p:spPr>
          <a:xfrm>
            <a:off x="1568224" y="27243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9" name="Freeform 2328"/>
          <p:cNvSpPr/>
          <p:nvPr/>
        </p:nvSpPr>
        <p:spPr>
          <a:xfrm>
            <a:off x="1706881" y="18614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0" name="Freeform 2329"/>
          <p:cNvSpPr/>
          <p:nvPr/>
        </p:nvSpPr>
        <p:spPr>
          <a:xfrm>
            <a:off x="1642173" y="19900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1" name="Freeform 2330"/>
          <p:cNvSpPr/>
          <p:nvPr/>
        </p:nvSpPr>
        <p:spPr>
          <a:xfrm>
            <a:off x="1498349" y="10983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2" name="Freeform 2331"/>
          <p:cNvSpPr/>
          <p:nvPr/>
        </p:nvSpPr>
        <p:spPr>
          <a:xfrm>
            <a:off x="1765882" y="28996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3" name="Freeform 2332"/>
          <p:cNvSpPr/>
          <p:nvPr/>
        </p:nvSpPr>
        <p:spPr>
          <a:xfrm>
            <a:off x="1729750" y="27681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4" name="Freeform 2333"/>
          <p:cNvSpPr/>
          <p:nvPr/>
        </p:nvSpPr>
        <p:spPr>
          <a:xfrm>
            <a:off x="1561722" y="26590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5" name="Freeform 2334"/>
          <p:cNvSpPr/>
          <p:nvPr/>
        </p:nvSpPr>
        <p:spPr>
          <a:xfrm>
            <a:off x="1712049" y="27588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6" name="Freeform 2335"/>
          <p:cNvSpPr/>
          <p:nvPr/>
        </p:nvSpPr>
        <p:spPr>
          <a:xfrm>
            <a:off x="1544477" y="29755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7" name="Freeform 2336"/>
          <p:cNvSpPr/>
          <p:nvPr/>
        </p:nvSpPr>
        <p:spPr>
          <a:xfrm>
            <a:off x="1743544" y="39908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8" name="Freeform 2337"/>
          <p:cNvSpPr/>
          <p:nvPr/>
        </p:nvSpPr>
        <p:spPr>
          <a:xfrm>
            <a:off x="1599819" y="27287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9" name="Freeform 2338"/>
          <p:cNvSpPr/>
          <p:nvPr/>
        </p:nvSpPr>
        <p:spPr>
          <a:xfrm>
            <a:off x="1537237" y="22928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0" name="Freeform 2339"/>
          <p:cNvSpPr/>
          <p:nvPr/>
        </p:nvSpPr>
        <p:spPr>
          <a:xfrm>
            <a:off x="1583209" y="27604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1" name="Freeform 2340"/>
          <p:cNvSpPr/>
          <p:nvPr/>
        </p:nvSpPr>
        <p:spPr>
          <a:xfrm>
            <a:off x="1541196" y="144377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2" name="Freeform 2341"/>
          <p:cNvSpPr/>
          <p:nvPr/>
        </p:nvSpPr>
        <p:spPr>
          <a:xfrm>
            <a:off x="1643676" y="24858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3" name="Freeform 2342"/>
          <p:cNvSpPr/>
          <p:nvPr/>
        </p:nvSpPr>
        <p:spPr>
          <a:xfrm>
            <a:off x="1641854" y="17931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4" name="Freeform 2343"/>
          <p:cNvSpPr/>
          <p:nvPr/>
        </p:nvSpPr>
        <p:spPr>
          <a:xfrm>
            <a:off x="1626952" y="235132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5" name="Freeform 2344"/>
          <p:cNvSpPr/>
          <p:nvPr/>
        </p:nvSpPr>
        <p:spPr>
          <a:xfrm>
            <a:off x="1563577" y="20450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6" name="Freeform 2345"/>
          <p:cNvSpPr/>
          <p:nvPr/>
        </p:nvSpPr>
        <p:spPr>
          <a:xfrm>
            <a:off x="1231475" y="23416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7" name="Freeform 2346"/>
          <p:cNvSpPr/>
          <p:nvPr/>
        </p:nvSpPr>
        <p:spPr>
          <a:xfrm>
            <a:off x="1633053" y="1750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8" name="Freeform 2347"/>
          <p:cNvSpPr/>
          <p:nvPr/>
        </p:nvSpPr>
        <p:spPr>
          <a:xfrm>
            <a:off x="1420271" y="24627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9" name="Freeform 2348"/>
          <p:cNvSpPr/>
          <p:nvPr/>
        </p:nvSpPr>
        <p:spPr>
          <a:xfrm>
            <a:off x="1649244" y="22240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0" name="Freeform 2349"/>
          <p:cNvSpPr/>
          <p:nvPr/>
        </p:nvSpPr>
        <p:spPr>
          <a:xfrm>
            <a:off x="1744089" y="22944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1" name="Freeform 2350"/>
          <p:cNvSpPr/>
          <p:nvPr/>
        </p:nvSpPr>
        <p:spPr>
          <a:xfrm>
            <a:off x="1652421" y="26493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2" name="Freeform 2351"/>
          <p:cNvSpPr/>
          <p:nvPr/>
        </p:nvSpPr>
        <p:spPr>
          <a:xfrm>
            <a:off x="1581462" y="22734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3" name="Freeform 2352"/>
          <p:cNvSpPr/>
          <p:nvPr/>
        </p:nvSpPr>
        <p:spPr>
          <a:xfrm>
            <a:off x="1603879" y="12816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4" name="Freeform 2353"/>
          <p:cNvSpPr/>
          <p:nvPr/>
        </p:nvSpPr>
        <p:spPr>
          <a:xfrm>
            <a:off x="1608887" y="26396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5" name="Freeform 2354"/>
          <p:cNvSpPr/>
          <p:nvPr/>
        </p:nvSpPr>
        <p:spPr>
          <a:xfrm>
            <a:off x="1564366" y="22656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6" name="Freeform 2355"/>
          <p:cNvSpPr/>
          <p:nvPr/>
        </p:nvSpPr>
        <p:spPr>
          <a:xfrm>
            <a:off x="1560670" y="18111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7" name="Freeform 2356"/>
          <p:cNvSpPr/>
          <p:nvPr/>
        </p:nvSpPr>
        <p:spPr>
          <a:xfrm>
            <a:off x="1524287" y="18748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8" name="Freeform 2357"/>
          <p:cNvSpPr/>
          <p:nvPr/>
        </p:nvSpPr>
        <p:spPr>
          <a:xfrm>
            <a:off x="1750226" y="24867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9" name="Freeform 2358"/>
          <p:cNvSpPr/>
          <p:nvPr/>
        </p:nvSpPr>
        <p:spPr>
          <a:xfrm>
            <a:off x="1621458" y="37852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0" name="Freeform 2359"/>
          <p:cNvSpPr/>
          <p:nvPr/>
        </p:nvSpPr>
        <p:spPr>
          <a:xfrm>
            <a:off x="1725420" y="22129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1" name="Freeform 2360"/>
          <p:cNvSpPr/>
          <p:nvPr/>
        </p:nvSpPr>
        <p:spPr>
          <a:xfrm>
            <a:off x="1596372" y="36963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2" name="Freeform 2361"/>
          <p:cNvSpPr/>
          <p:nvPr/>
        </p:nvSpPr>
        <p:spPr>
          <a:xfrm>
            <a:off x="1630842" y="16961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3" name="Freeform 2362"/>
          <p:cNvSpPr/>
          <p:nvPr/>
        </p:nvSpPr>
        <p:spPr>
          <a:xfrm>
            <a:off x="1604895" y="24011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4" name="Freeform 2363"/>
          <p:cNvSpPr/>
          <p:nvPr/>
        </p:nvSpPr>
        <p:spPr>
          <a:xfrm>
            <a:off x="1672634" y="19510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5" name="Freeform 2364"/>
          <p:cNvSpPr/>
          <p:nvPr/>
        </p:nvSpPr>
        <p:spPr>
          <a:xfrm>
            <a:off x="1711552" y="29821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6" name="Freeform 2365"/>
          <p:cNvSpPr/>
          <p:nvPr/>
        </p:nvSpPr>
        <p:spPr>
          <a:xfrm>
            <a:off x="1648764" y="33347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7" name="Freeform 2366"/>
          <p:cNvSpPr/>
          <p:nvPr/>
        </p:nvSpPr>
        <p:spPr>
          <a:xfrm>
            <a:off x="1551040" y="23516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8" name="Freeform 2367"/>
          <p:cNvSpPr/>
          <p:nvPr/>
        </p:nvSpPr>
        <p:spPr>
          <a:xfrm>
            <a:off x="1539686" y="25112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9" name="Freeform 2368"/>
          <p:cNvSpPr/>
          <p:nvPr/>
        </p:nvSpPr>
        <p:spPr>
          <a:xfrm>
            <a:off x="1800613" y="27595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0" name="Freeform 2369"/>
          <p:cNvSpPr/>
          <p:nvPr/>
        </p:nvSpPr>
        <p:spPr>
          <a:xfrm>
            <a:off x="1593165" y="24471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1" name="Freeform 2370"/>
          <p:cNvSpPr/>
          <p:nvPr/>
        </p:nvSpPr>
        <p:spPr>
          <a:xfrm>
            <a:off x="1591981" y="9926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2" name="Freeform 2371"/>
          <p:cNvSpPr/>
          <p:nvPr/>
        </p:nvSpPr>
        <p:spPr>
          <a:xfrm>
            <a:off x="1779842" y="20406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3" name="Freeform 2372"/>
          <p:cNvSpPr/>
          <p:nvPr/>
        </p:nvSpPr>
        <p:spPr>
          <a:xfrm>
            <a:off x="1739497" y="19240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4" name="Freeform 2373"/>
          <p:cNvSpPr/>
          <p:nvPr/>
        </p:nvSpPr>
        <p:spPr>
          <a:xfrm>
            <a:off x="1680230" y="20355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5" name="Freeform 2374"/>
          <p:cNvSpPr/>
          <p:nvPr/>
        </p:nvSpPr>
        <p:spPr>
          <a:xfrm>
            <a:off x="1580396" y="16909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6" name="Freeform 2375"/>
          <p:cNvSpPr/>
          <p:nvPr/>
        </p:nvSpPr>
        <p:spPr>
          <a:xfrm>
            <a:off x="1874857" y="25961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7" name="Freeform 2376"/>
          <p:cNvSpPr/>
          <p:nvPr/>
        </p:nvSpPr>
        <p:spPr>
          <a:xfrm>
            <a:off x="1665160" y="36070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8" name="Freeform 2377"/>
          <p:cNvSpPr/>
          <p:nvPr/>
        </p:nvSpPr>
        <p:spPr>
          <a:xfrm>
            <a:off x="1681636" y="25953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9" name="Freeform 2378"/>
          <p:cNvSpPr/>
          <p:nvPr/>
        </p:nvSpPr>
        <p:spPr>
          <a:xfrm>
            <a:off x="1604818" y="20529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0" name="Freeform 2379"/>
          <p:cNvSpPr/>
          <p:nvPr/>
        </p:nvSpPr>
        <p:spPr>
          <a:xfrm>
            <a:off x="1471825" y="30188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1" name="Freeform 2380"/>
          <p:cNvSpPr/>
          <p:nvPr/>
        </p:nvSpPr>
        <p:spPr>
          <a:xfrm>
            <a:off x="1480335" y="25886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2" name="Freeform 2381"/>
          <p:cNvSpPr/>
          <p:nvPr/>
        </p:nvSpPr>
        <p:spPr>
          <a:xfrm>
            <a:off x="1666659" y="2868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3" name="Freeform 2382"/>
          <p:cNvSpPr/>
          <p:nvPr/>
        </p:nvSpPr>
        <p:spPr>
          <a:xfrm>
            <a:off x="1665038" y="16787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4" name="Freeform 2383"/>
          <p:cNvSpPr/>
          <p:nvPr/>
        </p:nvSpPr>
        <p:spPr>
          <a:xfrm>
            <a:off x="1597448" y="20867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5" name="Freeform 2384"/>
          <p:cNvSpPr/>
          <p:nvPr/>
        </p:nvSpPr>
        <p:spPr>
          <a:xfrm>
            <a:off x="1497780" y="21398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6" name="Freeform 2385"/>
          <p:cNvSpPr/>
          <p:nvPr/>
        </p:nvSpPr>
        <p:spPr>
          <a:xfrm>
            <a:off x="1468899" y="21560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7" name="Freeform 2386"/>
          <p:cNvSpPr/>
          <p:nvPr/>
        </p:nvSpPr>
        <p:spPr>
          <a:xfrm>
            <a:off x="1588050" y="25132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8" name="Freeform 2387"/>
          <p:cNvSpPr/>
          <p:nvPr/>
        </p:nvSpPr>
        <p:spPr>
          <a:xfrm>
            <a:off x="1467351" y="23859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9" name="Freeform 2388"/>
          <p:cNvSpPr/>
          <p:nvPr/>
        </p:nvSpPr>
        <p:spPr>
          <a:xfrm>
            <a:off x="1719284" y="31356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0" name="Freeform 2389"/>
          <p:cNvSpPr/>
          <p:nvPr/>
        </p:nvSpPr>
        <p:spPr>
          <a:xfrm>
            <a:off x="1746429" y="36784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1" name="Freeform 2390"/>
          <p:cNvSpPr/>
          <p:nvPr/>
        </p:nvSpPr>
        <p:spPr>
          <a:xfrm>
            <a:off x="1925760" y="24116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2" name="Freeform 2391"/>
          <p:cNvSpPr/>
          <p:nvPr/>
        </p:nvSpPr>
        <p:spPr>
          <a:xfrm>
            <a:off x="1717080" y="231740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3" name="Freeform 2392"/>
          <p:cNvSpPr/>
          <p:nvPr/>
        </p:nvSpPr>
        <p:spPr>
          <a:xfrm>
            <a:off x="1559701" y="18374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4" name="Freeform 2393"/>
          <p:cNvSpPr/>
          <p:nvPr/>
        </p:nvSpPr>
        <p:spPr>
          <a:xfrm>
            <a:off x="1529875" y="16411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5" name="Freeform 2394"/>
          <p:cNvSpPr/>
          <p:nvPr/>
        </p:nvSpPr>
        <p:spPr>
          <a:xfrm>
            <a:off x="1253871" y="16418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6" name="Freeform 2395"/>
          <p:cNvSpPr/>
          <p:nvPr/>
        </p:nvSpPr>
        <p:spPr>
          <a:xfrm>
            <a:off x="1559483" y="30341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7" name="Freeform 2396"/>
          <p:cNvSpPr/>
          <p:nvPr/>
        </p:nvSpPr>
        <p:spPr>
          <a:xfrm>
            <a:off x="1604190" y="26840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8" name="Freeform 2397"/>
          <p:cNvSpPr/>
          <p:nvPr/>
        </p:nvSpPr>
        <p:spPr>
          <a:xfrm>
            <a:off x="1726654" y="22326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9" name="Freeform 2398"/>
          <p:cNvSpPr/>
          <p:nvPr/>
        </p:nvSpPr>
        <p:spPr>
          <a:xfrm>
            <a:off x="1688548" y="1120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0" name="Freeform 2399"/>
          <p:cNvSpPr/>
          <p:nvPr/>
        </p:nvSpPr>
        <p:spPr>
          <a:xfrm>
            <a:off x="1686061" y="16906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1" name="Freeform 2400"/>
          <p:cNvSpPr/>
          <p:nvPr/>
        </p:nvSpPr>
        <p:spPr>
          <a:xfrm>
            <a:off x="1645975" y="18861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2" name="Freeform 2401"/>
          <p:cNvSpPr/>
          <p:nvPr/>
        </p:nvSpPr>
        <p:spPr>
          <a:xfrm>
            <a:off x="1693823" y="2703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3" name="Freeform 2402"/>
          <p:cNvSpPr/>
          <p:nvPr/>
        </p:nvSpPr>
        <p:spPr>
          <a:xfrm>
            <a:off x="1777980" y="29718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4" name="Freeform 2403"/>
          <p:cNvSpPr/>
          <p:nvPr/>
        </p:nvSpPr>
        <p:spPr>
          <a:xfrm>
            <a:off x="1509206" y="20653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5" name="Freeform 2404"/>
          <p:cNvSpPr/>
          <p:nvPr/>
        </p:nvSpPr>
        <p:spPr>
          <a:xfrm>
            <a:off x="1574202" y="3089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6" name="Freeform 2405"/>
          <p:cNvSpPr/>
          <p:nvPr/>
        </p:nvSpPr>
        <p:spPr>
          <a:xfrm>
            <a:off x="1474583" y="26223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7" name="Freeform 2406"/>
          <p:cNvSpPr/>
          <p:nvPr/>
        </p:nvSpPr>
        <p:spPr>
          <a:xfrm>
            <a:off x="1796279" y="25552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8" name="Freeform 2407"/>
          <p:cNvSpPr/>
          <p:nvPr/>
        </p:nvSpPr>
        <p:spPr>
          <a:xfrm>
            <a:off x="1761855" y="16294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9" name="Freeform 2408"/>
          <p:cNvSpPr/>
          <p:nvPr/>
        </p:nvSpPr>
        <p:spPr>
          <a:xfrm>
            <a:off x="1703598" y="26853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0" name="Freeform 2409"/>
          <p:cNvSpPr/>
          <p:nvPr/>
        </p:nvSpPr>
        <p:spPr>
          <a:xfrm>
            <a:off x="1494906" y="38155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1" name="Freeform 2410"/>
          <p:cNvSpPr/>
          <p:nvPr/>
        </p:nvSpPr>
        <p:spPr>
          <a:xfrm>
            <a:off x="1641623" y="22195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2" name="Freeform 2411"/>
          <p:cNvSpPr/>
          <p:nvPr/>
        </p:nvSpPr>
        <p:spPr>
          <a:xfrm>
            <a:off x="1598021" y="28720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3" name="Freeform 2412"/>
          <p:cNvSpPr/>
          <p:nvPr/>
        </p:nvSpPr>
        <p:spPr>
          <a:xfrm>
            <a:off x="1631768" y="24699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4" name="Freeform 2413"/>
          <p:cNvSpPr/>
          <p:nvPr/>
        </p:nvSpPr>
        <p:spPr>
          <a:xfrm>
            <a:off x="1602998" y="25400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5" name="Freeform 2414"/>
          <p:cNvSpPr/>
          <p:nvPr/>
        </p:nvSpPr>
        <p:spPr>
          <a:xfrm>
            <a:off x="1678744" y="26414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6" name="Freeform 2415"/>
          <p:cNvSpPr/>
          <p:nvPr/>
        </p:nvSpPr>
        <p:spPr>
          <a:xfrm>
            <a:off x="1580883" y="206457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7" name="Freeform 2416"/>
          <p:cNvSpPr/>
          <p:nvPr/>
        </p:nvSpPr>
        <p:spPr>
          <a:xfrm>
            <a:off x="1714540" y="33241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8" name="Freeform 2417"/>
          <p:cNvSpPr/>
          <p:nvPr/>
        </p:nvSpPr>
        <p:spPr>
          <a:xfrm>
            <a:off x="1648945" y="27733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9" name="Freeform 2418"/>
          <p:cNvSpPr/>
          <p:nvPr/>
        </p:nvSpPr>
        <p:spPr>
          <a:xfrm>
            <a:off x="1591770" y="21222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0" name="Freeform 2419"/>
          <p:cNvSpPr/>
          <p:nvPr/>
        </p:nvSpPr>
        <p:spPr>
          <a:xfrm>
            <a:off x="1611156" y="28259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1" name="Freeform 2420"/>
          <p:cNvSpPr/>
          <p:nvPr/>
        </p:nvSpPr>
        <p:spPr>
          <a:xfrm>
            <a:off x="1575990" y="33652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2" name="Freeform 2421"/>
          <p:cNvSpPr/>
          <p:nvPr/>
        </p:nvSpPr>
        <p:spPr>
          <a:xfrm>
            <a:off x="1710188" y="21305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3" name="Freeform 2422"/>
          <p:cNvSpPr/>
          <p:nvPr/>
        </p:nvSpPr>
        <p:spPr>
          <a:xfrm>
            <a:off x="1594082" y="18841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4" name="Freeform 2423"/>
          <p:cNvSpPr/>
          <p:nvPr/>
        </p:nvSpPr>
        <p:spPr>
          <a:xfrm>
            <a:off x="1654668" y="25174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5" name="Freeform 2424"/>
          <p:cNvSpPr/>
          <p:nvPr/>
        </p:nvSpPr>
        <p:spPr>
          <a:xfrm>
            <a:off x="1581144" y="35561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6" name="Freeform 2425"/>
          <p:cNvSpPr/>
          <p:nvPr/>
        </p:nvSpPr>
        <p:spPr>
          <a:xfrm>
            <a:off x="1464252" y="21103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7" name="Freeform 2426"/>
          <p:cNvSpPr/>
          <p:nvPr/>
        </p:nvSpPr>
        <p:spPr>
          <a:xfrm>
            <a:off x="1720053" y="33929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8" name="Freeform 2427"/>
          <p:cNvSpPr/>
          <p:nvPr/>
        </p:nvSpPr>
        <p:spPr>
          <a:xfrm>
            <a:off x="1509928" y="23256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9" name="Freeform 2428"/>
          <p:cNvSpPr/>
          <p:nvPr/>
        </p:nvSpPr>
        <p:spPr>
          <a:xfrm>
            <a:off x="1695776" y="29742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0" name="Freeform 2429"/>
          <p:cNvSpPr/>
          <p:nvPr/>
        </p:nvSpPr>
        <p:spPr>
          <a:xfrm>
            <a:off x="1668068" y="31218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1" name="Freeform 2430"/>
          <p:cNvSpPr/>
          <p:nvPr/>
        </p:nvSpPr>
        <p:spPr>
          <a:xfrm>
            <a:off x="1445966" y="27326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2" name="Freeform 2431"/>
          <p:cNvSpPr/>
          <p:nvPr/>
        </p:nvSpPr>
        <p:spPr>
          <a:xfrm>
            <a:off x="1522064" y="259243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3" name="Freeform 2432"/>
          <p:cNvSpPr/>
          <p:nvPr/>
        </p:nvSpPr>
        <p:spPr>
          <a:xfrm>
            <a:off x="1568125" y="284232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4" name="Freeform 2433"/>
          <p:cNvSpPr/>
          <p:nvPr/>
        </p:nvSpPr>
        <p:spPr>
          <a:xfrm>
            <a:off x="1535325" y="21738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5" name="Freeform 2434"/>
          <p:cNvSpPr/>
          <p:nvPr/>
        </p:nvSpPr>
        <p:spPr>
          <a:xfrm>
            <a:off x="1496669" y="2734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6" name="Freeform 2435"/>
          <p:cNvSpPr/>
          <p:nvPr/>
        </p:nvSpPr>
        <p:spPr>
          <a:xfrm>
            <a:off x="1702294" y="19616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7" name="Freeform 2436"/>
          <p:cNvSpPr/>
          <p:nvPr/>
        </p:nvSpPr>
        <p:spPr>
          <a:xfrm>
            <a:off x="1597501" y="23406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Freeform 2437"/>
          <p:cNvSpPr/>
          <p:nvPr/>
        </p:nvSpPr>
        <p:spPr>
          <a:xfrm>
            <a:off x="1664381" y="28712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9" name="Freeform 2438"/>
          <p:cNvSpPr/>
          <p:nvPr/>
        </p:nvSpPr>
        <p:spPr>
          <a:xfrm>
            <a:off x="1577068" y="29625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0" name="Freeform 2439"/>
          <p:cNvSpPr/>
          <p:nvPr/>
        </p:nvSpPr>
        <p:spPr>
          <a:xfrm>
            <a:off x="1655785" y="33862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1" name="Freeform 2440"/>
          <p:cNvSpPr/>
          <p:nvPr/>
        </p:nvSpPr>
        <p:spPr>
          <a:xfrm>
            <a:off x="1542767" y="23354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2" name="Freeform 2441"/>
          <p:cNvSpPr/>
          <p:nvPr/>
        </p:nvSpPr>
        <p:spPr>
          <a:xfrm>
            <a:off x="1620285" y="26853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3" name="Freeform 2442"/>
          <p:cNvSpPr/>
          <p:nvPr/>
        </p:nvSpPr>
        <p:spPr>
          <a:xfrm>
            <a:off x="1685365" y="37791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4" name="Freeform 2443"/>
          <p:cNvSpPr/>
          <p:nvPr/>
        </p:nvSpPr>
        <p:spPr>
          <a:xfrm>
            <a:off x="1627943" y="278350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5" name="Freeform 2444"/>
          <p:cNvSpPr/>
          <p:nvPr/>
        </p:nvSpPr>
        <p:spPr>
          <a:xfrm>
            <a:off x="1574222" y="29815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6" name="Freeform 2445"/>
          <p:cNvSpPr/>
          <p:nvPr/>
        </p:nvSpPr>
        <p:spPr>
          <a:xfrm>
            <a:off x="1506875" y="16387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7" name="Freeform 2446"/>
          <p:cNvSpPr/>
          <p:nvPr/>
        </p:nvSpPr>
        <p:spPr>
          <a:xfrm>
            <a:off x="1641054" y="34162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8" name="Freeform 2447"/>
          <p:cNvSpPr/>
          <p:nvPr/>
        </p:nvSpPr>
        <p:spPr>
          <a:xfrm>
            <a:off x="1660023" y="32744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9" name="Freeform 2448"/>
          <p:cNvSpPr/>
          <p:nvPr/>
        </p:nvSpPr>
        <p:spPr>
          <a:xfrm>
            <a:off x="1595484" y="18912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0" name="Freeform 2449"/>
          <p:cNvSpPr/>
          <p:nvPr/>
        </p:nvSpPr>
        <p:spPr>
          <a:xfrm>
            <a:off x="1540823" y="17574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1" name="Freeform 2450"/>
          <p:cNvSpPr/>
          <p:nvPr/>
        </p:nvSpPr>
        <p:spPr>
          <a:xfrm>
            <a:off x="1681165" y="28969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2" name="Freeform 2451"/>
          <p:cNvSpPr/>
          <p:nvPr/>
        </p:nvSpPr>
        <p:spPr>
          <a:xfrm>
            <a:off x="1888607" y="28357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3" name="Freeform 2452"/>
          <p:cNvSpPr/>
          <p:nvPr/>
        </p:nvSpPr>
        <p:spPr>
          <a:xfrm>
            <a:off x="1590766" y="2158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4" name="Freeform 2453"/>
          <p:cNvSpPr/>
          <p:nvPr/>
        </p:nvSpPr>
        <p:spPr>
          <a:xfrm>
            <a:off x="1659145" y="37547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5" name="Freeform 2454"/>
          <p:cNvSpPr/>
          <p:nvPr/>
        </p:nvSpPr>
        <p:spPr>
          <a:xfrm>
            <a:off x="1663494" y="35021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6" name="Freeform 2455"/>
          <p:cNvSpPr/>
          <p:nvPr/>
        </p:nvSpPr>
        <p:spPr>
          <a:xfrm>
            <a:off x="1348572" y="26452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7" name="Freeform 2456"/>
          <p:cNvSpPr/>
          <p:nvPr/>
        </p:nvSpPr>
        <p:spPr>
          <a:xfrm>
            <a:off x="1636372" y="1652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8" name="Freeform 2457"/>
          <p:cNvSpPr/>
          <p:nvPr/>
        </p:nvSpPr>
        <p:spPr>
          <a:xfrm>
            <a:off x="1547541" y="27292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9" name="Freeform 2458"/>
          <p:cNvSpPr/>
          <p:nvPr/>
        </p:nvSpPr>
        <p:spPr>
          <a:xfrm>
            <a:off x="1771250" y="24383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0" name="Freeform 2459"/>
          <p:cNvSpPr/>
          <p:nvPr/>
        </p:nvSpPr>
        <p:spPr>
          <a:xfrm>
            <a:off x="1595951" y="187836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1" name="Freeform 2460"/>
          <p:cNvSpPr/>
          <p:nvPr/>
        </p:nvSpPr>
        <p:spPr>
          <a:xfrm>
            <a:off x="1539944" y="1350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2" name="Freeform 2461"/>
          <p:cNvSpPr/>
          <p:nvPr/>
        </p:nvSpPr>
        <p:spPr>
          <a:xfrm>
            <a:off x="1599748" y="28058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3" name="Freeform 2462"/>
          <p:cNvSpPr/>
          <p:nvPr/>
        </p:nvSpPr>
        <p:spPr>
          <a:xfrm>
            <a:off x="1640940" y="25021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4" name="Freeform 2463"/>
          <p:cNvSpPr/>
          <p:nvPr/>
        </p:nvSpPr>
        <p:spPr>
          <a:xfrm>
            <a:off x="1563225" y="15052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5" name="Freeform 2464"/>
          <p:cNvSpPr/>
          <p:nvPr/>
        </p:nvSpPr>
        <p:spPr>
          <a:xfrm>
            <a:off x="1617488" y="331832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6" name="Freeform 2465"/>
          <p:cNvSpPr/>
          <p:nvPr/>
        </p:nvSpPr>
        <p:spPr>
          <a:xfrm>
            <a:off x="1478260" y="19359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7" name="Freeform 2466"/>
          <p:cNvSpPr/>
          <p:nvPr/>
        </p:nvSpPr>
        <p:spPr>
          <a:xfrm>
            <a:off x="1599025" y="30451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8" name="Freeform 2467"/>
          <p:cNvSpPr/>
          <p:nvPr/>
        </p:nvSpPr>
        <p:spPr>
          <a:xfrm>
            <a:off x="1706100" y="24375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9" name="Freeform 2468"/>
          <p:cNvSpPr/>
          <p:nvPr/>
        </p:nvSpPr>
        <p:spPr>
          <a:xfrm>
            <a:off x="1833776" y="26245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0" name="Freeform 2469"/>
          <p:cNvSpPr/>
          <p:nvPr/>
        </p:nvSpPr>
        <p:spPr>
          <a:xfrm>
            <a:off x="1698702" y="30124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1" name="Freeform 2470"/>
          <p:cNvSpPr/>
          <p:nvPr/>
        </p:nvSpPr>
        <p:spPr>
          <a:xfrm>
            <a:off x="1652212" y="30260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2" name="Freeform 2471"/>
          <p:cNvSpPr/>
          <p:nvPr/>
        </p:nvSpPr>
        <p:spPr>
          <a:xfrm>
            <a:off x="1749756" y="23431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3" name="Freeform 2472"/>
          <p:cNvSpPr/>
          <p:nvPr/>
        </p:nvSpPr>
        <p:spPr>
          <a:xfrm>
            <a:off x="1732142" y="19533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4" name="Freeform 2473"/>
          <p:cNvSpPr/>
          <p:nvPr/>
        </p:nvSpPr>
        <p:spPr>
          <a:xfrm>
            <a:off x="1801113" y="25633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5" name="Freeform 2474"/>
          <p:cNvSpPr/>
          <p:nvPr/>
        </p:nvSpPr>
        <p:spPr>
          <a:xfrm>
            <a:off x="1738940" y="24550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6" name="Freeform 2475"/>
          <p:cNvSpPr/>
          <p:nvPr/>
        </p:nvSpPr>
        <p:spPr>
          <a:xfrm>
            <a:off x="1610513" y="21833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7" name="Freeform 2476"/>
          <p:cNvSpPr/>
          <p:nvPr/>
        </p:nvSpPr>
        <p:spPr>
          <a:xfrm>
            <a:off x="1650769" y="30198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8" name="Freeform 2477"/>
          <p:cNvSpPr/>
          <p:nvPr/>
        </p:nvSpPr>
        <p:spPr>
          <a:xfrm>
            <a:off x="1642288" y="20920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9" name="Freeform 2478"/>
          <p:cNvSpPr/>
          <p:nvPr/>
        </p:nvSpPr>
        <p:spPr>
          <a:xfrm>
            <a:off x="1655443" y="20488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0" name="Freeform 2479"/>
          <p:cNvSpPr/>
          <p:nvPr/>
        </p:nvSpPr>
        <p:spPr>
          <a:xfrm>
            <a:off x="1644551" y="10814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1" name="Freeform 2480"/>
          <p:cNvSpPr/>
          <p:nvPr/>
        </p:nvSpPr>
        <p:spPr>
          <a:xfrm>
            <a:off x="1539421" y="26969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2" name="Freeform 2481"/>
          <p:cNvSpPr/>
          <p:nvPr/>
        </p:nvSpPr>
        <p:spPr>
          <a:xfrm>
            <a:off x="1398084" y="27414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3" name="Freeform 2482"/>
          <p:cNvSpPr/>
          <p:nvPr/>
        </p:nvSpPr>
        <p:spPr>
          <a:xfrm>
            <a:off x="1551268" y="20761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4" name="Freeform 2483"/>
          <p:cNvSpPr/>
          <p:nvPr/>
        </p:nvSpPr>
        <p:spPr>
          <a:xfrm>
            <a:off x="1406385" y="20489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5" name="Freeform 2484"/>
          <p:cNvSpPr/>
          <p:nvPr/>
        </p:nvSpPr>
        <p:spPr>
          <a:xfrm>
            <a:off x="1630392" y="27831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6" name="Freeform 2485"/>
          <p:cNvSpPr/>
          <p:nvPr/>
        </p:nvSpPr>
        <p:spPr>
          <a:xfrm>
            <a:off x="1623607" y="27116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7" name="Freeform 2486"/>
          <p:cNvSpPr/>
          <p:nvPr/>
        </p:nvSpPr>
        <p:spPr>
          <a:xfrm>
            <a:off x="1443876" y="21996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8" name="Freeform 2487"/>
          <p:cNvSpPr/>
          <p:nvPr/>
        </p:nvSpPr>
        <p:spPr>
          <a:xfrm>
            <a:off x="1696739" y="29417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9" name="Freeform 2488"/>
          <p:cNvSpPr/>
          <p:nvPr/>
        </p:nvSpPr>
        <p:spPr>
          <a:xfrm>
            <a:off x="1715855" y="27156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0" name="Freeform 2489"/>
          <p:cNvSpPr/>
          <p:nvPr/>
        </p:nvSpPr>
        <p:spPr>
          <a:xfrm>
            <a:off x="1633376" y="24444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1" name="Freeform 2490"/>
          <p:cNvSpPr/>
          <p:nvPr/>
        </p:nvSpPr>
        <p:spPr>
          <a:xfrm>
            <a:off x="1801522" y="19531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2" name="Freeform 2491"/>
          <p:cNvSpPr/>
          <p:nvPr/>
        </p:nvSpPr>
        <p:spPr>
          <a:xfrm>
            <a:off x="1823345" y="28208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3" name="Freeform 2492"/>
          <p:cNvSpPr/>
          <p:nvPr/>
        </p:nvSpPr>
        <p:spPr>
          <a:xfrm>
            <a:off x="1494110" y="34919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4" name="Freeform 2493"/>
          <p:cNvSpPr/>
          <p:nvPr/>
        </p:nvSpPr>
        <p:spPr>
          <a:xfrm>
            <a:off x="1734024" y="35321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5" name="Freeform 2494"/>
          <p:cNvSpPr/>
          <p:nvPr/>
        </p:nvSpPr>
        <p:spPr>
          <a:xfrm>
            <a:off x="1670282" y="31758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6" name="Freeform 2495"/>
          <p:cNvSpPr/>
          <p:nvPr/>
        </p:nvSpPr>
        <p:spPr>
          <a:xfrm>
            <a:off x="1667872" y="32050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7" name="Freeform 2496"/>
          <p:cNvSpPr/>
          <p:nvPr/>
        </p:nvSpPr>
        <p:spPr>
          <a:xfrm>
            <a:off x="1723085" y="25768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8" name="Freeform 2497"/>
          <p:cNvSpPr/>
          <p:nvPr/>
        </p:nvSpPr>
        <p:spPr>
          <a:xfrm>
            <a:off x="1546188" y="31376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9" name="Freeform 2498"/>
          <p:cNvSpPr/>
          <p:nvPr/>
        </p:nvSpPr>
        <p:spPr>
          <a:xfrm>
            <a:off x="1559752" y="28740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0" name="Freeform 2499"/>
          <p:cNvSpPr/>
          <p:nvPr/>
        </p:nvSpPr>
        <p:spPr>
          <a:xfrm>
            <a:off x="1534688" y="29127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1" name="Freeform 2500"/>
          <p:cNvSpPr/>
          <p:nvPr/>
        </p:nvSpPr>
        <p:spPr>
          <a:xfrm>
            <a:off x="1542366" y="27318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2" name="Freeform 2501"/>
          <p:cNvSpPr/>
          <p:nvPr/>
        </p:nvSpPr>
        <p:spPr>
          <a:xfrm>
            <a:off x="1612583" y="17760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3" name="Freeform 2502"/>
          <p:cNvSpPr/>
          <p:nvPr/>
        </p:nvSpPr>
        <p:spPr>
          <a:xfrm>
            <a:off x="1467812" y="21341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4" name="Freeform 2503"/>
          <p:cNvSpPr/>
          <p:nvPr/>
        </p:nvSpPr>
        <p:spPr>
          <a:xfrm>
            <a:off x="1511254" y="24843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5" name="Freeform 2504"/>
          <p:cNvSpPr/>
          <p:nvPr/>
        </p:nvSpPr>
        <p:spPr>
          <a:xfrm>
            <a:off x="1684903" y="27430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6" name="Freeform 2505"/>
          <p:cNvSpPr/>
          <p:nvPr/>
        </p:nvSpPr>
        <p:spPr>
          <a:xfrm>
            <a:off x="1615531" y="27279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7" name="Freeform 2506"/>
          <p:cNvSpPr/>
          <p:nvPr/>
        </p:nvSpPr>
        <p:spPr>
          <a:xfrm>
            <a:off x="1664089" y="2315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8" name="Freeform 2507"/>
          <p:cNvSpPr/>
          <p:nvPr/>
        </p:nvSpPr>
        <p:spPr>
          <a:xfrm>
            <a:off x="1421017" y="21763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9" name="Freeform 2508"/>
          <p:cNvSpPr/>
          <p:nvPr/>
        </p:nvSpPr>
        <p:spPr>
          <a:xfrm>
            <a:off x="1539268" y="298513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0" name="Freeform 2509"/>
          <p:cNvSpPr/>
          <p:nvPr/>
        </p:nvSpPr>
        <p:spPr>
          <a:xfrm>
            <a:off x="1563705" y="24732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1" name="Freeform 2510"/>
          <p:cNvSpPr/>
          <p:nvPr/>
        </p:nvSpPr>
        <p:spPr>
          <a:xfrm>
            <a:off x="1626602" y="35945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2" name="Freeform 2511"/>
          <p:cNvSpPr/>
          <p:nvPr/>
        </p:nvSpPr>
        <p:spPr>
          <a:xfrm>
            <a:off x="1560404" y="23782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3" name="Freeform 2512"/>
          <p:cNvSpPr/>
          <p:nvPr/>
        </p:nvSpPr>
        <p:spPr>
          <a:xfrm>
            <a:off x="1722953" y="20798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4" name="Freeform 2513"/>
          <p:cNvSpPr/>
          <p:nvPr/>
        </p:nvSpPr>
        <p:spPr>
          <a:xfrm>
            <a:off x="1616888" y="26449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5" name="Freeform 2514"/>
          <p:cNvSpPr/>
          <p:nvPr/>
        </p:nvSpPr>
        <p:spPr>
          <a:xfrm>
            <a:off x="1624942" y="15082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6" name="Freeform 2515"/>
          <p:cNvSpPr/>
          <p:nvPr/>
        </p:nvSpPr>
        <p:spPr>
          <a:xfrm>
            <a:off x="1624570" y="29708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7" name="Freeform 2516"/>
          <p:cNvSpPr/>
          <p:nvPr/>
        </p:nvSpPr>
        <p:spPr>
          <a:xfrm>
            <a:off x="1698859" y="23751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8" name="Freeform 2517"/>
          <p:cNvSpPr/>
          <p:nvPr/>
        </p:nvSpPr>
        <p:spPr>
          <a:xfrm>
            <a:off x="1572670" y="25124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9" name="Freeform 2518"/>
          <p:cNvSpPr/>
          <p:nvPr/>
        </p:nvSpPr>
        <p:spPr>
          <a:xfrm>
            <a:off x="1743191" y="25474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0" name="Freeform 2519"/>
          <p:cNvSpPr/>
          <p:nvPr/>
        </p:nvSpPr>
        <p:spPr>
          <a:xfrm>
            <a:off x="1672337" y="25550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1" name="Freeform 2520"/>
          <p:cNvSpPr/>
          <p:nvPr/>
        </p:nvSpPr>
        <p:spPr>
          <a:xfrm>
            <a:off x="1639600" y="24349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2" name="Freeform 2521"/>
          <p:cNvSpPr/>
          <p:nvPr/>
        </p:nvSpPr>
        <p:spPr>
          <a:xfrm>
            <a:off x="1627587" y="20333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3" name="Freeform 2522"/>
          <p:cNvSpPr/>
          <p:nvPr/>
        </p:nvSpPr>
        <p:spPr>
          <a:xfrm>
            <a:off x="1678782" y="17461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4" name="Freeform 2523"/>
          <p:cNvSpPr/>
          <p:nvPr/>
        </p:nvSpPr>
        <p:spPr>
          <a:xfrm>
            <a:off x="1731744" y="24942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5" name="Freeform 2524"/>
          <p:cNvSpPr/>
          <p:nvPr/>
        </p:nvSpPr>
        <p:spPr>
          <a:xfrm>
            <a:off x="1724270" y="20510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6" name="Freeform 2525"/>
          <p:cNvSpPr/>
          <p:nvPr/>
        </p:nvSpPr>
        <p:spPr>
          <a:xfrm>
            <a:off x="1663330" y="28735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7" name="Freeform 2526"/>
          <p:cNvSpPr/>
          <p:nvPr/>
        </p:nvSpPr>
        <p:spPr>
          <a:xfrm>
            <a:off x="1716909" y="2077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8" name="Freeform 2527"/>
          <p:cNvSpPr/>
          <p:nvPr/>
        </p:nvSpPr>
        <p:spPr>
          <a:xfrm>
            <a:off x="1635783" y="290617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9" name="Freeform 2528"/>
          <p:cNvSpPr/>
          <p:nvPr/>
        </p:nvSpPr>
        <p:spPr>
          <a:xfrm>
            <a:off x="1757108" y="19017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0" name="Freeform 2529"/>
          <p:cNvSpPr/>
          <p:nvPr/>
        </p:nvSpPr>
        <p:spPr>
          <a:xfrm>
            <a:off x="1620276" y="12945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1" name="Freeform 2530"/>
          <p:cNvSpPr/>
          <p:nvPr/>
        </p:nvSpPr>
        <p:spPr>
          <a:xfrm>
            <a:off x="1401132" y="25592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2" name="Freeform 2531"/>
          <p:cNvSpPr/>
          <p:nvPr/>
        </p:nvSpPr>
        <p:spPr>
          <a:xfrm>
            <a:off x="1766243" y="36817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3" name="Freeform 2532"/>
          <p:cNvSpPr/>
          <p:nvPr/>
        </p:nvSpPr>
        <p:spPr>
          <a:xfrm>
            <a:off x="1634659" y="27902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4" name="Freeform 2533"/>
          <p:cNvSpPr/>
          <p:nvPr/>
        </p:nvSpPr>
        <p:spPr>
          <a:xfrm>
            <a:off x="1497845" y="18251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5" name="Freeform 2534"/>
          <p:cNvSpPr/>
          <p:nvPr/>
        </p:nvSpPr>
        <p:spPr>
          <a:xfrm>
            <a:off x="1601917" y="21932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6" name="Freeform 2535"/>
          <p:cNvSpPr/>
          <p:nvPr/>
        </p:nvSpPr>
        <p:spPr>
          <a:xfrm>
            <a:off x="1528573" y="23581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7" name="Freeform 2536"/>
          <p:cNvSpPr/>
          <p:nvPr/>
        </p:nvSpPr>
        <p:spPr>
          <a:xfrm>
            <a:off x="1847793" y="19462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8" name="Freeform 2537"/>
          <p:cNvSpPr/>
          <p:nvPr/>
        </p:nvSpPr>
        <p:spPr>
          <a:xfrm>
            <a:off x="1676362" y="22304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9" name="Freeform 2538"/>
          <p:cNvSpPr/>
          <p:nvPr/>
        </p:nvSpPr>
        <p:spPr>
          <a:xfrm>
            <a:off x="1455308" y="18328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0" name="Freeform 2539"/>
          <p:cNvSpPr/>
          <p:nvPr/>
        </p:nvSpPr>
        <p:spPr>
          <a:xfrm>
            <a:off x="1681548" y="19945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1" name="Freeform 2540"/>
          <p:cNvSpPr/>
          <p:nvPr/>
        </p:nvSpPr>
        <p:spPr>
          <a:xfrm>
            <a:off x="1580466" y="16680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2" name="Freeform 2541"/>
          <p:cNvSpPr/>
          <p:nvPr/>
        </p:nvSpPr>
        <p:spPr>
          <a:xfrm>
            <a:off x="1828171" y="22985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3" name="Freeform 2542"/>
          <p:cNvSpPr/>
          <p:nvPr/>
        </p:nvSpPr>
        <p:spPr>
          <a:xfrm>
            <a:off x="1510509" y="20022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4" name="Freeform 2543"/>
          <p:cNvSpPr/>
          <p:nvPr/>
        </p:nvSpPr>
        <p:spPr>
          <a:xfrm>
            <a:off x="1382744" y="26595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5" name="Freeform 2544"/>
          <p:cNvSpPr/>
          <p:nvPr/>
        </p:nvSpPr>
        <p:spPr>
          <a:xfrm>
            <a:off x="1630168" y="28191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6" name="Freeform 2545"/>
          <p:cNvSpPr/>
          <p:nvPr/>
        </p:nvSpPr>
        <p:spPr>
          <a:xfrm>
            <a:off x="1585891" y="15677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7" name="Freeform 2546"/>
          <p:cNvSpPr/>
          <p:nvPr/>
        </p:nvSpPr>
        <p:spPr>
          <a:xfrm>
            <a:off x="1578557" y="23758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8" name="Freeform 2547"/>
          <p:cNvSpPr/>
          <p:nvPr/>
        </p:nvSpPr>
        <p:spPr>
          <a:xfrm>
            <a:off x="1394061" y="20566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9" name="Freeform 2548"/>
          <p:cNvSpPr/>
          <p:nvPr/>
        </p:nvSpPr>
        <p:spPr>
          <a:xfrm>
            <a:off x="1668780" y="24259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0" name="Freeform 2549"/>
          <p:cNvSpPr/>
          <p:nvPr/>
        </p:nvSpPr>
        <p:spPr>
          <a:xfrm>
            <a:off x="1802129" y="28110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1" name="Freeform 2550"/>
          <p:cNvSpPr/>
          <p:nvPr/>
        </p:nvSpPr>
        <p:spPr>
          <a:xfrm>
            <a:off x="1418900" y="2487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2" name="Freeform 2551"/>
          <p:cNvSpPr/>
          <p:nvPr/>
        </p:nvSpPr>
        <p:spPr>
          <a:xfrm>
            <a:off x="1748414" y="17145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3" name="Freeform 2552"/>
          <p:cNvSpPr/>
          <p:nvPr/>
        </p:nvSpPr>
        <p:spPr>
          <a:xfrm>
            <a:off x="1562283" y="21920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4" name="Freeform 2553"/>
          <p:cNvSpPr/>
          <p:nvPr/>
        </p:nvSpPr>
        <p:spPr>
          <a:xfrm>
            <a:off x="1874408" y="34209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5" name="Freeform 2554"/>
          <p:cNvSpPr/>
          <p:nvPr/>
        </p:nvSpPr>
        <p:spPr>
          <a:xfrm>
            <a:off x="1669764" y="26097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6" name="Freeform 2555"/>
          <p:cNvSpPr/>
          <p:nvPr/>
        </p:nvSpPr>
        <p:spPr>
          <a:xfrm>
            <a:off x="1603027" y="15267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7" name="Freeform 2556"/>
          <p:cNvSpPr/>
          <p:nvPr/>
        </p:nvSpPr>
        <p:spPr>
          <a:xfrm>
            <a:off x="1741371" y="26089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8" name="Freeform 2557"/>
          <p:cNvSpPr/>
          <p:nvPr/>
        </p:nvSpPr>
        <p:spPr>
          <a:xfrm>
            <a:off x="1679394" y="34692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9" name="Freeform 2558"/>
          <p:cNvSpPr/>
          <p:nvPr/>
        </p:nvSpPr>
        <p:spPr>
          <a:xfrm>
            <a:off x="1559743" y="14667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0" name="Freeform 2559"/>
          <p:cNvSpPr/>
          <p:nvPr/>
        </p:nvSpPr>
        <p:spPr>
          <a:xfrm>
            <a:off x="1699098" y="21230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1" name="Freeform 2560"/>
          <p:cNvSpPr/>
          <p:nvPr/>
        </p:nvSpPr>
        <p:spPr>
          <a:xfrm>
            <a:off x="1568490" y="25310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2" name="Freeform 2561"/>
          <p:cNvSpPr/>
          <p:nvPr/>
        </p:nvSpPr>
        <p:spPr>
          <a:xfrm>
            <a:off x="1431797" y="26944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3" name="Freeform 2562"/>
          <p:cNvSpPr/>
          <p:nvPr/>
        </p:nvSpPr>
        <p:spPr>
          <a:xfrm>
            <a:off x="1840453" y="19062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4" name="Freeform 2563"/>
          <p:cNvSpPr/>
          <p:nvPr/>
        </p:nvSpPr>
        <p:spPr>
          <a:xfrm>
            <a:off x="1585725" y="27868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5" name="Freeform 2564"/>
          <p:cNvSpPr/>
          <p:nvPr/>
        </p:nvSpPr>
        <p:spPr>
          <a:xfrm>
            <a:off x="1557972" y="18705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6" name="Freeform 2565"/>
          <p:cNvSpPr/>
          <p:nvPr/>
        </p:nvSpPr>
        <p:spPr>
          <a:xfrm>
            <a:off x="1659357" y="21991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7" name="Freeform 2566"/>
          <p:cNvSpPr/>
          <p:nvPr/>
        </p:nvSpPr>
        <p:spPr>
          <a:xfrm>
            <a:off x="1456279" y="23604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8" name="Freeform 2567"/>
          <p:cNvSpPr/>
          <p:nvPr/>
        </p:nvSpPr>
        <p:spPr>
          <a:xfrm>
            <a:off x="1478322" y="24141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9" name="Freeform 2568"/>
          <p:cNvSpPr/>
          <p:nvPr/>
        </p:nvSpPr>
        <p:spPr>
          <a:xfrm>
            <a:off x="1569672" y="25879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0" name="Freeform 2569"/>
          <p:cNvSpPr/>
          <p:nvPr/>
        </p:nvSpPr>
        <p:spPr>
          <a:xfrm>
            <a:off x="1567524" y="19261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1" name="Freeform 2570"/>
          <p:cNvSpPr/>
          <p:nvPr/>
        </p:nvSpPr>
        <p:spPr>
          <a:xfrm>
            <a:off x="1630812" y="29622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Freeform 2571"/>
          <p:cNvSpPr/>
          <p:nvPr/>
        </p:nvSpPr>
        <p:spPr>
          <a:xfrm>
            <a:off x="1743208" y="33723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3" name="Freeform 2572"/>
          <p:cNvSpPr/>
          <p:nvPr/>
        </p:nvSpPr>
        <p:spPr>
          <a:xfrm>
            <a:off x="1572412" y="21599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4" name="Freeform 2573"/>
          <p:cNvSpPr/>
          <p:nvPr/>
        </p:nvSpPr>
        <p:spPr>
          <a:xfrm>
            <a:off x="1675839" y="21508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5" name="Freeform 2574"/>
          <p:cNvSpPr/>
          <p:nvPr/>
        </p:nvSpPr>
        <p:spPr>
          <a:xfrm>
            <a:off x="1687473" y="22326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6" name="Freeform 2575"/>
          <p:cNvSpPr/>
          <p:nvPr/>
        </p:nvSpPr>
        <p:spPr>
          <a:xfrm>
            <a:off x="1507152" y="22720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7" name="Freeform 2576"/>
          <p:cNvSpPr/>
          <p:nvPr/>
        </p:nvSpPr>
        <p:spPr>
          <a:xfrm>
            <a:off x="1647561" y="26668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8" name="Freeform 2577"/>
          <p:cNvSpPr/>
          <p:nvPr/>
        </p:nvSpPr>
        <p:spPr>
          <a:xfrm>
            <a:off x="1522279" y="20661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9" name="Freeform 2578"/>
          <p:cNvSpPr/>
          <p:nvPr/>
        </p:nvSpPr>
        <p:spPr>
          <a:xfrm>
            <a:off x="1736933" y="25177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0" name="Freeform 2579"/>
          <p:cNvSpPr/>
          <p:nvPr/>
        </p:nvSpPr>
        <p:spPr>
          <a:xfrm>
            <a:off x="1671805" y="275715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1" name="Freeform 2580"/>
          <p:cNvSpPr/>
          <p:nvPr/>
        </p:nvSpPr>
        <p:spPr>
          <a:xfrm>
            <a:off x="1624887" y="266215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2" name="Freeform 2581"/>
          <p:cNvSpPr/>
          <p:nvPr/>
        </p:nvSpPr>
        <p:spPr>
          <a:xfrm>
            <a:off x="1479806" y="13975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3" name="Freeform 2582"/>
          <p:cNvSpPr/>
          <p:nvPr/>
        </p:nvSpPr>
        <p:spPr>
          <a:xfrm>
            <a:off x="1635530" y="34336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4" name="Freeform 2583"/>
          <p:cNvSpPr/>
          <p:nvPr/>
        </p:nvSpPr>
        <p:spPr>
          <a:xfrm>
            <a:off x="1541068" y="22220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5" name="Freeform 2584"/>
          <p:cNvSpPr/>
          <p:nvPr/>
        </p:nvSpPr>
        <p:spPr>
          <a:xfrm>
            <a:off x="1698643" y="34034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6" name="Freeform 2585"/>
          <p:cNvSpPr/>
          <p:nvPr/>
        </p:nvSpPr>
        <p:spPr>
          <a:xfrm>
            <a:off x="1610357" y="25517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7" name="Freeform 2586"/>
          <p:cNvSpPr/>
          <p:nvPr/>
        </p:nvSpPr>
        <p:spPr>
          <a:xfrm>
            <a:off x="1536221" y="27281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8" name="Freeform 2587"/>
          <p:cNvSpPr/>
          <p:nvPr/>
        </p:nvSpPr>
        <p:spPr>
          <a:xfrm>
            <a:off x="1722130" y="36234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9" name="Freeform 2588"/>
          <p:cNvSpPr/>
          <p:nvPr/>
        </p:nvSpPr>
        <p:spPr>
          <a:xfrm>
            <a:off x="1700309" y="22821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0" name="Freeform 2589"/>
          <p:cNvSpPr/>
          <p:nvPr/>
        </p:nvSpPr>
        <p:spPr>
          <a:xfrm>
            <a:off x="1559653" y="26990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1" name="Freeform 2590"/>
          <p:cNvSpPr/>
          <p:nvPr/>
        </p:nvSpPr>
        <p:spPr>
          <a:xfrm>
            <a:off x="1747431" y="36311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2" name="Freeform 2591"/>
          <p:cNvSpPr/>
          <p:nvPr/>
        </p:nvSpPr>
        <p:spPr>
          <a:xfrm>
            <a:off x="1591201" y="20378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3" name="Freeform 2592"/>
          <p:cNvSpPr/>
          <p:nvPr/>
        </p:nvSpPr>
        <p:spPr>
          <a:xfrm>
            <a:off x="1590050" y="17150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4" name="Freeform 2593"/>
          <p:cNvSpPr/>
          <p:nvPr/>
        </p:nvSpPr>
        <p:spPr>
          <a:xfrm>
            <a:off x="1636366" y="16851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5" name="Freeform 2594"/>
          <p:cNvSpPr/>
          <p:nvPr/>
        </p:nvSpPr>
        <p:spPr>
          <a:xfrm>
            <a:off x="1542608" y="22984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6" name="Freeform 2595"/>
          <p:cNvSpPr/>
          <p:nvPr/>
        </p:nvSpPr>
        <p:spPr>
          <a:xfrm>
            <a:off x="1575877" y="24680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7" name="Freeform 2596"/>
          <p:cNvSpPr/>
          <p:nvPr/>
        </p:nvSpPr>
        <p:spPr>
          <a:xfrm>
            <a:off x="1605954" y="17729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8" name="Freeform 2597"/>
          <p:cNvSpPr/>
          <p:nvPr/>
        </p:nvSpPr>
        <p:spPr>
          <a:xfrm>
            <a:off x="1786825" y="15809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9" name="Freeform 2598"/>
          <p:cNvSpPr/>
          <p:nvPr/>
        </p:nvSpPr>
        <p:spPr>
          <a:xfrm>
            <a:off x="1783548" y="18784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0" name="Freeform 2599"/>
          <p:cNvSpPr/>
          <p:nvPr/>
        </p:nvSpPr>
        <p:spPr>
          <a:xfrm>
            <a:off x="1595429" y="30035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1" name="Freeform 2600"/>
          <p:cNvSpPr/>
          <p:nvPr/>
        </p:nvSpPr>
        <p:spPr>
          <a:xfrm>
            <a:off x="1795400" y="2383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2" name="Freeform 2601"/>
          <p:cNvSpPr/>
          <p:nvPr/>
        </p:nvSpPr>
        <p:spPr>
          <a:xfrm>
            <a:off x="1618491" y="22547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3" name="Freeform 2602"/>
          <p:cNvSpPr/>
          <p:nvPr/>
        </p:nvSpPr>
        <p:spPr>
          <a:xfrm>
            <a:off x="1663835" y="34741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4" name="Freeform 2603"/>
          <p:cNvSpPr/>
          <p:nvPr/>
        </p:nvSpPr>
        <p:spPr>
          <a:xfrm>
            <a:off x="1717643" y="22385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5" name="Freeform 2604"/>
          <p:cNvSpPr/>
          <p:nvPr/>
        </p:nvSpPr>
        <p:spPr>
          <a:xfrm>
            <a:off x="1654364" y="12607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6" name="Freeform 2605"/>
          <p:cNvSpPr/>
          <p:nvPr/>
        </p:nvSpPr>
        <p:spPr>
          <a:xfrm>
            <a:off x="1881488" y="21461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7" name="Freeform 2606"/>
          <p:cNvSpPr/>
          <p:nvPr/>
        </p:nvSpPr>
        <p:spPr>
          <a:xfrm>
            <a:off x="1649154" y="16942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8" name="Freeform 2607"/>
          <p:cNvSpPr/>
          <p:nvPr/>
        </p:nvSpPr>
        <p:spPr>
          <a:xfrm>
            <a:off x="1495009" y="23938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9" name="Freeform 2608"/>
          <p:cNvSpPr/>
          <p:nvPr/>
        </p:nvSpPr>
        <p:spPr>
          <a:xfrm>
            <a:off x="1762776" y="25327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0" name="Freeform 2609"/>
          <p:cNvSpPr/>
          <p:nvPr/>
        </p:nvSpPr>
        <p:spPr>
          <a:xfrm>
            <a:off x="1579041" y="22863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1" name="Freeform 2610"/>
          <p:cNvSpPr/>
          <p:nvPr/>
        </p:nvSpPr>
        <p:spPr>
          <a:xfrm>
            <a:off x="1590570" y="29353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2" name="Freeform 2611"/>
          <p:cNvSpPr/>
          <p:nvPr/>
        </p:nvSpPr>
        <p:spPr>
          <a:xfrm>
            <a:off x="1303085" y="30155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3" name="Freeform 2612"/>
          <p:cNvSpPr/>
          <p:nvPr/>
        </p:nvSpPr>
        <p:spPr>
          <a:xfrm>
            <a:off x="1730203" y="180652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4" name="Freeform 2613"/>
          <p:cNvSpPr/>
          <p:nvPr/>
        </p:nvSpPr>
        <p:spPr>
          <a:xfrm>
            <a:off x="1710676" y="17490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5" name="Freeform 2614"/>
          <p:cNvSpPr/>
          <p:nvPr/>
        </p:nvSpPr>
        <p:spPr>
          <a:xfrm>
            <a:off x="1708598" y="30303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6" name="Freeform 2615"/>
          <p:cNvSpPr/>
          <p:nvPr/>
        </p:nvSpPr>
        <p:spPr>
          <a:xfrm>
            <a:off x="1727788" y="19682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7" name="Freeform 2616"/>
          <p:cNvSpPr/>
          <p:nvPr/>
        </p:nvSpPr>
        <p:spPr>
          <a:xfrm>
            <a:off x="1804018" y="25402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8" name="Freeform 2617"/>
          <p:cNvSpPr/>
          <p:nvPr/>
        </p:nvSpPr>
        <p:spPr>
          <a:xfrm>
            <a:off x="1618201" y="23088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9" name="Freeform 2618"/>
          <p:cNvSpPr/>
          <p:nvPr/>
        </p:nvSpPr>
        <p:spPr>
          <a:xfrm>
            <a:off x="1723424" y="22435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0" name="Freeform 2619"/>
          <p:cNvSpPr/>
          <p:nvPr/>
        </p:nvSpPr>
        <p:spPr>
          <a:xfrm>
            <a:off x="1543549" y="19539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1" name="Freeform 2620"/>
          <p:cNvSpPr/>
          <p:nvPr/>
        </p:nvSpPr>
        <p:spPr>
          <a:xfrm>
            <a:off x="1585274" y="24482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2" name="Freeform 2621"/>
          <p:cNvSpPr/>
          <p:nvPr/>
        </p:nvSpPr>
        <p:spPr>
          <a:xfrm>
            <a:off x="1736170" y="17285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3" name="Freeform 2622"/>
          <p:cNvSpPr/>
          <p:nvPr/>
        </p:nvSpPr>
        <p:spPr>
          <a:xfrm>
            <a:off x="1664963" y="23253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4" name="Freeform 2623"/>
          <p:cNvSpPr/>
          <p:nvPr/>
        </p:nvSpPr>
        <p:spPr>
          <a:xfrm>
            <a:off x="1480479" y="21546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5" name="Freeform 2624"/>
          <p:cNvSpPr/>
          <p:nvPr/>
        </p:nvSpPr>
        <p:spPr>
          <a:xfrm>
            <a:off x="1661775" y="29448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6" name="Freeform 2625"/>
          <p:cNvSpPr/>
          <p:nvPr/>
        </p:nvSpPr>
        <p:spPr>
          <a:xfrm>
            <a:off x="1603555" y="13227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7" name="Freeform 2626"/>
          <p:cNvSpPr/>
          <p:nvPr/>
        </p:nvSpPr>
        <p:spPr>
          <a:xfrm>
            <a:off x="1535544" y="22383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8" name="Freeform 2627"/>
          <p:cNvSpPr/>
          <p:nvPr/>
        </p:nvSpPr>
        <p:spPr>
          <a:xfrm>
            <a:off x="1669580" y="21065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9" name="Freeform 2628"/>
          <p:cNvSpPr/>
          <p:nvPr/>
        </p:nvSpPr>
        <p:spPr>
          <a:xfrm>
            <a:off x="1579849" y="336494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0" name="Freeform 2629"/>
          <p:cNvSpPr/>
          <p:nvPr/>
        </p:nvSpPr>
        <p:spPr>
          <a:xfrm>
            <a:off x="1455117" y="29390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1" name="Freeform 2630"/>
          <p:cNvSpPr/>
          <p:nvPr/>
        </p:nvSpPr>
        <p:spPr>
          <a:xfrm>
            <a:off x="1504255" y="18219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2" name="Freeform 2631"/>
          <p:cNvSpPr/>
          <p:nvPr/>
        </p:nvSpPr>
        <p:spPr>
          <a:xfrm>
            <a:off x="1812380" y="23375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3" name="Freeform 2632"/>
          <p:cNvSpPr/>
          <p:nvPr/>
        </p:nvSpPr>
        <p:spPr>
          <a:xfrm>
            <a:off x="1461061" y="35306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4" name="Freeform 2633"/>
          <p:cNvSpPr/>
          <p:nvPr/>
        </p:nvSpPr>
        <p:spPr>
          <a:xfrm>
            <a:off x="1646956" y="19301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5" name="Freeform 2634"/>
          <p:cNvSpPr/>
          <p:nvPr/>
        </p:nvSpPr>
        <p:spPr>
          <a:xfrm>
            <a:off x="1688383" y="27878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6" name="Freeform 2635"/>
          <p:cNvSpPr/>
          <p:nvPr/>
        </p:nvSpPr>
        <p:spPr>
          <a:xfrm>
            <a:off x="1691500" y="17279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7" name="Freeform 2636"/>
          <p:cNvSpPr/>
          <p:nvPr/>
        </p:nvSpPr>
        <p:spPr>
          <a:xfrm>
            <a:off x="1492026" y="25406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8" name="Freeform 2637"/>
          <p:cNvSpPr/>
          <p:nvPr/>
        </p:nvSpPr>
        <p:spPr>
          <a:xfrm>
            <a:off x="1588725" y="23820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9" name="Freeform 2638"/>
          <p:cNvSpPr/>
          <p:nvPr/>
        </p:nvSpPr>
        <p:spPr>
          <a:xfrm>
            <a:off x="1638189" y="18538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0" name="Freeform 2639"/>
          <p:cNvSpPr/>
          <p:nvPr/>
        </p:nvSpPr>
        <p:spPr>
          <a:xfrm>
            <a:off x="1708725" y="29796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1" name="Freeform 2640"/>
          <p:cNvSpPr/>
          <p:nvPr/>
        </p:nvSpPr>
        <p:spPr>
          <a:xfrm>
            <a:off x="1554127" y="30313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2" name="Freeform 2641"/>
          <p:cNvSpPr/>
          <p:nvPr/>
        </p:nvSpPr>
        <p:spPr>
          <a:xfrm>
            <a:off x="1498658" y="25995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3" name="Freeform 2642"/>
          <p:cNvSpPr/>
          <p:nvPr/>
        </p:nvSpPr>
        <p:spPr>
          <a:xfrm>
            <a:off x="1730373" y="20446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4" name="Freeform 2643"/>
          <p:cNvSpPr/>
          <p:nvPr/>
        </p:nvSpPr>
        <p:spPr>
          <a:xfrm>
            <a:off x="1741346" y="32146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5" name="Freeform 2644"/>
          <p:cNvSpPr/>
          <p:nvPr/>
        </p:nvSpPr>
        <p:spPr>
          <a:xfrm>
            <a:off x="1662711" y="33973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6" name="Freeform 2645"/>
          <p:cNvSpPr/>
          <p:nvPr/>
        </p:nvSpPr>
        <p:spPr>
          <a:xfrm>
            <a:off x="1557996" y="20464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7" name="Freeform 2646"/>
          <p:cNvSpPr/>
          <p:nvPr/>
        </p:nvSpPr>
        <p:spPr>
          <a:xfrm>
            <a:off x="1666635" y="28199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8" name="Freeform 2647"/>
          <p:cNvSpPr/>
          <p:nvPr/>
        </p:nvSpPr>
        <p:spPr>
          <a:xfrm>
            <a:off x="1634815" y="27057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9" name="Freeform 2648"/>
          <p:cNvSpPr/>
          <p:nvPr/>
        </p:nvSpPr>
        <p:spPr>
          <a:xfrm>
            <a:off x="1712728" y="34997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0" name="Freeform 2649"/>
          <p:cNvSpPr/>
          <p:nvPr/>
        </p:nvSpPr>
        <p:spPr>
          <a:xfrm>
            <a:off x="1489497" y="28611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1" name="Freeform 2650"/>
          <p:cNvSpPr/>
          <p:nvPr/>
        </p:nvSpPr>
        <p:spPr>
          <a:xfrm>
            <a:off x="1635559" y="24971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2" name="Freeform 2651"/>
          <p:cNvSpPr/>
          <p:nvPr/>
        </p:nvSpPr>
        <p:spPr>
          <a:xfrm>
            <a:off x="1606106" y="19886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3" name="Freeform 2652"/>
          <p:cNvSpPr/>
          <p:nvPr/>
        </p:nvSpPr>
        <p:spPr>
          <a:xfrm>
            <a:off x="1504413" y="29111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4" name="Freeform 2653"/>
          <p:cNvSpPr/>
          <p:nvPr/>
        </p:nvSpPr>
        <p:spPr>
          <a:xfrm>
            <a:off x="1646191" y="15945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5" name="Freeform 2654"/>
          <p:cNvSpPr/>
          <p:nvPr/>
        </p:nvSpPr>
        <p:spPr>
          <a:xfrm>
            <a:off x="1626857" y="28641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6" name="Freeform 2655"/>
          <p:cNvSpPr/>
          <p:nvPr/>
        </p:nvSpPr>
        <p:spPr>
          <a:xfrm>
            <a:off x="1579223" y="28634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7" name="Freeform 2656"/>
          <p:cNvSpPr/>
          <p:nvPr/>
        </p:nvSpPr>
        <p:spPr>
          <a:xfrm>
            <a:off x="1665487" y="16595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8" name="Freeform 2657"/>
          <p:cNvSpPr/>
          <p:nvPr/>
        </p:nvSpPr>
        <p:spPr>
          <a:xfrm>
            <a:off x="1471345" y="23784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9" name="Freeform 2658"/>
          <p:cNvSpPr/>
          <p:nvPr/>
        </p:nvSpPr>
        <p:spPr>
          <a:xfrm>
            <a:off x="1617383" y="27923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0" name="Freeform 2659"/>
          <p:cNvSpPr/>
          <p:nvPr/>
        </p:nvSpPr>
        <p:spPr>
          <a:xfrm>
            <a:off x="1669273" y="25771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1" name="Freeform 2660"/>
          <p:cNvSpPr/>
          <p:nvPr/>
        </p:nvSpPr>
        <p:spPr>
          <a:xfrm>
            <a:off x="1653505" y="17594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2" name="Freeform 2661"/>
          <p:cNvSpPr/>
          <p:nvPr/>
        </p:nvSpPr>
        <p:spPr>
          <a:xfrm>
            <a:off x="1738273" y="169814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3" name="Freeform 2662"/>
          <p:cNvSpPr/>
          <p:nvPr/>
        </p:nvSpPr>
        <p:spPr>
          <a:xfrm>
            <a:off x="1494632" y="29358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4" name="Freeform 2663"/>
          <p:cNvSpPr/>
          <p:nvPr/>
        </p:nvSpPr>
        <p:spPr>
          <a:xfrm>
            <a:off x="1461815" y="25160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5" name="Freeform 2664"/>
          <p:cNvSpPr/>
          <p:nvPr/>
        </p:nvSpPr>
        <p:spPr>
          <a:xfrm>
            <a:off x="1648696" y="24441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6" name="Freeform 2665"/>
          <p:cNvSpPr/>
          <p:nvPr/>
        </p:nvSpPr>
        <p:spPr>
          <a:xfrm>
            <a:off x="1671812" y="30277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7" name="Freeform 2666"/>
          <p:cNvSpPr/>
          <p:nvPr/>
        </p:nvSpPr>
        <p:spPr>
          <a:xfrm>
            <a:off x="1849892" y="25232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8" name="Freeform 2667"/>
          <p:cNvSpPr/>
          <p:nvPr/>
        </p:nvSpPr>
        <p:spPr>
          <a:xfrm>
            <a:off x="1689084" y="24901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9" name="Freeform 2668"/>
          <p:cNvSpPr/>
          <p:nvPr/>
        </p:nvSpPr>
        <p:spPr>
          <a:xfrm>
            <a:off x="1529630" y="187488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0" name="Freeform 2669"/>
          <p:cNvSpPr/>
          <p:nvPr/>
        </p:nvSpPr>
        <p:spPr>
          <a:xfrm>
            <a:off x="1709347" y="18384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1" name="Freeform 2670"/>
          <p:cNvSpPr/>
          <p:nvPr/>
        </p:nvSpPr>
        <p:spPr>
          <a:xfrm>
            <a:off x="1532660" y="26715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2" name="Freeform 2671"/>
          <p:cNvSpPr/>
          <p:nvPr/>
        </p:nvSpPr>
        <p:spPr>
          <a:xfrm>
            <a:off x="1464173" y="26090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3" name="Freeform 2672"/>
          <p:cNvSpPr/>
          <p:nvPr/>
        </p:nvSpPr>
        <p:spPr>
          <a:xfrm>
            <a:off x="1902232" y="21329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4" name="Freeform 2673"/>
          <p:cNvSpPr/>
          <p:nvPr/>
        </p:nvSpPr>
        <p:spPr>
          <a:xfrm>
            <a:off x="1657977" y="28103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5" name="Freeform 2674"/>
          <p:cNvSpPr/>
          <p:nvPr/>
        </p:nvSpPr>
        <p:spPr>
          <a:xfrm>
            <a:off x="1699604" y="21739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6" name="Freeform 2675"/>
          <p:cNvSpPr/>
          <p:nvPr/>
        </p:nvSpPr>
        <p:spPr>
          <a:xfrm>
            <a:off x="1683408" y="25407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7" name="Freeform 2676"/>
          <p:cNvSpPr/>
          <p:nvPr/>
        </p:nvSpPr>
        <p:spPr>
          <a:xfrm>
            <a:off x="1816970" y="30186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8" name="Freeform 2677"/>
          <p:cNvSpPr/>
          <p:nvPr/>
        </p:nvSpPr>
        <p:spPr>
          <a:xfrm>
            <a:off x="1653514" y="30118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9" name="Freeform 2678"/>
          <p:cNvSpPr/>
          <p:nvPr/>
        </p:nvSpPr>
        <p:spPr>
          <a:xfrm>
            <a:off x="1753386" y="17085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0" name="Freeform 2679"/>
          <p:cNvSpPr/>
          <p:nvPr/>
        </p:nvSpPr>
        <p:spPr>
          <a:xfrm>
            <a:off x="1513227" y="25778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1" name="Freeform 2680"/>
          <p:cNvSpPr/>
          <p:nvPr/>
        </p:nvSpPr>
        <p:spPr>
          <a:xfrm>
            <a:off x="1474194" y="16037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2" name="Freeform 2681"/>
          <p:cNvSpPr/>
          <p:nvPr/>
        </p:nvSpPr>
        <p:spPr>
          <a:xfrm>
            <a:off x="1775729" y="27715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3" name="Freeform 2682"/>
          <p:cNvSpPr/>
          <p:nvPr/>
        </p:nvSpPr>
        <p:spPr>
          <a:xfrm>
            <a:off x="1780896" y="233517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4" name="Freeform 2683"/>
          <p:cNvSpPr/>
          <p:nvPr/>
        </p:nvSpPr>
        <p:spPr>
          <a:xfrm>
            <a:off x="1677757" y="11958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5" name="Freeform 2684"/>
          <p:cNvSpPr/>
          <p:nvPr/>
        </p:nvSpPr>
        <p:spPr>
          <a:xfrm>
            <a:off x="1647305" y="30663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6" name="Freeform 2685"/>
          <p:cNvSpPr/>
          <p:nvPr/>
        </p:nvSpPr>
        <p:spPr>
          <a:xfrm>
            <a:off x="1640899" y="35219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7" name="Freeform 2686"/>
          <p:cNvSpPr/>
          <p:nvPr/>
        </p:nvSpPr>
        <p:spPr>
          <a:xfrm>
            <a:off x="1549505" y="17955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8" name="Freeform 2687"/>
          <p:cNvSpPr/>
          <p:nvPr/>
        </p:nvSpPr>
        <p:spPr>
          <a:xfrm>
            <a:off x="1787719" y="29413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9" name="Freeform 2688"/>
          <p:cNvSpPr/>
          <p:nvPr/>
        </p:nvSpPr>
        <p:spPr>
          <a:xfrm>
            <a:off x="1693606" y="25042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0" name="Freeform 2689"/>
          <p:cNvSpPr/>
          <p:nvPr/>
        </p:nvSpPr>
        <p:spPr>
          <a:xfrm>
            <a:off x="1677241" y="28107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1" name="Freeform 2690"/>
          <p:cNvSpPr/>
          <p:nvPr/>
        </p:nvSpPr>
        <p:spPr>
          <a:xfrm>
            <a:off x="1663358" y="23476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2" name="Freeform 2691"/>
          <p:cNvSpPr/>
          <p:nvPr/>
        </p:nvSpPr>
        <p:spPr>
          <a:xfrm>
            <a:off x="1735223" y="30083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3" name="Freeform 2692"/>
          <p:cNvSpPr/>
          <p:nvPr/>
        </p:nvSpPr>
        <p:spPr>
          <a:xfrm>
            <a:off x="1677145" y="25906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4" name="Freeform 2693"/>
          <p:cNvSpPr/>
          <p:nvPr/>
        </p:nvSpPr>
        <p:spPr>
          <a:xfrm>
            <a:off x="1702857" y="22491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5" name="Freeform 2694"/>
          <p:cNvSpPr/>
          <p:nvPr/>
        </p:nvSpPr>
        <p:spPr>
          <a:xfrm>
            <a:off x="1498075" y="30397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6" name="Freeform 2695"/>
          <p:cNvSpPr/>
          <p:nvPr/>
        </p:nvSpPr>
        <p:spPr>
          <a:xfrm>
            <a:off x="1677683" y="28726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7" name="Freeform 2696"/>
          <p:cNvSpPr/>
          <p:nvPr/>
        </p:nvSpPr>
        <p:spPr>
          <a:xfrm>
            <a:off x="1857099" y="26813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8" name="Freeform 2697"/>
          <p:cNvSpPr/>
          <p:nvPr/>
        </p:nvSpPr>
        <p:spPr>
          <a:xfrm>
            <a:off x="1567652" y="32677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9" name="Freeform 2698"/>
          <p:cNvSpPr/>
          <p:nvPr/>
        </p:nvSpPr>
        <p:spPr>
          <a:xfrm>
            <a:off x="1609340" y="27221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0" name="Freeform 2699"/>
          <p:cNvSpPr/>
          <p:nvPr/>
        </p:nvSpPr>
        <p:spPr>
          <a:xfrm>
            <a:off x="1718538" y="24286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1" name="Freeform 2700"/>
          <p:cNvSpPr/>
          <p:nvPr/>
        </p:nvSpPr>
        <p:spPr>
          <a:xfrm>
            <a:off x="1725530" y="27096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2" name="Freeform 2701"/>
          <p:cNvSpPr/>
          <p:nvPr/>
        </p:nvSpPr>
        <p:spPr>
          <a:xfrm>
            <a:off x="1689920" y="26401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3" name="Freeform 2702"/>
          <p:cNvSpPr/>
          <p:nvPr/>
        </p:nvSpPr>
        <p:spPr>
          <a:xfrm>
            <a:off x="1450078" y="25038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4" name="Freeform 2703"/>
          <p:cNvSpPr/>
          <p:nvPr/>
        </p:nvSpPr>
        <p:spPr>
          <a:xfrm>
            <a:off x="1676795" y="28485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5" name="Freeform 2704"/>
          <p:cNvSpPr/>
          <p:nvPr/>
        </p:nvSpPr>
        <p:spPr>
          <a:xfrm>
            <a:off x="1496497" y="21183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6" name="Freeform 2705"/>
          <p:cNvSpPr/>
          <p:nvPr/>
        </p:nvSpPr>
        <p:spPr>
          <a:xfrm>
            <a:off x="1534899" y="17145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7" name="Freeform 2706"/>
          <p:cNvSpPr/>
          <p:nvPr/>
        </p:nvSpPr>
        <p:spPr>
          <a:xfrm>
            <a:off x="1681750" y="27448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8" name="Freeform 2707"/>
          <p:cNvSpPr/>
          <p:nvPr/>
        </p:nvSpPr>
        <p:spPr>
          <a:xfrm>
            <a:off x="1591476" y="22300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9" name="Freeform 2708"/>
          <p:cNvSpPr/>
          <p:nvPr/>
        </p:nvSpPr>
        <p:spPr>
          <a:xfrm>
            <a:off x="1709732" y="26229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0" name="Freeform 2709"/>
          <p:cNvSpPr/>
          <p:nvPr/>
        </p:nvSpPr>
        <p:spPr>
          <a:xfrm>
            <a:off x="1959896" y="2294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1" name="Freeform 2710"/>
          <p:cNvSpPr/>
          <p:nvPr/>
        </p:nvSpPr>
        <p:spPr>
          <a:xfrm>
            <a:off x="1706261" y="16441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2" name="Freeform 2711"/>
          <p:cNvSpPr/>
          <p:nvPr/>
        </p:nvSpPr>
        <p:spPr>
          <a:xfrm>
            <a:off x="1700450" y="22172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3" name="Freeform 2712"/>
          <p:cNvSpPr/>
          <p:nvPr/>
        </p:nvSpPr>
        <p:spPr>
          <a:xfrm>
            <a:off x="1527301" y="34545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4" name="Freeform 2713"/>
          <p:cNvSpPr/>
          <p:nvPr/>
        </p:nvSpPr>
        <p:spPr>
          <a:xfrm>
            <a:off x="1554340" y="224692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5" name="Freeform 2714"/>
          <p:cNvSpPr/>
          <p:nvPr/>
        </p:nvSpPr>
        <p:spPr>
          <a:xfrm>
            <a:off x="1509336" y="18246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6" name="Freeform 2715"/>
          <p:cNvSpPr/>
          <p:nvPr/>
        </p:nvSpPr>
        <p:spPr>
          <a:xfrm>
            <a:off x="1566147" y="26131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7" name="Freeform 2716"/>
          <p:cNvSpPr/>
          <p:nvPr/>
        </p:nvSpPr>
        <p:spPr>
          <a:xfrm>
            <a:off x="1506331" y="19532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8" name="Freeform 2717"/>
          <p:cNvSpPr/>
          <p:nvPr/>
        </p:nvSpPr>
        <p:spPr>
          <a:xfrm>
            <a:off x="1552551" y="28672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9" name="Freeform 2718"/>
          <p:cNvSpPr/>
          <p:nvPr/>
        </p:nvSpPr>
        <p:spPr>
          <a:xfrm>
            <a:off x="1600794" y="32984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0" name="Freeform 2719"/>
          <p:cNvSpPr/>
          <p:nvPr/>
        </p:nvSpPr>
        <p:spPr>
          <a:xfrm>
            <a:off x="1516085" y="24165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1" name="Freeform 2720"/>
          <p:cNvSpPr/>
          <p:nvPr/>
        </p:nvSpPr>
        <p:spPr>
          <a:xfrm>
            <a:off x="1471313" y="34453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2" name="Freeform 2721"/>
          <p:cNvSpPr/>
          <p:nvPr/>
        </p:nvSpPr>
        <p:spPr>
          <a:xfrm>
            <a:off x="1477478" y="26230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3" name="Freeform 2722"/>
          <p:cNvSpPr/>
          <p:nvPr/>
        </p:nvSpPr>
        <p:spPr>
          <a:xfrm>
            <a:off x="1671680" y="17953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4" name="Freeform 2723"/>
          <p:cNvSpPr/>
          <p:nvPr/>
        </p:nvSpPr>
        <p:spPr>
          <a:xfrm>
            <a:off x="1629513" y="35284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5" name="Freeform 2724"/>
          <p:cNvSpPr/>
          <p:nvPr/>
        </p:nvSpPr>
        <p:spPr>
          <a:xfrm>
            <a:off x="1732873" y="31867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6" name="Freeform 2725"/>
          <p:cNvSpPr/>
          <p:nvPr/>
        </p:nvSpPr>
        <p:spPr>
          <a:xfrm>
            <a:off x="1734851" y="305258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7" name="Freeform 2726"/>
          <p:cNvSpPr/>
          <p:nvPr/>
        </p:nvSpPr>
        <p:spPr>
          <a:xfrm>
            <a:off x="1586682" y="25273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8" name="Freeform 2727"/>
          <p:cNvSpPr/>
          <p:nvPr/>
        </p:nvSpPr>
        <p:spPr>
          <a:xfrm>
            <a:off x="1694800" y="26913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9" name="Freeform 2728"/>
          <p:cNvSpPr/>
          <p:nvPr/>
        </p:nvSpPr>
        <p:spPr>
          <a:xfrm>
            <a:off x="1469021" y="17345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0" name="Freeform 2729"/>
          <p:cNvSpPr/>
          <p:nvPr/>
        </p:nvSpPr>
        <p:spPr>
          <a:xfrm>
            <a:off x="1867350" y="19756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1" name="Freeform 2730"/>
          <p:cNvSpPr/>
          <p:nvPr/>
        </p:nvSpPr>
        <p:spPr>
          <a:xfrm>
            <a:off x="1751001" y="22245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2" name="Freeform 2731"/>
          <p:cNvSpPr/>
          <p:nvPr/>
        </p:nvSpPr>
        <p:spPr>
          <a:xfrm>
            <a:off x="1600118" y="2414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3" name="Freeform 2732"/>
          <p:cNvSpPr/>
          <p:nvPr/>
        </p:nvSpPr>
        <p:spPr>
          <a:xfrm>
            <a:off x="1498688" y="22798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4" name="Freeform 2733"/>
          <p:cNvSpPr/>
          <p:nvPr/>
        </p:nvSpPr>
        <p:spPr>
          <a:xfrm>
            <a:off x="1663778" y="29603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5" name="Freeform 2734"/>
          <p:cNvSpPr/>
          <p:nvPr/>
        </p:nvSpPr>
        <p:spPr>
          <a:xfrm>
            <a:off x="1423069" y="20283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6" name="Freeform 2735"/>
          <p:cNvSpPr/>
          <p:nvPr/>
        </p:nvSpPr>
        <p:spPr>
          <a:xfrm>
            <a:off x="1539755" y="30959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7" name="Freeform 2736"/>
          <p:cNvSpPr/>
          <p:nvPr/>
        </p:nvSpPr>
        <p:spPr>
          <a:xfrm>
            <a:off x="1703221" y="20401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8" name="Freeform 2737"/>
          <p:cNvSpPr/>
          <p:nvPr/>
        </p:nvSpPr>
        <p:spPr>
          <a:xfrm>
            <a:off x="1631193" y="18499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9" name="Freeform 2738"/>
          <p:cNvSpPr/>
          <p:nvPr/>
        </p:nvSpPr>
        <p:spPr>
          <a:xfrm>
            <a:off x="1570600" y="237873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0" name="Freeform 2739"/>
          <p:cNvSpPr/>
          <p:nvPr/>
        </p:nvSpPr>
        <p:spPr>
          <a:xfrm>
            <a:off x="1724828" y="25885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1" name="Freeform 2740"/>
          <p:cNvSpPr/>
          <p:nvPr/>
        </p:nvSpPr>
        <p:spPr>
          <a:xfrm>
            <a:off x="1512013" y="22760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2" name="Freeform 2741"/>
          <p:cNvSpPr/>
          <p:nvPr/>
        </p:nvSpPr>
        <p:spPr>
          <a:xfrm>
            <a:off x="1653578" y="40444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3" name="Freeform 2742"/>
          <p:cNvSpPr/>
          <p:nvPr/>
        </p:nvSpPr>
        <p:spPr>
          <a:xfrm>
            <a:off x="1569860" y="23291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4" name="Freeform 2743"/>
          <p:cNvSpPr/>
          <p:nvPr/>
        </p:nvSpPr>
        <p:spPr>
          <a:xfrm>
            <a:off x="1532474" y="25545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5" name="Freeform 2744"/>
          <p:cNvSpPr/>
          <p:nvPr/>
        </p:nvSpPr>
        <p:spPr>
          <a:xfrm>
            <a:off x="1672694" y="25205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6" name="Freeform 2745"/>
          <p:cNvSpPr/>
          <p:nvPr/>
        </p:nvSpPr>
        <p:spPr>
          <a:xfrm>
            <a:off x="1516908" y="21100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7" name="Freeform 2746"/>
          <p:cNvSpPr/>
          <p:nvPr/>
        </p:nvSpPr>
        <p:spPr>
          <a:xfrm>
            <a:off x="1826590" y="25335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8" name="Freeform 2747"/>
          <p:cNvSpPr/>
          <p:nvPr/>
        </p:nvSpPr>
        <p:spPr>
          <a:xfrm>
            <a:off x="1560571" y="31112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9" name="Freeform 2748"/>
          <p:cNvSpPr/>
          <p:nvPr/>
        </p:nvSpPr>
        <p:spPr>
          <a:xfrm>
            <a:off x="1835984" y="25697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0" name="Freeform 2749"/>
          <p:cNvSpPr/>
          <p:nvPr/>
        </p:nvSpPr>
        <p:spPr>
          <a:xfrm>
            <a:off x="1506093" y="24564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1" name="Freeform 2750"/>
          <p:cNvSpPr/>
          <p:nvPr/>
        </p:nvSpPr>
        <p:spPr>
          <a:xfrm>
            <a:off x="1687944" y="24307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2" name="Freeform 2751"/>
          <p:cNvSpPr/>
          <p:nvPr/>
        </p:nvSpPr>
        <p:spPr>
          <a:xfrm>
            <a:off x="1494796" y="24052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3" name="Freeform 2752"/>
          <p:cNvSpPr/>
          <p:nvPr/>
        </p:nvSpPr>
        <p:spPr>
          <a:xfrm>
            <a:off x="1479655" y="19295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4" name="Freeform 2753"/>
          <p:cNvSpPr/>
          <p:nvPr/>
        </p:nvSpPr>
        <p:spPr>
          <a:xfrm>
            <a:off x="1640206" y="30818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5" name="Freeform 2754"/>
          <p:cNvSpPr/>
          <p:nvPr/>
        </p:nvSpPr>
        <p:spPr>
          <a:xfrm>
            <a:off x="1695604" y="23978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6" name="Freeform 2755"/>
          <p:cNvSpPr/>
          <p:nvPr/>
        </p:nvSpPr>
        <p:spPr>
          <a:xfrm>
            <a:off x="1486807" y="17937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7" name="Freeform 2756"/>
          <p:cNvSpPr/>
          <p:nvPr/>
        </p:nvSpPr>
        <p:spPr>
          <a:xfrm>
            <a:off x="1749797" y="34334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8" name="Freeform 2757"/>
          <p:cNvSpPr/>
          <p:nvPr/>
        </p:nvSpPr>
        <p:spPr>
          <a:xfrm>
            <a:off x="1537798" y="23956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9" name="Freeform 2758"/>
          <p:cNvSpPr/>
          <p:nvPr/>
        </p:nvSpPr>
        <p:spPr>
          <a:xfrm>
            <a:off x="1637159" y="281042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0" name="Freeform 2759"/>
          <p:cNvSpPr/>
          <p:nvPr/>
        </p:nvSpPr>
        <p:spPr>
          <a:xfrm>
            <a:off x="1663749" y="26940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1" name="Freeform 2760"/>
          <p:cNvSpPr/>
          <p:nvPr/>
        </p:nvSpPr>
        <p:spPr>
          <a:xfrm>
            <a:off x="1686738" y="29836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2" name="Freeform 2761"/>
          <p:cNvSpPr/>
          <p:nvPr/>
        </p:nvSpPr>
        <p:spPr>
          <a:xfrm>
            <a:off x="1430799" y="25849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3" name="Freeform 2762"/>
          <p:cNvSpPr/>
          <p:nvPr/>
        </p:nvSpPr>
        <p:spPr>
          <a:xfrm>
            <a:off x="1796269" y="14948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4" name="Freeform 2763"/>
          <p:cNvSpPr/>
          <p:nvPr/>
        </p:nvSpPr>
        <p:spPr>
          <a:xfrm>
            <a:off x="1683220" y="31785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5" name="Freeform 2764"/>
          <p:cNvSpPr/>
          <p:nvPr/>
        </p:nvSpPr>
        <p:spPr>
          <a:xfrm>
            <a:off x="1577594" y="31271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6" name="Freeform 2765"/>
          <p:cNvSpPr/>
          <p:nvPr/>
        </p:nvSpPr>
        <p:spPr>
          <a:xfrm>
            <a:off x="1513562" y="31989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7" name="Freeform 2766"/>
          <p:cNvSpPr/>
          <p:nvPr/>
        </p:nvSpPr>
        <p:spPr>
          <a:xfrm>
            <a:off x="1441897" y="15565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8" name="Freeform 2767"/>
          <p:cNvSpPr/>
          <p:nvPr/>
        </p:nvSpPr>
        <p:spPr>
          <a:xfrm>
            <a:off x="1477482" y="274371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9" name="Freeform 2768"/>
          <p:cNvSpPr/>
          <p:nvPr/>
        </p:nvSpPr>
        <p:spPr>
          <a:xfrm>
            <a:off x="1681417" y="25069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0" name="Freeform 2769"/>
          <p:cNvSpPr/>
          <p:nvPr/>
        </p:nvSpPr>
        <p:spPr>
          <a:xfrm>
            <a:off x="1586635" y="27114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1" name="Freeform 2770"/>
          <p:cNvSpPr/>
          <p:nvPr/>
        </p:nvSpPr>
        <p:spPr>
          <a:xfrm>
            <a:off x="1502077" y="30050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2" name="Freeform 2771"/>
          <p:cNvSpPr/>
          <p:nvPr/>
        </p:nvSpPr>
        <p:spPr>
          <a:xfrm>
            <a:off x="1566753" y="26205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3" name="Freeform 2772"/>
          <p:cNvSpPr/>
          <p:nvPr/>
        </p:nvSpPr>
        <p:spPr>
          <a:xfrm>
            <a:off x="1790444" y="11603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4" name="Freeform 2773"/>
          <p:cNvSpPr/>
          <p:nvPr/>
        </p:nvSpPr>
        <p:spPr>
          <a:xfrm>
            <a:off x="1587748" y="17383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5" name="Freeform 2774"/>
          <p:cNvSpPr/>
          <p:nvPr/>
        </p:nvSpPr>
        <p:spPr>
          <a:xfrm>
            <a:off x="1560600" y="29554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6" name="Freeform 2775"/>
          <p:cNvSpPr/>
          <p:nvPr/>
        </p:nvSpPr>
        <p:spPr>
          <a:xfrm>
            <a:off x="1767604" y="21419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7" name="Freeform 2776"/>
          <p:cNvSpPr/>
          <p:nvPr/>
        </p:nvSpPr>
        <p:spPr>
          <a:xfrm>
            <a:off x="1672533" y="29438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8" name="Freeform 2777"/>
          <p:cNvSpPr/>
          <p:nvPr/>
        </p:nvSpPr>
        <p:spPr>
          <a:xfrm>
            <a:off x="1627859" y="34561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9" name="Freeform 2778"/>
          <p:cNvSpPr/>
          <p:nvPr/>
        </p:nvSpPr>
        <p:spPr>
          <a:xfrm>
            <a:off x="1558104" y="19403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0" name="Freeform 2779"/>
          <p:cNvSpPr/>
          <p:nvPr/>
        </p:nvSpPr>
        <p:spPr>
          <a:xfrm>
            <a:off x="1457051" y="1864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1" name="Freeform 2780"/>
          <p:cNvSpPr/>
          <p:nvPr/>
        </p:nvSpPr>
        <p:spPr>
          <a:xfrm>
            <a:off x="1497902" y="19259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2" name="Freeform 2781"/>
          <p:cNvSpPr/>
          <p:nvPr/>
        </p:nvSpPr>
        <p:spPr>
          <a:xfrm>
            <a:off x="1571724" y="27477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3" name="Freeform 2782"/>
          <p:cNvSpPr/>
          <p:nvPr/>
        </p:nvSpPr>
        <p:spPr>
          <a:xfrm>
            <a:off x="1599627" y="25834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4" name="Freeform 2783"/>
          <p:cNvSpPr/>
          <p:nvPr/>
        </p:nvSpPr>
        <p:spPr>
          <a:xfrm>
            <a:off x="1661231" y="20865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5" name="Freeform 2784"/>
          <p:cNvSpPr/>
          <p:nvPr/>
        </p:nvSpPr>
        <p:spPr>
          <a:xfrm>
            <a:off x="1682147" y="22808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6" name="Freeform 2785"/>
          <p:cNvSpPr/>
          <p:nvPr/>
        </p:nvSpPr>
        <p:spPr>
          <a:xfrm>
            <a:off x="1646969" y="27064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7" name="Freeform 2786"/>
          <p:cNvSpPr/>
          <p:nvPr/>
        </p:nvSpPr>
        <p:spPr>
          <a:xfrm>
            <a:off x="1646700" y="33708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8" name="Freeform 2787"/>
          <p:cNvSpPr/>
          <p:nvPr/>
        </p:nvSpPr>
        <p:spPr>
          <a:xfrm>
            <a:off x="1515341" y="24313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9" name="Freeform 2788"/>
          <p:cNvSpPr/>
          <p:nvPr/>
        </p:nvSpPr>
        <p:spPr>
          <a:xfrm>
            <a:off x="1392615" y="19080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0" name="Freeform 2789"/>
          <p:cNvSpPr/>
          <p:nvPr/>
        </p:nvSpPr>
        <p:spPr>
          <a:xfrm>
            <a:off x="1567401" y="31423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1" name="Freeform 2790"/>
          <p:cNvSpPr/>
          <p:nvPr/>
        </p:nvSpPr>
        <p:spPr>
          <a:xfrm>
            <a:off x="1521051" y="21467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2" name="Freeform 2791"/>
          <p:cNvSpPr/>
          <p:nvPr/>
        </p:nvSpPr>
        <p:spPr>
          <a:xfrm>
            <a:off x="1553307" y="23133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3" name="Freeform 2792"/>
          <p:cNvSpPr/>
          <p:nvPr/>
        </p:nvSpPr>
        <p:spPr>
          <a:xfrm>
            <a:off x="1593751" y="20863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4" name="Freeform 2793"/>
          <p:cNvSpPr/>
          <p:nvPr/>
        </p:nvSpPr>
        <p:spPr>
          <a:xfrm>
            <a:off x="1490086" y="20203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5" name="Freeform 2794"/>
          <p:cNvSpPr/>
          <p:nvPr/>
        </p:nvSpPr>
        <p:spPr>
          <a:xfrm>
            <a:off x="1504324" y="28695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6" name="Freeform 2795"/>
          <p:cNvSpPr/>
          <p:nvPr/>
        </p:nvSpPr>
        <p:spPr>
          <a:xfrm>
            <a:off x="1612390" y="33697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7" name="Freeform 2796"/>
          <p:cNvSpPr/>
          <p:nvPr/>
        </p:nvSpPr>
        <p:spPr>
          <a:xfrm>
            <a:off x="1635506" y="27823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8" name="Freeform 2797"/>
          <p:cNvSpPr/>
          <p:nvPr/>
        </p:nvSpPr>
        <p:spPr>
          <a:xfrm>
            <a:off x="1552946" y="20110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9" name="Freeform 2798"/>
          <p:cNvSpPr/>
          <p:nvPr/>
        </p:nvSpPr>
        <p:spPr>
          <a:xfrm>
            <a:off x="1676426" y="27869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0" name="Freeform 2799"/>
          <p:cNvSpPr/>
          <p:nvPr/>
        </p:nvSpPr>
        <p:spPr>
          <a:xfrm>
            <a:off x="1599645" y="28693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1" name="Freeform 2800"/>
          <p:cNvSpPr/>
          <p:nvPr/>
        </p:nvSpPr>
        <p:spPr>
          <a:xfrm>
            <a:off x="1514016" y="34805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2" name="Freeform 2801"/>
          <p:cNvSpPr/>
          <p:nvPr/>
        </p:nvSpPr>
        <p:spPr>
          <a:xfrm>
            <a:off x="1627479" y="15428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3" name="Freeform 2802"/>
          <p:cNvSpPr/>
          <p:nvPr/>
        </p:nvSpPr>
        <p:spPr>
          <a:xfrm>
            <a:off x="1824494" y="20453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4" name="Freeform 2803"/>
          <p:cNvSpPr/>
          <p:nvPr/>
        </p:nvSpPr>
        <p:spPr>
          <a:xfrm>
            <a:off x="1550921" y="20756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5" name="Freeform 2804"/>
          <p:cNvSpPr/>
          <p:nvPr/>
        </p:nvSpPr>
        <p:spPr>
          <a:xfrm>
            <a:off x="1747870" y="196839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6" name="Freeform 2805"/>
          <p:cNvSpPr/>
          <p:nvPr/>
        </p:nvSpPr>
        <p:spPr>
          <a:xfrm>
            <a:off x="1770510" y="21803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7" name="Freeform 2806"/>
          <p:cNvSpPr/>
          <p:nvPr/>
        </p:nvSpPr>
        <p:spPr>
          <a:xfrm>
            <a:off x="1783389" y="26255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8" name="Freeform 2807"/>
          <p:cNvSpPr/>
          <p:nvPr/>
        </p:nvSpPr>
        <p:spPr>
          <a:xfrm>
            <a:off x="1535121" y="25818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9" name="Freeform 2808"/>
          <p:cNvSpPr/>
          <p:nvPr/>
        </p:nvSpPr>
        <p:spPr>
          <a:xfrm>
            <a:off x="1838718" y="27248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0" name="Freeform 2809"/>
          <p:cNvSpPr/>
          <p:nvPr/>
        </p:nvSpPr>
        <p:spPr>
          <a:xfrm>
            <a:off x="1635568" y="10646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1" name="Freeform 2810"/>
          <p:cNvSpPr/>
          <p:nvPr/>
        </p:nvSpPr>
        <p:spPr>
          <a:xfrm>
            <a:off x="1595973" y="21916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2" name="Freeform 2811"/>
          <p:cNvSpPr/>
          <p:nvPr/>
        </p:nvSpPr>
        <p:spPr>
          <a:xfrm>
            <a:off x="1598480" y="27445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3" name="Freeform 2812"/>
          <p:cNvSpPr/>
          <p:nvPr/>
        </p:nvSpPr>
        <p:spPr>
          <a:xfrm>
            <a:off x="1687476" y="22406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4" name="Freeform 2813"/>
          <p:cNvSpPr/>
          <p:nvPr/>
        </p:nvSpPr>
        <p:spPr>
          <a:xfrm>
            <a:off x="1628591" y="30411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5" name="Freeform 2814"/>
          <p:cNvSpPr/>
          <p:nvPr/>
        </p:nvSpPr>
        <p:spPr>
          <a:xfrm>
            <a:off x="1604198" y="16773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6" name="Freeform 2815"/>
          <p:cNvSpPr/>
          <p:nvPr/>
        </p:nvSpPr>
        <p:spPr>
          <a:xfrm>
            <a:off x="1760435" y="28514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7" name="Freeform 2816"/>
          <p:cNvSpPr/>
          <p:nvPr/>
        </p:nvSpPr>
        <p:spPr>
          <a:xfrm>
            <a:off x="1545804" y="22213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8" name="Freeform 2817"/>
          <p:cNvSpPr/>
          <p:nvPr/>
        </p:nvSpPr>
        <p:spPr>
          <a:xfrm>
            <a:off x="1511531" y="19151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9" name="Freeform 2818"/>
          <p:cNvSpPr/>
          <p:nvPr/>
        </p:nvSpPr>
        <p:spPr>
          <a:xfrm>
            <a:off x="1707965" y="22844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0" name="Freeform 2819"/>
          <p:cNvSpPr/>
          <p:nvPr/>
        </p:nvSpPr>
        <p:spPr>
          <a:xfrm>
            <a:off x="1698390" y="24418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1" name="Freeform 2820"/>
          <p:cNvSpPr/>
          <p:nvPr/>
        </p:nvSpPr>
        <p:spPr>
          <a:xfrm>
            <a:off x="1740151" y="24872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2" name="Freeform 2821"/>
          <p:cNvSpPr/>
          <p:nvPr/>
        </p:nvSpPr>
        <p:spPr>
          <a:xfrm>
            <a:off x="1508422" y="25236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3" name="Freeform 2822"/>
          <p:cNvSpPr/>
          <p:nvPr/>
        </p:nvSpPr>
        <p:spPr>
          <a:xfrm>
            <a:off x="1738804" y="280572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4" name="Freeform 2823"/>
          <p:cNvSpPr/>
          <p:nvPr/>
        </p:nvSpPr>
        <p:spPr>
          <a:xfrm>
            <a:off x="1674686" y="27367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5" name="Freeform 2824"/>
          <p:cNvSpPr/>
          <p:nvPr/>
        </p:nvSpPr>
        <p:spPr>
          <a:xfrm>
            <a:off x="1811675" y="16908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6" name="Freeform 2825"/>
          <p:cNvSpPr/>
          <p:nvPr/>
        </p:nvSpPr>
        <p:spPr>
          <a:xfrm>
            <a:off x="1489585" y="25519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7" name="Freeform 2826"/>
          <p:cNvSpPr/>
          <p:nvPr/>
        </p:nvSpPr>
        <p:spPr>
          <a:xfrm>
            <a:off x="1646468" y="29190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8" name="Freeform 2827"/>
          <p:cNvSpPr/>
          <p:nvPr/>
        </p:nvSpPr>
        <p:spPr>
          <a:xfrm>
            <a:off x="1593429" y="27729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9" name="Freeform 2828"/>
          <p:cNvSpPr/>
          <p:nvPr/>
        </p:nvSpPr>
        <p:spPr>
          <a:xfrm>
            <a:off x="1453055" y="18964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0" name="Freeform 2829"/>
          <p:cNvSpPr/>
          <p:nvPr/>
        </p:nvSpPr>
        <p:spPr>
          <a:xfrm>
            <a:off x="1546646" y="2126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1" name="Freeform 2830"/>
          <p:cNvSpPr/>
          <p:nvPr/>
        </p:nvSpPr>
        <p:spPr>
          <a:xfrm>
            <a:off x="1743690" y="21892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2" name="Freeform 2831"/>
          <p:cNvSpPr/>
          <p:nvPr/>
        </p:nvSpPr>
        <p:spPr>
          <a:xfrm>
            <a:off x="1572954" y="26326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3" name="Freeform 2832"/>
          <p:cNvSpPr/>
          <p:nvPr/>
        </p:nvSpPr>
        <p:spPr>
          <a:xfrm>
            <a:off x="1545821" y="21822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4" name="Freeform 2833"/>
          <p:cNvSpPr/>
          <p:nvPr/>
        </p:nvSpPr>
        <p:spPr>
          <a:xfrm>
            <a:off x="1716005" y="28419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5" name="Freeform 2834"/>
          <p:cNvSpPr/>
          <p:nvPr/>
        </p:nvSpPr>
        <p:spPr>
          <a:xfrm>
            <a:off x="1728908" y="26338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6" name="Freeform 2835"/>
          <p:cNvSpPr/>
          <p:nvPr/>
        </p:nvSpPr>
        <p:spPr>
          <a:xfrm>
            <a:off x="1728684" y="19672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7" name="Freeform 2836"/>
          <p:cNvSpPr/>
          <p:nvPr/>
        </p:nvSpPr>
        <p:spPr>
          <a:xfrm>
            <a:off x="1538644" y="20190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8" name="Freeform 2837"/>
          <p:cNvSpPr/>
          <p:nvPr/>
        </p:nvSpPr>
        <p:spPr>
          <a:xfrm>
            <a:off x="1616916" y="30254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9" name="Freeform 2838"/>
          <p:cNvSpPr/>
          <p:nvPr/>
        </p:nvSpPr>
        <p:spPr>
          <a:xfrm>
            <a:off x="1733377" y="29568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0" name="Freeform 2839"/>
          <p:cNvSpPr/>
          <p:nvPr/>
        </p:nvSpPr>
        <p:spPr>
          <a:xfrm>
            <a:off x="1552942" y="24341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1" name="Freeform 2840"/>
          <p:cNvSpPr/>
          <p:nvPr/>
        </p:nvSpPr>
        <p:spPr>
          <a:xfrm>
            <a:off x="1542962" y="15572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2" name="Freeform 2841"/>
          <p:cNvSpPr/>
          <p:nvPr/>
        </p:nvSpPr>
        <p:spPr>
          <a:xfrm>
            <a:off x="1711723" y="35315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3" name="Freeform 2842"/>
          <p:cNvSpPr/>
          <p:nvPr/>
        </p:nvSpPr>
        <p:spPr>
          <a:xfrm>
            <a:off x="1790255" y="23421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4" name="Freeform 2843"/>
          <p:cNvSpPr/>
          <p:nvPr/>
        </p:nvSpPr>
        <p:spPr>
          <a:xfrm>
            <a:off x="1499878" y="32390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5" name="Freeform 2844"/>
          <p:cNvSpPr/>
          <p:nvPr/>
        </p:nvSpPr>
        <p:spPr>
          <a:xfrm>
            <a:off x="1345245" y="28369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6" name="Freeform 2845"/>
          <p:cNvSpPr/>
          <p:nvPr/>
        </p:nvSpPr>
        <p:spPr>
          <a:xfrm>
            <a:off x="1467973" y="26906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7" name="Freeform 2846"/>
          <p:cNvSpPr/>
          <p:nvPr/>
        </p:nvSpPr>
        <p:spPr>
          <a:xfrm>
            <a:off x="1514814" y="27210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8" name="Freeform 2847"/>
          <p:cNvSpPr/>
          <p:nvPr/>
        </p:nvSpPr>
        <p:spPr>
          <a:xfrm>
            <a:off x="1608394" y="27824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9" name="Freeform 2848"/>
          <p:cNvSpPr/>
          <p:nvPr/>
        </p:nvSpPr>
        <p:spPr>
          <a:xfrm>
            <a:off x="1689003" y="24891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0" name="Freeform 2849"/>
          <p:cNvSpPr/>
          <p:nvPr/>
        </p:nvSpPr>
        <p:spPr>
          <a:xfrm>
            <a:off x="1607450" y="27832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1" name="Freeform 2850"/>
          <p:cNvSpPr/>
          <p:nvPr/>
        </p:nvSpPr>
        <p:spPr>
          <a:xfrm>
            <a:off x="1548202" y="32859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2" name="Freeform 2851"/>
          <p:cNvSpPr/>
          <p:nvPr/>
        </p:nvSpPr>
        <p:spPr>
          <a:xfrm>
            <a:off x="1639529" y="20702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3" name="Freeform 2852"/>
          <p:cNvSpPr/>
          <p:nvPr/>
        </p:nvSpPr>
        <p:spPr>
          <a:xfrm>
            <a:off x="1520225" y="208488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4" name="Freeform 2853"/>
          <p:cNvSpPr/>
          <p:nvPr/>
        </p:nvSpPr>
        <p:spPr>
          <a:xfrm>
            <a:off x="1618102" y="20359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5" name="Freeform 2854"/>
          <p:cNvSpPr/>
          <p:nvPr/>
        </p:nvSpPr>
        <p:spPr>
          <a:xfrm>
            <a:off x="1554490" y="332837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6" name="Freeform 2855"/>
          <p:cNvSpPr/>
          <p:nvPr/>
        </p:nvSpPr>
        <p:spPr>
          <a:xfrm>
            <a:off x="1909854" y="23309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7" name="Freeform 2856"/>
          <p:cNvSpPr/>
          <p:nvPr/>
        </p:nvSpPr>
        <p:spPr>
          <a:xfrm>
            <a:off x="1710498" y="21265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8" name="Freeform 2857"/>
          <p:cNvSpPr/>
          <p:nvPr/>
        </p:nvSpPr>
        <p:spPr>
          <a:xfrm>
            <a:off x="1533795" y="305213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9" name="Freeform 2858"/>
          <p:cNvSpPr/>
          <p:nvPr/>
        </p:nvSpPr>
        <p:spPr>
          <a:xfrm>
            <a:off x="1516474" y="24880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0" name="Freeform 2859"/>
          <p:cNvSpPr/>
          <p:nvPr/>
        </p:nvSpPr>
        <p:spPr>
          <a:xfrm>
            <a:off x="1576247" y="25560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1" name="Freeform 2860"/>
          <p:cNvSpPr/>
          <p:nvPr/>
        </p:nvSpPr>
        <p:spPr>
          <a:xfrm>
            <a:off x="1447160" y="149432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2" name="Freeform 2861"/>
          <p:cNvSpPr/>
          <p:nvPr/>
        </p:nvSpPr>
        <p:spPr>
          <a:xfrm>
            <a:off x="1544977" y="14496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3" name="Freeform 2862"/>
          <p:cNvSpPr/>
          <p:nvPr/>
        </p:nvSpPr>
        <p:spPr>
          <a:xfrm>
            <a:off x="1544149" y="33954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4" name="Freeform 2863"/>
          <p:cNvSpPr/>
          <p:nvPr/>
        </p:nvSpPr>
        <p:spPr>
          <a:xfrm>
            <a:off x="1717680" y="11409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5" name="Freeform 2864"/>
          <p:cNvSpPr/>
          <p:nvPr/>
        </p:nvSpPr>
        <p:spPr>
          <a:xfrm>
            <a:off x="1577486" y="298925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6" name="Freeform 2865"/>
          <p:cNvSpPr/>
          <p:nvPr/>
        </p:nvSpPr>
        <p:spPr>
          <a:xfrm>
            <a:off x="1538553" y="196137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7" name="Freeform 2866"/>
          <p:cNvSpPr/>
          <p:nvPr/>
        </p:nvSpPr>
        <p:spPr>
          <a:xfrm>
            <a:off x="1479724" y="19668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8" name="Freeform 2867"/>
          <p:cNvSpPr/>
          <p:nvPr/>
        </p:nvSpPr>
        <p:spPr>
          <a:xfrm>
            <a:off x="1497250" y="30328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9" name="Freeform 2868"/>
          <p:cNvSpPr/>
          <p:nvPr/>
        </p:nvSpPr>
        <p:spPr>
          <a:xfrm>
            <a:off x="1616023" y="22256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0" name="Freeform 2869"/>
          <p:cNvSpPr/>
          <p:nvPr/>
        </p:nvSpPr>
        <p:spPr>
          <a:xfrm>
            <a:off x="1600108" y="25513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1" name="Freeform 2870"/>
          <p:cNvSpPr/>
          <p:nvPr/>
        </p:nvSpPr>
        <p:spPr>
          <a:xfrm>
            <a:off x="1744459" y="219252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2" name="Freeform 2871"/>
          <p:cNvSpPr/>
          <p:nvPr/>
        </p:nvSpPr>
        <p:spPr>
          <a:xfrm>
            <a:off x="1555820" y="23679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3" name="Freeform 2872"/>
          <p:cNvSpPr/>
          <p:nvPr/>
        </p:nvSpPr>
        <p:spPr>
          <a:xfrm>
            <a:off x="1736429" y="18444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4" name="Freeform 2873"/>
          <p:cNvSpPr/>
          <p:nvPr/>
        </p:nvSpPr>
        <p:spPr>
          <a:xfrm>
            <a:off x="1650628" y="24521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5" name="Freeform 2874"/>
          <p:cNvSpPr/>
          <p:nvPr/>
        </p:nvSpPr>
        <p:spPr>
          <a:xfrm>
            <a:off x="1622626" y="25840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6" name="Freeform 2875"/>
          <p:cNvSpPr/>
          <p:nvPr/>
        </p:nvSpPr>
        <p:spPr>
          <a:xfrm>
            <a:off x="1408282" y="189881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7" name="Freeform 2876"/>
          <p:cNvSpPr/>
          <p:nvPr/>
        </p:nvSpPr>
        <p:spPr>
          <a:xfrm>
            <a:off x="1485117" y="21783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8" name="Freeform 2877"/>
          <p:cNvSpPr/>
          <p:nvPr/>
        </p:nvSpPr>
        <p:spPr>
          <a:xfrm>
            <a:off x="1702437" y="20963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9" name="Freeform 2878"/>
          <p:cNvSpPr/>
          <p:nvPr/>
        </p:nvSpPr>
        <p:spPr>
          <a:xfrm>
            <a:off x="1772655" y="28533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0" name="Freeform 2879"/>
          <p:cNvSpPr/>
          <p:nvPr/>
        </p:nvSpPr>
        <p:spPr>
          <a:xfrm>
            <a:off x="1645207" y="30597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1" name="Freeform 2880"/>
          <p:cNvSpPr/>
          <p:nvPr/>
        </p:nvSpPr>
        <p:spPr>
          <a:xfrm>
            <a:off x="1704694" y="28008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2" name="Freeform 2881"/>
          <p:cNvSpPr/>
          <p:nvPr/>
        </p:nvSpPr>
        <p:spPr>
          <a:xfrm>
            <a:off x="1579505" y="28296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3" name="Freeform 2882"/>
          <p:cNvSpPr/>
          <p:nvPr/>
        </p:nvSpPr>
        <p:spPr>
          <a:xfrm>
            <a:off x="1583396" y="20668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4" name="Freeform 2883"/>
          <p:cNvSpPr/>
          <p:nvPr/>
        </p:nvSpPr>
        <p:spPr>
          <a:xfrm>
            <a:off x="1552201" y="19639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5" name="Freeform 2884"/>
          <p:cNvSpPr/>
          <p:nvPr/>
        </p:nvSpPr>
        <p:spPr>
          <a:xfrm>
            <a:off x="1727391" y="25771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6" name="Freeform 2885"/>
          <p:cNvSpPr/>
          <p:nvPr/>
        </p:nvSpPr>
        <p:spPr>
          <a:xfrm>
            <a:off x="1659793" y="17172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7" name="Freeform 2886"/>
          <p:cNvSpPr/>
          <p:nvPr/>
        </p:nvSpPr>
        <p:spPr>
          <a:xfrm>
            <a:off x="1598071" y="17511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8" name="Freeform 2887"/>
          <p:cNvSpPr/>
          <p:nvPr/>
        </p:nvSpPr>
        <p:spPr>
          <a:xfrm>
            <a:off x="1587992" y="23610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9" name="Freeform 2888"/>
          <p:cNvSpPr/>
          <p:nvPr/>
        </p:nvSpPr>
        <p:spPr>
          <a:xfrm>
            <a:off x="1682654" y="29386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0" name="Freeform 2889"/>
          <p:cNvSpPr/>
          <p:nvPr/>
        </p:nvSpPr>
        <p:spPr>
          <a:xfrm>
            <a:off x="1657687" y="1638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1" name="Freeform 2890"/>
          <p:cNvSpPr/>
          <p:nvPr/>
        </p:nvSpPr>
        <p:spPr>
          <a:xfrm>
            <a:off x="1534113" y="252613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2" name="Freeform 2891"/>
          <p:cNvSpPr/>
          <p:nvPr/>
        </p:nvSpPr>
        <p:spPr>
          <a:xfrm>
            <a:off x="1806691" y="24246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3" name="Freeform 2892"/>
          <p:cNvSpPr/>
          <p:nvPr/>
        </p:nvSpPr>
        <p:spPr>
          <a:xfrm>
            <a:off x="1650618" y="26771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4" name="Freeform 2893"/>
          <p:cNvSpPr/>
          <p:nvPr/>
        </p:nvSpPr>
        <p:spPr>
          <a:xfrm>
            <a:off x="1624243" y="29754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5" name="Freeform 2894"/>
          <p:cNvSpPr/>
          <p:nvPr/>
        </p:nvSpPr>
        <p:spPr>
          <a:xfrm>
            <a:off x="1781156" y="32892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6" name="Freeform 2895"/>
          <p:cNvSpPr/>
          <p:nvPr/>
        </p:nvSpPr>
        <p:spPr>
          <a:xfrm>
            <a:off x="1732667" y="21499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7" name="Freeform 2896"/>
          <p:cNvSpPr/>
          <p:nvPr/>
        </p:nvSpPr>
        <p:spPr>
          <a:xfrm>
            <a:off x="1613711" y="291778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8" name="Freeform 2897"/>
          <p:cNvSpPr/>
          <p:nvPr/>
        </p:nvSpPr>
        <p:spPr>
          <a:xfrm>
            <a:off x="1680459" y="8343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9" name="Freeform 2898"/>
          <p:cNvSpPr/>
          <p:nvPr/>
        </p:nvSpPr>
        <p:spPr>
          <a:xfrm>
            <a:off x="1508660" y="30818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0" name="Freeform 2899"/>
          <p:cNvSpPr/>
          <p:nvPr/>
        </p:nvSpPr>
        <p:spPr>
          <a:xfrm>
            <a:off x="1554567" y="31747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1" name="Freeform 2900"/>
          <p:cNvSpPr/>
          <p:nvPr/>
        </p:nvSpPr>
        <p:spPr>
          <a:xfrm>
            <a:off x="1381321" y="22164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2" name="Freeform 2901"/>
          <p:cNvSpPr/>
          <p:nvPr/>
        </p:nvSpPr>
        <p:spPr>
          <a:xfrm>
            <a:off x="1753671" y="166393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3" name="Freeform 2902"/>
          <p:cNvSpPr/>
          <p:nvPr/>
        </p:nvSpPr>
        <p:spPr>
          <a:xfrm>
            <a:off x="1420038" y="24580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4" name="Freeform 2903"/>
          <p:cNvSpPr/>
          <p:nvPr/>
        </p:nvSpPr>
        <p:spPr>
          <a:xfrm>
            <a:off x="1696002" y="21828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5" name="Freeform 2904"/>
          <p:cNvSpPr/>
          <p:nvPr/>
        </p:nvSpPr>
        <p:spPr>
          <a:xfrm>
            <a:off x="1534259" y="349255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6" name="Freeform 2905"/>
          <p:cNvSpPr/>
          <p:nvPr/>
        </p:nvSpPr>
        <p:spPr>
          <a:xfrm>
            <a:off x="1518396" y="28603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7" name="Freeform 2906"/>
          <p:cNvSpPr/>
          <p:nvPr/>
        </p:nvSpPr>
        <p:spPr>
          <a:xfrm>
            <a:off x="1602258" y="30751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8" name="Freeform 2907"/>
          <p:cNvSpPr/>
          <p:nvPr/>
        </p:nvSpPr>
        <p:spPr>
          <a:xfrm>
            <a:off x="1651621" y="35204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9" name="Freeform 2908"/>
          <p:cNvSpPr/>
          <p:nvPr/>
        </p:nvSpPr>
        <p:spPr>
          <a:xfrm>
            <a:off x="1688602" y="24296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0" name="Freeform 2909"/>
          <p:cNvSpPr/>
          <p:nvPr/>
        </p:nvSpPr>
        <p:spPr>
          <a:xfrm>
            <a:off x="1812643" y="37090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1" name="Freeform 2910"/>
          <p:cNvSpPr/>
          <p:nvPr/>
        </p:nvSpPr>
        <p:spPr>
          <a:xfrm>
            <a:off x="1661485" y="32098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2" name="Freeform 2911"/>
          <p:cNvSpPr/>
          <p:nvPr/>
        </p:nvSpPr>
        <p:spPr>
          <a:xfrm>
            <a:off x="1717388" y="27843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3" name="Freeform 2912"/>
          <p:cNvSpPr/>
          <p:nvPr/>
        </p:nvSpPr>
        <p:spPr>
          <a:xfrm>
            <a:off x="1559098" y="29437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4" name="Freeform 2913"/>
          <p:cNvSpPr/>
          <p:nvPr/>
        </p:nvSpPr>
        <p:spPr>
          <a:xfrm>
            <a:off x="1699473" y="22781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5" name="Freeform 2914"/>
          <p:cNvSpPr/>
          <p:nvPr/>
        </p:nvSpPr>
        <p:spPr>
          <a:xfrm>
            <a:off x="1639518" y="23273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6" name="Freeform 2915"/>
          <p:cNvSpPr/>
          <p:nvPr/>
        </p:nvSpPr>
        <p:spPr>
          <a:xfrm>
            <a:off x="1573572" y="20084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7" name="Freeform 2916"/>
          <p:cNvSpPr/>
          <p:nvPr/>
        </p:nvSpPr>
        <p:spPr>
          <a:xfrm>
            <a:off x="1612854" y="20851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8" name="Freeform 2917"/>
          <p:cNvSpPr/>
          <p:nvPr/>
        </p:nvSpPr>
        <p:spPr>
          <a:xfrm>
            <a:off x="1616483" y="18745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9" name="Freeform 2918"/>
          <p:cNvSpPr/>
          <p:nvPr/>
        </p:nvSpPr>
        <p:spPr>
          <a:xfrm>
            <a:off x="1643567" y="249409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0" name="Freeform 2919"/>
          <p:cNvSpPr/>
          <p:nvPr/>
        </p:nvSpPr>
        <p:spPr>
          <a:xfrm>
            <a:off x="1666061" y="23285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1" name="Freeform 2920"/>
          <p:cNvSpPr/>
          <p:nvPr/>
        </p:nvSpPr>
        <p:spPr>
          <a:xfrm>
            <a:off x="1568683" y="22157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2" name="Freeform 2921"/>
          <p:cNvSpPr/>
          <p:nvPr/>
        </p:nvSpPr>
        <p:spPr>
          <a:xfrm>
            <a:off x="1543877" y="24162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3" name="Freeform 2922"/>
          <p:cNvSpPr/>
          <p:nvPr/>
        </p:nvSpPr>
        <p:spPr>
          <a:xfrm>
            <a:off x="1703083" y="27084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4" name="Freeform 2923"/>
          <p:cNvSpPr/>
          <p:nvPr/>
        </p:nvSpPr>
        <p:spPr>
          <a:xfrm>
            <a:off x="1441632" y="267329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5" name="Freeform 2924"/>
          <p:cNvSpPr/>
          <p:nvPr/>
        </p:nvSpPr>
        <p:spPr>
          <a:xfrm>
            <a:off x="1556989" y="29363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6" name="Freeform 2925"/>
          <p:cNvSpPr/>
          <p:nvPr/>
        </p:nvSpPr>
        <p:spPr>
          <a:xfrm>
            <a:off x="1789214" y="22644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7" name="Freeform 2926"/>
          <p:cNvSpPr/>
          <p:nvPr/>
        </p:nvSpPr>
        <p:spPr>
          <a:xfrm>
            <a:off x="1333517" y="25440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8" name="Freeform 2927"/>
          <p:cNvSpPr/>
          <p:nvPr/>
        </p:nvSpPr>
        <p:spPr>
          <a:xfrm>
            <a:off x="1548982" y="28526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9" name="Freeform 2928"/>
          <p:cNvSpPr/>
          <p:nvPr/>
        </p:nvSpPr>
        <p:spPr>
          <a:xfrm>
            <a:off x="1696691" y="28520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0" name="Freeform 2929"/>
          <p:cNvSpPr/>
          <p:nvPr/>
        </p:nvSpPr>
        <p:spPr>
          <a:xfrm>
            <a:off x="1446577" y="31492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1" name="Freeform 2930"/>
          <p:cNvSpPr/>
          <p:nvPr/>
        </p:nvSpPr>
        <p:spPr>
          <a:xfrm>
            <a:off x="1901060" y="19623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2" name="Freeform 2931"/>
          <p:cNvSpPr/>
          <p:nvPr/>
        </p:nvSpPr>
        <p:spPr>
          <a:xfrm>
            <a:off x="1346225" y="24504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3" name="Freeform 2932"/>
          <p:cNvSpPr/>
          <p:nvPr/>
        </p:nvSpPr>
        <p:spPr>
          <a:xfrm>
            <a:off x="1776799" y="29608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4" name="Freeform 2933"/>
          <p:cNvSpPr/>
          <p:nvPr/>
        </p:nvSpPr>
        <p:spPr>
          <a:xfrm>
            <a:off x="1789720" y="20546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5" name="Freeform 2934"/>
          <p:cNvSpPr/>
          <p:nvPr/>
        </p:nvSpPr>
        <p:spPr>
          <a:xfrm>
            <a:off x="1721149" y="27969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6" name="Freeform 2935"/>
          <p:cNvSpPr/>
          <p:nvPr/>
        </p:nvSpPr>
        <p:spPr>
          <a:xfrm>
            <a:off x="1599418" y="32556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7" name="Freeform 2936"/>
          <p:cNvSpPr/>
          <p:nvPr/>
        </p:nvSpPr>
        <p:spPr>
          <a:xfrm>
            <a:off x="1661331" y="19393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8" name="Freeform 2937"/>
          <p:cNvSpPr/>
          <p:nvPr/>
        </p:nvSpPr>
        <p:spPr>
          <a:xfrm>
            <a:off x="1527138" y="27842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9" name="Freeform 2938"/>
          <p:cNvSpPr/>
          <p:nvPr/>
        </p:nvSpPr>
        <p:spPr>
          <a:xfrm>
            <a:off x="1709700" y="27147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0" name="Freeform 2939"/>
          <p:cNvSpPr/>
          <p:nvPr/>
        </p:nvSpPr>
        <p:spPr>
          <a:xfrm>
            <a:off x="1503323" y="24707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1" name="Freeform 2940"/>
          <p:cNvSpPr/>
          <p:nvPr/>
        </p:nvSpPr>
        <p:spPr>
          <a:xfrm>
            <a:off x="1593824" y="18735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2" name="Freeform 2941"/>
          <p:cNvSpPr/>
          <p:nvPr/>
        </p:nvSpPr>
        <p:spPr>
          <a:xfrm>
            <a:off x="1729696" y="24821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3" name="Freeform 2942"/>
          <p:cNvSpPr/>
          <p:nvPr/>
        </p:nvSpPr>
        <p:spPr>
          <a:xfrm>
            <a:off x="1503918" y="31431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4" name="Freeform 2943"/>
          <p:cNvSpPr/>
          <p:nvPr/>
        </p:nvSpPr>
        <p:spPr>
          <a:xfrm>
            <a:off x="1584154" y="21981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5" name="Freeform 2944"/>
          <p:cNvSpPr/>
          <p:nvPr/>
        </p:nvSpPr>
        <p:spPr>
          <a:xfrm>
            <a:off x="1640694" y="27559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6" name="Freeform 2945"/>
          <p:cNvSpPr/>
          <p:nvPr/>
        </p:nvSpPr>
        <p:spPr>
          <a:xfrm>
            <a:off x="1479583" y="14695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7" name="Freeform 2946"/>
          <p:cNvSpPr/>
          <p:nvPr/>
        </p:nvSpPr>
        <p:spPr>
          <a:xfrm>
            <a:off x="1747681" y="249366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8" name="Freeform 2947"/>
          <p:cNvSpPr/>
          <p:nvPr/>
        </p:nvSpPr>
        <p:spPr>
          <a:xfrm>
            <a:off x="1659576" y="37047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9" name="Freeform 2948"/>
          <p:cNvSpPr/>
          <p:nvPr/>
        </p:nvSpPr>
        <p:spPr>
          <a:xfrm>
            <a:off x="1460990" y="229931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0" name="Freeform 2949"/>
          <p:cNvSpPr/>
          <p:nvPr/>
        </p:nvSpPr>
        <p:spPr>
          <a:xfrm>
            <a:off x="1618097" y="14387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1" name="Freeform 2950"/>
          <p:cNvSpPr/>
          <p:nvPr/>
        </p:nvSpPr>
        <p:spPr>
          <a:xfrm>
            <a:off x="1540180" y="16386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2" name="Freeform 2951"/>
          <p:cNvSpPr/>
          <p:nvPr/>
        </p:nvSpPr>
        <p:spPr>
          <a:xfrm>
            <a:off x="1552779" y="15003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3" name="Freeform 2952"/>
          <p:cNvSpPr/>
          <p:nvPr/>
        </p:nvSpPr>
        <p:spPr>
          <a:xfrm>
            <a:off x="1631332" y="30459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4" name="Freeform 2953"/>
          <p:cNvSpPr/>
          <p:nvPr/>
        </p:nvSpPr>
        <p:spPr>
          <a:xfrm>
            <a:off x="1547202" y="19985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5" name="Freeform 2954"/>
          <p:cNvSpPr/>
          <p:nvPr/>
        </p:nvSpPr>
        <p:spPr>
          <a:xfrm>
            <a:off x="1726301" y="28844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6" name="Freeform 2955"/>
          <p:cNvSpPr/>
          <p:nvPr/>
        </p:nvSpPr>
        <p:spPr>
          <a:xfrm>
            <a:off x="1547740" y="23714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7" name="Freeform 2956"/>
          <p:cNvSpPr/>
          <p:nvPr/>
        </p:nvSpPr>
        <p:spPr>
          <a:xfrm>
            <a:off x="1728141" y="31831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8" name="Freeform 2957"/>
          <p:cNvSpPr/>
          <p:nvPr/>
        </p:nvSpPr>
        <p:spPr>
          <a:xfrm>
            <a:off x="1618441" y="28424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9" name="Freeform 2958"/>
          <p:cNvSpPr/>
          <p:nvPr/>
        </p:nvSpPr>
        <p:spPr>
          <a:xfrm>
            <a:off x="1714668" y="28596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0" name="Freeform 2959"/>
          <p:cNvSpPr/>
          <p:nvPr/>
        </p:nvSpPr>
        <p:spPr>
          <a:xfrm>
            <a:off x="1565212" y="20059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1" name="Freeform 2960"/>
          <p:cNvSpPr/>
          <p:nvPr/>
        </p:nvSpPr>
        <p:spPr>
          <a:xfrm>
            <a:off x="1569069" y="20589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2" name="Freeform 2961"/>
          <p:cNvSpPr/>
          <p:nvPr/>
        </p:nvSpPr>
        <p:spPr>
          <a:xfrm>
            <a:off x="1499836" y="23429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3" name="Freeform 2962"/>
          <p:cNvSpPr/>
          <p:nvPr/>
        </p:nvSpPr>
        <p:spPr>
          <a:xfrm>
            <a:off x="1684952" y="32251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4" name="Freeform 2963"/>
          <p:cNvSpPr/>
          <p:nvPr/>
        </p:nvSpPr>
        <p:spPr>
          <a:xfrm>
            <a:off x="1723443" y="26620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5" name="Freeform 2964"/>
          <p:cNvSpPr/>
          <p:nvPr/>
        </p:nvSpPr>
        <p:spPr>
          <a:xfrm>
            <a:off x="1849824" y="28975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6" name="Freeform 2965"/>
          <p:cNvSpPr/>
          <p:nvPr/>
        </p:nvSpPr>
        <p:spPr>
          <a:xfrm>
            <a:off x="1761177" y="20215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7" name="Freeform 2966"/>
          <p:cNvSpPr/>
          <p:nvPr/>
        </p:nvSpPr>
        <p:spPr>
          <a:xfrm>
            <a:off x="1649842" y="18542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8" name="Freeform 2967"/>
          <p:cNvSpPr/>
          <p:nvPr/>
        </p:nvSpPr>
        <p:spPr>
          <a:xfrm>
            <a:off x="1600553" y="19203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9" name="Freeform 2968"/>
          <p:cNvSpPr/>
          <p:nvPr/>
        </p:nvSpPr>
        <p:spPr>
          <a:xfrm>
            <a:off x="1664704" y="29025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0" name="Freeform 2969"/>
          <p:cNvSpPr/>
          <p:nvPr/>
        </p:nvSpPr>
        <p:spPr>
          <a:xfrm>
            <a:off x="1620155" y="39783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1" name="Freeform 2970"/>
          <p:cNvSpPr/>
          <p:nvPr/>
        </p:nvSpPr>
        <p:spPr>
          <a:xfrm>
            <a:off x="1779678" y="34510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2" name="Freeform 2971"/>
          <p:cNvSpPr/>
          <p:nvPr/>
        </p:nvSpPr>
        <p:spPr>
          <a:xfrm>
            <a:off x="1724101" y="17223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3" name="Freeform 2972"/>
          <p:cNvSpPr/>
          <p:nvPr/>
        </p:nvSpPr>
        <p:spPr>
          <a:xfrm>
            <a:off x="1533609" y="27106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4" name="Freeform 2973"/>
          <p:cNvSpPr/>
          <p:nvPr/>
        </p:nvSpPr>
        <p:spPr>
          <a:xfrm>
            <a:off x="1549562" y="29000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5" name="Freeform 2974"/>
          <p:cNvSpPr/>
          <p:nvPr/>
        </p:nvSpPr>
        <p:spPr>
          <a:xfrm>
            <a:off x="1769388" y="16024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6" name="Freeform 2975"/>
          <p:cNvSpPr/>
          <p:nvPr/>
        </p:nvSpPr>
        <p:spPr>
          <a:xfrm>
            <a:off x="1656079" y="18071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7" name="Freeform 2976"/>
          <p:cNvSpPr/>
          <p:nvPr/>
        </p:nvSpPr>
        <p:spPr>
          <a:xfrm>
            <a:off x="1598329" y="24798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8" name="Freeform 2977"/>
          <p:cNvSpPr/>
          <p:nvPr/>
        </p:nvSpPr>
        <p:spPr>
          <a:xfrm>
            <a:off x="1750031" y="26521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9" name="Freeform 2978"/>
          <p:cNvSpPr/>
          <p:nvPr/>
        </p:nvSpPr>
        <p:spPr>
          <a:xfrm>
            <a:off x="1581659" y="25646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0" name="Freeform 2979"/>
          <p:cNvSpPr/>
          <p:nvPr/>
        </p:nvSpPr>
        <p:spPr>
          <a:xfrm>
            <a:off x="1593193" y="23699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1" name="Freeform 2980"/>
          <p:cNvSpPr/>
          <p:nvPr/>
        </p:nvSpPr>
        <p:spPr>
          <a:xfrm>
            <a:off x="1573788" y="16255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2" name="Freeform 2981"/>
          <p:cNvSpPr/>
          <p:nvPr/>
        </p:nvSpPr>
        <p:spPr>
          <a:xfrm>
            <a:off x="1413270" y="22640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3" name="Freeform 2982"/>
          <p:cNvSpPr/>
          <p:nvPr/>
        </p:nvSpPr>
        <p:spPr>
          <a:xfrm>
            <a:off x="1715576" y="20994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4" name="Freeform 2983"/>
          <p:cNvSpPr/>
          <p:nvPr/>
        </p:nvSpPr>
        <p:spPr>
          <a:xfrm>
            <a:off x="1493779" y="18591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5" name="Freeform 2984"/>
          <p:cNvSpPr/>
          <p:nvPr/>
        </p:nvSpPr>
        <p:spPr>
          <a:xfrm>
            <a:off x="1562285" y="312720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6" name="Freeform 2985"/>
          <p:cNvSpPr/>
          <p:nvPr/>
        </p:nvSpPr>
        <p:spPr>
          <a:xfrm>
            <a:off x="1543546" y="20838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7" name="Freeform 2986"/>
          <p:cNvSpPr/>
          <p:nvPr/>
        </p:nvSpPr>
        <p:spPr>
          <a:xfrm>
            <a:off x="1700892" y="26527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8" name="Freeform 2987"/>
          <p:cNvSpPr/>
          <p:nvPr/>
        </p:nvSpPr>
        <p:spPr>
          <a:xfrm>
            <a:off x="1615785" y="38571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9" name="Freeform 2988"/>
          <p:cNvSpPr/>
          <p:nvPr/>
        </p:nvSpPr>
        <p:spPr>
          <a:xfrm>
            <a:off x="1624771" y="36468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0" name="Freeform 2989"/>
          <p:cNvSpPr/>
          <p:nvPr/>
        </p:nvSpPr>
        <p:spPr>
          <a:xfrm>
            <a:off x="1443460" y="30450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1" name="Freeform 2990"/>
          <p:cNvSpPr/>
          <p:nvPr/>
        </p:nvSpPr>
        <p:spPr>
          <a:xfrm>
            <a:off x="1613768" y="22050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2" name="Freeform 2991"/>
          <p:cNvSpPr/>
          <p:nvPr/>
        </p:nvSpPr>
        <p:spPr>
          <a:xfrm>
            <a:off x="1465190" y="24313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3" name="Freeform 2992"/>
          <p:cNvSpPr/>
          <p:nvPr/>
        </p:nvSpPr>
        <p:spPr>
          <a:xfrm>
            <a:off x="1655984" y="23931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4" name="Freeform 2993"/>
          <p:cNvSpPr/>
          <p:nvPr/>
        </p:nvSpPr>
        <p:spPr>
          <a:xfrm>
            <a:off x="1662352" y="14353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5" name="Freeform 2994"/>
          <p:cNvSpPr/>
          <p:nvPr/>
        </p:nvSpPr>
        <p:spPr>
          <a:xfrm>
            <a:off x="1621261" y="3181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6" name="Freeform 2995"/>
          <p:cNvSpPr/>
          <p:nvPr/>
        </p:nvSpPr>
        <p:spPr>
          <a:xfrm>
            <a:off x="1841689" y="25079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7" name="Freeform 2996"/>
          <p:cNvSpPr/>
          <p:nvPr/>
        </p:nvSpPr>
        <p:spPr>
          <a:xfrm>
            <a:off x="1679576" y="23280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8" name="Freeform 2997"/>
          <p:cNvSpPr/>
          <p:nvPr/>
        </p:nvSpPr>
        <p:spPr>
          <a:xfrm>
            <a:off x="1686861" y="28922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9" name="Freeform 2998"/>
          <p:cNvSpPr/>
          <p:nvPr/>
        </p:nvSpPr>
        <p:spPr>
          <a:xfrm>
            <a:off x="1638346" y="24777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" name="Freeform 2999"/>
          <p:cNvSpPr/>
          <p:nvPr/>
        </p:nvSpPr>
        <p:spPr>
          <a:xfrm>
            <a:off x="1602501" y="33604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" name="Freeform 3000"/>
          <p:cNvSpPr/>
          <p:nvPr/>
        </p:nvSpPr>
        <p:spPr>
          <a:xfrm>
            <a:off x="1726452" y="17286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" name="Freeform 3001"/>
          <p:cNvSpPr/>
          <p:nvPr/>
        </p:nvSpPr>
        <p:spPr>
          <a:xfrm>
            <a:off x="1740950" y="28626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3" name="Freeform 3002"/>
          <p:cNvSpPr/>
          <p:nvPr/>
        </p:nvSpPr>
        <p:spPr>
          <a:xfrm>
            <a:off x="1483929" y="13917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4" name="Freeform 3003"/>
          <p:cNvSpPr/>
          <p:nvPr/>
        </p:nvSpPr>
        <p:spPr>
          <a:xfrm>
            <a:off x="1735927" y="25106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5" name="Freeform 3004"/>
          <p:cNvSpPr/>
          <p:nvPr/>
        </p:nvSpPr>
        <p:spPr>
          <a:xfrm>
            <a:off x="1678088" y="19356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6" name="Freeform 3005"/>
          <p:cNvSpPr/>
          <p:nvPr/>
        </p:nvSpPr>
        <p:spPr>
          <a:xfrm>
            <a:off x="1725893" y="2521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7" name="Freeform 3006"/>
          <p:cNvSpPr/>
          <p:nvPr/>
        </p:nvSpPr>
        <p:spPr>
          <a:xfrm>
            <a:off x="1672992" y="25097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8" name="Freeform 3007"/>
          <p:cNvSpPr/>
          <p:nvPr/>
        </p:nvSpPr>
        <p:spPr>
          <a:xfrm>
            <a:off x="1490015" y="28096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9" name="Freeform 3008"/>
          <p:cNvSpPr/>
          <p:nvPr/>
        </p:nvSpPr>
        <p:spPr>
          <a:xfrm>
            <a:off x="1497648" y="24284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0" name="Freeform 3009"/>
          <p:cNvSpPr/>
          <p:nvPr/>
        </p:nvSpPr>
        <p:spPr>
          <a:xfrm>
            <a:off x="1818309" y="23206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1" name="Freeform 3010"/>
          <p:cNvSpPr/>
          <p:nvPr/>
        </p:nvSpPr>
        <p:spPr>
          <a:xfrm>
            <a:off x="1650125" y="29182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2" name="Freeform 3011"/>
          <p:cNvSpPr/>
          <p:nvPr/>
        </p:nvSpPr>
        <p:spPr>
          <a:xfrm>
            <a:off x="1471510" y="25608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3" name="Freeform 3012"/>
          <p:cNvSpPr/>
          <p:nvPr/>
        </p:nvSpPr>
        <p:spPr>
          <a:xfrm>
            <a:off x="1660363" y="282382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4" name="Freeform 3013"/>
          <p:cNvSpPr/>
          <p:nvPr/>
        </p:nvSpPr>
        <p:spPr>
          <a:xfrm>
            <a:off x="1584383" y="12462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5" name="Freeform 3014"/>
          <p:cNvSpPr/>
          <p:nvPr/>
        </p:nvSpPr>
        <p:spPr>
          <a:xfrm>
            <a:off x="1425921" y="25417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6" name="Freeform 3015"/>
          <p:cNvSpPr/>
          <p:nvPr/>
        </p:nvSpPr>
        <p:spPr>
          <a:xfrm>
            <a:off x="1378127" y="1655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7" name="Freeform 3016"/>
          <p:cNvSpPr/>
          <p:nvPr/>
        </p:nvSpPr>
        <p:spPr>
          <a:xfrm>
            <a:off x="1451675" y="25991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8" name="Freeform 3017"/>
          <p:cNvSpPr/>
          <p:nvPr/>
        </p:nvSpPr>
        <p:spPr>
          <a:xfrm>
            <a:off x="1652197" y="23524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9" name="Freeform 3018"/>
          <p:cNvSpPr/>
          <p:nvPr/>
        </p:nvSpPr>
        <p:spPr>
          <a:xfrm>
            <a:off x="1617979" y="32094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0" name="Freeform 3019"/>
          <p:cNvSpPr/>
          <p:nvPr/>
        </p:nvSpPr>
        <p:spPr>
          <a:xfrm>
            <a:off x="1596468" y="27354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1" name="Freeform 3020"/>
          <p:cNvSpPr/>
          <p:nvPr/>
        </p:nvSpPr>
        <p:spPr>
          <a:xfrm>
            <a:off x="1653575" y="23789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2" name="Freeform 3021"/>
          <p:cNvSpPr/>
          <p:nvPr/>
        </p:nvSpPr>
        <p:spPr>
          <a:xfrm>
            <a:off x="1687428" y="16331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3" name="Freeform 3022"/>
          <p:cNvSpPr/>
          <p:nvPr/>
        </p:nvSpPr>
        <p:spPr>
          <a:xfrm>
            <a:off x="1398204" y="23727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4" name="Freeform 3023"/>
          <p:cNvSpPr/>
          <p:nvPr/>
        </p:nvSpPr>
        <p:spPr>
          <a:xfrm>
            <a:off x="1590906" y="17428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5" name="Freeform 3024"/>
          <p:cNvSpPr/>
          <p:nvPr/>
        </p:nvSpPr>
        <p:spPr>
          <a:xfrm>
            <a:off x="1534555" y="21456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6" name="Freeform 3025"/>
          <p:cNvSpPr/>
          <p:nvPr/>
        </p:nvSpPr>
        <p:spPr>
          <a:xfrm>
            <a:off x="1491200" y="16107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7" name="Freeform 3026"/>
          <p:cNvSpPr/>
          <p:nvPr/>
        </p:nvSpPr>
        <p:spPr>
          <a:xfrm>
            <a:off x="1564585" y="25250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8" name="Freeform 3027"/>
          <p:cNvSpPr/>
          <p:nvPr/>
        </p:nvSpPr>
        <p:spPr>
          <a:xfrm>
            <a:off x="1609977" y="11971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9" name="Freeform 3028"/>
          <p:cNvSpPr/>
          <p:nvPr/>
        </p:nvSpPr>
        <p:spPr>
          <a:xfrm>
            <a:off x="1594628" y="27562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0" name="Freeform 3029"/>
          <p:cNvSpPr/>
          <p:nvPr/>
        </p:nvSpPr>
        <p:spPr>
          <a:xfrm>
            <a:off x="1467508" y="29086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1" name="Freeform 3030"/>
          <p:cNvSpPr/>
          <p:nvPr/>
        </p:nvSpPr>
        <p:spPr>
          <a:xfrm>
            <a:off x="1571437" y="31490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2" name="Freeform 3031"/>
          <p:cNvSpPr/>
          <p:nvPr/>
        </p:nvSpPr>
        <p:spPr>
          <a:xfrm>
            <a:off x="1838767" y="12292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3" name="Freeform 3032"/>
          <p:cNvSpPr/>
          <p:nvPr/>
        </p:nvSpPr>
        <p:spPr>
          <a:xfrm>
            <a:off x="1510310" y="20487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4" name="Freeform 3033"/>
          <p:cNvSpPr/>
          <p:nvPr/>
        </p:nvSpPr>
        <p:spPr>
          <a:xfrm>
            <a:off x="1442644" y="26742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5" name="Freeform 3034"/>
          <p:cNvSpPr/>
          <p:nvPr/>
        </p:nvSpPr>
        <p:spPr>
          <a:xfrm>
            <a:off x="1652566" y="18158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6" name="Freeform 3035"/>
          <p:cNvSpPr/>
          <p:nvPr/>
        </p:nvSpPr>
        <p:spPr>
          <a:xfrm>
            <a:off x="1686947" y="21202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7" name="Freeform 3036"/>
          <p:cNvSpPr/>
          <p:nvPr/>
        </p:nvSpPr>
        <p:spPr>
          <a:xfrm>
            <a:off x="1672763" y="14271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8" name="Freeform 3037"/>
          <p:cNvSpPr/>
          <p:nvPr/>
        </p:nvSpPr>
        <p:spPr>
          <a:xfrm>
            <a:off x="1503339" y="33322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9" name="Freeform 3038"/>
          <p:cNvSpPr/>
          <p:nvPr/>
        </p:nvSpPr>
        <p:spPr>
          <a:xfrm>
            <a:off x="1729894" y="26369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0" name="Freeform 3039"/>
          <p:cNvSpPr/>
          <p:nvPr/>
        </p:nvSpPr>
        <p:spPr>
          <a:xfrm>
            <a:off x="1539110" y="27438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1" name="Freeform 3040"/>
          <p:cNvSpPr/>
          <p:nvPr/>
        </p:nvSpPr>
        <p:spPr>
          <a:xfrm>
            <a:off x="1501718" y="3563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2" name="Freeform 3041"/>
          <p:cNvSpPr/>
          <p:nvPr/>
        </p:nvSpPr>
        <p:spPr>
          <a:xfrm>
            <a:off x="1558029" y="19181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3" name="Freeform 3042"/>
          <p:cNvSpPr/>
          <p:nvPr/>
        </p:nvSpPr>
        <p:spPr>
          <a:xfrm>
            <a:off x="1611493" y="263965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4" name="Freeform 3043"/>
          <p:cNvSpPr/>
          <p:nvPr/>
        </p:nvSpPr>
        <p:spPr>
          <a:xfrm>
            <a:off x="1699512" y="20920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5" name="Freeform 3044"/>
          <p:cNvSpPr/>
          <p:nvPr/>
        </p:nvSpPr>
        <p:spPr>
          <a:xfrm>
            <a:off x="1689857" y="12136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6" name="Freeform 3045"/>
          <p:cNvSpPr/>
          <p:nvPr/>
        </p:nvSpPr>
        <p:spPr>
          <a:xfrm>
            <a:off x="1620715" y="26845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7" name="Freeform 3046"/>
          <p:cNvSpPr/>
          <p:nvPr/>
        </p:nvSpPr>
        <p:spPr>
          <a:xfrm>
            <a:off x="1722920" y="272138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8" name="Freeform 3047"/>
          <p:cNvSpPr/>
          <p:nvPr/>
        </p:nvSpPr>
        <p:spPr>
          <a:xfrm>
            <a:off x="1631839" y="24287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9" name="Freeform 3048"/>
          <p:cNvSpPr/>
          <p:nvPr/>
        </p:nvSpPr>
        <p:spPr>
          <a:xfrm>
            <a:off x="1718970" y="19578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0" name="Freeform 3049"/>
          <p:cNvSpPr/>
          <p:nvPr/>
        </p:nvSpPr>
        <p:spPr>
          <a:xfrm>
            <a:off x="1472942" y="28003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1" name="Freeform 3050"/>
          <p:cNvSpPr/>
          <p:nvPr/>
        </p:nvSpPr>
        <p:spPr>
          <a:xfrm>
            <a:off x="1454723" y="28351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2" name="Freeform 3051"/>
          <p:cNvSpPr/>
          <p:nvPr/>
        </p:nvSpPr>
        <p:spPr>
          <a:xfrm>
            <a:off x="1706105" y="19198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3" name="Freeform 3052"/>
          <p:cNvSpPr/>
          <p:nvPr/>
        </p:nvSpPr>
        <p:spPr>
          <a:xfrm>
            <a:off x="1474417" y="22877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4" name="Freeform 3053"/>
          <p:cNvSpPr/>
          <p:nvPr/>
        </p:nvSpPr>
        <p:spPr>
          <a:xfrm>
            <a:off x="1590867" y="36016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5" name="Freeform 3054"/>
          <p:cNvSpPr/>
          <p:nvPr/>
        </p:nvSpPr>
        <p:spPr>
          <a:xfrm>
            <a:off x="1612627" y="31574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6" name="Freeform 3055"/>
          <p:cNvSpPr/>
          <p:nvPr/>
        </p:nvSpPr>
        <p:spPr>
          <a:xfrm>
            <a:off x="1570923" y="16791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7" name="Freeform 3056"/>
          <p:cNvSpPr/>
          <p:nvPr/>
        </p:nvSpPr>
        <p:spPr>
          <a:xfrm>
            <a:off x="1574609" y="22751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8" name="Freeform 3057"/>
          <p:cNvSpPr/>
          <p:nvPr/>
        </p:nvSpPr>
        <p:spPr>
          <a:xfrm>
            <a:off x="1772099" y="29062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9" name="Freeform 3058"/>
          <p:cNvSpPr/>
          <p:nvPr/>
        </p:nvSpPr>
        <p:spPr>
          <a:xfrm>
            <a:off x="1352516" y="25854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0" name="Freeform 3059"/>
          <p:cNvSpPr/>
          <p:nvPr/>
        </p:nvSpPr>
        <p:spPr>
          <a:xfrm>
            <a:off x="1717675" y="24858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1" name="Freeform 3060"/>
          <p:cNvSpPr/>
          <p:nvPr/>
        </p:nvSpPr>
        <p:spPr>
          <a:xfrm>
            <a:off x="1868650" y="20941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2" name="Freeform 3061"/>
          <p:cNvSpPr/>
          <p:nvPr/>
        </p:nvSpPr>
        <p:spPr>
          <a:xfrm>
            <a:off x="1625645" y="322945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3" name="Freeform 3062"/>
          <p:cNvSpPr/>
          <p:nvPr/>
        </p:nvSpPr>
        <p:spPr>
          <a:xfrm>
            <a:off x="1621092" y="29489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4" name="Freeform 3063"/>
          <p:cNvSpPr/>
          <p:nvPr/>
        </p:nvSpPr>
        <p:spPr>
          <a:xfrm>
            <a:off x="1700826" y="23450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5" name="Freeform 3064"/>
          <p:cNvSpPr/>
          <p:nvPr/>
        </p:nvSpPr>
        <p:spPr>
          <a:xfrm>
            <a:off x="1818765" y="25471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6" name="Freeform 3065"/>
          <p:cNvSpPr/>
          <p:nvPr/>
        </p:nvSpPr>
        <p:spPr>
          <a:xfrm>
            <a:off x="1496029" y="21830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7" name="Freeform 3066"/>
          <p:cNvSpPr/>
          <p:nvPr/>
        </p:nvSpPr>
        <p:spPr>
          <a:xfrm>
            <a:off x="1632502" y="31596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8" name="Freeform 3067"/>
          <p:cNvSpPr/>
          <p:nvPr/>
        </p:nvSpPr>
        <p:spPr>
          <a:xfrm>
            <a:off x="1603201" y="22994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9" name="Freeform 3068"/>
          <p:cNvSpPr/>
          <p:nvPr/>
        </p:nvSpPr>
        <p:spPr>
          <a:xfrm>
            <a:off x="1682962" y="19012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0" name="Freeform 3069"/>
          <p:cNvSpPr/>
          <p:nvPr/>
        </p:nvSpPr>
        <p:spPr>
          <a:xfrm>
            <a:off x="1640151" y="22291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1" name="Freeform 3070"/>
          <p:cNvSpPr/>
          <p:nvPr/>
        </p:nvSpPr>
        <p:spPr>
          <a:xfrm>
            <a:off x="1693689" y="24176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2" name="Freeform 3071"/>
          <p:cNvSpPr/>
          <p:nvPr/>
        </p:nvSpPr>
        <p:spPr>
          <a:xfrm>
            <a:off x="1578017" y="25450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3" name="Freeform 3072"/>
          <p:cNvSpPr/>
          <p:nvPr/>
        </p:nvSpPr>
        <p:spPr>
          <a:xfrm>
            <a:off x="1628364" y="29456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4" name="Freeform 3073"/>
          <p:cNvSpPr/>
          <p:nvPr/>
        </p:nvSpPr>
        <p:spPr>
          <a:xfrm>
            <a:off x="1551411" y="25320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5" name="Freeform 3074"/>
          <p:cNvSpPr/>
          <p:nvPr/>
        </p:nvSpPr>
        <p:spPr>
          <a:xfrm>
            <a:off x="1552059" y="18101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6" name="Freeform 3075"/>
          <p:cNvSpPr/>
          <p:nvPr/>
        </p:nvSpPr>
        <p:spPr>
          <a:xfrm>
            <a:off x="1607980" y="255759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7" name="Freeform 3076"/>
          <p:cNvSpPr/>
          <p:nvPr/>
        </p:nvSpPr>
        <p:spPr>
          <a:xfrm>
            <a:off x="1607930" y="29754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8" name="Freeform 3077"/>
          <p:cNvSpPr/>
          <p:nvPr/>
        </p:nvSpPr>
        <p:spPr>
          <a:xfrm>
            <a:off x="1497694" y="27599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9" name="Freeform 3078"/>
          <p:cNvSpPr/>
          <p:nvPr/>
        </p:nvSpPr>
        <p:spPr>
          <a:xfrm>
            <a:off x="1791080" y="23841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0" name="Freeform 3079"/>
          <p:cNvSpPr/>
          <p:nvPr/>
        </p:nvSpPr>
        <p:spPr>
          <a:xfrm>
            <a:off x="1608671" y="26955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1" name="Freeform 3080"/>
          <p:cNvSpPr/>
          <p:nvPr/>
        </p:nvSpPr>
        <p:spPr>
          <a:xfrm>
            <a:off x="1475099" y="22299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2" name="Freeform 3081"/>
          <p:cNvSpPr/>
          <p:nvPr/>
        </p:nvSpPr>
        <p:spPr>
          <a:xfrm>
            <a:off x="1740959" y="22095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3" name="Freeform 3082"/>
          <p:cNvSpPr/>
          <p:nvPr/>
        </p:nvSpPr>
        <p:spPr>
          <a:xfrm>
            <a:off x="1543074" y="20110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4" name="Freeform 3083"/>
          <p:cNvSpPr/>
          <p:nvPr/>
        </p:nvSpPr>
        <p:spPr>
          <a:xfrm>
            <a:off x="1677496" y="17212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5" name="Freeform 3084"/>
          <p:cNvSpPr/>
          <p:nvPr/>
        </p:nvSpPr>
        <p:spPr>
          <a:xfrm>
            <a:off x="1621301" y="19531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6" name="Freeform 3085"/>
          <p:cNvSpPr/>
          <p:nvPr/>
        </p:nvSpPr>
        <p:spPr>
          <a:xfrm>
            <a:off x="1649932" y="29995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7" name="Freeform 3086"/>
          <p:cNvSpPr/>
          <p:nvPr/>
        </p:nvSpPr>
        <p:spPr>
          <a:xfrm>
            <a:off x="1641417" y="29829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8" name="Freeform 3087"/>
          <p:cNvSpPr/>
          <p:nvPr/>
        </p:nvSpPr>
        <p:spPr>
          <a:xfrm>
            <a:off x="1561593" y="25341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9" name="Freeform 3088"/>
          <p:cNvSpPr/>
          <p:nvPr/>
        </p:nvSpPr>
        <p:spPr>
          <a:xfrm>
            <a:off x="1627502" y="27376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0" name="Freeform 3089"/>
          <p:cNvSpPr/>
          <p:nvPr/>
        </p:nvSpPr>
        <p:spPr>
          <a:xfrm>
            <a:off x="1840613" y="31102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1" name="Freeform 3090"/>
          <p:cNvSpPr/>
          <p:nvPr/>
        </p:nvSpPr>
        <p:spPr>
          <a:xfrm>
            <a:off x="1383752" y="27325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2" name="Freeform 3091"/>
          <p:cNvSpPr/>
          <p:nvPr/>
        </p:nvSpPr>
        <p:spPr>
          <a:xfrm>
            <a:off x="1630178" y="27503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3" name="Freeform 3092"/>
          <p:cNvSpPr/>
          <p:nvPr/>
        </p:nvSpPr>
        <p:spPr>
          <a:xfrm>
            <a:off x="1669654" y="28573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4" name="Freeform 3093"/>
          <p:cNvSpPr/>
          <p:nvPr/>
        </p:nvSpPr>
        <p:spPr>
          <a:xfrm>
            <a:off x="1510554" y="26642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5" name="Freeform 3094"/>
          <p:cNvSpPr/>
          <p:nvPr/>
        </p:nvSpPr>
        <p:spPr>
          <a:xfrm>
            <a:off x="1476528" y="18541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6" name="Freeform 3095"/>
          <p:cNvSpPr/>
          <p:nvPr/>
        </p:nvSpPr>
        <p:spPr>
          <a:xfrm>
            <a:off x="1854073" y="238504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7" name="Freeform 3096"/>
          <p:cNvSpPr/>
          <p:nvPr/>
        </p:nvSpPr>
        <p:spPr>
          <a:xfrm>
            <a:off x="1583380" y="11529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8" name="Freeform 3097"/>
          <p:cNvSpPr/>
          <p:nvPr/>
        </p:nvSpPr>
        <p:spPr>
          <a:xfrm>
            <a:off x="1845524" y="24006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9" name="Freeform 3098"/>
          <p:cNvSpPr/>
          <p:nvPr/>
        </p:nvSpPr>
        <p:spPr>
          <a:xfrm>
            <a:off x="1680435" y="265032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0" name="Freeform 3099"/>
          <p:cNvSpPr/>
          <p:nvPr/>
        </p:nvSpPr>
        <p:spPr>
          <a:xfrm>
            <a:off x="1631267" y="24908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1" name="Freeform 3100"/>
          <p:cNvSpPr/>
          <p:nvPr/>
        </p:nvSpPr>
        <p:spPr>
          <a:xfrm>
            <a:off x="1674039" y="235399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2" name="Freeform 3101"/>
          <p:cNvSpPr/>
          <p:nvPr/>
        </p:nvSpPr>
        <p:spPr>
          <a:xfrm>
            <a:off x="1691052" y="22570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3" name="Freeform 3102"/>
          <p:cNvSpPr/>
          <p:nvPr/>
        </p:nvSpPr>
        <p:spPr>
          <a:xfrm>
            <a:off x="1749316" y="13671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4" name="Freeform 3103"/>
          <p:cNvSpPr/>
          <p:nvPr/>
        </p:nvSpPr>
        <p:spPr>
          <a:xfrm>
            <a:off x="1669744" y="29513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5" name="Freeform 3104"/>
          <p:cNvSpPr/>
          <p:nvPr/>
        </p:nvSpPr>
        <p:spPr>
          <a:xfrm>
            <a:off x="1638592" y="20273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6" name="Freeform 3105"/>
          <p:cNvSpPr/>
          <p:nvPr/>
        </p:nvSpPr>
        <p:spPr>
          <a:xfrm>
            <a:off x="1641980" y="23804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7" name="Freeform 3106"/>
          <p:cNvSpPr/>
          <p:nvPr/>
        </p:nvSpPr>
        <p:spPr>
          <a:xfrm>
            <a:off x="1767744" y="33448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8" name="Freeform 3107"/>
          <p:cNvSpPr/>
          <p:nvPr/>
        </p:nvSpPr>
        <p:spPr>
          <a:xfrm>
            <a:off x="1710518" y="20752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9" name="Freeform 3108"/>
          <p:cNvSpPr/>
          <p:nvPr/>
        </p:nvSpPr>
        <p:spPr>
          <a:xfrm>
            <a:off x="1515930" y="18058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0" name="Freeform 3109"/>
          <p:cNvSpPr/>
          <p:nvPr/>
        </p:nvSpPr>
        <p:spPr>
          <a:xfrm>
            <a:off x="1555125" y="29577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1" name="Freeform 3110"/>
          <p:cNvSpPr/>
          <p:nvPr/>
        </p:nvSpPr>
        <p:spPr>
          <a:xfrm>
            <a:off x="1658504" y="24979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2" name="Freeform 3111"/>
          <p:cNvSpPr/>
          <p:nvPr/>
        </p:nvSpPr>
        <p:spPr>
          <a:xfrm>
            <a:off x="1556484" y="34284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3" name="Freeform 3112"/>
          <p:cNvSpPr/>
          <p:nvPr/>
        </p:nvSpPr>
        <p:spPr>
          <a:xfrm>
            <a:off x="1582847" y="31755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4" name="Freeform 3113"/>
          <p:cNvSpPr/>
          <p:nvPr/>
        </p:nvSpPr>
        <p:spPr>
          <a:xfrm>
            <a:off x="1520862" y="19248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5" name="Freeform 3114"/>
          <p:cNvSpPr/>
          <p:nvPr/>
        </p:nvSpPr>
        <p:spPr>
          <a:xfrm>
            <a:off x="1595132" y="27459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6" name="Freeform 3115"/>
          <p:cNvSpPr/>
          <p:nvPr/>
        </p:nvSpPr>
        <p:spPr>
          <a:xfrm>
            <a:off x="1668440" y="30942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7" name="Freeform 3116"/>
          <p:cNvSpPr/>
          <p:nvPr/>
        </p:nvSpPr>
        <p:spPr>
          <a:xfrm>
            <a:off x="1729580" y="23686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8" name="Freeform 3117"/>
          <p:cNvSpPr/>
          <p:nvPr/>
        </p:nvSpPr>
        <p:spPr>
          <a:xfrm>
            <a:off x="1624109" y="27762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9" name="Freeform 3118"/>
          <p:cNvSpPr/>
          <p:nvPr/>
        </p:nvSpPr>
        <p:spPr>
          <a:xfrm>
            <a:off x="1845080" y="274831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0" name="Freeform 3119"/>
          <p:cNvSpPr/>
          <p:nvPr/>
        </p:nvSpPr>
        <p:spPr>
          <a:xfrm>
            <a:off x="1614947" y="20922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1" name="Freeform 3120"/>
          <p:cNvSpPr/>
          <p:nvPr/>
        </p:nvSpPr>
        <p:spPr>
          <a:xfrm>
            <a:off x="1964741" y="31229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2" name="Freeform 3121"/>
          <p:cNvSpPr/>
          <p:nvPr/>
        </p:nvSpPr>
        <p:spPr>
          <a:xfrm>
            <a:off x="1730274" y="29839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3" name="Freeform 3122"/>
          <p:cNvSpPr/>
          <p:nvPr/>
        </p:nvSpPr>
        <p:spPr>
          <a:xfrm>
            <a:off x="1676259" y="24095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4" name="Freeform 3123"/>
          <p:cNvSpPr/>
          <p:nvPr/>
        </p:nvSpPr>
        <p:spPr>
          <a:xfrm>
            <a:off x="1569737" y="19674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5" name="Freeform 3124"/>
          <p:cNvSpPr/>
          <p:nvPr/>
        </p:nvSpPr>
        <p:spPr>
          <a:xfrm>
            <a:off x="1320969" y="18217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6" name="Freeform 3125"/>
          <p:cNvSpPr/>
          <p:nvPr/>
        </p:nvSpPr>
        <p:spPr>
          <a:xfrm>
            <a:off x="1606526" y="285362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7" name="Freeform 3126"/>
          <p:cNvSpPr/>
          <p:nvPr/>
        </p:nvSpPr>
        <p:spPr>
          <a:xfrm>
            <a:off x="1642187" y="19848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8" name="Freeform 3127"/>
          <p:cNvSpPr/>
          <p:nvPr/>
        </p:nvSpPr>
        <p:spPr>
          <a:xfrm>
            <a:off x="1828778" y="29181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9" name="Freeform 3128"/>
          <p:cNvSpPr/>
          <p:nvPr/>
        </p:nvSpPr>
        <p:spPr>
          <a:xfrm>
            <a:off x="1475522" y="15029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0" name="Freeform 3129"/>
          <p:cNvSpPr/>
          <p:nvPr/>
        </p:nvSpPr>
        <p:spPr>
          <a:xfrm>
            <a:off x="1827005" y="31077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1" name="Freeform 3130"/>
          <p:cNvSpPr/>
          <p:nvPr/>
        </p:nvSpPr>
        <p:spPr>
          <a:xfrm>
            <a:off x="1596245" y="17728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2" name="Freeform 3131"/>
          <p:cNvSpPr/>
          <p:nvPr/>
        </p:nvSpPr>
        <p:spPr>
          <a:xfrm>
            <a:off x="1700578" y="28489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3" name="Freeform 3132"/>
          <p:cNvSpPr/>
          <p:nvPr/>
        </p:nvSpPr>
        <p:spPr>
          <a:xfrm>
            <a:off x="1351420" y="14015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4" name="Freeform 3133"/>
          <p:cNvSpPr/>
          <p:nvPr/>
        </p:nvSpPr>
        <p:spPr>
          <a:xfrm>
            <a:off x="1637995" y="21724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5" name="Freeform 3134"/>
          <p:cNvSpPr/>
          <p:nvPr/>
        </p:nvSpPr>
        <p:spPr>
          <a:xfrm>
            <a:off x="1586351" y="30438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6" name="Freeform 3135"/>
          <p:cNvSpPr/>
          <p:nvPr/>
        </p:nvSpPr>
        <p:spPr>
          <a:xfrm>
            <a:off x="1696125" y="27761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7" name="Freeform 3136"/>
          <p:cNvSpPr/>
          <p:nvPr/>
        </p:nvSpPr>
        <p:spPr>
          <a:xfrm>
            <a:off x="1632881" y="20695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8" name="Freeform 3137"/>
          <p:cNvSpPr/>
          <p:nvPr/>
        </p:nvSpPr>
        <p:spPr>
          <a:xfrm>
            <a:off x="1500930" y="19223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9" name="Freeform 3138"/>
          <p:cNvSpPr/>
          <p:nvPr/>
        </p:nvSpPr>
        <p:spPr>
          <a:xfrm>
            <a:off x="1724427" y="25313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0" name="Freeform 3139"/>
          <p:cNvSpPr/>
          <p:nvPr/>
        </p:nvSpPr>
        <p:spPr>
          <a:xfrm>
            <a:off x="1697430" y="24688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1" name="Freeform 3140"/>
          <p:cNvSpPr/>
          <p:nvPr/>
        </p:nvSpPr>
        <p:spPr>
          <a:xfrm>
            <a:off x="1686962" y="20819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2" name="Freeform 3141"/>
          <p:cNvSpPr/>
          <p:nvPr/>
        </p:nvSpPr>
        <p:spPr>
          <a:xfrm>
            <a:off x="1731051" y="24216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3" name="Freeform 3142"/>
          <p:cNvSpPr/>
          <p:nvPr/>
        </p:nvSpPr>
        <p:spPr>
          <a:xfrm>
            <a:off x="1740899" y="31943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4" name="Freeform 3143"/>
          <p:cNvSpPr/>
          <p:nvPr/>
        </p:nvSpPr>
        <p:spPr>
          <a:xfrm>
            <a:off x="1620788" y="293381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5" name="Freeform 3144"/>
          <p:cNvSpPr/>
          <p:nvPr/>
        </p:nvSpPr>
        <p:spPr>
          <a:xfrm>
            <a:off x="1477885" y="236558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6" name="Freeform 3145"/>
          <p:cNvSpPr/>
          <p:nvPr/>
        </p:nvSpPr>
        <p:spPr>
          <a:xfrm>
            <a:off x="1474964" y="18340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7" name="Freeform 3146"/>
          <p:cNvSpPr/>
          <p:nvPr/>
        </p:nvSpPr>
        <p:spPr>
          <a:xfrm>
            <a:off x="1767512" y="161694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8" name="Freeform 3147"/>
          <p:cNvSpPr/>
          <p:nvPr/>
        </p:nvSpPr>
        <p:spPr>
          <a:xfrm>
            <a:off x="1699122" y="20704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9" name="Freeform 3148"/>
          <p:cNvSpPr/>
          <p:nvPr/>
        </p:nvSpPr>
        <p:spPr>
          <a:xfrm>
            <a:off x="1634036" y="23373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0" name="Freeform 3149"/>
          <p:cNvSpPr/>
          <p:nvPr/>
        </p:nvSpPr>
        <p:spPr>
          <a:xfrm>
            <a:off x="1576625" y="20870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1" name="Freeform 3150"/>
          <p:cNvSpPr/>
          <p:nvPr/>
        </p:nvSpPr>
        <p:spPr>
          <a:xfrm>
            <a:off x="1626498" y="28545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2" name="Freeform 3151"/>
          <p:cNvSpPr/>
          <p:nvPr/>
        </p:nvSpPr>
        <p:spPr>
          <a:xfrm>
            <a:off x="1625774" y="25761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3" name="Freeform 3152"/>
          <p:cNvSpPr/>
          <p:nvPr/>
        </p:nvSpPr>
        <p:spPr>
          <a:xfrm>
            <a:off x="1587097" y="29398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4" name="Freeform 3153"/>
          <p:cNvSpPr/>
          <p:nvPr/>
        </p:nvSpPr>
        <p:spPr>
          <a:xfrm>
            <a:off x="1548343" y="31700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5" name="Freeform 3154"/>
          <p:cNvSpPr/>
          <p:nvPr/>
        </p:nvSpPr>
        <p:spPr>
          <a:xfrm>
            <a:off x="1854651" y="231222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6" name="Freeform 3155"/>
          <p:cNvSpPr/>
          <p:nvPr/>
        </p:nvSpPr>
        <p:spPr>
          <a:xfrm>
            <a:off x="1647572" y="23924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7" name="Freeform 3156"/>
          <p:cNvSpPr/>
          <p:nvPr/>
        </p:nvSpPr>
        <p:spPr>
          <a:xfrm>
            <a:off x="1558315" y="21202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8" name="Freeform 3157"/>
          <p:cNvSpPr/>
          <p:nvPr/>
        </p:nvSpPr>
        <p:spPr>
          <a:xfrm>
            <a:off x="1483833" y="21969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9" name="Freeform 3158"/>
          <p:cNvSpPr/>
          <p:nvPr/>
        </p:nvSpPr>
        <p:spPr>
          <a:xfrm>
            <a:off x="1545490" y="23615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0" name="Freeform 3159"/>
          <p:cNvSpPr/>
          <p:nvPr/>
        </p:nvSpPr>
        <p:spPr>
          <a:xfrm>
            <a:off x="1700115" y="21912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1" name="Freeform 3160"/>
          <p:cNvSpPr/>
          <p:nvPr/>
        </p:nvSpPr>
        <p:spPr>
          <a:xfrm>
            <a:off x="1704250" y="251619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2" name="Freeform 3161"/>
          <p:cNvSpPr/>
          <p:nvPr/>
        </p:nvSpPr>
        <p:spPr>
          <a:xfrm>
            <a:off x="1599763" y="22692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3" name="Freeform 3162"/>
          <p:cNvSpPr/>
          <p:nvPr/>
        </p:nvSpPr>
        <p:spPr>
          <a:xfrm>
            <a:off x="1628654" y="28867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4" name="Freeform 3163"/>
          <p:cNvSpPr/>
          <p:nvPr/>
        </p:nvSpPr>
        <p:spPr>
          <a:xfrm>
            <a:off x="1590489" y="22926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5" name="Freeform 3164"/>
          <p:cNvSpPr/>
          <p:nvPr/>
        </p:nvSpPr>
        <p:spPr>
          <a:xfrm>
            <a:off x="1504610" y="21306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6" name="Freeform 3165"/>
          <p:cNvSpPr/>
          <p:nvPr/>
        </p:nvSpPr>
        <p:spPr>
          <a:xfrm>
            <a:off x="1762371" y="28561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7" name="Freeform 3166"/>
          <p:cNvSpPr/>
          <p:nvPr/>
        </p:nvSpPr>
        <p:spPr>
          <a:xfrm>
            <a:off x="1662985" y="2464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8" name="Freeform 3167"/>
          <p:cNvSpPr/>
          <p:nvPr/>
        </p:nvSpPr>
        <p:spPr>
          <a:xfrm>
            <a:off x="1888032" y="28311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9" name="Freeform 3168"/>
          <p:cNvSpPr/>
          <p:nvPr/>
        </p:nvSpPr>
        <p:spPr>
          <a:xfrm>
            <a:off x="1542230" y="27785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0" name="Freeform 3169"/>
          <p:cNvSpPr/>
          <p:nvPr/>
        </p:nvSpPr>
        <p:spPr>
          <a:xfrm>
            <a:off x="1608409" y="31029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1" name="Freeform 3170"/>
          <p:cNvSpPr/>
          <p:nvPr/>
        </p:nvSpPr>
        <p:spPr>
          <a:xfrm>
            <a:off x="1717578" y="18068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2" name="Freeform 3171"/>
          <p:cNvSpPr/>
          <p:nvPr/>
        </p:nvSpPr>
        <p:spPr>
          <a:xfrm>
            <a:off x="1596903" y="19152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3" name="Freeform 3172"/>
          <p:cNvSpPr/>
          <p:nvPr/>
        </p:nvSpPr>
        <p:spPr>
          <a:xfrm>
            <a:off x="1474672" y="22016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4" name="Freeform 3173"/>
          <p:cNvSpPr/>
          <p:nvPr/>
        </p:nvSpPr>
        <p:spPr>
          <a:xfrm>
            <a:off x="1521616" y="142381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5" name="Freeform 3174"/>
          <p:cNvSpPr/>
          <p:nvPr/>
        </p:nvSpPr>
        <p:spPr>
          <a:xfrm>
            <a:off x="1633900" y="25956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6" name="Freeform 3175"/>
          <p:cNvSpPr/>
          <p:nvPr/>
        </p:nvSpPr>
        <p:spPr>
          <a:xfrm>
            <a:off x="1659854" y="8493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7" name="Freeform 3176"/>
          <p:cNvSpPr/>
          <p:nvPr/>
        </p:nvSpPr>
        <p:spPr>
          <a:xfrm>
            <a:off x="1613001" y="26164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8" name="Freeform 3177"/>
          <p:cNvSpPr/>
          <p:nvPr/>
        </p:nvSpPr>
        <p:spPr>
          <a:xfrm>
            <a:off x="1730470" y="23547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9" name="Freeform 3178"/>
          <p:cNvSpPr/>
          <p:nvPr/>
        </p:nvSpPr>
        <p:spPr>
          <a:xfrm>
            <a:off x="1729324" y="27087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0" name="Freeform 3179"/>
          <p:cNvSpPr/>
          <p:nvPr/>
        </p:nvSpPr>
        <p:spPr>
          <a:xfrm>
            <a:off x="1657651" y="229119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1" name="Freeform 3180"/>
          <p:cNvSpPr/>
          <p:nvPr/>
        </p:nvSpPr>
        <p:spPr>
          <a:xfrm>
            <a:off x="1625999" y="20400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2" name="Freeform 3181"/>
          <p:cNvSpPr/>
          <p:nvPr/>
        </p:nvSpPr>
        <p:spPr>
          <a:xfrm>
            <a:off x="1596068" y="25548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3" name="Freeform 3182"/>
          <p:cNvSpPr/>
          <p:nvPr/>
        </p:nvSpPr>
        <p:spPr>
          <a:xfrm>
            <a:off x="1682068" y="15297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4" name="Freeform 3183"/>
          <p:cNvSpPr/>
          <p:nvPr/>
        </p:nvSpPr>
        <p:spPr>
          <a:xfrm>
            <a:off x="1721499" y="236340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5" name="Freeform 3184"/>
          <p:cNvSpPr/>
          <p:nvPr/>
        </p:nvSpPr>
        <p:spPr>
          <a:xfrm>
            <a:off x="1629605" y="23464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6" name="Freeform 3185"/>
          <p:cNvSpPr/>
          <p:nvPr/>
        </p:nvSpPr>
        <p:spPr>
          <a:xfrm>
            <a:off x="1671261" y="29858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7" name="Freeform 3186"/>
          <p:cNvSpPr/>
          <p:nvPr/>
        </p:nvSpPr>
        <p:spPr>
          <a:xfrm>
            <a:off x="1588428" y="22661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8" name="Freeform 3187"/>
          <p:cNvSpPr/>
          <p:nvPr/>
        </p:nvSpPr>
        <p:spPr>
          <a:xfrm>
            <a:off x="1472120" y="25657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9" name="Freeform 3188"/>
          <p:cNvSpPr/>
          <p:nvPr/>
        </p:nvSpPr>
        <p:spPr>
          <a:xfrm>
            <a:off x="1516044" y="28228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0" name="Freeform 3189"/>
          <p:cNvSpPr/>
          <p:nvPr/>
        </p:nvSpPr>
        <p:spPr>
          <a:xfrm>
            <a:off x="1705040" y="291402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1" name="Freeform 3190"/>
          <p:cNvSpPr/>
          <p:nvPr/>
        </p:nvSpPr>
        <p:spPr>
          <a:xfrm>
            <a:off x="1670940" y="10445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2" name="Freeform 3191"/>
          <p:cNvSpPr/>
          <p:nvPr/>
        </p:nvSpPr>
        <p:spPr>
          <a:xfrm>
            <a:off x="1793236" y="26359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3" name="Freeform 3192"/>
          <p:cNvSpPr/>
          <p:nvPr/>
        </p:nvSpPr>
        <p:spPr>
          <a:xfrm>
            <a:off x="1629123" y="32829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4" name="Freeform 3193"/>
          <p:cNvSpPr/>
          <p:nvPr/>
        </p:nvSpPr>
        <p:spPr>
          <a:xfrm>
            <a:off x="1715632" y="28716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5" name="Freeform 3194"/>
          <p:cNvSpPr/>
          <p:nvPr/>
        </p:nvSpPr>
        <p:spPr>
          <a:xfrm>
            <a:off x="1764653" y="25210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6" name="Freeform 3195"/>
          <p:cNvSpPr/>
          <p:nvPr/>
        </p:nvSpPr>
        <p:spPr>
          <a:xfrm>
            <a:off x="1729504" y="21966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7" name="Freeform 3196"/>
          <p:cNvSpPr/>
          <p:nvPr/>
        </p:nvSpPr>
        <p:spPr>
          <a:xfrm>
            <a:off x="1558022" y="21922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8" name="Freeform 3197"/>
          <p:cNvSpPr/>
          <p:nvPr/>
        </p:nvSpPr>
        <p:spPr>
          <a:xfrm>
            <a:off x="1603378" y="21262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9" name="Freeform 3198"/>
          <p:cNvSpPr/>
          <p:nvPr/>
        </p:nvSpPr>
        <p:spPr>
          <a:xfrm>
            <a:off x="1637004" y="28426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0" name="Freeform 3199"/>
          <p:cNvSpPr/>
          <p:nvPr/>
        </p:nvSpPr>
        <p:spPr>
          <a:xfrm>
            <a:off x="1517658" y="23084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1" name="Freeform 3200"/>
          <p:cNvSpPr/>
          <p:nvPr/>
        </p:nvSpPr>
        <p:spPr>
          <a:xfrm>
            <a:off x="1673859" y="29680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2" name="Freeform 3201"/>
          <p:cNvSpPr/>
          <p:nvPr/>
        </p:nvSpPr>
        <p:spPr>
          <a:xfrm>
            <a:off x="1732664" y="28290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3" name="Freeform 3202"/>
          <p:cNvSpPr/>
          <p:nvPr/>
        </p:nvSpPr>
        <p:spPr>
          <a:xfrm>
            <a:off x="1571682" y="29906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4" name="Freeform 3203"/>
          <p:cNvSpPr/>
          <p:nvPr/>
        </p:nvSpPr>
        <p:spPr>
          <a:xfrm>
            <a:off x="1834137" y="31373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5" name="Freeform 3204"/>
          <p:cNvSpPr/>
          <p:nvPr/>
        </p:nvSpPr>
        <p:spPr>
          <a:xfrm>
            <a:off x="1592021" y="19160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6" name="Freeform 3205"/>
          <p:cNvSpPr/>
          <p:nvPr/>
        </p:nvSpPr>
        <p:spPr>
          <a:xfrm>
            <a:off x="1601410" y="21197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7" name="Freeform 3206"/>
          <p:cNvSpPr/>
          <p:nvPr/>
        </p:nvSpPr>
        <p:spPr>
          <a:xfrm>
            <a:off x="1597632" y="19635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8" name="Freeform 3207"/>
          <p:cNvSpPr/>
          <p:nvPr/>
        </p:nvSpPr>
        <p:spPr>
          <a:xfrm>
            <a:off x="1547353" y="24717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9" name="Freeform 3208"/>
          <p:cNvSpPr/>
          <p:nvPr/>
        </p:nvSpPr>
        <p:spPr>
          <a:xfrm>
            <a:off x="1667822" y="207190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0" name="Freeform 3209"/>
          <p:cNvSpPr/>
          <p:nvPr/>
        </p:nvSpPr>
        <p:spPr>
          <a:xfrm>
            <a:off x="1625264" y="34479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1" name="Freeform 3210"/>
          <p:cNvSpPr/>
          <p:nvPr/>
        </p:nvSpPr>
        <p:spPr>
          <a:xfrm>
            <a:off x="1800848" y="20251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2" name="Freeform 3211"/>
          <p:cNvSpPr/>
          <p:nvPr/>
        </p:nvSpPr>
        <p:spPr>
          <a:xfrm>
            <a:off x="1688089" y="23970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3" name="Freeform 3212"/>
          <p:cNvSpPr/>
          <p:nvPr/>
        </p:nvSpPr>
        <p:spPr>
          <a:xfrm>
            <a:off x="1680642" y="21530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4" name="Freeform 3213"/>
          <p:cNvSpPr/>
          <p:nvPr/>
        </p:nvSpPr>
        <p:spPr>
          <a:xfrm>
            <a:off x="1599423" y="22870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5" name="Freeform 3214"/>
          <p:cNvSpPr/>
          <p:nvPr/>
        </p:nvSpPr>
        <p:spPr>
          <a:xfrm>
            <a:off x="1471833" y="30281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6" name="Freeform 3215"/>
          <p:cNvSpPr/>
          <p:nvPr/>
        </p:nvSpPr>
        <p:spPr>
          <a:xfrm>
            <a:off x="1613547" y="33052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7" name="Freeform 3216"/>
          <p:cNvSpPr/>
          <p:nvPr/>
        </p:nvSpPr>
        <p:spPr>
          <a:xfrm>
            <a:off x="1532161" y="2879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8" name="Freeform 3217"/>
          <p:cNvSpPr/>
          <p:nvPr/>
        </p:nvSpPr>
        <p:spPr>
          <a:xfrm>
            <a:off x="1724946" y="21867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9" name="Freeform 3218"/>
          <p:cNvSpPr/>
          <p:nvPr/>
        </p:nvSpPr>
        <p:spPr>
          <a:xfrm>
            <a:off x="1619865" y="211892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0" name="Freeform 3219"/>
          <p:cNvSpPr/>
          <p:nvPr/>
        </p:nvSpPr>
        <p:spPr>
          <a:xfrm>
            <a:off x="1801316" y="32346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1" name="Freeform 3220"/>
          <p:cNvSpPr/>
          <p:nvPr/>
        </p:nvSpPr>
        <p:spPr>
          <a:xfrm>
            <a:off x="1701782" y="30249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2" name="Freeform 3221"/>
          <p:cNvSpPr/>
          <p:nvPr/>
        </p:nvSpPr>
        <p:spPr>
          <a:xfrm>
            <a:off x="1712504" y="28851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3" name="Freeform 3222"/>
          <p:cNvSpPr/>
          <p:nvPr/>
        </p:nvSpPr>
        <p:spPr>
          <a:xfrm>
            <a:off x="1647797" y="2686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4" name="Freeform 3223"/>
          <p:cNvSpPr/>
          <p:nvPr/>
        </p:nvSpPr>
        <p:spPr>
          <a:xfrm>
            <a:off x="1645445" y="32315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5" name="Freeform 3224"/>
          <p:cNvSpPr/>
          <p:nvPr/>
        </p:nvSpPr>
        <p:spPr>
          <a:xfrm>
            <a:off x="1693006" y="32640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6" name="Freeform 3225"/>
          <p:cNvSpPr/>
          <p:nvPr/>
        </p:nvSpPr>
        <p:spPr>
          <a:xfrm>
            <a:off x="1721825" y="29386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7" name="Freeform 3226"/>
          <p:cNvSpPr/>
          <p:nvPr/>
        </p:nvSpPr>
        <p:spPr>
          <a:xfrm>
            <a:off x="1547108" y="24462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8" name="Freeform 3227"/>
          <p:cNvSpPr/>
          <p:nvPr/>
        </p:nvSpPr>
        <p:spPr>
          <a:xfrm>
            <a:off x="1675784" y="31331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9" name="Freeform 3228"/>
          <p:cNvSpPr/>
          <p:nvPr/>
        </p:nvSpPr>
        <p:spPr>
          <a:xfrm>
            <a:off x="1903515" y="25558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0" name="Freeform 3229"/>
          <p:cNvSpPr/>
          <p:nvPr/>
        </p:nvSpPr>
        <p:spPr>
          <a:xfrm>
            <a:off x="1613527" y="19191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1" name="Freeform 3230"/>
          <p:cNvSpPr/>
          <p:nvPr/>
        </p:nvSpPr>
        <p:spPr>
          <a:xfrm>
            <a:off x="1595785" y="319882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2" name="Freeform 3231"/>
          <p:cNvSpPr/>
          <p:nvPr/>
        </p:nvSpPr>
        <p:spPr>
          <a:xfrm>
            <a:off x="1549044" y="26049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3" name="Freeform 3232"/>
          <p:cNvSpPr/>
          <p:nvPr/>
        </p:nvSpPr>
        <p:spPr>
          <a:xfrm>
            <a:off x="1468161" y="19374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4" name="Freeform 3233"/>
          <p:cNvSpPr/>
          <p:nvPr/>
        </p:nvSpPr>
        <p:spPr>
          <a:xfrm>
            <a:off x="1750304" y="27198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5" name="Freeform 3234"/>
          <p:cNvSpPr/>
          <p:nvPr/>
        </p:nvSpPr>
        <p:spPr>
          <a:xfrm>
            <a:off x="1629644" y="280407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6" name="Freeform 3235"/>
          <p:cNvSpPr/>
          <p:nvPr/>
        </p:nvSpPr>
        <p:spPr>
          <a:xfrm>
            <a:off x="1655175" y="18622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7" name="Freeform 3236"/>
          <p:cNvSpPr/>
          <p:nvPr/>
        </p:nvSpPr>
        <p:spPr>
          <a:xfrm>
            <a:off x="1820474" y="26590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8" name="Freeform 3237"/>
          <p:cNvSpPr/>
          <p:nvPr/>
        </p:nvSpPr>
        <p:spPr>
          <a:xfrm>
            <a:off x="1891544" y="18942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9" name="Freeform 3238"/>
          <p:cNvSpPr/>
          <p:nvPr/>
        </p:nvSpPr>
        <p:spPr>
          <a:xfrm>
            <a:off x="1528069" y="22604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0" name="Freeform 3239"/>
          <p:cNvSpPr/>
          <p:nvPr/>
        </p:nvSpPr>
        <p:spPr>
          <a:xfrm>
            <a:off x="1735934" y="26789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1" name="Freeform 3240"/>
          <p:cNvSpPr/>
          <p:nvPr/>
        </p:nvSpPr>
        <p:spPr>
          <a:xfrm>
            <a:off x="1689858" y="22329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2" name="Freeform 3241"/>
          <p:cNvSpPr/>
          <p:nvPr/>
        </p:nvSpPr>
        <p:spPr>
          <a:xfrm>
            <a:off x="1665868" y="231932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3" name="Freeform 3242"/>
          <p:cNvSpPr/>
          <p:nvPr/>
        </p:nvSpPr>
        <p:spPr>
          <a:xfrm>
            <a:off x="1674468" y="19395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4" name="Freeform 3243"/>
          <p:cNvSpPr/>
          <p:nvPr/>
        </p:nvSpPr>
        <p:spPr>
          <a:xfrm>
            <a:off x="1620818" y="27903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5" name="Freeform 3244"/>
          <p:cNvSpPr/>
          <p:nvPr/>
        </p:nvSpPr>
        <p:spPr>
          <a:xfrm>
            <a:off x="1793351" y="24707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6" name="Freeform 3245"/>
          <p:cNvSpPr/>
          <p:nvPr/>
        </p:nvSpPr>
        <p:spPr>
          <a:xfrm>
            <a:off x="1689088" y="25264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7" name="Freeform 3246"/>
          <p:cNvSpPr/>
          <p:nvPr/>
        </p:nvSpPr>
        <p:spPr>
          <a:xfrm>
            <a:off x="1660246" y="2111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8" name="Freeform 3247"/>
          <p:cNvSpPr/>
          <p:nvPr/>
        </p:nvSpPr>
        <p:spPr>
          <a:xfrm>
            <a:off x="1756780" y="30488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9" name="Freeform 3248"/>
          <p:cNvSpPr/>
          <p:nvPr/>
        </p:nvSpPr>
        <p:spPr>
          <a:xfrm>
            <a:off x="1719301" y="19416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0" name="Freeform 3249"/>
          <p:cNvSpPr/>
          <p:nvPr/>
        </p:nvSpPr>
        <p:spPr>
          <a:xfrm>
            <a:off x="1672629" y="22402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1" name="Freeform 3250"/>
          <p:cNvSpPr/>
          <p:nvPr/>
        </p:nvSpPr>
        <p:spPr>
          <a:xfrm>
            <a:off x="1658376" y="32070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2" name="Freeform 3251"/>
          <p:cNvSpPr/>
          <p:nvPr/>
        </p:nvSpPr>
        <p:spPr>
          <a:xfrm>
            <a:off x="1811234" y="18379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3" name="Freeform 3252"/>
          <p:cNvSpPr/>
          <p:nvPr/>
        </p:nvSpPr>
        <p:spPr>
          <a:xfrm>
            <a:off x="1677926" y="12818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4" name="Freeform 3253"/>
          <p:cNvSpPr/>
          <p:nvPr/>
        </p:nvSpPr>
        <p:spPr>
          <a:xfrm>
            <a:off x="1613812" y="1949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5" name="Freeform 3254"/>
          <p:cNvSpPr/>
          <p:nvPr/>
        </p:nvSpPr>
        <p:spPr>
          <a:xfrm>
            <a:off x="1531727" y="17194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6" name="Freeform 3255"/>
          <p:cNvSpPr/>
          <p:nvPr/>
        </p:nvSpPr>
        <p:spPr>
          <a:xfrm>
            <a:off x="1586621" y="2446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7" name="Freeform 3256"/>
          <p:cNvSpPr/>
          <p:nvPr/>
        </p:nvSpPr>
        <p:spPr>
          <a:xfrm>
            <a:off x="1511129" y="33938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8" name="Freeform 3257"/>
          <p:cNvSpPr/>
          <p:nvPr/>
        </p:nvSpPr>
        <p:spPr>
          <a:xfrm>
            <a:off x="1634938" y="34928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9" name="Freeform 3258"/>
          <p:cNvSpPr/>
          <p:nvPr/>
        </p:nvSpPr>
        <p:spPr>
          <a:xfrm>
            <a:off x="1650918" y="23547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0" name="Freeform 3259"/>
          <p:cNvSpPr/>
          <p:nvPr/>
        </p:nvSpPr>
        <p:spPr>
          <a:xfrm>
            <a:off x="1404045" y="28140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1" name="Freeform 3260"/>
          <p:cNvSpPr/>
          <p:nvPr/>
        </p:nvSpPr>
        <p:spPr>
          <a:xfrm>
            <a:off x="1625381" y="29889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2" name="Freeform 3261"/>
          <p:cNvSpPr/>
          <p:nvPr/>
        </p:nvSpPr>
        <p:spPr>
          <a:xfrm>
            <a:off x="1692860" y="25270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3" name="Freeform 3262"/>
          <p:cNvSpPr/>
          <p:nvPr/>
        </p:nvSpPr>
        <p:spPr>
          <a:xfrm>
            <a:off x="1641231" y="215931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4" name="Freeform 3263"/>
          <p:cNvSpPr/>
          <p:nvPr/>
        </p:nvSpPr>
        <p:spPr>
          <a:xfrm>
            <a:off x="1521286" y="32806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5" name="Freeform 3264"/>
          <p:cNvSpPr/>
          <p:nvPr/>
        </p:nvSpPr>
        <p:spPr>
          <a:xfrm>
            <a:off x="1759133" y="273642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6" name="Freeform 3265"/>
          <p:cNvSpPr/>
          <p:nvPr/>
        </p:nvSpPr>
        <p:spPr>
          <a:xfrm>
            <a:off x="1548909" y="16744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7" name="Freeform 3266"/>
          <p:cNvSpPr/>
          <p:nvPr/>
        </p:nvSpPr>
        <p:spPr>
          <a:xfrm>
            <a:off x="1491996" y="30760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8" name="Freeform 3267"/>
          <p:cNvSpPr/>
          <p:nvPr/>
        </p:nvSpPr>
        <p:spPr>
          <a:xfrm>
            <a:off x="1507783" y="20215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9" name="Freeform 3268"/>
          <p:cNvSpPr/>
          <p:nvPr/>
        </p:nvSpPr>
        <p:spPr>
          <a:xfrm>
            <a:off x="1621839" y="27558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0" name="Freeform 3269"/>
          <p:cNvSpPr/>
          <p:nvPr/>
        </p:nvSpPr>
        <p:spPr>
          <a:xfrm>
            <a:off x="1728534" y="219715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1" name="Freeform 3270"/>
          <p:cNvSpPr/>
          <p:nvPr/>
        </p:nvSpPr>
        <p:spPr>
          <a:xfrm>
            <a:off x="1748067" y="18981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2" name="Freeform 3271"/>
          <p:cNvSpPr/>
          <p:nvPr/>
        </p:nvSpPr>
        <p:spPr>
          <a:xfrm>
            <a:off x="1645808" y="20911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3" name="Freeform 3272"/>
          <p:cNvSpPr/>
          <p:nvPr/>
        </p:nvSpPr>
        <p:spPr>
          <a:xfrm>
            <a:off x="1495671" y="20001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4" name="Freeform 3273"/>
          <p:cNvSpPr/>
          <p:nvPr/>
        </p:nvSpPr>
        <p:spPr>
          <a:xfrm>
            <a:off x="1553087" y="31174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5" name="Freeform 3274"/>
          <p:cNvSpPr/>
          <p:nvPr/>
        </p:nvSpPr>
        <p:spPr>
          <a:xfrm>
            <a:off x="1527296" y="18892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6" name="Freeform 3275"/>
          <p:cNvSpPr/>
          <p:nvPr/>
        </p:nvSpPr>
        <p:spPr>
          <a:xfrm>
            <a:off x="1604237" y="29553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7" name="Freeform 3276"/>
          <p:cNvSpPr/>
          <p:nvPr/>
        </p:nvSpPr>
        <p:spPr>
          <a:xfrm>
            <a:off x="1433521" y="23523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8" name="Freeform 3277"/>
          <p:cNvSpPr/>
          <p:nvPr/>
        </p:nvSpPr>
        <p:spPr>
          <a:xfrm>
            <a:off x="1635183" y="23530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9" name="Freeform 3278"/>
          <p:cNvSpPr/>
          <p:nvPr/>
        </p:nvSpPr>
        <p:spPr>
          <a:xfrm>
            <a:off x="1692286" y="22300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0" name="Freeform 3279"/>
          <p:cNvSpPr/>
          <p:nvPr/>
        </p:nvSpPr>
        <p:spPr>
          <a:xfrm>
            <a:off x="1607325" y="23103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1" name="Freeform 3280"/>
          <p:cNvSpPr/>
          <p:nvPr/>
        </p:nvSpPr>
        <p:spPr>
          <a:xfrm>
            <a:off x="1672480" y="29505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2" name="Freeform 3281"/>
          <p:cNvSpPr/>
          <p:nvPr/>
        </p:nvSpPr>
        <p:spPr>
          <a:xfrm>
            <a:off x="1522838" y="32248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3" name="Freeform 3282"/>
          <p:cNvSpPr/>
          <p:nvPr/>
        </p:nvSpPr>
        <p:spPr>
          <a:xfrm>
            <a:off x="1467615" y="20201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4" name="Freeform 3283"/>
          <p:cNvSpPr/>
          <p:nvPr/>
        </p:nvSpPr>
        <p:spPr>
          <a:xfrm>
            <a:off x="1555083" y="239230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5" name="Freeform 3284"/>
          <p:cNvSpPr/>
          <p:nvPr/>
        </p:nvSpPr>
        <p:spPr>
          <a:xfrm>
            <a:off x="1747006" y="18699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6" name="Freeform 3285"/>
          <p:cNvSpPr/>
          <p:nvPr/>
        </p:nvSpPr>
        <p:spPr>
          <a:xfrm>
            <a:off x="1733404" y="25173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7" name="Freeform 3286"/>
          <p:cNvSpPr/>
          <p:nvPr/>
        </p:nvSpPr>
        <p:spPr>
          <a:xfrm>
            <a:off x="1574345" y="32548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8" name="Freeform 3287"/>
          <p:cNvSpPr/>
          <p:nvPr/>
        </p:nvSpPr>
        <p:spPr>
          <a:xfrm>
            <a:off x="1751988" y="19692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9" name="Freeform 3288"/>
          <p:cNvSpPr/>
          <p:nvPr/>
        </p:nvSpPr>
        <p:spPr>
          <a:xfrm>
            <a:off x="1588453" y="26938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0" name="Freeform 3289"/>
          <p:cNvSpPr/>
          <p:nvPr/>
        </p:nvSpPr>
        <p:spPr>
          <a:xfrm>
            <a:off x="1784941" y="23076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1" name="Freeform 3290"/>
          <p:cNvSpPr/>
          <p:nvPr/>
        </p:nvSpPr>
        <p:spPr>
          <a:xfrm>
            <a:off x="1674829" y="28440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2" name="Freeform 3291"/>
          <p:cNvSpPr/>
          <p:nvPr/>
        </p:nvSpPr>
        <p:spPr>
          <a:xfrm>
            <a:off x="1574848" y="16015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3" name="Freeform 3292"/>
          <p:cNvSpPr/>
          <p:nvPr/>
        </p:nvSpPr>
        <p:spPr>
          <a:xfrm>
            <a:off x="1708268" y="29682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4" name="Freeform 3293"/>
          <p:cNvSpPr/>
          <p:nvPr/>
        </p:nvSpPr>
        <p:spPr>
          <a:xfrm>
            <a:off x="1540314" y="26759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5" name="Freeform 3294"/>
          <p:cNvSpPr/>
          <p:nvPr/>
        </p:nvSpPr>
        <p:spPr>
          <a:xfrm>
            <a:off x="1523073" y="24348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6" name="Freeform 3295"/>
          <p:cNvSpPr/>
          <p:nvPr/>
        </p:nvSpPr>
        <p:spPr>
          <a:xfrm>
            <a:off x="1467947" y="308519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7" name="Freeform 3296"/>
          <p:cNvSpPr/>
          <p:nvPr/>
        </p:nvSpPr>
        <p:spPr>
          <a:xfrm>
            <a:off x="1650784" y="23138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8" name="Freeform 3297"/>
          <p:cNvSpPr/>
          <p:nvPr/>
        </p:nvSpPr>
        <p:spPr>
          <a:xfrm>
            <a:off x="1617435" y="16191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9" name="Freeform 3298"/>
          <p:cNvSpPr/>
          <p:nvPr/>
        </p:nvSpPr>
        <p:spPr>
          <a:xfrm>
            <a:off x="1614873" y="27589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0" name="Freeform 3299"/>
          <p:cNvSpPr/>
          <p:nvPr/>
        </p:nvSpPr>
        <p:spPr>
          <a:xfrm>
            <a:off x="1579278" y="22788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1" name="Freeform 3300"/>
          <p:cNvSpPr/>
          <p:nvPr/>
        </p:nvSpPr>
        <p:spPr>
          <a:xfrm>
            <a:off x="1776941" y="39836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2" name="Freeform 3301"/>
          <p:cNvSpPr/>
          <p:nvPr/>
        </p:nvSpPr>
        <p:spPr>
          <a:xfrm>
            <a:off x="1577806" y="25141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3" name="Freeform 3302"/>
          <p:cNvSpPr/>
          <p:nvPr/>
        </p:nvSpPr>
        <p:spPr>
          <a:xfrm>
            <a:off x="1545734" y="26627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4" name="Freeform 3303"/>
          <p:cNvSpPr/>
          <p:nvPr/>
        </p:nvSpPr>
        <p:spPr>
          <a:xfrm>
            <a:off x="1756426" y="29368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5" name="Freeform 3304"/>
          <p:cNvSpPr/>
          <p:nvPr/>
        </p:nvSpPr>
        <p:spPr>
          <a:xfrm>
            <a:off x="1775165" y="19067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6" name="Freeform 3305"/>
          <p:cNvSpPr/>
          <p:nvPr/>
        </p:nvSpPr>
        <p:spPr>
          <a:xfrm>
            <a:off x="1659371" y="266993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7" name="Freeform 3306"/>
          <p:cNvSpPr/>
          <p:nvPr/>
        </p:nvSpPr>
        <p:spPr>
          <a:xfrm>
            <a:off x="1436981" y="25892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8" name="Freeform 3307"/>
          <p:cNvSpPr/>
          <p:nvPr/>
        </p:nvSpPr>
        <p:spPr>
          <a:xfrm>
            <a:off x="1558967" y="26975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9" name="Freeform 3308"/>
          <p:cNvSpPr/>
          <p:nvPr/>
        </p:nvSpPr>
        <p:spPr>
          <a:xfrm>
            <a:off x="1688688" y="35322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0" name="Freeform 3309"/>
          <p:cNvSpPr/>
          <p:nvPr/>
        </p:nvSpPr>
        <p:spPr>
          <a:xfrm>
            <a:off x="1625018" y="31067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1" name="Freeform 3310"/>
          <p:cNvSpPr/>
          <p:nvPr/>
        </p:nvSpPr>
        <p:spPr>
          <a:xfrm>
            <a:off x="1789370" y="19719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2" name="Freeform 3311"/>
          <p:cNvSpPr/>
          <p:nvPr/>
        </p:nvSpPr>
        <p:spPr>
          <a:xfrm>
            <a:off x="1476895" y="36369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3" name="Freeform 3312"/>
          <p:cNvSpPr/>
          <p:nvPr/>
        </p:nvSpPr>
        <p:spPr>
          <a:xfrm>
            <a:off x="1695692" y="29085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4" name="Freeform 3313"/>
          <p:cNvSpPr/>
          <p:nvPr/>
        </p:nvSpPr>
        <p:spPr>
          <a:xfrm>
            <a:off x="1556044" y="27097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5" name="Freeform 3314"/>
          <p:cNvSpPr/>
          <p:nvPr/>
        </p:nvSpPr>
        <p:spPr>
          <a:xfrm>
            <a:off x="1764655" y="15477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6" name="Freeform 3315"/>
          <p:cNvSpPr/>
          <p:nvPr/>
        </p:nvSpPr>
        <p:spPr>
          <a:xfrm>
            <a:off x="1615086" y="207635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7" name="Freeform 3316"/>
          <p:cNvSpPr/>
          <p:nvPr/>
        </p:nvSpPr>
        <p:spPr>
          <a:xfrm>
            <a:off x="1733376" y="27951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8" name="Freeform 3317"/>
          <p:cNvSpPr/>
          <p:nvPr/>
        </p:nvSpPr>
        <p:spPr>
          <a:xfrm>
            <a:off x="1553852" y="17858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9" name="Freeform 3318"/>
          <p:cNvSpPr/>
          <p:nvPr/>
        </p:nvSpPr>
        <p:spPr>
          <a:xfrm>
            <a:off x="1472340" y="28945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0" name="Freeform 3319"/>
          <p:cNvSpPr/>
          <p:nvPr/>
        </p:nvSpPr>
        <p:spPr>
          <a:xfrm>
            <a:off x="1504338" y="19459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1" name="Freeform 3320"/>
          <p:cNvSpPr/>
          <p:nvPr/>
        </p:nvSpPr>
        <p:spPr>
          <a:xfrm>
            <a:off x="1558220" y="32297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2" name="Freeform 3321"/>
          <p:cNvSpPr/>
          <p:nvPr/>
        </p:nvSpPr>
        <p:spPr>
          <a:xfrm>
            <a:off x="1513492" y="19111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3" name="Freeform 3322"/>
          <p:cNvSpPr/>
          <p:nvPr/>
        </p:nvSpPr>
        <p:spPr>
          <a:xfrm>
            <a:off x="1751542" y="27132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4" name="Freeform 3323"/>
          <p:cNvSpPr/>
          <p:nvPr/>
        </p:nvSpPr>
        <p:spPr>
          <a:xfrm>
            <a:off x="1766353" y="30506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5" name="Freeform 3324"/>
          <p:cNvSpPr/>
          <p:nvPr/>
        </p:nvSpPr>
        <p:spPr>
          <a:xfrm>
            <a:off x="1652331" y="26107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6" name="Freeform 3325"/>
          <p:cNvSpPr/>
          <p:nvPr/>
        </p:nvSpPr>
        <p:spPr>
          <a:xfrm>
            <a:off x="1512488" y="23426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7" name="Freeform 3326"/>
          <p:cNvSpPr/>
          <p:nvPr/>
        </p:nvSpPr>
        <p:spPr>
          <a:xfrm>
            <a:off x="1610459" y="27612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8" name="Freeform 3327"/>
          <p:cNvSpPr/>
          <p:nvPr/>
        </p:nvSpPr>
        <p:spPr>
          <a:xfrm>
            <a:off x="1549739" y="21927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9" name="Freeform 3328"/>
          <p:cNvSpPr/>
          <p:nvPr/>
        </p:nvSpPr>
        <p:spPr>
          <a:xfrm>
            <a:off x="1778673" y="28091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0" name="Freeform 3329"/>
          <p:cNvSpPr/>
          <p:nvPr/>
        </p:nvSpPr>
        <p:spPr>
          <a:xfrm>
            <a:off x="1656920" y="21567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1" name="Freeform 3330"/>
          <p:cNvSpPr/>
          <p:nvPr/>
        </p:nvSpPr>
        <p:spPr>
          <a:xfrm>
            <a:off x="1675480" y="22533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2" name="Freeform 3331"/>
          <p:cNvSpPr/>
          <p:nvPr/>
        </p:nvSpPr>
        <p:spPr>
          <a:xfrm>
            <a:off x="1580365" y="25260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3" name="Freeform 3332"/>
          <p:cNvSpPr/>
          <p:nvPr/>
        </p:nvSpPr>
        <p:spPr>
          <a:xfrm>
            <a:off x="1407959" y="27323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4" name="Freeform 3333"/>
          <p:cNvSpPr/>
          <p:nvPr/>
        </p:nvSpPr>
        <p:spPr>
          <a:xfrm>
            <a:off x="1540629" y="24109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5" name="Freeform 3334"/>
          <p:cNvSpPr/>
          <p:nvPr/>
        </p:nvSpPr>
        <p:spPr>
          <a:xfrm>
            <a:off x="1503669" y="219473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6" name="Freeform 3335"/>
          <p:cNvSpPr/>
          <p:nvPr/>
        </p:nvSpPr>
        <p:spPr>
          <a:xfrm>
            <a:off x="1662730" y="137523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7" name="Freeform 3336"/>
          <p:cNvSpPr/>
          <p:nvPr/>
        </p:nvSpPr>
        <p:spPr>
          <a:xfrm>
            <a:off x="1633449" y="19837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8" name="Freeform 3337"/>
          <p:cNvSpPr/>
          <p:nvPr/>
        </p:nvSpPr>
        <p:spPr>
          <a:xfrm>
            <a:off x="1537367" y="19639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9" name="Freeform 3338"/>
          <p:cNvSpPr/>
          <p:nvPr/>
        </p:nvSpPr>
        <p:spPr>
          <a:xfrm>
            <a:off x="1581550" y="8186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0" name="Freeform 3339"/>
          <p:cNvSpPr/>
          <p:nvPr/>
        </p:nvSpPr>
        <p:spPr>
          <a:xfrm>
            <a:off x="1790697" y="22133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1" name="Freeform 3340"/>
          <p:cNvSpPr/>
          <p:nvPr/>
        </p:nvSpPr>
        <p:spPr>
          <a:xfrm>
            <a:off x="1520495" y="22303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2" name="Freeform 3341"/>
          <p:cNvSpPr/>
          <p:nvPr/>
        </p:nvSpPr>
        <p:spPr>
          <a:xfrm>
            <a:off x="1524923" y="21113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3" name="Freeform 3342"/>
          <p:cNvSpPr/>
          <p:nvPr/>
        </p:nvSpPr>
        <p:spPr>
          <a:xfrm>
            <a:off x="1598695" y="30400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4" name="Freeform 3343"/>
          <p:cNvSpPr/>
          <p:nvPr/>
        </p:nvSpPr>
        <p:spPr>
          <a:xfrm>
            <a:off x="1548331" y="27337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5" name="Freeform 3344"/>
          <p:cNvSpPr/>
          <p:nvPr/>
        </p:nvSpPr>
        <p:spPr>
          <a:xfrm>
            <a:off x="1577256" y="27674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6" name="Freeform 3345"/>
          <p:cNvSpPr/>
          <p:nvPr/>
        </p:nvSpPr>
        <p:spPr>
          <a:xfrm>
            <a:off x="1679974" y="21419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7" name="Freeform 3346"/>
          <p:cNvSpPr/>
          <p:nvPr/>
        </p:nvSpPr>
        <p:spPr>
          <a:xfrm>
            <a:off x="1808428" y="25874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8" name="Freeform 3347"/>
          <p:cNvSpPr/>
          <p:nvPr/>
        </p:nvSpPr>
        <p:spPr>
          <a:xfrm>
            <a:off x="1432759" y="24181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9" name="Freeform 3348"/>
          <p:cNvSpPr/>
          <p:nvPr/>
        </p:nvSpPr>
        <p:spPr>
          <a:xfrm>
            <a:off x="1621170" y="19034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0" name="Freeform 3349"/>
          <p:cNvSpPr/>
          <p:nvPr/>
        </p:nvSpPr>
        <p:spPr>
          <a:xfrm>
            <a:off x="1627555" y="20250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1" name="Freeform 3350"/>
          <p:cNvSpPr/>
          <p:nvPr/>
        </p:nvSpPr>
        <p:spPr>
          <a:xfrm>
            <a:off x="1614143" y="25807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2" name="Freeform 3351"/>
          <p:cNvSpPr/>
          <p:nvPr/>
        </p:nvSpPr>
        <p:spPr>
          <a:xfrm>
            <a:off x="1603105" y="28563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3" name="Freeform 3352"/>
          <p:cNvSpPr/>
          <p:nvPr/>
        </p:nvSpPr>
        <p:spPr>
          <a:xfrm>
            <a:off x="1586710" y="18775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4" name="Freeform 3353"/>
          <p:cNvSpPr/>
          <p:nvPr/>
        </p:nvSpPr>
        <p:spPr>
          <a:xfrm>
            <a:off x="1730546" y="20734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5" name="Freeform 3354"/>
          <p:cNvSpPr/>
          <p:nvPr/>
        </p:nvSpPr>
        <p:spPr>
          <a:xfrm>
            <a:off x="1573363" y="33639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6" name="Freeform 3355"/>
          <p:cNvSpPr/>
          <p:nvPr/>
        </p:nvSpPr>
        <p:spPr>
          <a:xfrm>
            <a:off x="1609502" y="26628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7" name="Freeform 3356"/>
          <p:cNvSpPr/>
          <p:nvPr/>
        </p:nvSpPr>
        <p:spPr>
          <a:xfrm>
            <a:off x="1623110" y="24033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8" name="Freeform 3357"/>
          <p:cNvSpPr/>
          <p:nvPr/>
        </p:nvSpPr>
        <p:spPr>
          <a:xfrm>
            <a:off x="1634621" y="20708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9" name="Freeform 3358"/>
          <p:cNvSpPr/>
          <p:nvPr/>
        </p:nvSpPr>
        <p:spPr>
          <a:xfrm>
            <a:off x="1604844" y="199964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0" name="Freeform 3359"/>
          <p:cNvSpPr/>
          <p:nvPr/>
        </p:nvSpPr>
        <p:spPr>
          <a:xfrm>
            <a:off x="1730017" y="23391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1" name="Freeform 3360"/>
          <p:cNvSpPr/>
          <p:nvPr/>
        </p:nvSpPr>
        <p:spPr>
          <a:xfrm>
            <a:off x="1622193" y="21757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2" name="Freeform 3361"/>
          <p:cNvSpPr/>
          <p:nvPr/>
        </p:nvSpPr>
        <p:spPr>
          <a:xfrm>
            <a:off x="1641742" y="24582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3" name="Freeform 3362"/>
          <p:cNvSpPr/>
          <p:nvPr/>
        </p:nvSpPr>
        <p:spPr>
          <a:xfrm>
            <a:off x="1617618" y="28583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4" name="Freeform 3363"/>
          <p:cNvSpPr/>
          <p:nvPr/>
        </p:nvSpPr>
        <p:spPr>
          <a:xfrm>
            <a:off x="1515822" y="263470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5" name="Freeform 3364"/>
          <p:cNvSpPr/>
          <p:nvPr/>
        </p:nvSpPr>
        <p:spPr>
          <a:xfrm>
            <a:off x="1534335" y="24827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6" name="Freeform 3365"/>
          <p:cNvSpPr/>
          <p:nvPr/>
        </p:nvSpPr>
        <p:spPr>
          <a:xfrm>
            <a:off x="1510796" y="251186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7" name="Freeform 3366"/>
          <p:cNvSpPr/>
          <p:nvPr/>
        </p:nvSpPr>
        <p:spPr>
          <a:xfrm>
            <a:off x="1643731" y="35153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8" name="Freeform 3367"/>
          <p:cNvSpPr/>
          <p:nvPr/>
        </p:nvSpPr>
        <p:spPr>
          <a:xfrm>
            <a:off x="1546795" y="27085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9" name="Freeform 3368"/>
          <p:cNvSpPr/>
          <p:nvPr/>
        </p:nvSpPr>
        <p:spPr>
          <a:xfrm>
            <a:off x="1509579" y="24625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0" name="Freeform 3369"/>
          <p:cNvSpPr/>
          <p:nvPr/>
        </p:nvSpPr>
        <p:spPr>
          <a:xfrm>
            <a:off x="1648593" y="26456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1" name="Freeform 3370"/>
          <p:cNvSpPr/>
          <p:nvPr/>
        </p:nvSpPr>
        <p:spPr>
          <a:xfrm>
            <a:off x="1679287" y="26268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2" name="Freeform 3371"/>
          <p:cNvSpPr/>
          <p:nvPr/>
        </p:nvSpPr>
        <p:spPr>
          <a:xfrm>
            <a:off x="1434758" y="22284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3" name="Freeform 3372"/>
          <p:cNvSpPr/>
          <p:nvPr/>
        </p:nvSpPr>
        <p:spPr>
          <a:xfrm>
            <a:off x="1803876" y="30780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4" name="Freeform 3373"/>
          <p:cNvSpPr/>
          <p:nvPr/>
        </p:nvSpPr>
        <p:spPr>
          <a:xfrm>
            <a:off x="1626575" y="33757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5" name="Freeform 3374"/>
          <p:cNvSpPr/>
          <p:nvPr/>
        </p:nvSpPr>
        <p:spPr>
          <a:xfrm>
            <a:off x="1611871" y="26818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6" name="Freeform 3375"/>
          <p:cNvSpPr/>
          <p:nvPr/>
        </p:nvSpPr>
        <p:spPr>
          <a:xfrm>
            <a:off x="1737241" y="20787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7" name="Freeform 3376"/>
          <p:cNvSpPr/>
          <p:nvPr/>
        </p:nvSpPr>
        <p:spPr>
          <a:xfrm>
            <a:off x="1630590" y="15781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8" name="Freeform 3377"/>
          <p:cNvSpPr/>
          <p:nvPr/>
        </p:nvSpPr>
        <p:spPr>
          <a:xfrm>
            <a:off x="1558524" y="20690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9" name="Freeform 3378"/>
          <p:cNvSpPr/>
          <p:nvPr/>
        </p:nvSpPr>
        <p:spPr>
          <a:xfrm>
            <a:off x="1857888" y="32890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0" name="Freeform 3379"/>
          <p:cNvSpPr/>
          <p:nvPr/>
        </p:nvSpPr>
        <p:spPr>
          <a:xfrm>
            <a:off x="1508187" y="261903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1" name="Freeform 3380"/>
          <p:cNvSpPr/>
          <p:nvPr/>
        </p:nvSpPr>
        <p:spPr>
          <a:xfrm>
            <a:off x="1612679" y="23539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2" name="Freeform 3381"/>
          <p:cNvSpPr/>
          <p:nvPr/>
        </p:nvSpPr>
        <p:spPr>
          <a:xfrm>
            <a:off x="1713751" y="23967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3" name="Freeform 3382"/>
          <p:cNvSpPr/>
          <p:nvPr/>
        </p:nvSpPr>
        <p:spPr>
          <a:xfrm>
            <a:off x="1508696" y="22006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4" name="Freeform 3383"/>
          <p:cNvSpPr/>
          <p:nvPr/>
        </p:nvSpPr>
        <p:spPr>
          <a:xfrm>
            <a:off x="1612207" y="29902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5" name="Freeform 3384"/>
          <p:cNvSpPr/>
          <p:nvPr/>
        </p:nvSpPr>
        <p:spPr>
          <a:xfrm>
            <a:off x="1664475" y="24578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6" name="Freeform 3385"/>
          <p:cNvSpPr/>
          <p:nvPr/>
        </p:nvSpPr>
        <p:spPr>
          <a:xfrm>
            <a:off x="1880040" y="22651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7" name="Freeform 3386"/>
          <p:cNvSpPr/>
          <p:nvPr/>
        </p:nvSpPr>
        <p:spPr>
          <a:xfrm>
            <a:off x="1527614" y="20454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8" name="Freeform 3387"/>
          <p:cNvSpPr/>
          <p:nvPr/>
        </p:nvSpPr>
        <p:spPr>
          <a:xfrm>
            <a:off x="1618023" y="29298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9" name="Freeform 3388"/>
          <p:cNvSpPr/>
          <p:nvPr/>
        </p:nvSpPr>
        <p:spPr>
          <a:xfrm>
            <a:off x="1693587" y="268018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0" name="Freeform 3389"/>
          <p:cNvSpPr/>
          <p:nvPr/>
        </p:nvSpPr>
        <p:spPr>
          <a:xfrm>
            <a:off x="1631792" y="39589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1" name="Freeform 3390"/>
          <p:cNvSpPr/>
          <p:nvPr/>
        </p:nvSpPr>
        <p:spPr>
          <a:xfrm>
            <a:off x="1494446" y="28299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2" name="Freeform 3391"/>
          <p:cNvSpPr/>
          <p:nvPr/>
        </p:nvSpPr>
        <p:spPr>
          <a:xfrm>
            <a:off x="1666782" y="27773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3" name="Freeform 3392"/>
          <p:cNvSpPr/>
          <p:nvPr/>
        </p:nvSpPr>
        <p:spPr>
          <a:xfrm>
            <a:off x="1634627" y="30458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4" name="Freeform 3393"/>
          <p:cNvSpPr/>
          <p:nvPr/>
        </p:nvSpPr>
        <p:spPr>
          <a:xfrm>
            <a:off x="1670794" y="24032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5" name="Freeform 3394"/>
          <p:cNvSpPr/>
          <p:nvPr/>
        </p:nvSpPr>
        <p:spPr>
          <a:xfrm>
            <a:off x="1744161" y="25233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6" name="Freeform 3395"/>
          <p:cNvSpPr/>
          <p:nvPr/>
        </p:nvSpPr>
        <p:spPr>
          <a:xfrm>
            <a:off x="1731509" y="3717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7" name="Freeform 3396"/>
          <p:cNvSpPr/>
          <p:nvPr/>
        </p:nvSpPr>
        <p:spPr>
          <a:xfrm>
            <a:off x="1666742" y="237621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8" name="Freeform 3397"/>
          <p:cNvSpPr/>
          <p:nvPr/>
        </p:nvSpPr>
        <p:spPr>
          <a:xfrm>
            <a:off x="1656347" y="29963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9" name="Freeform 3398"/>
          <p:cNvSpPr/>
          <p:nvPr/>
        </p:nvSpPr>
        <p:spPr>
          <a:xfrm>
            <a:off x="1505612" y="22297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0" name="Freeform 3399"/>
          <p:cNvSpPr/>
          <p:nvPr/>
        </p:nvSpPr>
        <p:spPr>
          <a:xfrm>
            <a:off x="1608753" y="31880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1" name="Freeform 3400"/>
          <p:cNvSpPr/>
          <p:nvPr/>
        </p:nvSpPr>
        <p:spPr>
          <a:xfrm>
            <a:off x="1646691" y="2476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2" name="Freeform 3401"/>
          <p:cNvSpPr/>
          <p:nvPr/>
        </p:nvSpPr>
        <p:spPr>
          <a:xfrm>
            <a:off x="1580223" y="26465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3" name="Freeform 3402"/>
          <p:cNvSpPr/>
          <p:nvPr/>
        </p:nvSpPr>
        <p:spPr>
          <a:xfrm>
            <a:off x="1633564" y="23287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4" name="Freeform 3403"/>
          <p:cNvSpPr/>
          <p:nvPr/>
        </p:nvSpPr>
        <p:spPr>
          <a:xfrm>
            <a:off x="1534833" y="24254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5" name="Freeform 3404"/>
          <p:cNvSpPr/>
          <p:nvPr/>
        </p:nvSpPr>
        <p:spPr>
          <a:xfrm>
            <a:off x="1787258" y="263139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6" name="Freeform 3405"/>
          <p:cNvSpPr/>
          <p:nvPr/>
        </p:nvSpPr>
        <p:spPr>
          <a:xfrm>
            <a:off x="1853342" y="33259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7" name="Freeform 3406"/>
          <p:cNvSpPr/>
          <p:nvPr/>
        </p:nvSpPr>
        <p:spPr>
          <a:xfrm>
            <a:off x="1581450" y="32939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8" name="Freeform 3407"/>
          <p:cNvSpPr/>
          <p:nvPr/>
        </p:nvSpPr>
        <p:spPr>
          <a:xfrm>
            <a:off x="1665950" y="28096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9" name="Freeform 3408"/>
          <p:cNvSpPr/>
          <p:nvPr/>
        </p:nvSpPr>
        <p:spPr>
          <a:xfrm>
            <a:off x="1598072" y="24975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0" name="Freeform 3409"/>
          <p:cNvSpPr/>
          <p:nvPr/>
        </p:nvSpPr>
        <p:spPr>
          <a:xfrm>
            <a:off x="1758217" y="28228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1" name="Freeform 3410"/>
          <p:cNvSpPr/>
          <p:nvPr/>
        </p:nvSpPr>
        <p:spPr>
          <a:xfrm>
            <a:off x="1669656" y="21540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2" name="Freeform 3411"/>
          <p:cNvSpPr/>
          <p:nvPr/>
        </p:nvSpPr>
        <p:spPr>
          <a:xfrm>
            <a:off x="1631395" y="26444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3" name="Freeform 3412"/>
          <p:cNvSpPr/>
          <p:nvPr/>
        </p:nvSpPr>
        <p:spPr>
          <a:xfrm>
            <a:off x="1599195" y="30162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4" name="Freeform 3413"/>
          <p:cNvSpPr/>
          <p:nvPr/>
        </p:nvSpPr>
        <p:spPr>
          <a:xfrm>
            <a:off x="1636614" y="26438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5" name="Freeform 3414"/>
          <p:cNvSpPr/>
          <p:nvPr/>
        </p:nvSpPr>
        <p:spPr>
          <a:xfrm>
            <a:off x="1516106" y="23706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6" name="Freeform 3415"/>
          <p:cNvSpPr/>
          <p:nvPr/>
        </p:nvSpPr>
        <p:spPr>
          <a:xfrm>
            <a:off x="1695387" y="23169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7" name="Freeform 3416"/>
          <p:cNvSpPr/>
          <p:nvPr/>
        </p:nvSpPr>
        <p:spPr>
          <a:xfrm>
            <a:off x="1546742" y="14746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8" name="Freeform 3417"/>
          <p:cNvSpPr/>
          <p:nvPr/>
        </p:nvSpPr>
        <p:spPr>
          <a:xfrm>
            <a:off x="1680341" y="28557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9" name="Freeform 3418"/>
          <p:cNvSpPr/>
          <p:nvPr/>
        </p:nvSpPr>
        <p:spPr>
          <a:xfrm>
            <a:off x="1636990" y="25328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0" name="Freeform 3419"/>
          <p:cNvSpPr/>
          <p:nvPr/>
        </p:nvSpPr>
        <p:spPr>
          <a:xfrm>
            <a:off x="1740254" y="22620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1" name="Freeform 3420"/>
          <p:cNvSpPr/>
          <p:nvPr/>
        </p:nvSpPr>
        <p:spPr>
          <a:xfrm>
            <a:off x="1621304" y="25057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2" name="Freeform 3421"/>
          <p:cNvSpPr/>
          <p:nvPr/>
        </p:nvSpPr>
        <p:spPr>
          <a:xfrm>
            <a:off x="1732566" y="27644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3" name="Freeform 3422"/>
          <p:cNvSpPr/>
          <p:nvPr/>
        </p:nvSpPr>
        <p:spPr>
          <a:xfrm>
            <a:off x="1524452" y="33329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4" name="Freeform 3423"/>
          <p:cNvSpPr/>
          <p:nvPr/>
        </p:nvSpPr>
        <p:spPr>
          <a:xfrm>
            <a:off x="1688318" y="27700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5" name="Freeform 3424"/>
          <p:cNvSpPr/>
          <p:nvPr/>
        </p:nvSpPr>
        <p:spPr>
          <a:xfrm>
            <a:off x="1599149" y="30751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6" name="Freeform 3425"/>
          <p:cNvSpPr/>
          <p:nvPr/>
        </p:nvSpPr>
        <p:spPr>
          <a:xfrm>
            <a:off x="1643898" y="34291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7" name="Freeform 3426"/>
          <p:cNvSpPr/>
          <p:nvPr/>
        </p:nvSpPr>
        <p:spPr>
          <a:xfrm>
            <a:off x="1630797" y="29244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8" name="Freeform 3427"/>
          <p:cNvSpPr/>
          <p:nvPr/>
        </p:nvSpPr>
        <p:spPr>
          <a:xfrm>
            <a:off x="1723282" y="30607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9" name="Freeform 3428"/>
          <p:cNvSpPr/>
          <p:nvPr/>
        </p:nvSpPr>
        <p:spPr>
          <a:xfrm>
            <a:off x="1407072" y="21765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0" name="Freeform 3429"/>
          <p:cNvSpPr/>
          <p:nvPr/>
        </p:nvSpPr>
        <p:spPr>
          <a:xfrm>
            <a:off x="1657684" y="21671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1" name="Freeform 3430"/>
          <p:cNvSpPr/>
          <p:nvPr/>
        </p:nvSpPr>
        <p:spPr>
          <a:xfrm>
            <a:off x="1463247" y="29831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2" name="Freeform 3431"/>
          <p:cNvSpPr/>
          <p:nvPr/>
        </p:nvSpPr>
        <p:spPr>
          <a:xfrm>
            <a:off x="1752222" y="26341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3" name="Freeform 3432"/>
          <p:cNvSpPr/>
          <p:nvPr/>
        </p:nvSpPr>
        <p:spPr>
          <a:xfrm>
            <a:off x="1412086" y="35005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4" name="Freeform 3433"/>
          <p:cNvSpPr/>
          <p:nvPr/>
        </p:nvSpPr>
        <p:spPr>
          <a:xfrm>
            <a:off x="1515741" y="27610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5" name="Freeform 3434"/>
          <p:cNvSpPr/>
          <p:nvPr/>
        </p:nvSpPr>
        <p:spPr>
          <a:xfrm>
            <a:off x="1444057" y="22767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6" name="Freeform 3435"/>
          <p:cNvSpPr/>
          <p:nvPr/>
        </p:nvSpPr>
        <p:spPr>
          <a:xfrm>
            <a:off x="1798480" y="20458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7" name="Freeform 3436"/>
          <p:cNvSpPr/>
          <p:nvPr/>
        </p:nvSpPr>
        <p:spPr>
          <a:xfrm>
            <a:off x="1485230" y="28796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8" name="Freeform 3437"/>
          <p:cNvSpPr/>
          <p:nvPr/>
        </p:nvSpPr>
        <p:spPr>
          <a:xfrm>
            <a:off x="1635308" y="19227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9" name="Freeform 3438"/>
          <p:cNvSpPr/>
          <p:nvPr/>
        </p:nvSpPr>
        <p:spPr>
          <a:xfrm>
            <a:off x="1565805" y="33148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0" name="Freeform 3439"/>
          <p:cNvSpPr/>
          <p:nvPr/>
        </p:nvSpPr>
        <p:spPr>
          <a:xfrm>
            <a:off x="1430591" y="31694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1" name="Freeform 3440"/>
          <p:cNvSpPr/>
          <p:nvPr/>
        </p:nvSpPr>
        <p:spPr>
          <a:xfrm>
            <a:off x="1587040" y="21083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2" name="Freeform 3441"/>
          <p:cNvSpPr/>
          <p:nvPr/>
        </p:nvSpPr>
        <p:spPr>
          <a:xfrm>
            <a:off x="1694018" y="15870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3" name="Freeform 3442"/>
          <p:cNvSpPr/>
          <p:nvPr/>
        </p:nvSpPr>
        <p:spPr>
          <a:xfrm>
            <a:off x="1603410" y="22255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4" name="Freeform 3443"/>
          <p:cNvSpPr/>
          <p:nvPr/>
        </p:nvSpPr>
        <p:spPr>
          <a:xfrm>
            <a:off x="1723795" y="25149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5" name="Freeform 3444"/>
          <p:cNvSpPr/>
          <p:nvPr/>
        </p:nvSpPr>
        <p:spPr>
          <a:xfrm>
            <a:off x="1584405" y="36831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6" name="Freeform 3445"/>
          <p:cNvSpPr/>
          <p:nvPr/>
        </p:nvSpPr>
        <p:spPr>
          <a:xfrm>
            <a:off x="1623855" y="358954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7" name="Freeform 3446"/>
          <p:cNvSpPr/>
          <p:nvPr/>
        </p:nvSpPr>
        <p:spPr>
          <a:xfrm>
            <a:off x="1581958" y="2422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8" name="Freeform 3447"/>
          <p:cNvSpPr/>
          <p:nvPr/>
        </p:nvSpPr>
        <p:spPr>
          <a:xfrm>
            <a:off x="1659875" y="26871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9" name="Freeform 3448"/>
          <p:cNvSpPr/>
          <p:nvPr/>
        </p:nvSpPr>
        <p:spPr>
          <a:xfrm>
            <a:off x="1826259" y="30925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0" name="Freeform 3449"/>
          <p:cNvSpPr/>
          <p:nvPr/>
        </p:nvSpPr>
        <p:spPr>
          <a:xfrm>
            <a:off x="1661873" y="24575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1" name="Freeform 3450"/>
          <p:cNvSpPr/>
          <p:nvPr/>
        </p:nvSpPr>
        <p:spPr>
          <a:xfrm>
            <a:off x="1643922" y="24306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2" name="Freeform 3451"/>
          <p:cNvSpPr/>
          <p:nvPr/>
        </p:nvSpPr>
        <p:spPr>
          <a:xfrm>
            <a:off x="1556966" y="19810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3" name="Freeform 3452"/>
          <p:cNvSpPr/>
          <p:nvPr/>
        </p:nvSpPr>
        <p:spPr>
          <a:xfrm>
            <a:off x="1542304" y="24189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4" name="Freeform 3453"/>
          <p:cNvSpPr/>
          <p:nvPr/>
        </p:nvSpPr>
        <p:spPr>
          <a:xfrm>
            <a:off x="1779742" y="18270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5" name="Freeform 3454"/>
          <p:cNvSpPr/>
          <p:nvPr/>
        </p:nvSpPr>
        <p:spPr>
          <a:xfrm>
            <a:off x="1504139" y="24887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6" name="Freeform 3455"/>
          <p:cNvSpPr/>
          <p:nvPr/>
        </p:nvSpPr>
        <p:spPr>
          <a:xfrm>
            <a:off x="1525438" y="25555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7" name="Freeform 3456"/>
          <p:cNvSpPr/>
          <p:nvPr/>
        </p:nvSpPr>
        <p:spPr>
          <a:xfrm>
            <a:off x="1612697" y="19160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8" name="Freeform 3457"/>
          <p:cNvSpPr/>
          <p:nvPr/>
        </p:nvSpPr>
        <p:spPr>
          <a:xfrm>
            <a:off x="1577517" y="30235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9" name="Freeform 3458"/>
          <p:cNvSpPr/>
          <p:nvPr/>
        </p:nvSpPr>
        <p:spPr>
          <a:xfrm>
            <a:off x="1832387" y="9671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0" name="Freeform 3459"/>
          <p:cNvSpPr/>
          <p:nvPr/>
        </p:nvSpPr>
        <p:spPr>
          <a:xfrm>
            <a:off x="1369992" y="22896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1" name="Freeform 3460"/>
          <p:cNvSpPr/>
          <p:nvPr/>
        </p:nvSpPr>
        <p:spPr>
          <a:xfrm>
            <a:off x="1661779" y="22865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2" name="Freeform 3461"/>
          <p:cNvSpPr/>
          <p:nvPr/>
        </p:nvSpPr>
        <p:spPr>
          <a:xfrm>
            <a:off x="1699365" y="22083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3" name="Freeform 3462"/>
          <p:cNvSpPr/>
          <p:nvPr/>
        </p:nvSpPr>
        <p:spPr>
          <a:xfrm>
            <a:off x="1503256" y="14753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4" name="Freeform 3463"/>
          <p:cNvSpPr/>
          <p:nvPr/>
        </p:nvSpPr>
        <p:spPr>
          <a:xfrm>
            <a:off x="1554168" y="20633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5" name="Freeform 3464"/>
          <p:cNvSpPr/>
          <p:nvPr/>
        </p:nvSpPr>
        <p:spPr>
          <a:xfrm>
            <a:off x="1669401" y="33632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6" name="Freeform 3465"/>
          <p:cNvSpPr/>
          <p:nvPr/>
        </p:nvSpPr>
        <p:spPr>
          <a:xfrm>
            <a:off x="1797440" y="17321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7" name="Freeform 3466"/>
          <p:cNvSpPr/>
          <p:nvPr/>
        </p:nvSpPr>
        <p:spPr>
          <a:xfrm>
            <a:off x="1524649" y="26778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8" name="Freeform 3467"/>
          <p:cNvSpPr/>
          <p:nvPr/>
        </p:nvSpPr>
        <p:spPr>
          <a:xfrm>
            <a:off x="1454183" y="24349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9" name="Freeform 3468"/>
          <p:cNvSpPr/>
          <p:nvPr/>
        </p:nvSpPr>
        <p:spPr>
          <a:xfrm>
            <a:off x="1727152" y="318661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0" name="Freeform 3469"/>
          <p:cNvSpPr/>
          <p:nvPr/>
        </p:nvSpPr>
        <p:spPr>
          <a:xfrm>
            <a:off x="1786125" y="2207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1" name="Freeform 3470"/>
          <p:cNvSpPr/>
          <p:nvPr/>
        </p:nvSpPr>
        <p:spPr>
          <a:xfrm>
            <a:off x="1587282" y="28462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2" name="Freeform 3471"/>
          <p:cNvSpPr/>
          <p:nvPr/>
        </p:nvSpPr>
        <p:spPr>
          <a:xfrm>
            <a:off x="1386300" y="24387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3" name="Freeform 3472"/>
          <p:cNvSpPr/>
          <p:nvPr/>
        </p:nvSpPr>
        <p:spPr>
          <a:xfrm>
            <a:off x="1778436" y="26470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4" name="Freeform 3473"/>
          <p:cNvSpPr/>
          <p:nvPr/>
        </p:nvSpPr>
        <p:spPr>
          <a:xfrm>
            <a:off x="1601884" y="14493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5" name="Freeform 3474"/>
          <p:cNvSpPr/>
          <p:nvPr/>
        </p:nvSpPr>
        <p:spPr>
          <a:xfrm>
            <a:off x="1743352" y="14183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6" name="Freeform 3475"/>
          <p:cNvSpPr/>
          <p:nvPr/>
        </p:nvSpPr>
        <p:spPr>
          <a:xfrm>
            <a:off x="1618470" y="24678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7" name="Freeform 3476"/>
          <p:cNvSpPr/>
          <p:nvPr/>
        </p:nvSpPr>
        <p:spPr>
          <a:xfrm>
            <a:off x="1582937" y="24583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8" name="Freeform 3477"/>
          <p:cNvSpPr/>
          <p:nvPr/>
        </p:nvSpPr>
        <p:spPr>
          <a:xfrm>
            <a:off x="1574778" y="26955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9" name="Freeform 3478"/>
          <p:cNvSpPr/>
          <p:nvPr/>
        </p:nvSpPr>
        <p:spPr>
          <a:xfrm>
            <a:off x="1780745" y="18934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0" name="Freeform 3479"/>
          <p:cNvSpPr/>
          <p:nvPr/>
        </p:nvSpPr>
        <p:spPr>
          <a:xfrm>
            <a:off x="1776573" y="26713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1" name="Freeform 3480"/>
          <p:cNvSpPr/>
          <p:nvPr/>
        </p:nvSpPr>
        <p:spPr>
          <a:xfrm>
            <a:off x="1394424" y="27214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2" name="Freeform 3481"/>
          <p:cNvSpPr/>
          <p:nvPr/>
        </p:nvSpPr>
        <p:spPr>
          <a:xfrm>
            <a:off x="1522965" y="19625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3" name="Freeform 3482"/>
          <p:cNvSpPr/>
          <p:nvPr/>
        </p:nvSpPr>
        <p:spPr>
          <a:xfrm>
            <a:off x="1813226" y="27849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4" name="Freeform 3483"/>
          <p:cNvSpPr/>
          <p:nvPr/>
        </p:nvSpPr>
        <p:spPr>
          <a:xfrm>
            <a:off x="1583830" y="25135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5" name="Freeform 3484"/>
          <p:cNvSpPr/>
          <p:nvPr/>
        </p:nvSpPr>
        <p:spPr>
          <a:xfrm>
            <a:off x="1477584" y="33503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6" name="Freeform 3485"/>
          <p:cNvSpPr/>
          <p:nvPr/>
        </p:nvSpPr>
        <p:spPr>
          <a:xfrm>
            <a:off x="1623600" y="21112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7" name="Freeform 3486"/>
          <p:cNvSpPr/>
          <p:nvPr/>
        </p:nvSpPr>
        <p:spPr>
          <a:xfrm>
            <a:off x="1611529" y="14408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8" name="Freeform 3487"/>
          <p:cNvSpPr/>
          <p:nvPr/>
        </p:nvSpPr>
        <p:spPr>
          <a:xfrm>
            <a:off x="1612708" y="21020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9" name="Freeform 3488"/>
          <p:cNvSpPr/>
          <p:nvPr/>
        </p:nvSpPr>
        <p:spPr>
          <a:xfrm>
            <a:off x="1571820" y="17005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0" name="Freeform 3489"/>
          <p:cNvSpPr/>
          <p:nvPr/>
        </p:nvSpPr>
        <p:spPr>
          <a:xfrm>
            <a:off x="1589951" y="29517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1" name="Freeform 3490"/>
          <p:cNvSpPr/>
          <p:nvPr/>
        </p:nvSpPr>
        <p:spPr>
          <a:xfrm>
            <a:off x="1574351" y="23649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2" name="Freeform 3491"/>
          <p:cNvSpPr/>
          <p:nvPr/>
        </p:nvSpPr>
        <p:spPr>
          <a:xfrm>
            <a:off x="1658842" y="30043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3" name="Freeform 3492"/>
          <p:cNvSpPr/>
          <p:nvPr/>
        </p:nvSpPr>
        <p:spPr>
          <a:xfrm>
            <a:off x="1536178" y="26165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4" name="Freeform 3493"/>
          <p:cNvSpPr/>
          <p:nvPr/>
        </p:nvSpPr>
        <p:spPr>
          <a:xfrm>
            <a:off x="1592137" y="20743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5" name="Freeform 3494"/>
          <p:cNvSpPr/>
          <p:nvPr/>
        </p:nvSpPr>
        <p:spPr>
          <a:xfrm>
            <a:off x="1607709" y="24378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6" name="Freeform 3495"/>
          <p:cNvSpPr/>
          <p:nvPr/>
        </p:nvSpPr>
        <p:spPr>
          <a:xfrm>
            <a:off x="1762804" y="32589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7" name="Freeform 3496"/>
          <p:cNvSpPr/>
          <p:nvPr/>
        </p:nvSpPr>
        <p:spPr>
          <a:xfrm>
            <a:off x="1663068" y="32060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8" name="Freeform 3497"/>
          <p:cNvSpPr/>
          <p:nvPr/>
        </p:nvSpPr>
        <p:spPr>
          <a:xfrm>
            <a:off x="1611387" y="32418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9" name="Freeform 3498"/>
          <p:cNvSpPr/>
          <p:nvPr/>
        </p:nvSpPr>
        <p:spPr>
          <a:xfrm>
            <a:off x="1680481" y="22266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0" name="Freeform 3499"/>
          <p:cNvSpPr/>
          <p:nvPr/>
        </p:nvSpPr>
        <p:spPr>
          <a:xfrm>
            <a:off x="1666567" y="13741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1" name="Freeform 3500"/>
          <p:cNvSpPr/>
          <p:nvPr/>
        </p:nvSpPr>
        <p:spPr>
          <a:xfrm>
            <a:off x="1739494" y="17543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2" name="Freeform 3501"/>
          <p:cNvSpPr/>
          <p:nvPr/>
        </p:nvSpPr>
        <p:spPr>
          <a:xfrm>
            <a:off x="1677306" y="35209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3" name="Freeform 3502"/>
          <p:cNvSpPr/>
          <p:nvPr/>
        </p:nvSpPr>
        <p:spPr>
          <a:xfrm>
            <a:off x="1815027" y="17226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4" name="Freeform 3503"/>
          <p:cNvSpPr/>
          <p:nvPr/>
        </p:nvSpPr>
        <p:spPr>
          <a:xfrm>
            <a:off x="1766963" y="19853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5" name="Freeform 3504"/>
          <p:cNvSpPr/>
          <p:nvPr/>
        </p:nvSpPr>
        <p:spPr>
          <a:xfrm>
            <a:off x="1618736" y="33308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6" name="Freeform 3505"/>
          <p:cNvSpPr/>
          <p:nvPr/>
        </p:nvSpPr>
        <p:spPr>
          <a:xfrm>
            <a:off x="1578779" y="26574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7" name="Freeform 3506"/>
          <p:cNvSpPr/>
          <p:nvPr/>
        </p:nvSpPr>
        <p:spPr>
          <a:xfrm>
            <a:off x="1717534" y="18991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8" name="Freeform 3507"/>
          <p:cNvSpPr/>
          <p:nvPr/>
        </p:nvSpPr>
        <p:spPr>
          <a:xfrm>
            <a:off x="1678389" y="21946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9" name="Freeform 3508"/>
          <p:cNvSpPr/>
          <p:nvPr/>
        </p:nvSpPr>
        <p:spPr>
          <a:xfrm>
            <a:off x="1613005" y="32027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0" name="Freeform 3509"/>
          <p:cNvSpPr/>
          <p:nvPr/>
        </p:nvSpPr>
        <p:spPr>
          <a:xfrm>
            <a:off x="1465124" y="21619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1" name="Freeform 3510"/>
          <p:cNvSpPr/>
          <p:nvPr/>
        </p:nvSpPr>
        <p:spPr>
          <a:xfrm>
            <a:off x="1427102" y="36519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2" name="Freeform 3511"/>
          <p:cNvSpPr/>
          <p:nvPr/>
        </p:nvSpPr>
        <p:spPr>
          <a:xfrm>
            <a:off x="1660377" y="26138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3" name="Freeform 3512"/>
          <p:cNvSpPr/>
          <p:nvPr/>
        </p:nvSpPr>
        <p:spPr>
          <a:xfrm>
            <a:off x="1705583" y="18761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4" name="Freeform 3513"/>
          <p:cNvSpPr/>
          <p:nvPr/>
        </p:nvSpPr>
        <p:spPr>
          <a:xfrm>
            <a:off x="1709070" y="24830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5" name="Freeform 3514"/>
          <p:cNvSpPr/>
          <p:nvPr/>
        </p:nvSpPr>
        <p:spPr>
          <a:xfrm>
            <a:off x="1485426" y="27635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6" name="Freeform 3515"/>
          <p:cNvSpPr/>
          <p:nvPr/>
        </p:nvSpPr>
        <p:spPr>
          <a:xfrm>
            <a:off x="1734092" y="20108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7" name="Freeform 3516"/>
          <p:cNvSpPr/>
          <p:nvPr/>
        </p:nvSpPr>
        <p:spPr>
          <a:xfrm>
            <a:off x="1565980" y="19645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8" name="Freeform 3517"/>
          <p:cNvSpPr/>
          <p:nvPr/>
        </p:nvSpPr>
        <p:spPr>
          <a:xfrm>
            <a:off x="1664673" y="178281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9" name="Freeform 3518"/>
          <p:cNvSpPr/>
          <p:nvPr/>
        </p:nvSpPr>
        <p:spPr>
          <a:xfrm>
            <a:off x="1667698" y="20190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0" name="Freeform 3519"/>
          <p:cNvSpPr/>
          <p:nvPr/>
        </p:nvSpPr>
        <p:spPr>
          <a:xfrm>
            <a:off x="1537275" y="19067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1" name="Freeform 3520"/>
          <p:cNvSpPr/>
          <p:nvPr/>
        </p:nvSpPr>
        <p:spPr>
          <a:xfrm>
            <a:off x="1559864" y="20957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2" name="Freeform 3521"/>
          <p:cNvSpPr/>
          <p:nvPr/>
        </p:nvSpPr>
        <p:spPr>
          <a:xfrm>
            <a:off x="1401355" y="23491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3" name="Freeform 3522"/>
          <p:cNvSpPr/>
          <p:nvPr/>
        </p:nvSpPr>
        <p:spPr>
          <a:xfrm>
            <a:off x="1525053" y="244453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4" name="Freeform 3523"/>
          <p:cNvSpPr/>
          <p:nvPr/>
        </p:nvSpPr>
        <p:spPr>
          <a:xfrm>
            <a:off x="1430293" y="262169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5" name="Freeform 3524"/>
          <p:cNvSpPr/>
          <p:nvPr/>
        </p:nvSpPr>
        <p:spPr>
          <a:xfrm>
            <a:off x="1669908" y="31503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6" name="Freeform 3525"/>
          <p:cNvSpPr/>
          <p:nvPr/>
        </p:nvSpPr>
        <p:spPr>
          <a:xfrm>
            <a:off x="1629692" y="30109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7" name="Freeform 3526"/>
          <p:cNvSpPr/>
          <p:nvPr/>
        </p:nvSpPr>
        <p:spPr>
          <a:xfrm>
            <a:off x="1720903" y="26459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8" name="Freeform 3527"/>
          <p:cNvSpPr/>
          <p:nvPr/>
        </p:nvSpPr>
        <p:spPr>
          <a:xfrm>
            <a:off x="1661263" y="23621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9" name="Freeform 3528"/>
          <p:cNvSpPr/>
          <p:nvPr/>
        </p:nvSpPr>
        <p:spPr>
          <a:xfrm>
            <a:off x="1555218" y="17119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0" name="Freeform 3529"/>
          <p:cNvSpPr/>
          <p:nvPr/>
        </p:nvSpPr>
        <p:spPr>
          <a:xfrm>
            <a:off x="1660157" y="25157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1" name="Freeform 3530"/>
          <p:cNvSpPr/>
          <p:nvPr/>
        </p:nvSpPr>
        <p:spPr>
          <a:xfrm>
            <a:off x="1581356" y="19490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2" name="Freeform 3531"/>
          <p:cNvSpPr/>
          <p:nvPr/>
        </p:nvSpPr>
        <p:spPr>
          <a:xfrm>
            <a:off x="1688277" y="19079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3" name="Freeform 3532"/>
          <p:cNvSpPr/>
          <p:nvPr/>
        </p:nvSpPr>
        <p:spPr>
          <a:xfrm>
            <a:off x="1656859" y="26185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4" name="Freeform 3533"/>
          <p:cNvSpPr/>
          <p:nvPr/>
        </p:nvSpPr>
        <p:spPr>
          <a:xfrm>
            <a:off x="1517368" y="21706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5" name="Freeform 3534"/>
          <p:cNvSpPr/>
          <p:nvPr/>
        </p:nvSpPr>
        <p:spPr>
          <a:xfrm>
            <a:off x="1623357" y="26250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6" name="Freeform 3535"/>
          <p:cNvSpPr/>
          <p:nvPr/>
        </p:nvSpPr>
        <p:spPr>
          <a:xfrm>
            <a:off x="1629041" y="17762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7" name="Freeform 3536"/>
          <p:cNvSpPr/>
          <p:nvPr/>
        </p:nvSpPr>
        <p:spPr>
          <a:xfrm>
            <a:off x="1590204" y="214833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8" name="Freeform 3537"/>
          <p:cNvSpPr/>
          <p:nvPr/>
        </p:nvSpPr>
        <p:spPr>
          <a:xfrm>
            <a:off x="1718855" y="31384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9" name="Freeform 3538"/>
          <p:cNvSpPr/>
          <p:nvPr/>
        </p:nvSpPr>
        <p:spPr>
          <a:xfrm>
            <a:off x="1806377" y="24054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0" name="Freeform 3539"/>
          <p:cNvSpPr/>
          <p:nvPr/>
        </p:nvSpPr>
        <p:spPr>
          <a:xfrm>
            <a:off x="1583783" y="15995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1" name="Freeform 3540"/>
          <p:cNvSpPr/>
          <p:nvPr/>
        </p:nvSpPr>
        <p:spPr>
          <a:xfrm>
            <a:off x="1585606" y="25913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2" name="Freeform 3541"/>
          <p:cNvSpPr/>
          <p:nvPr/>
        </p:nvSpPr>
        <p:spPr>
          <a:xfrm>
            <a:off x="1382634" y="22503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3" name="Freeform 3542"/>
          <p:cNvSpPr/>
          <p:nvPr/>
        </p:nvSpPr>
        <p:spPr>
          <a:xfrm>
            <a:off x="1609331" y="2197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4" name="Freeform 3543"/>
          <p:cNvSpPr/>
          <p:nvPr/>
        </p:nvSpPr>
        <p:spPr>
          <a:xfrm>
            <a:off x="1576461" y="30550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5" name="Freeform 3544"/>
          <p:cNvSpPr/>
          <p:nvPr/>
        </p:nvSpPr>
        <p:spPr>
          <a:xfrm>
            <a:off x="1391928" y="221617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6" name="Freeform 3545"/>
          <p:cNvSpPr/>
          <p:nvPr/>
        </p:nvSpPr>
        <p:spPr>
          <a:xfrm>
            <a:off x="1653984" y="32487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7" name="Freeform 3546"/>
          <p:cNvSpPr/>
          <p:nvPr/>
        </p:nvSpPr>
        <p:spPr>
          <a:xfrm>
            <a:off x="1686346" y="28322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8" name="Freeform 3547"/>
          <p:cNvSpPr/>
          <p:nvPr/>
        </p:nvSpPr>
        <p:spPr>
          <a:xfrm>
            <a:off x="1544590" y="19098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9" name="Freeform 3548"/>
          <p:cNvSpPr/>
          <p:nvPr/>
        </p:nvSpPr>
        <p:spPr>
          <a:xfrm>
            <a:off x="1583261" y="229964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0" name="Freeform 3549"/>
          <p:cNvSpPr/>
          <p:nvPr/>
        </p:nvSpPr>
        <p:spPr>
          <a:xfrm>
            <a:off x="1519731" y="26581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1" name="Freeform 3550"/>
          <p:cNvSpPr/>
          <p:nvPr/>
        </p:nvSpPr>
        <p:spPr>
          <a:xfrm>
            <a:off x="1704695" y="22510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2" name="Freeform 3551"/>
          <p:cNvSpPr/>
          <p:nvPr/>
        </p:nvSpPr>
        <p:spPr>
          <a:xfrm>
            <a:off x="1460792" y="25256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3" name="Freeform 3552"/>
          <p:cNvSpPr/>
          <p:nvPr/>
        </p:nvSpPr>
        <p:spPr>
          <a:xfrm>
            <a:off x="1589610" y="24862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4" name="Freeform 3553"/>
          <p:cNvSpPr/>
          <p:nvPr/>
        </p:nvSpPr>
        <p:spPr>
          <a:xfrm>
            <a:off x="1831839" y="21369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5" name="Freeform 3554"/>
          <p:cNvSpPr/>
          <p:nvPr/>
        </p:nvSpPr>
        <p:spPr>
          <a:xfrm>
            <a:off x="1628640" y="28874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6" name="Freeform 3555"/>
          <p:cNvSpPr/>
          <p:nvPr/>
        </p:nvSpPr>
        <p:spPr>
          <a:xfrm>
            <a:off x="1673179" y="24711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7" name="Freeform 3556"/>
          <p:cNvSpPr/>
          <p:nvPr/>
        </p:nvSpPr>
        <p:spPr>
          <a:xfrm>
            <a:off x="1607433" y="26623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8" name="Freeform 3557"/>
          <p:cNvSpPr/>
          <p:nvPr/>
        </p:nvSpPr>
        <p:spPr>
          <a:xfrm>
            <a:off x="1497487" y="33527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9" name="Freeform 3558"/>
          <p:cNvSpPr/>
          <p:nvPr/>
        </p:nvSpPr>
        <p:spPr>
          <a:xfrm>
            <a:off x="1619627" y="29920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0" name="Freeform 3559"/>
          <p:cNvSpPr/>
          <p:nvPr/>
        </p:nvSpPr>
        <p:spPr>
          <a:xfrm>
            <a:off x="1666605" y="16428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1" name="Freeform 3560"/>
          <p:cNvSpPr/>
          <p:nvPr/>
        </p:nvSpPr>
        <p:spPr>
          <a:xfrm>
            <a:off x="1513724" y="22844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2" name="Freeform 3561"/>
          <p:cNvSpPr/>
          <p:nvPr/>
        </p:nvSpPr>
        <p:spPr>
          <a:xfrm>
            <a:off x="1659666" y="32106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3" name="Freeform 3562"/>
          <p:cNvSpPr/>
          <p:nvPr/>
        </p:nvSpPr>
        <p:spPr>
          <a:xfrm>
            <a:off x="1756297" y="33281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4" name="Freeform 3563"/>
          <p:cNvSpPr/>
          <p:nvPr/>
        </p:nvSpPr>
        <p:spPr>
          <a:xfrm>
            <a:off x="1737553" y="25538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5" name="Freeform 3564"/>
          <p:cNvSpPr/>
          <p:nvPr/>
        </p:nvSpPr>
        <p:spPr>
          <a:xfrm>
            <a:off x="1453806" y="16466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6" name="Freeform 3565"/>
          <p:cNvSpPr/>
          <p:nvPr/>
        </p:nvSpPr>
        <p:spPr>
          <a:xfrm>
            <a:off x="1518791" y="25943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7" name="Freeform 3566"/>
          <p:cNvSpPr/>
          <p:nvPr/>
        </p:nvSpPr>
        <p:spPr>
          <a:xfrm>
            <a:off x="1450497" y="17844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8" name="Freeform 3567"/>
          <p:cNvSpPr/>
          <p:nvPr/>
        </p:nvSpPr>
        <p:spPr>
          <a:xfrm>
            <a:off x="1737709" y="23022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9" name="Freeform 3568"/>
          <p:cNvSpPr/>
          <p:nvPr/>
        </p:nvSpPr>
        <p:spPr>
          <a:xfrm>
            <a:off x="1688412" y="22375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0" name="Freeform 3569"/>
          <p:cNvSpPr/>
          <p:nvPr/>
        </p:nvSpPr>
        <p:spPr>
          <a:xfrm>
            <a:off x="1698341" y="32172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1" name="Freeform 3570"/>
          <p:cNvSpPr/>
          <p:nvPr/>
        </p:nvSpPr>
        <p:spPr>
          <a:xfrm>
            <a:off x="1529160" y="1984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2" name="Freeform 3571"/>
          <p:cNvSpPr/>
          <p:nvPr/>
        </p:nvSpPr>
        <p:spPr>
          <a:xfrm>
            <a:off x="1498317" y="26746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3" name="Freeform 3572"/>
          <p:cNvSpPr/>
          <p:nvPr/>
        </p:nvSpPr>
        <p:spPr>
          <a:xfrm>
            <a:off x="1631349" y="20251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4" name="Freeform 3573"/>
          <p:cNvSpPr/>
          <p:nvPr/>
        </p:nvSpPr>
        <p:spPr>
          <a:xfrm>
            <a:off x="1633925" y="29344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5" name="Freeform 3574"/>
          <p:cNvSpPr/>
          <p:nvPr/>
        </p:nvSpPr>
        <p:spPr>
          <a:xfrm>
            <a:off x="1531737" y="23970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6" name="Freeform 3575"/>
          <p:cNvSpPr/>
          <p:nvPr/>
        </p:nvSpPr>
        <p:spPr>
          <a:xfrm>
            <a:off x="1638331" y="23022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7" name="Freeform 3576"/>
          <p:cNvSpPr/>
          <p:nvPr/>
        </p:nvSpPr>
        <p:spPr>
          <a:xfrm>
            <a:off x="1692075" y="25765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8" name="Freeform 3577"/>
          <p:cNvSpPr/>
          <p:nvPr/>
        </p:nvSpPr>
        <p:spPr>
          <a:xfrm>
            <a:off x="1647514" y="22737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9" name="Freeform 3578"/>
          <p:cNvSpPr/>
          <p:nvPr/>
        </p:nvSpPr>
        <p:spPr>
          <a:xfrm>
            <a:off x="1511933" y="26374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0" name="Freeform 3579"/>
          <p:cNvSpPr/>
          <p:nvPr/>
        </p:nvSpPr>
        <p:spPr>
          <a:xfrm>
            <a:off x="1397118" y="28449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1" name="Freeform 3580"/>
          <p:cNvSpPr/>
          <p:nvPr/>
        </p:nvSpPr>
        <p:spPr>
          <a:xfrm>
            <a:off x="1595428" y="16226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2" name="Freeform 3581"/>
          <p:cNvSpPr/>
          <p:nvPr/>
        </p:nvSpPr>
        <p:spPr>
          <a:xfrm>
            <a:off x="1640704" y="19243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3" name="Freeform 3582"/>
          <p:cNvSpPr/>
          <p:nvPr/>
        </p:nvSpPr>
        <p:spPr>
          <a:xfrm>
            <a:off x="1595299" y="29055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4" name="Freeform 3583"/>
          <p:cNvSpPr/>
          <p:nvPr/>
        </p:nvSpPr>
        <p:spPr>
          <a:xfrm>
            <a:off x="1577299" y="21848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5" name="Freeform 3584"/>
          <p:cNvSpPr/>
          <p:nvPr/>
        </p:nvSpPr>
        <p:spPr>
          <a:xfrm>
            <a:off x="1549154" y="28957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6" name="Freeform 3585"/>
          <p:cNvSpPr/>
          <p:nvPr/>
        </p:nvSpPr>
        <p:spPr>
          <a:xfrm>
            <a:off x="1699678" y="31353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7" name="Freeform 3586"/>
          <p:cNvSpPr/>
          <p:nvPr/>
        </p:nvSpPr>
        <p:spPr>
          <a:xfrm>
            <a:off x="1617519" y="19325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8" name="Freeform 3587"/>
          <p:cNvSpPr/>
          <p:nvPr/>
        </p:nvSpPr>
        <p:spPr>
          <a:xfrm>
            <a:off x="1636303" y="34169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9" name="Freeform 3588"/>
          <p:cNvSpPr/>
          <p:nvPr/>
        </p:nvSpPr>
        <p:spPr>
          <a:xfrm>
            <a:off x="1519192" y="19905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0" name="Freeform 3589"/>
          <p:cNvSpPr/>
          <p:nvPr/>
        </p:nvSpPr>
        <p:spPr>
          <a:xfrm>
            <a:off x="1556752" y="26300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1" name="Freeform 3590"/>
          <p:cNvSpPr/>
          <p:nvPr/>
        </p:nvSpPr>
        <p:spPr>
          <a:xfrm>
            <a:off x="1640644" y="26077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2" name="Freeform 3591"/>
          <p:cNvSpPr/>
          <p:nvPr/>
        </p:nvSpPr>
        <p:spPr>
          <a:xfrm>
            <a:off x="1515566" y="22709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3" name="Freeform 3592"/>
          <p:cNvSpPr/>
          <p:nvPr/>
        </p:nvSpPr>
        <p:spPr>
          <a:xfrm>
            <a:off x="1488407" y="2177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4" name="Freeform 3593"/>
          <p:cNvSpPr/>
          <p:nvPr/>
        </p:nvSpPr>
        <p:spPr>
          <a:xfrm>
            <a:off x="1587911" y="29410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5" name="Freeform 3594"/>
          <p:cNvSpPr/>
          <p:nvPr/>
        </p:nvSpPr>
        <p:spPr>
          <a:xfrm>
            <a:off x="1751597" y="21039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6" name="Freeform 3595"/>
          <p:cNvSpPr/>
          <p:nvPr/>
        </p:nvSpPr>
        <p:spPr>
          <a:xfrm>
            <a:off x="1643549" y="24315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7" name="Freeform 3596"/>
          <p:cNvSpPr/>
          <p:nvPr/>
        </p:nvSpPr>
        <p:spPr>
          <a:xfrm>
            <a:off x="1779264" y="31740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8" name="Freeform 3597"/>
          <p:cNvSpPr/>
          <p:nvPr/>
        </p:nvSpPr>
        <p:spPr>
          <a:xfrm>
            <a:off x="1609052" y="25851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9" name="Freeform 3598"/>
          <p:cNvSpPr/>
          <p:nvPr/>
        </p:nvSpPr>
        <p:spPr>
          <a:xfrm>
            <a:off x="1589952" y="17441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0" name="Freeform 3599"/>
          <p:cNvSpPr/>
          <p:nvPr/>
        </p:nvSpPr>
        <p:spPr>
          <a:xfrm>
            <a:off x="1474186" y="15840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1" name="Freeform 3600"/>
          <p:cNvSpPr/>
          <p:nvPr/>
        </p:nvSpPr>
        <p:spPr>
          <a:xfrm>
            <a:off x="1561480" y="21041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2" name="Freeform 3601"/>
          <p:cNvSpPr/>
          <p:nvPr/>
        </p:nvSpPr>
        <p:spPr>
          <a:xfrm>
            <a:off x="1776652" y="31384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3" name="Freeform 3602"/>
          <p:cNvSpPr/>
          <p:nvPr/>
        </p:nvSpPr>
        <p:spPr>
          <a:xfrm>
            <a:off x="1658162" y="22270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4" name="Freeform 3603"/>
          <p:cNvSpPr/>
          <p:nvPr/>
        </p:nvSpPr>
        <p:spPr>
          <a:xfrm>
            <a:off x="1701548" y="20317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5" name="Freeform 3604"/>
          <p:cNvSpPr/>
          <p:nvPr/>
        </p:nvSpPr>
        <p:spPr>
          <a:xfrm>
            <a:off x="1698550" y="20996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6" name="Freeform 3605"/>
          <p:cNvSpPr/>
          <p:nvPr/>
        </p:nvSpPr>
        <p:spPr>
          <a:xfrm>
            <a:off x="1622101" y="20674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7" name="Freeform 3606"/>
          <p:cNvSpPr/>
          <p:nvPr/>
        </p:nvSpPr>
        <p:spPr>
          <a:xfrm>
            <a:off x="1601213" y="22961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8" name="Freeform 3607"/>
          <p:cNvSpPr/>
          <p:nvPr/>
        </p:nvSpPr>
        <p:spPr>
          <a:xfrm>
            <a:off x="1635872" y="25323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9" name="Freeform 3608"/>
          <p:cNvSpPr/>
          <p:nvPr/>
        </p:nvSpPr>
        <p:spPr>
          <a:xfrm>
            <a:off x="1694935" y="28228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0" name="Freeform 3609"/>
          <p:cNvSpPr/>
          <p:nvPr/>
        </p:nvSpPr>
        <p:spPr>
          <a:xfrm>
            <a:off x="1672102" y="35220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1" name="Freeform 3610"/>
          <p:cNvSpPr/>
          <p:nvPr/>
        </p:nvSpPr>
        <p:spPr>
          <a:xfrm>
            <a:off x="1675751" y="23089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2" name="Freeform 3611"/>
          <p:cNvSpPr/>
          <p:nvPr/>
        </p:nvSpPr>
        <p:spPr>
          <a:xfrm>
            <a:off x="1639611" y="239218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3" name="Freeform 3612"/>
          <p:cNvSpPr/>
          <p:nvPr/>
        </p:nvSpPr>
        <p:spPr>
          <a:xfrm>
            <a:off x="1540758" y="21907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4" name="Freeform 3613"/>
          <p:cNvSpPr/>
          <p:nvPr/>
        </p:nvSpPr>
        <p:spPr>
          <a:xfrm>
            <a:off x="1595137" y="32182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5" name="Freeform 3614"/>
          <p:cNvSpPr/>
          <p:nvPr/>
        </p:nvSpPr>
        <p:spPr>
          <a:xfrm>
            <a:off x="1522409" y="21433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6" name="Freeform 3615"/>
          <p:cNvSpPr/>
          <p:nvPr/>
        </p:nvSpPr>
        <p:spPr>
          <a:xfrm>
            <a:off x="1730596" y="13791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7" name="Freeform 3616"/>
          <p:cNvSpPr/>
          <p:nvPr/>
        </p:nvSpPr>
        <p:spPr>
          <a:xfrm>
            <a:off x="1398254" y="24505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8" name="Freeform 3617"/>
          <p:cNvSpPr/>
          <p:nvPr/>
        </p:nvSpPr>
        <p:spPr>
          <a:xfrm>
            <a:off x="1599816" y="25264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9" name="Freeform 3618"/>
          <p:cNvSpPr/>
          <p:nvPr/>
        </p:nvSpPr>
        <p:spPr>
          <a:xfrm>
            <a:off x="1878496" y="23255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0" name="Freeform 3619"/>
          <p:cNvSpPr/>
          <p:nvPr/>
        </p:nvSpPr>
        <p:spPr>
          <a:xfrm>
            <a:off x="1586586" y="13912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1" name="Freeform 3620"/>
          <p:cNvSpPr/>
          <p:nvPr/>
        </p:nvSpPr>
        <p:spPr>
          <a:xfrm>
            <a:off x="1501727" y="30480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2" name="Freeform 3621"/>
          <p:cNvSpPr/>
          <p:nvPr/>
        </p:nvSpPr>
        <p:spPr>
          <a:xfrm>
            <a:off x="1621201" y="23828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3" name="Freeform 3622"/>
          <p:cNvSpPr/>
          <p:nvPr/>
        </p:nvSpPr>
        <p:spPr>
          <a:xfrm>
            <a:off x="1761054" y="29265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4" name="Freeform 3623"/>
          <p:cNvSpPr/>
          <p:nvPr/>
        </p:nvSpPr>
        <p:spPr>
          <a:xfrm>
            <a:off x="1605957" y="278962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5" name="Freeform 3624"/>
          <p:cNvSpPr/>
          <p:nvPr/>
        </p:nvSpPr>
        <p:spPr>
          <a:xfrm>
            <a:off x="1688735" y="25199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6" name="Freeform 3625"/>
          <p:cNvSpPr/>
          <p:nvPr/>
        </p:nvSpPr>
        <p:spPr>
          <a:xfrm>
            <a:off x="1633814" y="17625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7" name="Freeform 3626"/>
          <p:cNvSpPr/>
          <p:nvPr/>
        </p:nvSpPr>
        <p:spPr>
          <a:xfrm>
            <a:off x="1583233" y="15166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8" name="Freeform 3627"/>
          <p:cNvSpPr/>
          <p:nvPr/>
        </p:nvSpPr>
        <p:spPr>
          <a:xfrm>
            <a:off x="1960126" y="22500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9" name="Freeform 3628"/>
          <p:cNvSpPr/>
          <p:nvPr/>
        </p:nvSpPr>
        <p:spPr>
          <a:xfrm>
            <a:off x="1630733" y="26972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0" name="Freeform 3629"/>
          <p:cNvSpPr/>
          <p:nvPr/>
        </p:nvSpPr>
        <p:spPr>
          <a:xfrm>
            <a:off x="1565659" y="114160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1" name="Freeform 3630"/>
          <p:cNvSpPr/>
          <p:nvPr/>
        </p:nvSpPr>
        <p:spPr>
          <a:xfrm>
            <a:off x="1570705" y="27248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2" name="Freeform 3631"/>
          <p:cNvSpPr/>
          <p:nvPr/>
        </p:nvSpPr>
        <p:spPr>
          <a:xfrm>
            <a:off x="1663834" y="28027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3" name="Freeform 3632"/>
          <p:cNvSpPr/>
          <p:nvPr/>
        </p:nvSpPr>
        <p:spPr>
          <a:xfrm>
            <a:off x="1666898" y="34553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4" name="Freeform 3633"/>
          <p:cNvSpPr/>
          <p:nvPr/>
        </p:nvSpPr>
        <p:spPr>
          <a:xfrm>
            <a:off x="1705708" y="17361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5" name="Freeform 3634"/>
          <p:cNvSpPr/>
          <p:nvPr/>
        </p:nvSpPr>
        <p:spPr>
          <a:xfrm>
            <a:off x="1638221" y="19681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6" name="Freeform 3635"/>
          <p:cNvSpPr/>
          <p:nvPr/>
        </p:nvSpPr>
        <p:spPr>
          <a:xfrm>
            <a:off x="1469973" y="11822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7" name="Freeform 3636"/>
          <p:cNvSpPr/>
          <p:nvPr/>
        </p:nvSpPr>
        <p:spPr>
          <a:xfrm>
            <a:off x="1680025" y="32463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8" name="Freeform 3637"/>
          <p:cNvSpPr/>
          <p:nvPr/>
        </p:nvSpPr>
        <p:spPr>
          <a:xfrm>
            <a:off x="1590070" y="17025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9" name="Freeform 3638"/>
          <p:cNvSpPr/>
          <p:nvPr/>
        </p:nvSpPr>
        <p:spPr>
          <a:xfrm>
            <a:off x="1592516" y="24550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0" name="Freeform 3639"/>
          <p:cNvSpPr/>
          <p:nvPr/>
        </p:nvSpPr>
        <p:spPr>
          <a:xfrm>
            <a:off x="1464486" y="20560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1" name="Freeform 3640"/>
          <p:cNvSpPr/>
          <p:nvPr/>
        </p:nvSpPr>
        <p:spPr>
          <a:xfrm>
            <a:off x="1561769" y="33864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2" name="Freeform 3641"/>
          <p:cNvSpPr/>
          <p:nvPr/>
        </p:nvSpPr>
        <p:spPr>
          <a:xfrm>
            <a:off x="1545368" y="16971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3" name="Freeform 3642"/>
          <p:cNvSpPr/>
          <p:nvPr/>
        </p:nvSpPr>
        <p:spPr>
          <a:xfrm>
            <a:off x="1619221" y="20666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4" name="Freeform 3643"/>
          <p:cNvSpPr/>
          <p:nvPr/>
        </p:nvSpPr>
        <p:spPr>
          <a:xfrm>
            <a:off x="1467641" y="25141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5" name="Freeform 3644"/>
          <p:cNvSpPr/>
          <p:nvPr/>
        </p:nvSpPr>
        <p:spPr>
          <a:xfrm>
            <a:off x="1628541" y="21433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6" name="Freeform 3645"/>
          <p:cNvSpPr/>
          <p:nvPr/>
        </p:nvSpPr>
        <p:spPr>
          <a:xfrm>
            <a:off x="1636423" y="29080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7" name="Freeform 3646"/>
          <p:cNvSpPr/>
          <p:nvPr/>
        </p:nvSpPr>
        <p:spPr>
          <a:xfrm>
            <a:off x="1503334" y="28072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8" name="Freeform 3647"/>
          <p:cNvSpPr/>
          <p:nvPr/>
        </p:nvSpPr>
        <p:spPr>
          <a:xfrm>
            <a:off x="1556299" y="27443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9" name="Freeform 3648"/>
          <p:cNvSpPr/>
          <p:nvPr/>
        </p:nvSpPr>
        <p:spPr>
          <a:xfrm>
            <a:off x="1531384" y="34975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0" name="Freeform 3649"/>
          <p:cNvSpPr/>
          <p:nvPr/>
        </p:nvSpPr>
        <p:spPr>
          <a:xfrm>
            <a:off x="1720215" y="20258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1" name="Freeform 3650"/>
          <p:cNvSpPr/>
          <p:nvPr/>
        </p:nvSpPr>
        <p:spPr>
          <a:xfrm>
            <a:off x="1352659" y="18470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2" name="Freeform 3651"/>
          <p:cNvSpPr/>
          <p:nvPr/>
        </p:nvSpPr>
        <p:spPr>
          <a:xfrm>
            <a:off x="1586394" y="28732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3" name="Freeform 3652"/>
          <p:cNvSpPr/>
          <p:nvPr/>
        </p:nvSpPr>
        <p:spPr>
          <a:xfrm>
            <a:off x="1445486" y="23042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4" name="Freeform 3653"/>
          <p:cNvSpPr/>
          <p:nvPr/>
        </p:nvSpPr>
        <p:spPr>
          <a:xfrm>
            <a:off x="1576943" y="26370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5" name="Freeform 3654"/>
          <p:cNvSpPr/>
          <p:nvPr/>
        </p:nvSpPr>
        <p:spPr>
          <a:xfrm>
            <a:off x="1713703" y="23150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6" name="Freeform 3655"/>
          <p:cNvSpPr/>
          <p:nvPr/>
        </p:nvSpPr>
        <p:spPr>
          <a:xfrm>
            <a:off x="1555662" y="28333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7" name="Freeform 3656"/>
          <p:cNvSpPr/>
          <p:nvPr/>
        </p:nvSpPr>
        <p:spPr>
          <a:xfrm>
            <a:off x="1637926" y="29720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8" name="Freeform 3657"/>
          <p:cNvSpPr/>
          <p:nvPr/>
        </p:nvSpPr>
        <p:spPr>
          <a:xfrm>
            <a:off x="1532751" y="19226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9" name="Freeform 3658"/>
          <p:cNvSpPr/>
          <p:nvPr/>
        </p:nvSpPr>
        <p:spPr>
          <a:xfrm>
            <a:off x="1830599" y="25276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0" name="Freeform 3659"/>
          <p:cNvSpPr/>
          <p:nvPr/>
        </p:nvSpPr>
        <p:spPr>
          <a:xfrm>
            <a:off x="1720812" y="13967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1" name="Freeform 3660"/>
          <p:cNvSpPr/>
          <p:nvPr/>
        </p:nvSpPr>
        <p:spPr>
          <a:xfrm>
            <a:off x="1743704" y="24679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2" name="Freeform 3661"/>
          <p:cNvSpPr/>
          <p:nvPr/>
        </p:nvSpPr>
        <p:spPr>
          <a:xfrm>
            <a:off x="1481039" y="29951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3" name="Freeform 3662"/>
          <p:cNvSpPr/>
          <p:nvPr/>
        </p:nvSpPr>
        <p:spPr>
          <a:xfrm>
            <a:off x="1505333" y="18278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4" name="Freeform 3663"/>
          <p:cNvSpPr/>
          <p:nvPr/>
        </p:nvSpPr>
        <p:spPr>
          <a:xfrm>
            <a:off x="1738630" y="21510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5" name="Freeform 3664"/>
          <p:cNvSpPr/>
          <p:nvPr/>
        </p:nvSpPr>
        <p:spPr>
          <a:xfrm>
            <a:off x="1602329" y="20989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6" name="Freeform 3665"/>
          <p:cNvSpPr/>
          <p:nvPr/>
        </p:nvSpPr>
        <p:spPr>
          <a:xfrm>
            <a:off x="1595530" y="18475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7" name="Freeform 3666"/>
          <p:cNvSpPr/>
          <p:nvPr/>
        </p:nvSpPr>
        <p:spPr>
          <a:xfrm>
            <a:off x="1658829" y="28469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8" name="Freeform 3667"/>
          <p:cNvSpPr/>
          <p:nvPr/>
        </p:nvSpPr>
        <p:spPr>
          <a:xfrm>
            <a:off x="1488848" y="25620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9" name="Freeform 3668"/>
          <p:cNvSpPr/>
          <p:nvPr/>
        </p:nvSpPr>
        <p:spPr>
          <a:xfrm>
            <a:off x="1705800" y="25860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0" name="Freeform 3669"/>
          <p:cNvSpPr/>
          <p:nvPr/>
        </p:nvSpPr>
        <p:spPr>
          <a:xfrm>
            <a:off x="1625082" y="31928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1" name="Freeform 3670"/>
          <p:cNvSpPr/>
          <p:nvPr/>
        </p:nvSpPr>
        <p:spPr>
          <a:xfrm>
            <a:off x="1674389" y="26359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2" name="Freeform 3671"/>
          <p:cNvSpPr/>
          <p:nvPr/>
        </p:nvSpPr>
        <p:spPr>
          <a:xfrm>
            <a:off x="1551382" y="17685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3" name="Freeform 3672"/>
          <p:cNvSpPr/>
          <p:nvPr/>
        </p:nvSpPr>
        <p:spPr>
          <a:xfrm>
            <a:off x="1678025" y="23643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4" name="Freeform 3673"/>
          <p:cNvSpPr/>
          <p:nvPr/>
        </p:nvSpPr>
        <p:spPr>
          <a:xfrm>
            <a:off x="1547717" y="32228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5" name="Freeform 3674"/>
          <p:cNvSpPr/>
          <p:nvPr/>
        </p:nvSpPr>
        <p:spPr>
          <a:xfrm>
            <a:off x="1725217" y="33365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6" name="Freeform 3675"/>
          <p:cNvSpPr/>
          <p:nvPr/>
        </p:nvSpPr>
        <p:spPr>
          <a:xfrm>
            <a:off x="1743967" y="15904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7" name="Freeform 3676"/>
          <p:cNvSpPr/>
          <p:nvPr/>
        </p:nvSpPr>
        <p:spPr>
          <a:xfrm>
            <a:off x="1720671" y="254202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8" name="Freeform 3677"/>
          <p:cNvSpPr/>
          <p:nvPr/>
        </p:nvSpPr>
        <p:spPr>
          <a:xfrm>
            <a:off x="1678371" y="28440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9" name="Freeform 3678"/>
          <p:cNvSpPr/>
          <p:nvPr/>
        </p:nvSpPr>
        <p:spPr>
          <a:xfrm>
            <a:off x="1690925" y="26416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0" name="Freeform 3679"/>
          <p:cNvSpPr/>
          <p:nvPr/>
        </p:nvSpPr>
        <p:spPr>
          <a:xfrm>
            <a:off x="1333653" y="32939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1" name="Freeform 3680"/>
          <p:cNvSpPr/>
          <p:nvPr/>
        </p:nvSpPr>
        <p:spPr>
          <a:xfrm>
            <a:off x="1712434" y="17215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2" name="Freeform 3681"/>
          <p:cNvSpPr/>
          <p:nvPr/>
        </p:nvSpPr>
        <p:spPr>
          <a:xfrm>
            <a:off x="1593806" y="27061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3" name="Freeform 3682"/>
          <p:cNvSpPr/>
          <p:nvPr/>
        </p:nvSpPr>
        <p:spPr>
          <a:xfrm>
            <a:off x="1633279" y="17517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4" name="Freeform 3683"/>
          <p:cNvSpPr/>
          <p:nvPr/>
        </p:nvSpPr>
        <p:spPr>
          <a:xfrm>
            <a:off x="1592772" y="24650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5" name="Freeform 3684"/>
          <p:cNvSpPr/>
          <p:nvPr/>
        </p:nvSpPr>
        <p:spPr>
          <a:xfrm>
            <a:off x="1474304" y="17180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6" name="Freeform 3685"/>
          <p:cNvSpPr/>
          <p:nvPr/>
        </p:nvSpPr>
        <p:spPr>
          <a:xfrm>
            <a:off x="1565501" y="23538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7" name="Freeform 3686"/>
          <p:cNvSpPr/>
          <p:nvPr/>
        </p:nvSpPr>
        <p:spPr>
          <a:xfrm>
            <a:off x="1693569" y="20304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8" name="Freeform 3687"/>
          <p:cNvSpPr/>
          <p:nvPr/>
        </p:nvSpPr>
        <p:spPr>
          <a:xfrm>
            <a:off x="1774746" y="21031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9" name="Freeform 3688"/>
          <p:cNvSpPr/>
          <p:nvPr/>
        </p:nvSpPr>
        <p:spPr>
          <a:xfrm>
            <a:off x="1556484" y="21551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0" name="Freeform 3689"/>
          <p:cNvSpPr/>
          <p:nvPr/>
        </p:nvSpPr>
        <p:spPr>
          <a:xfrm>
            <a:off x="1526419" y="23044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1" name="Freeform 3690"/>
          <p:cNvSpPr/>
          <p:nvPr/>
        </p:nvSpPr>
        <p:spPr>
          <a:xfrm>
            <a:off x="1778425" y="2619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2" name="Freeform 3691"/>
          <p:cNvSpPr/>
          <p:nvPr/>
        </p:nvSpPr>
        <p:spPr>
          <a:xfrm>
            <a:off x="1528708" y="14545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3" name="Freeform 3692"/>
          <p:cNvSpPr/>
          <p:nvPr/>
        </p:nvSpPr>
        <p:spPr>
          <a:xfrm>
            <a:off x="1844951" y="29847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4" name="Freeform 3693"/>
          <p:cNvSpPr/>
          <p:nvPr/>
        </p:nvSpPr>
        <p:spPr>
          <a:xfrm>
            <a:off x="1628540" y="24907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5" name="Freeform 3694"/>
          <p:cNvSpPr/>
          <p:nvPr/>
        </p:nvSpPr>
        <p:spPr>
          <a:xfrm>
            <a:off x="1528618" y="24849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6" name="Freeform 3695"/>
          <p:cNvSpPr/>
          <p:nvPr/>
        </p:nvSpPr>
        <p:spPr>
          <a:xfrm>
            <a:off x="1728422" y="22748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7" name="Freeform 3696"/>
          <p:cNvSpPr/>
          <p:nvPr/>
        </p:nvSpPr>
        <p:spPr>
          <a:xfrm>
            <a:off x="1804269" y="27259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8" name="Freeform 3697"/>
          <p:cNvSpPr/>
          <p:nvPr/>
        </p:nvSpPr>
        <p:spPr>
          <a:xfrm>
            <a:off x="1469639" y="232241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9" name="Freeform 3698"/>
          <p:cNvSpPr/>
          <p:nvPr/>
        </p:nvSpPr>
        <p:spPr>
          <a:xfrm>
            <a:off x="1789893" y="25845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0" name="Freeform 3699"/>
          <p:cNvSpPr/>
          <p:nvPr/>
        </p:nvSpPr>
        <p:spPr>
          <a:xfrm>
            <a:off x="1593018" y="33507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1" name="Freeform 3700"/>
          <p:cNvSpPr/>
          <p:nvPr/>
        </p:nvSpPr>
        <p:spPr>
          <a:xfrm>
            <a:off x="1782123" y="24878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2" name="Freeform 3701"/>
          <p:cNvSpPr/>
          <p:nvPr/>
        </p:nvSpPr>
        <p:spPr>
          <a:xfrm>
            <a:off x="1582421" y="30897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3" name="Freeform 3702"/>
          <p:cNvSpPr/>
          <p:nvPr/>
        </p:nvSpPr>
        <p:spPr>
          <a:xfrm>
            <a:off x="1454400" y="3433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4" name="Freeform 3703"/>
          <p:cNvSpPr/>
          <p:nvPr/>
        </p:nvSpPr>
        <p:spPr>
          <a:xfrm>
            <a:off x="1676820" y="24188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5" name="Freeform 3704"/>
          <p:cNvSpPr/>
          <p:nvPr/>
        </p:nvSpPr>
        <p:spPr>
          <a:xfrm>
            <a:off x="1722243" y="22285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6" name="Freeform 3705"/>
          <p:cNvSpPr/>
          <p:nvPr/>
        </p:nvSpPr>
        <p:spPr>
          <a:xfrm>
            <a:off x="1847339" y="22075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7" name="Freeform 3706"/>
          <p:cNvSpPr/>
          <p:nvPr/>
        </p:nvSpPr>
        <p:spPr>
          <a:xfrm>
            <a:off x="1807505" y="21855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8" name="Freeform 3707"/>
          <p:cNvSpPr/>
          <p:nvPr/>
        </p:nvSpPr>
        <p:spPr>
          <a:xfrm>
            <a:off x="1697496" y="35408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9" name="Freeform 3708"/>
          <p:cNvSpPr/>
          <p:nvPr/>
        </p:nvSpPr>
        <p:spPr>
          <a:xfrm>
            <a:off x="1597693" y="32309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0" name="Freeform 3709"/>
          <p:cNvSpPr/>
          <p:nvPr/>
        </p:nvSpPr>
        <p:spPr>
          <a:xfrm>
            <a:off x="1567425" y="14231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1" name="Freeform 3710"/>
          <p:cNvSpPr/>
          <p:nvPr/>
        </p:nvSpPr>
        <p:spPr>
          <a:xfrm>
            <a:off x="1591578" y="30608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2" name="Freeform 3711"/>
          <p:cNvSpPr/>
          <p:nvPr/>
        </p:nvSpPr>
        <p:spPr>
          <a:xfrm>
            <a:off x="1534232" y="21618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3" name="Freeform 3712"/>
          <p:cNvSpPr/>
          <p:nvPr/>
        </p:nvSpPr>
        <p:spPr>
          <a:xfrm>
            <a:off x="1593751" y="286548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4" name="Freeform 3713"/>
          <p:cNvSpPr/>
          <p:nvPr/>
        </p:nvSpPr>
        <p:spPr>
          <a:xfrm>
            <a:off x="1350919" y="24498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5" name="Freeform 3714"/>
          <p:cNvSpPr/>
          <p:nvPr/>
        </p:nvSpPr>
        <p:spPr>
          <a:xfrm>
            <a:off x="1642256" y="28363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6" name="Freeform 3715"/>
          <p:cNvSpPr/>
          <p:nvPr/>
        </p:nvSpPr>
        <p:spPr>
          <a:xfrm>
            <a:off x="1620026" y="21886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7" name="Freeform 3716"/>
          <p:cNvSpPr/>
          <p:nvPr/>
        </p:nvSpPr>
        <p:spPr>
          <a:xfrm>
            <a:off x="1897608" y="24189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8" name="Freeform 3717"/>
          <p:cNvSpPr/>
          <p:nvPr/>
        </p:nvSpPr>
        <p:spPr>
          <a:xfrm>
            <a:off x="1704289" y="27361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9" name="Freeform 3718"/>
          <p:cNvSpPr/>
          <p:nvPr/>
        </p:nvSpPr>
        <p:spPr>
          <a:xfrm>
            <a:off x="1571750" y="30624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0" name="Freeform 3719"/>
          <p:cNvSpPr/>
          <p:nvPr/>
        </p:nvSpPr>
        <p:spPr>
          <a:xfrm>
            <a:off x="1683535" y="23478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1" name="Freeform 3720"/>
          <p:cNvSpPr/>
          <p:nvPr/>
        </p:nvSpPr>
        <p:spPr>
          <a:xfrm>
            <a:off x="1491995" y="31505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2" name="Freeform 3721"/>
          <p:cNvSpPr/>
          <p:nvPr/>
        </p:nvSpPr>
        <p:spPr>
          <a:xfrm>
            <a:off x="1558648" y="22612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3" name="Freeform 3722"/>
          <p:cNvSpPr/>
          <p:nvPr/>
        </p:nvSpPr>
        <p:spPr>
          <a:xfrm>
            <a:off x="1423334" y="10690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4" name="Freeform 3723"/>
          <p:cNvSpPr/>
          <p:nvPr/>
        </p:nvSpPr>
        <p:spPr>
          <a:xfrm>
            <a:off x="1776767" y="17610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5" name="Freeform 3724"/>
          <p:cNvSpPr/>
          <p:nvPr/>
        </p:nvSpPr>
        <p:spPr>
          <a:xfrm>
            <a:off x="1686595" y="21036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6" name="Freeform 3725"/>
          <p:cNvSpPr/>
          <p:nvPr/>
        </p:nvSpPr>
        <p:spPr>
          <a:xfrm>
            <a:off x="1497363" y="25394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7" name="Freeform 3726"/>
          <p:cNvSpPr/>
          <p:nvPr/>
        </p:nvSpPr>
        <p:spPr>
          <a:xfrm>
            <a:off x="1616651" y="35441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8" name="Freeform 3727"/>
          <p:cNvSpPr/>
          <p:nvPr/>
        </p:nvSpPr>
        <p:spPr>
          <a:xfrm>
            <a:off x="1724724" y="32099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9" name="Freeform 3728"/>
          <p:cNvSpPr/>
          <p:nvPr/>
        </p:nvSpPr>
        <p:spPr>
          <a:xfrm>
            <a:off x="1676086" y="17975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0" name="Freeform 3729"/>
          <p:cNvSpPr/>
          <p:nvPr/>
        </p:nvSpPr>
        <p:spPr>
          <a:xfrm>
            <a:off x="1664016" y="29212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1" name="Freeform 3730"/>
          <p:cNvSpPr/>
          <p:nvPr/>
        </p:nvSpPr>
        <p:spPr>
          <a:xfrm>
            <a:off x="1531353" y="287216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2" name="Freeform 3731"/>
          <p:cNvSpPr/>
          <p:nvPr/>
        </p:nvSpPr>
        <p:spPr>
          <a:xfrm>
            <a:off x="1554952" y="25828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3" name="Freeform 3732"/>
          <p:cNvSpPr/>
          <p:nvPr/>
        </p:nvSpPr>
        <p:spPr>
          <a:xfrm>
            <a:off x="1633301" y="30688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4" name="Freeform 3733"/>
          <p:cNvSpPr/>
          <p:nvPr/>
        </p:nvSpPr>
        <p:spPr>
          <a:xfrm>
            <a:off x="1721567" y="31581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5" name="Freeform 3734"/>
          <p:cNvSpPr/>
          <p:nvPr/>
        </p:nvSpPr>
        <p:spPr>
          <a:xfrm>
            <a:off x="1534453" y="25204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6" name="Freeform 3735"/>
          <p:cNvSpPr/>
          <p:nvPr/>
        </p:nvSpPr>
        <p:spPr>
          <a:xfrm>
            <a:off x="1503159" y="29764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7" name="Freeform 3736"/>
          <p:cNvSpPr/>
          <p:nvPr/>
        </p:nvSpPr>
        <p:spPr>
          <a:xfrm>
            <a:off x="1745505" y="28948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8" name="Freeform 3737"/>
          <p:cNvSpPr/>
          <p:nvPr/>
        </p:nvSpPr>
        <p:spPr>
          <a:xfrm>
            <a:off x="1523601" y="29165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9" name="Freeform 3738"/>
          <p:cNvSpPr/>
          <p:nvPr/>
        </p:nvSpPr>
        <p:spPr>
          <a:xfrm>
            <a:off x="1738352" y="22098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0" name="Freeform 3739"/>
          <p:cNvSpPr/>
          <p:nvPr/>
        </p:nvSpPr>
        <p:spPr>
          <a:xfrm>
            <a:off x="1649123" y="2618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1" name="Freeform 3740"/>
          <p:cNvSpPr/>
          <p:nvPr/>
        </p:nvSpPr>
        <p:spPr>
          <a:xfrm>
            <a:off x="1717373" y="258987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2" name="Freeform 3741"/>
          <p:cNvSpPr/>
          <p:nvPr/>
        </p:nvSpPr>
        <p:spPr>
          <a:xfrm>
            <a:off x="1809728" y="21694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3" name="Freeform 3742"/>
          <p:cNvSpPr/>
          <p:nvPr/>
        </p:nvSpPr>
        <p:spPr>
          <a:xfrm>
            <a:off x="1696792" y="25700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4" name="Freeform 3743"/>
          <p:cNvSpPr/>
          <p:nvPr/>
        </p:nvSpPr>
        <p:spPr>
          <a:xfrm>
            <a:off x="1706138" y="26439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5" name="Freeform 3744"/>
          <p:cNvSpPr/>
          <p:nvPr/>
        </p:nvSpPr>
        <p:spPr>
          <a:xfrm>
            <a:off x="1524936" y="2238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6" name="Freeform 3745"/>
          <p:cNvSpPr/>
          <p:nvPr/>
        </p:nvSpPr>
        <p:spPr>
          <a:xfrm>
            <a:off x="1548754" y="2130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7" name="Freeform 3746"/>
          <p:cNvSpPr/>
          <p:nvPr/>
        </p:nvSpPr>
        <p:spPr>
          <a:xfrm>
            <a:off x="1692008" y="257279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8" name="Freeform 3747"/>
          <p:cNvSpPr/>
          <p:nvPr/>
        </p:nvSpPr>
        <p:spPr>
          <a:xfrm>
            <a:off x="1787251" y="24493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9" name="Freeform 3748"/>
          <p:cNvSpPr/>
          <p:nvPr/>
        </p:nvSpPr>
        <p:spPr>
          <a:xfrm>
            <a:off x="1772043" y="291691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0" name="Freeform 3749"/>
          <p:cNvSpPr/>
          <p:nvPr/>
        </p:nvSpPr>
        <p:spPr>
          <a:xfrm>
            <a:off x="1870949" y="29596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1" name="Freeform 3750"/>
          <p:cNvSpPr/>
          <p:nvPr/>
        </p:nvSpPr>
        <p:spPr>
          <a:xfrm>
            <a:off x="1656380" y="20760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2" name="Freeform 3751"/>
          <p:cNvSpPr/>
          <p:nvPr/>
        </p:nvSpPr>
        <p:spPr>
          <a:xfrm>
            <a:off x="1644815" y="22518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3" name="Freeform 3752"/>
          <p:cNvSpPr/>
          <p:nvPr/>
        </p:nvSpPr>
        <p:spPr>
          <a:xfrm>
            <a:off x="1730761" y="22462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4" name="Freeform 3753"/>
          <p:cNvSpPr/>
          <p:nvPr/>
        </p:nvSpPr>
        <p:spPr>
          <a:xfrm>
            <a:off x="1625145" y="23407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5" name="Freeform 3754"/>
          <p:cNvSpPr/>
          <p:nvPr/>
        </p:nvSpPr>
        <p:spPr>
          <a:xfrm>
            <a:off x="1616439" y="24680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6" name="Freeform 3755"/>
          <p:cNvSpPr/>
          <p:nvPr/>
        </p:nvSpPr>
        <p:spPr>
          <a:xfrm>
            <a:off x="1511079" y="21154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7" name="Freeform 3756"/>
          <p:cNvSpPr/>
          <p:nvPr/>
        </p:nvSpPr>
        <p:spPr>
          <a:xfrm>
            <a:off x="1729158" y="19860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8" name="Freeform 3757"/>
          <p:cNvSpPr/>
          <p:nvPr/>
        </p:nvSpPr>
        <p:spPr>
          <a:xfrm>
            <a:off x="1508444" y="19990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9" name="Freeform 3758"/>
          <p:cNvSpPr/>
          <p:nvPr/>
        </p:nvSpPr>
        <p:spPr>
          <a:xfrm>
            <a:off x="1677921" y="25476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0" name="Freeform 3759"/>
          <p:cNvSpPr/>
          <p:nvPr/>
        </p:nvSpPr>
        <p:spPr>
          <a:xfrm>
            <a:off x="1471305" y="17410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1" name="Freeform 3760"/>
          <p:cNvSpPr/>
          <p:nvPr/>
        </p:nvSpPr>
        <p:spPr>
          <a:xfrm>
            <a:off x="1740403" y="23691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2" name="Freeform 3761"/>
          <p:cNvSpPr/>
          <p:nvPr/>
        </p:nvSpPr>
        <p:spPr>
          <a:xfrm>
            <a:off x="1513064" y="21502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3" name="Freeform 3762"/>
          <p:cNvSpPr/>
          <p:nvPr/>
        </p:nvSpPr>
        <p:spPr>
          <a:xfrm>
            <a:off x="1713354" y="234012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4" name="Freeform 3763"/>
          <p:cNvSpPr/>
          <p:nvPr/>
        </p:nvSpPr>
        <p:spPr>
          <a:xfrm>
            <a:off x="1453101" y="23591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5" name="Freeform 3764"/>
          <p:cNvSpPr/>
          <p:nvPr/>
        </p:nvSpPr>
        <p:spPr>
          <a:xfrm>
            <a:off x="1576072" y="28919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6" name="Freeform 3765"/>
          <p:cNvSpPr/>
          <p:nvPr/>
        </p:nvSpPr>
        <p:spPr>
          <a:xfrm>
            <a:off x="1749176" y="21128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7" name="Freeform 3766"/>
          <p:cNvSpPr/>
          <p:nvPr/>
        </p:nvSpPr>
        <p:spPr>
          <a:xfrm>
            <a:off x="1536969" y="9504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8" name="Freeform 3767"/>
          <p:cNvSpPr/>
          <p:nvPr/>
        </p:nvSpPr>
        <p:spPr>
          <a:xfrm>
            <a:off x="1630310" y="26962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9" name="Freeform 3768"/>
          <p:cNvSpPr/>
          <p:nvPr/>
        </p:nvSpPr>
        <p:spPr>
          <a:xfrm>
            <a:off x="1571941" y="24545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0" name="Freeform 3769"/>
          <p:cNvSpPr/>
          <p:nvPr/>
        </p:nvSpPr>
        <p:spPr>
          <a:xfrm>
            <a:off x="1376069" y="27349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1" name="Freeform 3770"/>
          <p:cNvSpPr/>
          <p:nvPr/>
        </p:nvSpPr>
        <p:spPr>
          <a:xfrm>
            <a:off x="1656077" y="27576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2" name="Freeform 3771"/>
          <p:cNvSpPr/>
          <p:nvPr/>
        </p:nvSpPr>
        <p:spPr>
          <a:xfrm>
            <a:off x="1669363" y="16557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3" name="Freeform 3772"/>
          <p:cNvSpPr/>
          <p:nvPr/>
        </p:nvSpPr>
        <p:spPr>
          <a:xfrm>
            <a:off x="1504617" y="28579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4" name="Freeform 3773"/>
          <p:cNvSpPr/>
          <p:nvPr/>
        </p:nvSpPr>
        <p:spPr>
          <a:xfrm>
            <a:off x="1684492" y="275008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5" name="Freeform 3774"/>
          <p:cNvSpPr/>
          <p:nvPr/>
        </p:nvSpPr>
        <p:spPr>
          <a:xfrm>
            <a:off x="1538002" y="33537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6" name="Freeform 3775"/>
          <p:cNvSpPr/>
          <p:nvPr/>
        </p:nvSpPr>
        <p:spPr>
          <a:xfrm>
            <a:off x="1515783" y="29038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7" name="Freeform 3776"/>
          <p:cNvSpPr/>
          <p:nvPr/>
        </p:nvSpPr>
        <p:spPr>
          <a:xfrm>
            <a:off x="1623855" y="34192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8" name="Freeform 3777"/>
          <p:cNvSpPr/>
          <p:nvPr/>
        </p:nvSpPr>
        <p:spPr>
          <a:xfrm>
            <a:off x="1550227" y="21505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9" name="Freeform 3778"/>
          <p:cNvSpPr/>
          <p:nvPr/>
        </p:nvSpPr>
        <p:spPr>
          <a:xfrm>
            <a:off x="1868357" y="9751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0" name="Freeform 3779"/>
          <p:cNvSpPr/>
          <p:nvPr/>
        </p:nvSpPr>
        <p:spPr>
          <a:xfrm>
            <a:off x="1456783" y="26918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1" name="Freeform 3780"/>
          <p:cNvSpPr/>
          <p:nvPr/>
        </p:nvSpPr>
        <p:spPr>
          <a:xfrm>
            <a:off x="1702117" y="33967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2" name="Freeform 3781"/>
          <p:cNvSpPr/>
          <p:nvPr/>
        </p:nvSpPr>
        <p:spPr>
          <a:xfrm>
            <a:off x="1728911" y="20051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3" name="Freeform 3782"/>
          <p:cNvSpPr/>
          <p:nvPr/>
        </p:nvSpPr>
        <p:spPr>
          <a:xfrm>
            <a:off x="1411388" y="28871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4" name="Freeform 3783"/>
          <p:cNvSpPr/>
          <p:nvPr/>
        </p:nvSpPr>
        <p:spPr>
          <a:xfrm>
            <a:off x="1437788" y="17886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5" name="Freeform 3784"/>
          <p:cNvSpPr/>
          <p:nvPr/>
        </p:nvSpPr>
        <p:spPr>
          <a:xfrm>
            <a:off x="1683284" y="2645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6" name="Freeform 3785"/>
          <p:cNvSpPr/>
          <p:nvPr/>
        </p:nvSpPr>
        <p:spPr>
          <a:xfrm>
            <a:off x="1571612" y="28356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7" name="Freeform 3786"/>
          <p:cNvSpPr/>
          <p:nvPr/>
        </p:nvSpPr>
        <p:spPr>
          <a:xfrm>
            <a:off x="1664154" y="25895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8" name="Freeform 3787"/>
          <p:cNvSpPr/>
          <p:nvPr/>
        </p:nvSpPr>
        <p:spPr>
          <a:xfrm>
            <a:off x="1745015" y="20822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9" name="Freeform 3788"/>
          <p:cNvSpPr/>
          <p:nvPr/>
        </p:nvSpPr>
        <p:spPr>
          <a:xfrm>
            <a:off x="1583311" y="26163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0" name="Freeform 3789"/>
          <p:cNvSpPr/>
          <p:nvPr/>
        </p:nvSpPr>
        <p:spPr>
          <a:xfrm>
            <a:off x="1509303" y="27623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1" name="Freeform 3790"/>
          <p:cNvSpPr/>
          <p:nvPr/>
        </p:nvSpPr>
        <p:spPr>
          <a:xfrm>
            <a:off x="1331138" y="26008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2" name="Freeform 3791"/>
          <p:cNvSpPr/>
          <p:nvPr/>
        </p:nvSpPr>
        <p:spPr>
          <a:xfrm>
            <a:off x="1645009" y="31826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3" name="Freeform 3792"/>
          <p:cNvSpPr/>
          <p:nvPr/>
        </p:nvSpPr>
        <p:spPr>
          <a:xfrm>
            <a:off x="1523782" y="22778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4" name="Freeform 3793"/>
          <p:cNvSpPr/>
          <p:nvPr/>
        </p:nvSpPr>
        <p:spPr>
          <a:xfrm>
            <a:off x="1656646" y="34617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5" name="Freeform 3794"/>
          <p:cNvSpPr/>
          <p:nvPr/>
        </p:nvSpPr>
        <p:spPr>
          <a:xfrm>
            <a:off x="1647900" y="27338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6" name="Freeform 3795"/>
          <p:cNvSpPr/>
          <p:nvPr/>
        </p:nvSpPr>
        <p:spPr>
          <a:xfrm>
            <a:off x="1475017" y="20813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7" name="Freeform 3796"/>
          <p:cNvSpPr/>
          <p:nvPr/>
        </p:nvSpPr>
        <p:spPr>
          <a:xfrm>
            <a:off x="1807535" y="23287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8" name="Freeform 3797"/>
          <p:cNvSpPr/>
          <p:nvPr/>
        </p:nvSpPr>
        <p:spPr>
          <a:xfrm>
            <a:off x="1739004" y="21730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9" name="Freeform 3798"/>
          <p:cNvSpPr/>
          <p:nvPr/>
        </p:nvSpPr>
        <p:spPr>
          <a:xfrm>
            <a:off x="1713866" y="25283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0" name="Freeform 3799"/>
          <p:cNvSpPr/>
          <p:nvPr/>
        </p:nvSpPr>
        <p:spPr>
          <a:xfrm>
            <a:off x="1496412" y="18588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1" name="Freeform 3800"/>
          <p:cNvSpPr/>
          <p:nvPr/>
        </p:nvSpPr>
        <p:spPr>
          <a:xfrm>
            <a:off x="1579537" y="19917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2" name="Freeform 3801"/>
          <p:cNvSpPr/>
          <p:nvPr/>
        </p:nvSpPr>
        <p:spPr>
          <a:xfrm>
            <a:off x="1564614" y="22511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3" name="Freeform 3802"/>
          <p:cNvSpPr/>
          <p:nvPr/>
        </p:nvSpPr>
        <p:spPr>
          <a:xfrm>
            <a:off x="1578752" y="199018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4" name="Freeform 3803"/>
          <p:cNvSpPr/>
          <p:nvPr/>
        </p:nvSpPr>
        <p:spPr>
          <a:xfrm>
            <a:off x="1502869" y="208621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5" name="Freeform 3804"/>
          <p:cNvSpPr/>
          <p:nvPr/>
        </p:nvSpPr>
        <p:spPr>
          <a:xfrm>
            <a:off x="1669618" y="273131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6" name="Freeform 3805"/>
          <p:cNvSpPr/>
          <p:nvPr/>
        </p:nvSpPr>
        <p:spPr>
          <a:xfrm>
            <a:off x="1647644" y="32216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7" name="Freeform 3806"/>
          <p:cNvSpPr/>
          <p:nvPr/>
        </p:nvSpPr>
        <p:spPr>
          <a:xfrm>
            <a:off x="1662208" y="22651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8" name="Freeform 3807"/>
          <p:cNvSpPr/>
          <p:nvPr/>
        </p:nvSpPr>
        <p:spPr>
          <a:xfrm>
            <a:off x="1568997" y="21969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9" name="Freeform 3808"/>
          <p:cNvSpPr/>
          <p:nvPr/>
        </p:nvSpPr>
        <p:spPr>
          <a:xfrm>
            <a:off x="1761229" y="19018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0" name="Freeform 3809"/>
          <p:cNvSpPr/>
          <p:nvPr/>
        </p:nvSpPr>
        <p:spPr>
          <a:xfrm>
            <a:off x="1643206" y="30006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1" name="Freeform 3810"/>
          <p:cNvSpPr/>
          <p:nvPr/>
        </p:nvSpPr>
        <p:spPr>
          <a:xfrm>
            <a:off x="1330241" y="29844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2" name="Freeform 3811"/>
          <p:cNvSpPr/>
          <p:nvPr/>
        </p:nvSpPr>
        <p:spPr>
          <a:xfrm>
            <a:off x="1554645" y="22437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3" name="Freeform 3812"/>
          <p:cNvSpPr/>
          <p:nvPr/>
        </p:nvSpPr>
        <p:spPr>
          <a:xfrm>
            <a:off x="1617024" y="25316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4" name="Freeform 3813"/>
          <p:cNvSpPr/>
          <p:nvPr/>
        </p:nvSpPr>
        <p:spPr>
          <a:xfrm>
            <a:off x="1726388" y="35154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5" name="Freeform 3814"/>
          <p:cNvSpPr/>
          <p:nvPr/>
        </p:nvSpPr>
        <p:spPr>
          <a:xfrm>
            <a:off x="1590952" y="22896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6" name="Freeform 3815"/>
          <p:cNvSpPr/>
          <p:nvPr/>
        </p:nvSpPr>
        <p:spPr>
          <a:xfrm>
            <a:off x="1596369" y="34973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7" name="Freeform 3816"/>
          <p:cNvSpPr/>
          <p:nvPr/>
        </p:nvSpPr>
        <p:spPr>
          <a:xfrm>
            <a:off x="1552217" y="30055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8" name="Freeform 3817"/>
          <p:cNvSpPr/>
          <p:nvPr/>
        </p:nvSpPr>
        <p:spPr>
          <a:xfrm>
            <a:off x="1694320" y="17602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9" name="Freeform 3818"/>
          <p:cNvSpPr/>
          <p:nvPr/>
        </p:nvSpPr>
        <p:spPr>
          <a:xfrm>
            <a:off x="1575241" y="15036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0" name="Freeform 3819"/>
          <p:cNvSpPr/>
          <p:nvPr/>
        </p:nvSpPr>
        <p:spPr>
          <a:xfrm>
            <a:off x="1558567" y="31521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1" name="Freeform 3820"/>
          <p:cNvSpPr/>
          <p:nvPr/>
        </p:nvSpPr>
        <p:spPr>
          <a:xfrm>
            <a:off x="1543729" y="26716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2" name="Freeform 3821"/>
          <p:cNvSpPr/>
          <p:nvPr/>
        </p:nvSpPr>
        <p:spPr>
          <a:xfrm>
            <a:off x="1682663" y="24699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3" name="Freeform 3822"/>
          <p:cNvSpPr/>
          <p:nvPr/>
        </p:nvSpPr>
        <p:spPr>
          <a:xfrm>
            <a:off x="1566106" y="15273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4" name="Freeform 3823"/>
          <p:cNvSpPr/>
          <p:nvPr/>
        </p:nvSpPr>
        <p:spPr>
          <a:xfrm>
            <a:off x="1443841" y="27602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5" name="Freeform 3824"/>
          <p:cNvSpPr/>
          <p:nvPr/>
        </p:nvSpPr>
        <p:spPr>
          <a:xfrm>
            <a:off x="1689731" y="27516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6" name="Freeform 3825"/>
          <p:cNvSpPr/>
          <p:nvPr/>
        </p:nvSpPr>
        <p:spPr>
          <a:xfrm>
            <a:off x="1548096" y="16534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7" name="Freeform 3826"/>
          <p:cNvSpPr/>
          <p:nvPr/>
        </p:nvSpPr>
        <p:spPr>
          <a:xfrm>
            <a:off x="1661312" y="26962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8" name="Freeform 3827"/>
          <p:cNvSpPr/>
          <p:nvPr/>
        </p:nvSpPr>
        <p:spPr>
          <a:xfrm>
            <a:off x="1663108" y="21015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9" name="Freeform 3828"/>
          <p:cNvSpPr/>
          <p:nvPr/>
        </p:nvSpPr>
        <p:spPr>
          <a:xfrm>
            <a:off x="1751879" y="32939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0" name="Freeform 3829"/>
          <p:cNvSpPr/>
          <p:nvPr/>
        </p:nvSpPr>
        <p:spPr>
          <a:xfrm>
            <a:off x="1734861" y="25858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1" name="Freeform 3830"/>
          <p:cNvSpPr/>
          <p:nvPr/>
        </p:nvSpPr>
        <p:spPr>
          <a:xfrm>
            <a:off x="1561608" y="33928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2" name="Freeform 3831"/>
          <p:cNvSpPr/>
          <p:nvPr/>
        </p:nvSpPr>
        <p:spPr>
          <a:xfrm>
            <a:off x="1605323" y="30652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3" name="Freeform 3832"/>
          <p:cNvSpPr/>
          <p:nvPr/>
        </p:nvSpPr>
        <p:spPr>
          <a:xfrm>
            <a:off x="1485080" y="203807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4" name="Freeform 3833"/>
          <p:cNvSpPr/>
          <p:nvPr/>
        </p:nvSpPr>
        <p:spPr>
          <a:xfrm>
            <a:off x="1802556" y="25201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5" name="Freeform 3834"/>
          <p:cNvSpPr/>
          <p:nvPr/>
        </p:nvSpPr>
        <p:spPr>
          <a:xfrm>
            <a:off x="1670365" y="26660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6" name="Freeform 3835"/>
          <p:cNvSpPr/>
          <p:nvPr/>
        </p:nvSpPr>
        <p:spPr>
          <a:xfrm>
            <a:off x="1772291" y="28989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7" name="Freeform 3836"/>
          <p:cNvSpPr/>
          <p:nvPr/>
        </p:nvSpPr>
        <p:spPr>
          <a:xfrm>
            <a:off x="1588997" y="26126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8" name="Freeform 3837"/>
          <p:cNvSpPr/>
          <p:nvPr/>
        </p:nvSpPr>
        <p:spPr>
          <a:xfrm>
            <a:off x="1403913" y="23298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9" name="Freeform 3838"/>
          <p:cNvSpPr/>
          <p:nvPr/>
        </p:nvSpPr>
        <p:spPr>
          <a:xfrm>
            <a:off x="1786978" y="196016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0" name="Freeform 3839"/>
          <p:cNvSpPr/>
          <p:nvPr/>
        </p:nvSpPr>
        <p:spPr>
          <a:xfrm>
            <a:off x="1633083" y="3916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1" name="Freeform 3840"/>
          <p:cNvSpPr/>
          <p:nvPr/>
        </p:nvSpPr>
        <p:spPr>
          <a:xfrm>
            <a:off x="1637369" y="29440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2" name="Freeform 3841"/>
          <p:cNvSpPr/>
          <p:nvPr/>
        </p:nvSpPr>
        <p:spPr>
          <a:xfrm>
            <a:off x="1629055" y="24068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3" name="Freeform 3842"/>
          <p:cNvSpPr/>
          <p:nvPr/>
        </p:nvSpPr>
        <p:spPr>
          <a:xfrm>
            <a:off x="1692086" y="25466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4" name="Freeform 3843"/>
          <p:cNvSpPr/>
          <p:nvPr/>
        </p:nvSpPr>
        <p:spPr>
          <a:xfrm>
            <a:off x="1680154" y="22743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5" name="Freeform 3844"/>
          <p:cNvSpPr/>
          <p:nvPr/>
        </p:nvSpPr>
        <p:spPr>
          <a:xfrm>
            <a:off x="1452973" y="23480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6" name="Freeform 3845"/>
          <p:cNvSpPr/>
          <p:nvPr/>
        </p:nvSpPr>
        <p:spPr>
          <a:xfrm>
            <a:off x="1739393" y="26583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7" name="Freeform 3846"/>
          <p:cNvSpPr/>
          <p:nvPr/>
        </p:nvSpPr>
        <p:spPr>
          <a:xfrm>
            <a:off x="1566537" y="27786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8" name="Freeform 3847"/>
          <p:cNvSpPr/>
          <p:nvPr/>
        </p:nvSpPr>
        <p:spPr>
          <a:xfrm>
            <a:off x="1573159" y="26261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9" name="Freeform 3848"/>
          <p:cNvSpPr/>
          <p:nvPr/>
        </p:nvSpPr>
        <p:spPr>
          <a:xfrm>
            <a:off x="1807915" y="18702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0" name="Freeform 3849"/>
          <p:cNvSpPr/>
          <p:nvPr/>
        </p:nvSpPr>
        <p:spPr>
          <a:xfrm>
            <a:off x="1721599" y="28899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1" name="Freeform 3850"/>
          <p:cNvSpPr/>
          <p:nvPr/>
        </p:nvSpPr>
        <p:spPr>
          <a:xfrm>
            <a:off x="1586944" y="25271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2" name="Freeform 3851"/>
          <p:cNvSpPr/>
          <p:nvPr/>
        </p:nvSpPr>
        <p:spPr>
          <a:xfrm>
            <a:off x="1424533" y="23936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3" name="Freeform 3852"/>
          <p:cNvSpPr/>
          <p:nvPr/>
        </p:nvSpPr>
        <p:spPr>
          <a:xfrm>
            <a:off x="1640413" y="16471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4" name="Freeform 3853"/>
          <p:cNvSpPr/>
          <p:nvPr/>
        </p:nvSpPr>
        <p:spPr>
          <a:xfrm>
            <a:off x="1680745" y="26558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5" name="Freeform 3854"/>
          <p:cNvSpPr/>
          <p:nvPr/>
        </p:nvSpPr>
        <p:spPr>
          <a:xfrm>
            <a:off x="1614506" y="19732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6" name="Freeform 3855"/>
          <p:cNvSpPr/>
          <p:nvPr/>
        </p:nvSpPr>
        <p:spPr>
          <a:xfrm>
            <a:off x="1489826" y="18251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7" name="Freeform 3856"/>
          <p:cNvSpPr/>
          <p:nvPr/>
        </p:nvSpPr>
        <p:spPr>
          <a:xfrm>
            <a:off x="1538537" y="25276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8" name="Freeform 3857"/>
          <p:cNvSpPr/>
          <p:nvPr/>
        </p:nvSpPr>
        <p:spPr>
          <a:xfrm>
            <a:off x="1488844" y="26073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9" name="Freeform 3858"/>
          <p:cNvSpPr/>
          <p:nvPr/>
        </p:nvSpPr>
        <p:spPr>
          <a:xfrm>
            <a:off x="1646164" y="26714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0" name="Freeform 3859"/>
          <p:cNvSpPr/>
          <p:nvPr/>
        </p:nvSpPr>
        <p:spPr>
          <a:xfrm>
            <a:off x="1710780" y="26317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1" name="Freeform 3860"/>
          <p:cNvSpPr/>
          <p:nvPr/>
        </p:nvSpPr>
        <p:spPr>
          <a:xfrm>
            <a:off x="1732815" y="20299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2" name="Freeform 3861"/>
          <p:cNvSpPr/>
          <p:nvPr/>
        </p:nvSpPr>
        <p:spPr>
          <a:xfrm>
            <a:off x="1544791" y="23678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3" name="Freeform 3862"/>
          <p:cNvSpPr/>
          <p:nvPr/>
        </p:nvSpPr>
        <p:spPr>
          <a:xfrm>
            <a:off x="1648264" y="23654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4" name="Freeform 3863"/>
          <p:cNvSpPr/>
          <p:nvPr/>
        </p:nvSpPr>
        <p:spPr>
          <a:xfrm>
            <a:off x="1682394" y="3103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5" name="Freeform 3864"/>
          <p:cNvSpPr/>
          <p:nvPr/>
        </p:nvSpPr>
        <p:spPr>
          <a:xfrm>
            <a:off x="1568441" y="30175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6" name="Freeform 3865"/>
          <p:cNvSpPr/>
          <p:nvPr/>
        </p:nvSpPr>
        <p:spPr>
          <a:xfrm>
            <a:off x="1607235" y="13309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7" name="Freeform 3866"/>
          <p:cNvSpPr/>
          <p:nvPr/>
        </p:nvSpPr>
        <p:spPr>
          <a:xfrm>
            <a:off x="1850324" y="25894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8" name="Freeform 3867"/>
          <p:cNvSpPr/>
          <p:nvPr/>
        </p:nvSpPr>
        <p:spPr>
          <a:xfrm>
            <a:off x="1645065" y="29131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9" name="Freeform 3868"/>
          <p:cNvSpPr/>
          <p:nvPr/>
        </p:nvSpPr>
        <p:spPr>
          <a:xfrm>
            <a:off x="1717577" y="17171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0" name="Freeform 3869"/>
          <p:cNvSpPr/>
          <p:nvPr/>
        </p:nvSpPr>
        <p:spPr>
          <a:xfrm>
            <a:off x="1576605" y="23402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1" name="Freeform 3870"/>
          <p:cNvSpPr/>
          <p:nvPr/>
        </p:nvSpPr>
        <p:spPr>
          <a:xfrm>
            <a:off x="1627589" y="21796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2" name="Freeform 3871"/>
          <p:cNvSpPr/>
          <p:nvPr/>
        </p:nvSpPr>
        <p:spPr>
          <a:xfrm>
            <a:off x="1439730" y="25679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3" name="Freeform 3872"/>
          <p:cNvSpPr/>
          <p:nvPr/>
        </p:nvSpPr>
        <p:spPr>
          <a:xfrm>
            <a:off x="1620440" y="26658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4" name="Freeform 3873"/>
          <p:cNvSpPr/>
          <p:nvPr/>
        </p:nvSpPr>
        <p:spPr>
          <a:xfrm>
            <a:off x="1750667" y="25850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5" name="Freeform 3874"/>
          <p:cNvSpPr/>
          <p:nvPr/>
        </p:nvSpPr>
        <p:spPr>
          <a:xfrm>
            <a:off x="1847653" y="32427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6" name="Freeform 3875"/>
          <p:cNvSpPr/>
          <p:nvPr/>
        </p:nvSpPr>
        <p:spPr>
          <a:xfrm>
            <a:off x="1751133" y="25407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7" name="Freeform 3876"/>
          <p:cNvSpPr/>
          <p:nvPr/>
        </p:nvSpPr>
        <p:spPr>
          <a:xfrm>
            <a:off x="1696599" y="23325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8" name="Freeform 3877"/>
          <p:cNvSpPr/>
          <p:nvPr/>
        </p:nvSpPr>
        <p:spPr>
          <a:xfrm>
            <a:off x="1628788" y="14898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9" name="Freeform 3878"/>
          <p:cNvSpPr/>
          <p:nvPr/>
        </p:nvSpPr>
        <p:spPr>
          <a:xfrm>
            <a:off x="1558940" y="24464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0" name="Freeform 3879"/>
          <p:cNvSpPr/>
          <p:nvPr/>
        </p:nvSpPr>
        <p:spPr>
          <a:xfrm>
            <a:off x="1605977" y="37585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1" name="Freeform 3880"/>
          <p:cNvSpPr/>
          <p:nvPr/>
        </p:nvSpPr>
        <p:spPr>
          <a:xfrm>
            <a:off x="1688680" y="25440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2" name="Freeform 3881"/>
          <p:cNvSpPr/>
          <p:nvPr/>
        </p:nvSpPr>
        <p:spPr>
          <a:xfrm>
            <a:off x="1539131" y="10078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3" name="Freeform 3882"/>
          <p:cNvSpPr/>
          <p:nvPr/>
        </p:nvSpPr>
        <p:spPr>
          <a:xfrm>
            <a:off x="1722944" y="20233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4" name="Freeform 3883"/>
          <p:cNvSpPr/>
          <p:nvPr/>
        </p:nvSpPr>
        <p:spPr>
          <a:xfrm>
            <a:off x="1517845" y="29326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5" name="Freeform 3884"/>
          <p:cNvSpPr/>
          <p:nvPr/>
        </p:nvSpPr>
        <p:spPr>
          <a:xfrm>
            <a:off x="1432786" y="21725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6" name="Freeform 3885"/>
          <p:cNvSpPr/>
          <p:nvPr/>
        </p:nvSpPr>
        <p:spPr>
          <a:xfrm>
            <a:off x="1514852" y="28953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7" name="Freeform 3886"/>
          <p:cNvSpPr/>
          <p:nvPr/>
        </p:nvSpPr>
        <p:spPr>
          <a:xfrm>
            <a:off x="1444966" y="32270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8" name="Freeform 3887"/>
          <p:cNvSpPr/>
          <p:nvPr/>
        </p:nvSpPr>
        <p:spPr>
          <a:xfrm>
            <a:off x="1476315" y="26819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9" name="Freeform 3888"/>
          <p:cNvSpPr/>
          <p:nvPr/>
        </p:nvSpPr>
        <p:spPr>
          <a:xfrm>
            <a:off x="1744233" y="24434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0" name="Freeform 3889"/>
          <p:cNvSpPr/>
          <p:nvPr/>
        </p:nvSpPr>
        <p:spPr>
          <a:xfrm>
            <a:off x="1601710" y="3508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1" name="Freeform 3890"/>
          <p:cNvSpPr/>
          <p:nvPr/>
        </p:nvSpPr>
        <p:spPr>
          <a:xfrm>
            <a:off x="1646505" y="31160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2" name="Freeform 3891"/>
          <p:cNvSpPr/>
          <p:nvPr/>
        </p:nvSpPr>
        <p:spPr>
          <a:xfrm>
            <a:off x="1747012" y="24874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3" name="Freeform 3892"/>
          <p:cNvSpPr/>
          <p:nvPr/>
        </p:nvSpPr>
        <p:spPr>
          <a:xfrm>
            <a:off x="1757815" y="27143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4" name="Freeform 3893"/>
          <p:cNvSpPr/>
          <p:nvPr/>
        </p:nvSpPr>
        <p:spPr>
          <a:xfrm>
            <a:off x="1569142" y="22790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5" name="Freeform 3894"/>
          <p:cNvSpPr/>
          <p:nvPr/>
        </p:nvSpPr>
        <p:spPr>
          <a:xfrm>
            <a:off x="1765246" y="31515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6" name="Freeform 3895"/>
          <p:cNvSpPr/>
          <p:nvPr/>
        </p:nvSpPr>
        <p:spPr>
          <a:xfrm>
            <a:off x="1664264" y="21058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7" name="Freeform 3896"/>
          <p:cNvSpPr/>
          <p:nvPr/>
        </p:nvSpPr>
        <p:spPr>
          <a:xfrm>
            <a:off x="1623478" y="31348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8" name="Freeform 3897"/>
          <p:cNvSpPr/>
          <p:nvPr/>
        </p:nvSpPr>
        <p:spPr>
          <a:xfrm>
            <a:off x="1670416" y="16024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9" name="Freeform 3898"/>
          <p:cNvSpPr/>
          <p:nvPr/>
        </p:nvSpPr>
        <p:spPr>
          <a:xfrm>
            <a:off x="1470614" y="34232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0" name="Freeform 3899"/>
          <p:cNvSpPr/>
          <p:nvPr/>
        </p:nvSpPr>
        <p:spPr>
          <a:xfrm>
            <a:off x="1539028" y="30853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1" name="Freeform 3900"/>
          <p:cNvSpPr/>
          <p:nvPr/>
        </p:nvSpPr>
        <p:spPr>
          <a:xfrm>
            <a:off x="1611553" y="22667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2" name="Freeform 3901"/>
          <p:cNvSpPr/>
          <p:nvPr/>
        </p:nvSpPr>
        <p:spPr>
          <a:xfrm>
            <a:off x="1688346" y="15907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3" name="Freeform 3902"/>
          <p:cNvSpPr/>
          <p:nvPr/>
        </p:nvSpPr>
        <p:spPr>
          <a:xfrm>
            <a:off x="1583323" y="232225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4" name="Freeform 3903"/>
          <p:cNvSpPr/>
          <p:nvPr/>
        </p:nvSpPr>
        <p:spPr>
          <a:xfrm>
            <a:off x="1609502" y="21879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5" name="Freeform 3904"/>
          <p:cNvSpPr/>
          <p:nvPr/>
        </p:nvSpPr>
        <p:spPr>
          <a:xfrm>
            <a:off x="1726828" y="24835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6" name="Freeform 3905"/>
          <p:cNvSpPr/>
          <p:nvPr/>
        </p:nvSpPr>
        <p:spPr>
          <a:xfrm>
            <a:off x="1774140" y="30495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7" name="Freeform 3906"/>
          <p:cNvSpPr/>
          <p:nvPr/>
        </p:nvSpPr>
        <p:spPr>
          <a:xfrm>
            <a:off x="1705186" y="2758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8" name="Freeform 3907"/>
          <p:cNvSpPr/>
          <p:nvPr/>
        </p:nvSpPr>
        <p:spPr>
          <a:xfrm>
            <a:off x="1758812" y="3150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9" name="Freeform 3908"/>
          <p:cNvSpPr/>
          <p:nvPr/>
        </p:nvSpPr>
        <p:spPr>
          <a:xfrm>
            <a:off x="1579865" y="31863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0" name="Freeform 3909"/>
          <p:cNvSpPr/>
          <p:nvPr/>
        </p:nvSpPr>
        <p:spPr>
          <a:xfrm>
            <a:off x="1590341" y="22752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1" name="Freeform 3910"/>
          <p:cNvSpPr/>
          <p:nvPr/>
        </p:nvSpPr>
        <p:spPr>
          <a:xfrm>
            <a:off x="1657178" y="31019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2" name="Freeform 3911"/>
          <p:cNvSpPr/>
          <p:nvPr/>
        </p:nvSpPr>
        <p:spPr>
          <a:xfrm>
            <a:off x="1590914" y="23198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3" name="Freeform 3912"/>
          <p:cNvSpPr/>
          <p:nvPr/>
        </p:nvSpPr>
        <p:spPr>
          <a:xfrm>
            <a:off x="1568871" y="31988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4" name="Freeform 3913"/>
          <p:cNvSpPr/>
          <p:nvPr/>
        </p:nvSpPr>
        <p:spPr>
          <a:xfrm>
            <a:off x="1799861" y="23323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5" name="Freeform 3914"/>
          <p:cNvSpPr/>
          <p:nvPr/>
        </p:nvSpPr>
        <p:spPr>
          <a:xfrm>
            <a:off x="1601600" y="27580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6" name="Freeform 3915"/>
          <p:cNvSpPr/>
          <p:nvPr/>
        </p:nvSpPr>
        <p:spPr>
          <a:xfrm>
            <a:off x="1519782" y="17304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7" name="Freeform 3916"/>
          <p:cNvSpPr/>
          <p:nvPr/>
        </p:nvSpPr>
        <p:spPr>
          <a:xfrm>
            <a:off x="1675262" y="23175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8" name="Freeform 3917"/>
          <p:cNvSpPr/>
          <p:nvPr/>
        </p:nvSpPr>
        <p:spPr>
          <a:xfrm>
            <a:off x="1819507" y="18230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9" name="Freeform 3918"/>
          <p:cNvSpPr/>
          <p:nvPr/>
        </p:nvSpPr>
        <p:spPr>
          <a:xfrm>
            <a:off x="1631766" y="29027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0" name="Freeform 3919"/>
          <p:cNvSpPr/>
          <p:nvPr/>
        </p:nvSpPr>
        <p:spPr>
          <a:xfrm>
            <a:off x="1754849" y="24626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1" name="Freeform 3920"/>
          <p:cNvSpPr/>
          <p:nvPr/>
        </p:nvSpPr>
        <p:spPr>
          <a:xfrm>
            <a:off x="1576283" y="3024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2" name="Freeform 3921"/>
          <p:cNvSpPr/>
          <p:nvPr/>
        </p:nvSpPr>
        <p:spPr>
          <a:xfrm>
            <a:off x="1570563" y="27172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3" name="Freeform 3922"/>
          <p:cNvSpPr/>
          <p:nvPr/>
        </p:nvSpPr>
        <p:spPr>
          <a:xfrm>
            <a:off x="1549328" y="26351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4" name="Freeform 3923"/>
          <p:cNvSpPr/>
          <p:nvPr/>
        </p:nvSpPr>
        <p:spPr>
          <a:xfrm>
            <a:off x="1607780" y="28865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5" name="Freeform 3924"/>
          <p:cNvSpPr/>
          <p:nvPr/>
        </p:nvSpPr>
        <p:spPr>
          <a:xfrm>
            <a:off x="1819566" y="31520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6" name="Freeform 3925"/>
          <p:cNvSpPr/>
          <p:nvPr/>
        </p:nvSpPr>
        <p:spPr>
          <a:xfrm>
            <a:off x="1499512" y="32594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7" name="Freeform 3926"/>
          <p:cNvSpPr/>
          <p:nvPr/>
        </p:nvSpPr>
        <p:spPr>
          <a:xfrm>
            <a:off x="1798267" y="37615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8" name="Freeform 3927"/>
          <p:cNvSpPr/>
          <p:nvPr/>
        </p:nvSpPr>
        <p:spPr>
          <a:xfrm>
            <a:off x="1515242" y="30657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9" name="Freeform 3928"/>
          <p:cNvSpPr/>
          <p:nvPr/>
        </p:nvSpPr>
        <p:spPr>
          <a:xfrm>
            <a:off x="1598110" y="21528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0" name="Freeform 3929"/>
          <p:cNvSpPr/>
          <p:nvPr/>
        </p:nvSpPr>
        <p:spPr>
          <a:xfrm>
            <a:off x="1712531" y="33596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1" name="Freeform 3930"/>
          <p:cNvSpPr/>
          <p:nvPr/>
        </p:nvSpPr>
        <p:spPr>
          <a:xfrm>
            <a:off x="1690545" y="3234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2" name="Freeform 3931"/>
          <p:cNvSpPr/>
          <p:nvPr/>
        </p:nvSpPr>
        <p:spPr>
          <a:xfrm>
            <a:off x="1653292" y="15221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3" name="Freeform 3932"/>
          <p:cNvSpPr/>
          <p:nvPr/>
        </p:nvSpPr>
        <p:spPr>
          <a:xfrm>
            <a:off x="1446680" y="28381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4" name="Freeform 3933"/>
          <p:cNvSpPr/>
          <p:nvPr/>
        </p:nvSpPr>
        <p:spPr>
          <a:xfrm>
            <a:off x="1661872" y="23190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5" name="Freeform 3934"/>
          <p:cNvSpPr/>
          <p:nvPr/>
        </p:nvSpPr>
        <p:spPr>
          <a:xfrm>
            <a:off x="1513754" y="21448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6" name="Freeform 3935"/>
          <p:cNvSpPr/>
          <p:nvPr/>
        </p:nvSpPr>
        <p:spPr>
          <a:xfrm>
            <a:off x="1897933" y="21338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7" name="Freeform 3936"/>
          <p:cNvSpPr/>
          <p:nvPr/>
        </p:nvSpPr>
        <p:spPr>
          <a:xfrm>
            <a:off x="1600290" y="33183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8" name="Freeform 3937"/>
          <p:cNvSpPr/>
          <p:nvPr/>
        </p:nvSpPr>
        <p:spPr>
          <a:xfrm>
            <a:off x="1643310" y="26183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9" name="Freeform 3938"/>
          <p:cNvSpPr/>
          <p:nvPr/>
        </p:nvSpPr>
        <p:spPr>
          <a:xfrm>
            <a:off x="1500453" y="33703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0" name="Freeform 3939"/>
          <p:cNvSpPr/>
          <p:nvPr/>
        </p:nvSpPr>
        <p:spPr>
          <a:xfrm>
            <a:off x="1571893" y="11667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1" name="Freeform 3940"/>
          <p:cNvSpPr/>
          <p:nvPr/>
        </p:nvSpPr>
        <p:spPr>
          <a:xfrm>
            <a:off x="1485012" y="33577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2" name="Freeform 3941"/>
          <p:cNvSpPr/>
          <p:nvPr/>
        </p:nvSpPr>
        <p:spPr>
          <a:xfrm>
            <a:off x="1728122" y="30611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3" name="Freeform 3942"/>
          <p:cNvSpPr/>
          <p:nvPr/>
        </p:nvSpPr>
        <p:spPr>
          <a:xfrm>
            <a:off x="1595097" y="30572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4" name="Freeform 3943"/>
          <p:cNvSpPr/>
          <p:nvPr/>
        </p:nvSpPr>
        <p:spPr>
          <a:xfrm>
            <a:off x="1683313" y="33044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5" name="Freeform 3944"/>
          <p:cNvSpPr/>
          <p:nvPr/>
        </p:nvSpPr>
        <p:spPr>
          <a:xfrm>
            <a:off x="1549888" y="17597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6" name="Freeform 3945"/>
          <p:cNvSpPr/>
          <p:nvPr/>
        </p:nvSpPr>
        <p:spPr>
          <a:xfrm>
            <a:off x="1569512" y="11797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7" name="Freeform 3946"/>
          <p:cNvSpPr/>
          <p:nvPr/>
        </p:nvSpPr>
        <p:spPr>
          <a:xfrm>
            <a:off x="1760926" y="27509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8" name="Freeform 3947"/>
          <p:cNvSpPr/>
          <p:nvPr/>
        </p:nvSpPr>
        <p:spPr>
          <a:xfrm>
            <a:off x="1519174" y="32089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9" name="Freeform 3948"/>
          <p:cNvSpPr/>
          <p:nvPr/>
        </p:nvSpPr>
        <p:spPr>
          <a:xfrm>
            <a:off x="1430411" y="37058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0" name="Freeform 3949"/>
          <p:cNvSpPr/>
          <p:nvPr/>
        </p:nvSpPr>
        <p:spPr>
          <a:xfrm>
            <a:off x="1666580" y="26254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1" name="Freeform 3950"/>
          <p:cNvSpPr/>
          <p:nvPr/>
        </p:nvSpPr>
        <p:spPr>
          <a:xfrm>
            <a:off x="1501027" y="26645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2" name="Freeform 3951"/>
          <p:cNvSpPr/>
          <p:nvPr/>
        </p:nvSpPr>
        <p:spPr>
          <a:xfrm>
            <a:off x="1576110" y="28461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3" name="Freeform 3952"/>
          <p:cNvSpPr/>
          <p:nvPr/>
        </p:nvSpPr>
        <p:spPr>
          <a:xfrm>
            <a:off x="1720639" y="23730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4" name="Freeform 3953"/>
          <p:cNvSpPr/>
          <p:nvPr/>
        </p:nvSpPr>
        <p:spPr>
          <a:xfrm>
            <a:off x="1535552" y="22788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5" name="Freeform 3954"/>
          <p:cNvSpPr/>
          <p:nvPr/>
        </p:nvSpPr>
        <p:spPr>
          <a:xfrm>
            <a:off x="1717095" y="23178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6" name="Freeform 3955"/>
          <p:cNvSpPr/>
          <p:nvPr/>
        </p:nvSpPr>
        <p:spPr>
          <a:xfrm>
            <a:off x="1550247" y="26644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7" name="Freeform 3956"/>
          <p:cNvSpPr/>
          <p:nvPr/>
        </p:nvSpPr>
        <p:spPr>
          <a:xfrm>
            <a:off x="1782588" y="30903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8" name="Freeform 3957"/>
          <p:cNvSpPr/>
          <p:nvPr/>
        </p:nvSpPr>
        <p:spPr>
          <a:xfrm>
            <a:off x="1764876" y="21320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9" name="Freeform 3958"/>
          <p:cNvSpPr/>
          <p:nvPr/>
        </p:nvSpPr>
        <p:spPr>
          <a:xfrm>
            <a:off x="1572694" y="24862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0" name="Freeform 3959"/>
          <p:cNvSpPr/>
          <p:nvPr/>
        </p:nvSpPr>
        <p:spPr>
          <a:xfrm>
            <a:off x="1600312" y="20114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1" name="Freeform 3960"/>
          <p:cNvSpPr/>
          <p:nvPr/>
        </p:nvSpPr>
        <p:spPr>
          <a:xfrm>
            <a:off x="1534125" y="20647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2" name="Freeform 3961"/>
          <p:cNvSpPr/>
          <p:nvPr/>
        </p:nvSpPr>
        <p:spPr>
          <a:xfrm>
            <a:off x="1644517" y="32638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3" name="Freeform 3962"/>
          <p:cNvSpPr/>
          <p:nvPr/>
        </p:nvSpPr>
        <p:spPr>
          <a:xfrm>
            <a:off x="1746055" y="32706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4" name="Freeform 3963"/>
          <p:cNvSpPr/>
          <p:nvPr/>
        </p:nvSpPr>
        <p:spPr>
          <a:xfrm>
            <a:off x="1468354" y="29026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5" name="Freeform 3964"/>
          <p:cNvSpPr/>
          <p:nvPr/>
        </p:nvSpPr>
        <p:spPr>
          <a:xfrm>
            <a:off x="1721267" y="30657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6" name="Freeform 3965"/>
          <p:cNvSpPr/>
          <p:nvPr/>
        </p:nvSpPr>
        <p:spPr>
          <a:xfrm>
            <a:off x="1481493" y="20835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7" name="Freeform 3966"/>
          <p:cNvSpPr/>
          <p:nvPr/>
        </p:nvSpPr>
        <p:spPr>
          <a:xfrm>
            <a:off x="1531153" y="23025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8" name="Freeform 3967"/>
          <p:cNvSpPr/>
          <p:nvPr/>
        </p:nvSpPr>
        <p:spPr>
          <a:xfrm>
            <a:off x="1431881" y="18971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9" name="Freeform 3968"/>
          <p:cNvSpPr/>
          <p:nvPr/>
        </p:nvSpPr>
        <p:spPr>
          <a:xfrm>
            <a:off x="1848300" y="22781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0" name="Freeform 3969"/>
          <p:cNvSpPr/>
          <p:nvPr/>
        </p:nvSpPr>
        <p:spPr>
          <a:xfrm>
            <a:off x="1629401" y="23799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1" name="Freeform 3970"/>
          <p:cNvSpPr/>
          <p:nvPr/>
        </p:nvSpPr>
        <p:spPr>
          <a:xfrm>
            <a:off x="1649304" y="184261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2" name="Freeform 3971"/>
          <p:cNvSpPr/>
          <p:nvPr/>
        </p:nvSpPr>
        <p:spPr>
          <a:xfrm>
            <a:off x="1550794" y="22383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3" name="Freeform 3972"/>
          <p:cNvSpPr/>
          <p:nvPr/>
        </p:nvSpPr>
        <p:spPr>
          <a:xfrm>
            <a:off x="1737261" y="24561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4" name="Freeform 3973"/>
          <p:cNvSpPr/>
          <p:nvPr/>
        </p:nvSpPr>
        <p:spPr>
          <a:xfrm>
            <a:off x="1398133" y="16904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5" name="Freeform 3974"/>
          <p:cNvSpPr/>
          <p:nvPr/>
        </p:nvSpPr>
        <p:spPr>
          <a:xfrm>
            <a:off x="1625974" y="24306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6" name="Freeform 3975"/>
          <p:cNvSpPr/>
          <p:nvPr/>
        </p:nvSpPr>
        <p:spPr>
          <a:xfrm>
            <a:off x="1859188" y="26580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7" name="Freeform 3976"/>
          <p:cNvSpPr/>
          <p:nvPr/>
        </p:nvSpPr>
        <p:spPr>
          <a:xfrm>
            <a:off x="1582251" y="29472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8" name="Freeform 3977"/>
          <p:cNvSpPr/>
          <p:nvPr/>
        </p:nvSpPr>
        <p:spPr>
          <a:xfrm>
            <a:off x="1624956" y="21119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9" name="Freeform 3978"/>
          <p:cNvSpPr/>
          <p:nvPr/>
        </p:nvSpPr>
        <p:spPr>
          <a:xfrm>
            <a:off x="1695034" y="18223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0" name="Freeform 3979"/>
          <p:cNvSpPr/>
          <p:nvPr/>
        </p:nvSpPr>
        <p:spPr>
          <a:xfrm>
            <a:off x="1536316" y="25204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1" name="Freeform 3980"/>
          <p:cNvSpPr/>
          <p:nvPr/>
        </p:nvSpPr>
        <p:spPr>
          <a:xfrm>
            <a:off x="1625566" y="17839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2" name="Freeform 3981"/>
          <p:cNvSpPr/>
          <p:nvPr/>
        </p:nvSpPr>
        <p:spPr>
          <a:xfrm>
            <a:off x="1725925" y="35611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3" name="Freeform 3982"/>
          <p:cNvSpPr/>
          <p:nvPr/>
        </p:nvSpPr>
        <p:spPr>
          <a:xfrm>
            <a:off x="1643917" y="25231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4" name="Freeform 3983"/>
          <p:cNvSpPr/>
          <p:nvPr/>
        </p:nvSpPr>
        <p:spPr>
          <a:xfrm>
            <a:off x="1662808" y="2514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5" name="Freeform 3984"/>
          <p:cNvSpPr/>
          <p:nvPr/>
        </p:nvSpPr>
        <p:spPr>
          <a:xfrm>
            <a:off x="1585741" y="28872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6" name="Freeform 3985"/>
          <p:cNvSpPr/>
          <p:nvPr/>
        </p:nvSpPr>
        <p:spPr>
          <a:xfrm>
            <a:off x="1656883" y="12006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7" name="Freeform 3986"/>
          <p:cNvSpPr/>
          <p:nvPr/>
        </p:nvSpPr>
        <p:spPr>
          <a:xfrm>
            <a:off x="1629087" y="25289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8" name="Freeform 3987"/>
          <p:cNvSpPr/>
          <p:nvPr/>
        </p:nvSpPr>
        <p:spPr>
          <a:xfrm>
            <a:off x="1778778" y="271411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9" name="Freeform 3988"/>
          <p:cNvSpPr/>
          <p:nvPr/>
        </p:nvSpPr>
        <p:spPr>
          <a:xfrm>
            <a:off x="1700614" y="24789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0" name="Freeform 3989"/>
          <p:cNvSpPr/>
          <p:nvPr/>
        </p:nvSpPr>
        <p:spPr>
          <a:xfrm>
            <a:off x="1597054" y="3578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1" name="Freeform 3990"/>
          <p:cNvSpPr/>
          <p:nvPr/>
        </p:nvSpPr>
        <p:spPr>
          <a:xfrm>
            <a:off x="1361372" y="29050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2" name="Freeform 3991"/>
          <p:cNvSpPr/>
          <p:nvPr/>
        </p:nvSpPr>
        <p:spPr>
          <a:xfrm>
            <a:off x="1699687" y="19599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3" name="Freeform 3992"/>
          <p:cNvSpPr/>
          <p:nvPr/>
        </p:nvSpPr>
        <p:spPr>
          <a:xfrm>
            <a:off x="1703917" y="28340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4" name="Freeform 3993"/>
          <p:cNvSpPr/>
          <p:nvPr/>
        </p:nvSpPr>
        <p:spPr>
          <a:xfrm>
            <a:off x="1525035" y="29424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5" name="Freeform 3994"/>
          <p:cNvSpPr/>
          <p:nvPr/>
        </p:nvSpPr>
        <p:spPr>
          <a:xfrm>
            <a:off x="1409345" y="17830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6" name="Freeform 3995"/>
          <p:cNvSpPr/>
          <p:nvPr/>
        </p:nvSpPr>
        <p:spPr>
          <a:xfrm>
            <a:off x="1500976" y="17664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7" name="Freeform 3996"/>
          <p:cNvSpPr/>
          <p:nvPr/>
        </p:nvSpPr>
        <p:spPr>
          <a:xfrm>
            <a:off x="1722202" y="22127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8" name="Freeform 3997"/>
          <p:cNvSpPr/>
          <p:nvPr/>
        </p:nvSpPr>
        <p:spPr>
          <a:xfrm>
            <a:off x="1509216" y="273980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9" name="Freeform 3998"/>
          <p:cNvSpPr/>
          <p:nvPr/>
        </p:nvSpPr>
        <p:spPr>
          <a:xfrm>
            <a:off x="1573964" y="26228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0" name="Freeform 3999"/>
          <p:cNvSpPr/>
          <p:nvPr/>
        </p:nvSpPr>
        <p:spPr>
          <a:xfrm>
            <a:off x="1646699" y="29290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1" name="Freeform 4000"/>
          <p:cNvSpPr/>
          <p:nvPr/>
        </p:nvSpPr>
        <p:spPr>
          <a:xfrm>
            <a:off x="1754100" y="30323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2" name="Freeform 4001"/>
          <p:cNvSpPr/>
          <p:nvPr/>
        </p:nvSpPr>
        <p:spPr>
          <a:xfrm>
            <a:off x="1621179" y="30592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3" name="Freeform 4002"/>
          <p:cNvSpPr/>
          <p:nvPr/>
        </p:nvSpPr>
        <p:spPr>
          <a:xfrm>
            <a:off x="1612383" y="28281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4" name="Freeform 4003"/>
          <p:cNvSpPr/>
          <p:nvPr/>
        </p:nvSpPr>
        <p:spPr>
          <a:xfrm>
            <a:off x="1564408" y="30540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5" name="Freeform 4004"/>
          <p:cNvSpPr/>
          <p:nvPr/>
        </p:nvSpPr>
        <p:spPr>
          <a:xfrm>
            <a:off x="1797562" y="33408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6" name="Freeform 4005"/>
          <p:cNvSpPr/>
          <p:nvPr/>
        </p:nvSpPr>
        <p:spPr>
          <a:xfrm>
            <a:off x="1737153" y="23741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7" name="Freeform 4006"/>
          <p:cNvSpPr/>
          <p:nvPr/>
        </p:nvSpPr>
        <p:spPr>
          <a:xfrm>
            <a:off x="1612946" y="23658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8" name="Freeform 4007"/>
          <p:cNvSpPr/>
          <p:nvPr/>
        </p:nvSpPr>
        <p:spPr>
          <a:xfrm>
            <a:off x="1473722" y="1570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9" name="Freeform 4008"/>
          <p:cNvSpPr/>
          <p:nvPr/>
        </p:nvSpPr>
        <p:spPr>
          <a:xfrm>
            <a:off x="1538580" y="28554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0" name="Freeform 4009"/>
          <p:cNvSpPr/>
          <p:nvPr/>
        </p:nvSpPr>
        <p:spPr>
          <a:xfrm>
            <a:off x="1685112" y="23325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1" name="Freeform 4010"/>
          <p:cNvSpPr/>
          <p:nvPr/>
        </p:nvSpPr>
        <p:spPr>
          <a:xfrm>
            <a:off x="1545941" y="23235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2" name="Freeform 4011"/>
          <p:cNvSpPr/>
          <p:nvPr/>
        </p:nvSpPr>
        <p:spPr>
          <a:xfrm>
            <a:off x="1718573" y="26306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3" name="Freeform 4012"/>
          <p:cNvSpPr/>
          <p:nvPr/>
        </p:nvSpPr>
        <p:spPr>
          <a:xfrm>
            <a:off x="1661789" y="20895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4" name="Freeform 4013"/>
          <p:cNvSpPr/>
          <p:nvPr/>
        </p:nvSpPr>
        <p:spPr>
          <a:xfrm>
            <a:off x="1654428" y="20727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5" name="Freeform 4014"/>
          <p:cNvSpPr/>
          <p:nvPr/>
        </p:nvSpPr>
        <p:spPr>
          <a:xfrm>
            <a:off x="1693025" y="23155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6" name="Freeform 4015"/>
          <p:cNvSpPr/>
          <p:nvPr/>
        </p:nvSpPr>
        <p:spPr>
          <a:xfrm>
            <a:off x="1676459" y="26316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7" name="Freeform 4016"/>
          <p:cNvSpPr/>
          <p:nvPr/>
        </p:nvSpPr>
        <p:spPr>
          <a:xfrm>
            <a:off x="1531639" y="26868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8" name="Freeform 4017"/>
          <p:cNvSpPr/>
          <p:nvPr/>
        </p:nvSpPr>
        <p:spPr>
          <a:xfrm>
            <a:off x="1588266" y="32345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9" name="Freeform 4018"/>
          <p:cNvSpPr/>
          <p:nvPr/>
        </p:nvSpPr>
        <p:spPr>
          <a:xfrm>
            <a:off x="1873425" y="29299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0" name="Freeform 4019"/>
          <p:cNvSpPr/>
          <p:nvPr/>
        </p:nvSpPr>
        <p:spPr>
          <a:xfrm>
            <a:off x="1493910" y="28302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1" name="Freeform 4020"/>
          <p:cNvSpPr/>
          <p:nvPr/>
        </p:nvSpPr>
        <p:spPr>
          <a:xfrm>
            <a:off x="1572357" y="31024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2" name="Freeform 4021"/>
          <p:cNvSpPr/>
          <p:nvPr/>
        </p:nvSpPr>
        <p:spPr>
          <a:xfrm>
            <a:off x="1737126" y="22545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3" name="Freeform 4022"/>
          <p:cNvSpPr/>
          <p:nvPr/>
        </p:nvSpPr>
        <p:spPr>
          <a:xfrm>
            <a:off x="1606085" y="18442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4" name="Freeform 4023"/>
          <p:cNvSpPr/>
          <p:nvPr/>
        </p:nvSpPr>
        <p:spPr>
          <a:xfrm>
            <a:off x="1536244" y="29853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5" name="Freeform 4024"/>
          <p:cNvSpPr/>
          <p:nvPr/>
        </p:nvSpPr>
        <p:spPr>
          <a:xfrm>
            <a:off x="1481574" y="23393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6" name="Freeform 4025"/>
          <p:cNvSpPr/>
          <p:nvPr/>
        </p:nvSpPr>
        <p:spPr>
          <a:xfrm>
            <a:off x="1680464" y="30537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7" name="Freeform 4026"/>
          <p:cNvSpPr/>
          <p:nvPr/>
        </p:nvSpPr>
        <p:spPr>
          <a:xfrm>
            <a:off x="1732226" y="26583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8" name="Freeform 4027"/>
          <p:cNvSpPr/>
          <p:nvPr/>
        </p:nvSpPr>
        <p:spPr>
          <a:xfrm>
            <a:off x="1772876" y="286732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9" name="Freeform 4028"/>
          <p:cNvSpPr/>
          <p:nvPr/>
        </p:nvSpPr>
        <p:spPr>
          <a:xfrm>
            <a:off x="1628876" y="21667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0" name="Freeform 4029"/>
          <p:cNvSpPr/>
          <p:nvPr/>
        </p:nvSpPr>
        <p:spPr>
          <a:xfrm>
            <a:off x="1734910" y="28610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1" name="Freeform 4030"/>
          <p:cNvSpPr/>
          <p:nvPr/>
        </p:nvSpPr>
        <p:spPr>
          <a:xfrm>
            <a:off x="1512622" y="19445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2" name="Freeform 4031"/>
          <p:cNvSpPr/>
          <p:nvPr/>
        </p:nvSpPr>
        <p:spPr>
          <a:xfrm>
            <a:off x="1641096" y="26262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3" name="Freeform 4032"/>
          <p:cNvSpPr/>
          <p:nvPr/>
        </p:nvSpPr>
        <p:spPr>
          <a:xfrm>
            <a:off x="1550658" y="28452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4" name="Freeform 4033"/>
          <p:cNvSpPr/>
          <p:nvPr/>
        </p:nvSpPr>
        <p:spPr>
          <a:xfrm>
            <a:off x="1641718" y="31725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5" name="Freeform 4034"/>
          <p:cNvSpPr/>
          <p:nvPr/>
        </p:nvSpPr>
        <p:spPr>
          <a:xfrm>
            <a:off x="4759881" y="29066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6" name="Freeform 4035"/>
          <p:cNvSpPr/>
          <p:nvPr/>
        </p:nvSpPr>
        <p:spPr>
          <a:xfrm>
            <a:off x="4794007" y="26551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7" name="Freeform 4036"/>
          <p:cNvSpPr/>
          <p:nvPr/>
        </p:nvSpPr>
        <p:spPr>
          <a:xfrm>
            <a:off x="4573676" y="28987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8" name="Freeform 4037"/>
          <p:cNvSpPr/>
          <p:nvPr/>
        </p:nvSpPr>
        <p:spPr>
          <a:xfrm>
            <a:off x="4815163" y="21288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9" name="Freeform 4038"/>
          <p:cNvSpPr/>
          <p:nvPr/>
        </p:nvSpPr>
        <p:spPr>
          <a:xfrm>
            <a:off x="4628825" y="24457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0" name="Freeform 4039"/>
          <p:cNvSpPr/>
          <p:nvPr/>
        </p:nvSpPr>
        <p:spPr>
          <a:xfrm>
            <a:off x="4569844" y="31263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1" name="Freeform 4040"/>
          <p:cNvSpPr/>
          <p:nvPr/>
        </p:nvSpPr>
        <p:spPr>
          <a:xfrm>
            <a:off x="4661322" y="31304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2" name="Freeform 4041"/>
          <p:cNvSpPr/>
          <p:nvPr/>
        </p:nvSpPr>
        <p:spPr>
          <a:xfrm>
            <a:off x="4523115" y="28218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3" name="Freeform 4042"/>
          <p:cNvSpPr/>
          <p:nvPr/>
        </p:nvSpPr>
        <p:spPr>
          <a:xfrm>
            <a:off x="4680062" y="33341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4" name="Freeform 4043"/>
          <p:cNvSpPr/>
          <p:nvPr/>
        </p:nvSpPr>
        <p:spPr>
          <a:xfrm>
            <a:off x="4710564" y="25489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5" name="Freeform 4044"/>
          <p:cNvSpPr/>
          <p:nvPr/>
        </p:nvSpPr>
        <p:spPr>
          <a:xfrm>
            <a:off x="4658138" y="28642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6" name="Freeform 4045"/>
          <p:cNvSpPr/>
          <p:nvPr/>
        </p:nvSpPr>
        <p:spPr>
          <a:xfrm>
            <a:off x="4736929" y="29054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7" name="Freeform 4046"/>
          <p:cNvSpPr/>
          <p:nvPr/>
        </p:nvSpPr>
        <p:spPr>
          <a:xfrm>
            <a:off x="4645909" y="27367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8" name="Freeform 4047"/>
          <p:cNvSpPr/>
          <p:nvPr/>
        </p:nvSpPr>
        <p:spPr>
          <a:xfrm>
            <a:off x="4680006" y="23309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9" name="Freeform 4048"/>
          <p:cNvSpPr/>
          <p:nvPr/>
        </p:nvSpPr>
        <p:spPr>
          <a:xfrm>
            <a:off x="4525456" y="2938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0" name="Freeform 4049"/>
          <p:cNvSpPr/>
          <p:nvPr/>
        </p:nvSpPr>
        <p:spPr>
          <a:xfrm>
            <a:off x="4684137" y="30501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1" name="Freeform 4050"/>
          <p:cNvSpPr/>
          <p:nvPr/>
        </p:nvSpPr>
        <p:spPr>
          <a:xfrm>
            <a:off x="4588532" y="24148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2" name="Freeform 4051"/>
          <p:cNvSpPr/>
          <p:nvPr/>
        </p:nvSpPr>
        <p:spPr>
          <a:xfrm>
            <a:off x="4631457" y="26268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3" name="Freeform 4052"/>
          <p:cNvSpPr/>
          <p:nvPr/>
        </p:nvSpPr>
        <p:spPr>
          <a:xfrm>
            <a:off x="4669551" y="31316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4" name="Freeform 4053"/>
          <p:cNvSpPr/>
          <p:nvPr/>
        </p:nvSpPr>
        <p:spPr>
          <a:xfrm>
            <a:off x="4700002" y="300383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5" name="Freeform 4054"/>
          <p:cNvSpPr/>
          <p:nvPr/>
        </p:nvSpPr>
        <p:spPr>
          <a:xfrm>
            <a:off x="4503419" y="29293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6" name="Freeform 4055"/>
          <p:cNvSpPr/>
          <p:nvPr/>
        </p:nvSpPr>
        <p:spPr>
          <a:xfrm>
            <a:off x="4512324" y="28641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7" name="Freeform 4056"/>
          <p:cNvSpPr/>
          <p:nvPr/>
        </p:nvSpPr>
        <p:spPr>
          <a:xfrm>
            <a:off x="4647268" y="35373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8" name="Freeform 4057"/>
          <p:cNvSpPr/>
          <p:nvPr/>
        </p:nvSpPr>
        <p:spPr>
          <a:xfrm>
            <a:off x="4730320" y="36101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9" name="Freeform 4058"/>
          <p:cNvSpPr/>
          <p:nvPr/>
        </p:nvSpPr>
        <p:spPr>
          <a:xfrm>
            <a:off x="4718109" y="335350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0" name="Freeform 4059"/>
          <p:cNvSpPr/>
          <p:nvPr/>
        </p:nvSpPr>
        <p:spPr>
          <a:xfrm>
            <a:off x="4775078" y="33838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1" name="Freeform 4060"/>
          <p:cNvSpPr/>
          <p:nvPr/>
        </p:nvSpPr>
        <p:spPr>
          <a:xfrm>
            <a:off x="4818756" y="32580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2" name="Freeform 4061"/>
          <p:cNvSpPr/>
          <p:nvPr/>
        </p:nvSpPr>
        <p:spPr>
          <a:xfrm>
            <a:off x="4732679" y="27572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3" name="Freeform 4062"/>
          <p:cNvSpPr/>
          <p:nvPr/>
        </p:nvSpPr>
        <p:spPr>
          <a:xfrm>
            <a:off x="4677448" y="30720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4" name="Freeform 4063"/>
          <p:cNvSpPr/>
          <p:nvPr/>
        </p:nvSpPr>
        <p:spPr>
          <a:xfrm>
            <a:off x="4569231" y="29289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5" name="Freeform 4064"/>
          <p:cNvSpPr/>
          <p:nvPr/>
        </p:nvSpPr>
        <p:spPr>
          <a:xfrm>
            <a:off x="4578366" y="34854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6" name="Freeform 4065"/>
          <p:cNvSpPr/>
          <p:nvPr/>
        </p:nvSpPr>
        <p:spPr>
          <a:xfrm>
            <a:off x="4629596" y="31867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7" name="Freeform 4066"/>
          <p:cNvSpPr/>
          <p:nvPr/>
        </p:nvSpPr>
        <p:spPr>
          <a:xfrm>
            <a:off x="4708187" y="27758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8" name="Freeform 4067"/>
          <p:cNvSpPr/>
          <p:nvPr/>
        </p:nvSpPr>
        <p:spPr>
          <a:xfrm>
            <a:off x="4703186" y="27727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9" name="Freeform 4068"/>
          <p:cNvSpPr/>
          <p:nvPr/>
        </p:nvSpPr>
        <p:spPr>
          <a:xfrm>
            <a:off x="4680026" y="32897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0" name="Freeform 4069"/>
          <p:cNvSpPr/>
          <p:nvPr/>
        </p:nvSpPr>
        <p:spPr>
          <a:xfrm>
            <a:off x="4663235" y="29425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1" name="Freeform 4070"/>
          <p:cNvSpPr/>
          <p:nvPr/>
        </p:nvSpPr>
        <p:spPr>
          <a:xfrm>
            <a:off x="4747020" y="21444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2" name="Freeform 4071"/>
          <p:cNvSpPr/>
          <p:nvPr/>
        </p:nvSpPr>
        <p:spPr>
          <a:xfrm>
            <a:off x="4701859" y="30127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3" name="Freeform 4072"/>
          <p:cNvSpPr/>
          <p:nvPr/>
        </p:nvSpPr>
        <p:spPr>
          <a:xfrm>
            <a:off x="4711435" y="32774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4" name="Freeform 4073"/>
          <p:cNvSpPr/>
          <p:nvPr/>
        </p:nvSpPr>
        <p:spPr>
          <a:xfrm>
            <a:off x="4712568" y="30739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5" name="Freeform 4074"/>
          <p:cNvSpPr/>
          <p:nvPr/>
        </p:nvSpPr>
        <p:spPr>
          <a:xfrm>
            <a:off x="4621132" y="29697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6" name="Freeform 4075"/>
          <p:cNvSpPr/>
          <p:nvPr/>
        </p:nvSpPr>
        <p:spPr>
          <a:xfrm>
            <a:off x="4569298" y="30650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7" name="Freeform 4076"/>
          <p:cNvSpPr/>
          <p:nvPr/>
        </p:nvSpPr>
        <p:spPr>
          <a:xfrm>
            <a:off x="4732111" y="30181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8" name="Freeform 4077"/>
          <p:cNvSpPr/>
          <p:nvPr/>
        </p:nvSpPr>
        <p:spPr>
          <a:xfrm>
            <a:off x="4724152" y="35713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9" name="Freeform 4078"/>
          <p:cNvSpPr/>
          <p:nvPr/>
        </p:nvSpPr>
        <p:spPr>
          <a:xfrm>
            <a:off x="4656035" y="33829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0" name="Freeform 4079"/>
          <p:cNvSpPr/>
          <p:nvPr/>
        </p:nvSpPr>
        <p:spPr>
          <a:xfrm>
            <a:off x="4635098" y="30643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1" name="Freeform 4080"/>
          <p:cNvSpPr/>
          <p:nvPr/>
        </p:nvSpPr>
        <p:spPr>
          <a:xfrm>
            <a:off x="4923309" y="30706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2" name="Freeform 4081"/>
          <p:cNvSpPr/>
          <p:nvPr/>
        </p:nvSpPr>
        <p:spPr>
          <a:xfrm>
            <a:off x="4598355" y="32276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3" name="Freeform 4082"/>
          <p:cNvSpPr/>
          <p:nvPr/>
        </p:nvSpPr>
        <p:spPr>
          <a:xfrm>
            <a:off x="4656300" y="30752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4" name="Freeform 4083"/>
          <p:cNvSpPr/>
          <p:nvPr/>
        </p:nvSpPr>
        <p:spPr>
          <a:xfrm>
            <a:off x="4707975" y="29819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5" name="Freeform 4084"/>
          <p:cNvSpPr/>
          <p:nvPr/>
        </p:nvSpPr>
        <p:spPr>
          <a:xfrm>
            <a:off x="4556098" y="26574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6" name="Freeform 4085"/>
          <p:cNvSpPr/>
          <p:nvPr/>
        </p:nvSpPr>
        <p:spPr>
          <a:xfrm>
            <a:off x="4692114" y="30447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7" name="Freeform 4086"/>
          <p:cNvSpPr/>
          <p:nvPr/>
        </p:nvSpPr>
        <p:spPr>
          <a:xfrm>
            <a:off x="4871888" y="28495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8" name="Freeform 4087"/>
          <p:cNvSpPr/>
          <p:nvPr/>
        </p:nvSpPr>
        <p:spPr>
          <a:xfrm>
            <a:off x="4779474" y="32180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9" name="Freeform 4088"/>
          <p:cNvSpPr/>
          <p:nvPr/>
        </p:nvSpPr>
        <p:spPr>
          <a:xfrm>
            <a:off x="4747202" y="278175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0" name="Freeform 4089"/>
          <p:cNvSpPr/>
          <p:nvPr/>
        </p:nvSpPr>
        <p:spPr>
          <a:xfrm>
            <a:off x="4742948" y="28586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1" name="Freeform 4090"/>
          <p:cNvSpPr/>
          <p:nvPr/>
        </p:nvSpPr>
        <p:spPr>
          <a:xfrm>
            <a:off x="4691550" y="26666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2" name="Freeform 4091"/>
          <p:cNvSpPr/>
          <p:nvPr/>
        </p:nvSpPr>
        <p:spPr>
          <a:xfrm>
            <a:off x="4782097" y="27263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3" name="Freeform 4092"/>
          <p:cNvSpPr/>
          <p:nvPr/>
        </p:nvSpPr>
        <p:spPr>
          <a:xfrm>
            <a:off x="4662899" y="27752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4" name="Freeform 4093"/>
          <p:cNvSpPr/>
          <p:nvPr/>
        </p:nvSpPr>
        <p:spPr>
          <a:xfrm>
            <a:off x="4634342" y="30444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5" name="Freeform 4094"/>
          <p:cNvSpPr/>
          <p:nvPr/>
        </p:nvSpPr>
        <p:spPr>
          <a:xfrm>
            <a:off x="4690488" y="29099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6" name="Freeform 4095"/>
          <p:cNvSpPr/>
          <p:nvPr/>
        </p:nvSpPr>
        <p:spPr>
          <a:xfrm>
            <a:off x="4776460" y="25892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7" name="Freeform 4096"/>
          <p:cNvSpPr/>
          <p:nvPr/>
        </p:nvSpPr>
        <p:spPr>
          <a:xfrm>
            <a:off x="4714920" y="32613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8" name="Freeform 4097"/>
          <p:cNvSpPr/>
          <p:nvPr/>
        </p:nvSpPr>
        <p:spPr>
          <a:xfrm>
            <a:off x="4751732" y="32520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9" name="Freeform 4098"/>
          <p:cNvSpPr/>
          <p:nvPr/>
        </p:nvSpPr>
        <p:spPr>
          <a:xfrm>
            <a:off x="4463041" y="29347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0" name="Freeform 4099"/>
          <p:cNvSpPr/>
          <p:nvPr/>
        </p:nvSpPr>
        <p:spPr>
          <a:xfrm>
            <a:off x="4807201" y="28431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1" name="Freeform 4100"/>
          <p:cNvSpPr/>
          <p:nvPr/>
        </p:nvSpPr>
        <p:spPr>
          <a:xfrm>
            <a:off x="4929960" y="33287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2" name="Freeform 4101"/>
          <p:cNvSpPr/>
          <p:nvPr/>
        </p:nvSpPr>
        <p:spPr>
          <a:xfrm>
            <a:off x="4822375" y="30351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3" name="Freeform 4102"/>
          <p:cNvSpPr/>
          <p:nvPr/>
        </p:nvSpPr>
        <p:spPr>
          <a:xfrm>
            <a:off x="4645595" y="30426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4" name="Freeform 4103"/>
          <p:cNvSpPr/>
          <p:nvPr/>
        </p:nvSpPr>
        <p:spPr>
          <a:xfrm>
            <a:off x="4588810" y="38737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5" name="Freeform 4104"/>
          <p:cNvSpPr/>
          <p:nvPr/>
        </p:nvSpPr>
        <p:spPr>
          <a:xfrm>
            <a:off x="4709254" y="30918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6" name="Freeform 4105"/>
          <p:cNvSpPr/>
          <p:nvPr/>
        </p:nvSpPr>
        <p:spPr>
          <a:xfrm>
            <a:off x="4573990" y="30675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7" name="Freeform 4106"/>
          <p:cNvSpPr/>
          <p:nvPr/>
        </p:nvSpPr>
        <p:spPr>
          <a:xfrm>
            <a:off x="4757202" y="30686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8" name="Freeform 4107"/>
          <p:cNvSpPr/>
          <p:nvPr/>
        </p:nvSpPr>
        <p:spPr>
          <a:xfrm>
            <a:off x="4623366" y="24511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9" name="Freeform 4108"/>
          <p:cNvSpPr/>
          <p:nvPr/>
        </p:nvSpPr>
        <p:spPr>
          <a:xfrm>
            <a:off x="4782340" y="34821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0" name="Freeform 4109"/>
          <p:cNvSpPr/>
          <p:nvPr/>
        </p:nvSpPr>
        <p:spPr>
          <a:xfrm>
            <a:off x="4825288" y="33289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1" name="Freeform 4110"/>
          <p:cNvSpPr/>
          <p:nvPr/>
        </p:nvSpPr>
        <p:spPr>
          <a:xfrm>
            <a:off x="4462171" y="40291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2" name="Freeform 4111"/>
          <p:cNvSpPr/>
          <p:nvPr/>
        </p:nvSpPr>
        <p:spPr>
          <a:xfrm>
            <a:off x="4710893" y="31942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3" name="Freeform 4112"/>
          <p:cNvSpPr/>
          <p:nvPr/>
        </p:nvSpPr>
        <p:spPr>
          <a:xfrm>
            <a:off x="4604873" y="31608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4" name="Freeform 4113"/>
          <p:cNvSpPr/>
          <p:nvPr/>
        </p:nvSpPr>
        <p:spPr>
          <a:xfrm>
            <a:off x="4528760" y="32056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5" name="Freeform 4114"/>
          <p:cNvSpPr/>
          <p:nvPr/>
        </p:nvSpPr>
        <p:spPr>
          <a:xfrm>
            <a:off x="4613532" y="25719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6" name="Freeform 4115"/>
          <p:cNvSpPr/>
          <p:nvPr/>
        </p:nvSpPr>
        <p:spPr>
          <a:xfrm>
            <a:off x="4656152" y="26687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7" name="Freeform 4116"/>
          <p:cNvSpPr/>
          <p:nvPr/>
        </p:nvSpPr>
        <p:spPr>
          <a:xfrm>
            <a:off x="4790152" y="29753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8" name="Freeform 4117"/>
          <p:cNvSpPr/>
          <p:nvPr/>
        </p:nvSpPr>
        <p:spPr>
          <a:xfrm>
            <a:off x="4516819" y="31510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9" name="Freeform 4118"/>
          <p:cNvSpPr/>
          <p:nvPr/>
        </p:nvSpPr>
        <p:spPr>
          <a:xfrm>
            <a:off x="4791984" y="26038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0" name="Freeform 4119"/>
          <p:cNvSpPr/>
          <p:nvPr/>
        </p:nvSpPr>
        <p:spPr>
          <a:xfrm>
            <a:off x="4895456" y="30136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1" name="Freeform 4120"/>
          <p:cNvSpPr/>
          <p:nvPr/>
        </p:nvSpPr>
        <p:spPr>
          <a:xfrm>
            <a:off x="4743484" y="33264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2" name="Freeform 4121"/>
          <p:cNvSpPr/>
          <p:nvPr/>
        </p:nvSpPr>
        <p:spPr>
          <a:xfrm>
            <a:off x="4737975" y="367821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3" name="Freeform 4122"/>
          <p:cNvSpPr/>
          <p:nvPr/>
        </p:nvSpPr>
        <p:spPr>
          <a:xfrm>
            <a:off x="4678136" y="317875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4" name="Freeform 4123"/>
          <p:cNvSpPr/>
          <p:nvPr/>
        </p:nvSpPr>
        <p:spPr>
          <a:xfrm>
            <a:off x="4553872" y="27102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5" name="Freeform 4124"/>
          <p:cNvSpPr/>
          <p:nvPr/>
        </p:nvSpPr>
        <p:spPr>
          <a:xfrm>
            <a:off x="4736786" y="21140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6" name="Freeform 4125"/>
          <p:cNvSpPr/>
          <p:nvPr/>
        </p:nvSpPr>
        <p:spPr>
          <a:xfrm>
            <a:off x="4720654" y="29817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7" name="Freeform 4126"/>
          <p:cNvSpPr/>
          <p:nvPr/>
        </p:nvSpPr>
        <p:spPr>
          <a:xfrm>
            <a:off x="4757835" y="33056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8" name="Freeform 4127"/>
          <p:cNvSpPr/>
          <p:nvPr/>
        </p:nvSpPr>
        <p:spPr>
          <a:xfrm>
            <a:off x="4954376" y="34700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9" name="Freeform 4128"/>
          <p:cNvSpPr/>
          <p:nvPr/>
        </p:nvSpPr>
        <p:spPr>
          <a:xfrm>
            <a:off x="4757427" y="27896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0" name="Freeform 4129"/>
          <p:cNvSpPr/>
          <p:nvPr/>
        </p:nvSpPr>
        <p:spPr>
          <a:xfrm>
            <a:off x="4725113" y="36971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1" name="Freeform 4130"/>
          <p:cNvSpPr/>
          <p:nvPr/>
        </p:nvSpPr>
        <p:spPr>
          <a:xfrm>
            <a:off x="4846661" y="27902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2" name="Freeform 4131"/>
          <p:cNvSpPr/>
          <p:nvPr/>
        </p:nvSpPr>
        <p:spPr>
          <a:xfrm>
            <a:off x="4535667" y="26855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3" name="Freeform 4132"/>
          <p:cNvSpPr/>
          <p:nvPr/>
        </p:nvSpPr>
        <p:spPr>
          <a:xfrm>
            <a:off x="4557331" y="28349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4" name="Freeform 4133"/>
          <p:cNvSpPr/>
          <p:nvPr/>
        </p:nvSpPr>
        <p:spPr>
          <a:xfrm>
            <a:off x="4639434" y="30919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5" name="Freeform 4134"/>
          <p:cNvSpPr/>
          <p:nvPr/>
        </p:nvSpPr>
        <p:spPr>
          <a:xfrm>
            <a:off x="4609511" y="27845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6" name="Freeform 4135"/>
          <p:cNvSpPr/>
          <p:nvPr/>
        </p:nvSpPr>
        <p:spPr>
          <a:xfrm>
            <a:off x="4753806" y="29389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7" name="Freeform 4136"/>
          <p:cNvSpPr/>
          <p:nvPr/>
        </p:nvSpPr>
        <p:spPr>
          <a:xfrm>
            <a:off x="4645614" y="33107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8" name="Freeform 4137"/>
          <p:cNvSpPr/>
          <p:nvPr/>
        </p:nvSpPr>
        <p:spPr>
          <a:xfrm>
            <a:off x="4865703" y="22809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9" name="Freeform 4138"/>
          <p:cNvSpPr/>
          <p:nvPr/>
        </p:nvSpPr>
        <p:spPr>
          <a:xfrm>
            <a:off x="4842223" y="31436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0" name="Freeform 4139"/>
          <p:cNvSpPr/>
          <p:nvPr/>
        </p:nvSpPr>
        <p:spPr>
          <a:xfrm>
            <a:off x="4761951" y="27019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1" name="Freeform 4140"/>
          <p:cNvSpPr/>
          <p:nvPr/>
        </p:nvSpPr>
        <p:spPr>
          <a:xfrm>
            <a:off x="4638281" y="39533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2" name="Freeform 4141"/>
          <p:cNvSpPr/>
          <p:nvPr/>
        </p:nvSpPr>
        <p:spPr>
          <a:xfrm>
            <a:off x="4745571" y="25058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3" name="Freeform 4142"/>
          <p:cNvSpPr/>
          <p:nvPr/>
        </p:nvSpPr>
        <p:spPr>
          <a:xfrm>
            <a:off x="4766336" y="24304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4" name="Freeform 4143"/>
          <p:cNvSpPr/>
          <p:nvPr/>
        </p:nvSpPr>
        <p:spPr>
          <a:xfrm>
            <a:off x="4565475" y="29941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5" name="Freeform 4144"/>
          <p:cNvSpPr/>
          <p:nvPr/>
        </p:nvSpPr>
        <p:spPr>
          <a:xfrm>
            <a:off x="4716883" y="278697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6" name="Freeform 4145"/>
          <p:cNvSpPr/>
          <p:nvPr/>
        </p:nvSpPr>
        <p:spPr>
          <a:xfrm>
            <a:off x="4755109" y="27870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7" name="Freeform 4146"/>
          <p:cNvSpPr/>
          <p:nvPr/>
        </p:nvSpPr>
        <p:spPr>
          <a:xfrm>
            <a:off x="4702729" y="32576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8" name="Freeform 4147"/>
          <p:cNvSpPr/>
          <p:nvPr/>
        </p:nvSpPr>
        <p:spPr>
          <a:xfrm>
            <a:off x="4847643" y="27915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9" name="Freeform 4148"/>
          <p:cNvSpPr/>
          <p:nvPr/>
        </p:nvSpPr>
        <p:spPr>
          <a:xfrm>
            <a:off x="4809458" y="33226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0" name="Freeform 4149"/>
          <p:cNvSpPr/>
          <p:nvPr/>
        </p:nvSpPr>
        <p:spPr>
          <a:xfrm>
            <a:off x="4591255" y="32443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1" name="Freeform 4150"/>
          <p:cNvSpPr/>
          <p:nvPr/>
        </p:nvSpPr>
        <p:spPr>
          <a:xfrm>
            <a:off x="4692889" y="25643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2" name="Freeform 4151"/>
          <p:cNvSpPr/>
          <p:nvPr/>
        </p:nvSpPr>
        <p:spPr>
          <a:xfrm>
            <a:off x="4590191" y="26240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3" name="Freeform 4152"/>
          <p:cNvSpPr/>
          <p:nvPr/>
        </p:nvSpPr>
        <p:spPr>
          <a:xfrm>
            <a:off x="4741571" y="32825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4" name="Freeform 4153"/>
          <p:cNvSpPr/>
          <p:nvPr/>
        </p:nvSpPr>
        <p:spPr>
          <a:xfrm>
            <a:off x="4586809" y="32932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5" name="Freeform 4154"/>
          <p:cNvSpPr/>
          <p:nvPr/>
        </p:nvSpPr>
        <p:spPr>
          <a:xfrm>
            <a:off x="4778344" y="32587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6" name="Freeform 4155"/>
          <p:cNvSpPr/>
          <p:nvPr/>
        </p:nvSpPr>
        <p:spPr>
          <a:xfrm>
            <a:off x="4721094" y="271885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7" name="Freeform 4156"/>
          <p:cNvSpPr/>
          <p:nvPr/>
        </p:nvSpPr>
        <p:spPr>
          <a:xfrm>
            <a:off x="4783428" y="33976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8" name="Freeform 4157"/>
          <p:cNvSpPr/>
          <p:nvPr/>
        </p:nvSpPr>
        <p:spPr>
          <a:xfrm>
            <a:off x="4664052" y="28661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9" name="Freeform 4158"/>
          <p:cNvSpPr/>
          <p:nvPr/>
        </p:nvSpPr>
        <p:spPr>
          <a:xfrm>
            <a:off x="4523784" y="27132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0" name="Freeform 4159"/>
          <p:cNvSpPr/>
          <p:nvPr/>
        </p:nvSpPr>
        <p:spPr>
          <a:xfrm>
            <a:off x="4868474" y="304044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1" name="Freeform 4160"/>
          <p:cNvSpPr/>
          <p:nvPr/>
        </p:nvSpPr>
        <p:spPr>
          <a:xfrm>
            <a:off x="4661112" y="26101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2" name="Freeform 4161"/>
          <p:cNvSpPr/>
          <p:nvPr/>
        </p:nvSpPr>
        <p:spPr>
          <a:xfrm>
            <a:off x="4826845" y="31250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3" name="Freeform 4162"/>
          <p:cNvSpPr/>
          <p:nvPr/>
        </p:nvSpPr>
        <p:spPr>
          <a:xfrm>
            <a:off x="4725591" y="30896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4" name="Freeform 4163"/>
          <p:cNvSpPr/>
          <p:nvPr/>
        </p:nvSpPr>
        <p:spPr>
          <a:xfrm>
            <a:off x="4751665" y="33887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5" name="Freeform 4164"/>
          <p:cNvSpPr/>
          <p:nvPr/>
        </p:nvSpPr>
        <p:spPr>
          <a:xfrm>
            <a:off x="4875311" y="26073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6" name="Freeform 4165"/>
          <p:cNvSpPr/>
          <p:nvPr/>
        </p:nvSpPr>
        <p:spPr>
          <a:xfrm>
            <a:off x="4715969" y="33061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7" name="Freeform 4166"/>
          <p:cNvSpPr/>
          <p:nvPr/>
        </p:nvSpPr>
        <p:spPr>
          <a:xfrm>
            <a:off x="4829363" y="28688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8" name="Freeform 4167"/>
          <p:cNvSpPr/>
          <p:nvPr/>
        </p:nvSpPr>
        <p:spPr>
          <a:xfrm>
            <a:off x="4520785" y="303380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9" name="Freeform 4168"/>
          <p:cNvSpPr/>
          <p:nvPr/>
        </p:nvSpPr>
        <p:spPr>
          <a:xfrm>
            <a:off x="4772759" y="34182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0" name="Freeform 4169"/>
          <p:cNvSpPr/>
          <p:nvPr/>
        </p:nvSpPr>
        <p:spPr>
          <a:xfrm>
            <a:off x="4653696" y="32444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1" name="Freeform 4170"/>
          <p:cNvSpPr/>
          <p:nvPr/>
        </p:nvSpPr>
        <p:spPr>
          <a:xfrm>
            <a:off x="4665230" y="246412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2" name="Freeform 4171"/>
          <p:cNvSpPr/>
          <p:nvPr/>
        </p:nvSpPr>
        <p:spPr>
          <a:xfrm>
            <a:off x="4680505" y="29268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3" name="Freeform 4172"/>
          <p:cNvSpPr/>
          <p:nvPr/>
        </p:nvSpPr>
        <p:spPr>
          <a:xfrm>
            <a:off x="4716642" y="34012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4" name="Freeform 4173"/>
          <p:cNvSpPr/>
          <p:nvPr/>
        </p:nvSpPr>
        <p:spPr>
          <a:xfrm>
            <a:off x="4856848" y="28862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5" name="Freeform 4174"/>
          <p:cNvSpPr/>
          <p:nvPr/>
        </p:nvSpPr>
        <p:spPr>
          <a:xfrm>
            <a:off x="4481270" y="30631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6" name="Freeform 4175"/>
          <p:cNvSpPr/>
          <p:nvPr/>
        </p:nvSpPr>
        <p:spPr>
          <a:xfrm>
            <a:off x="4684284" y="16527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7" name="Freeform 4176"/>
          <p:cNvSpPr/>
          <p:nvPr/>
        </p:nvSpPr>
        <p:spPr>
          <a:xfrm>
            <a:off x="4602926" y="28941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8" name="Freeform 4177"/>
          <p:cNvSpPr/>
          <p:nvPr/>
        </p:nvSpPr>
        <p:spPr>
          <a:xfrm>
            <a:off x="4804286" y="31549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9" name="Freeform 4178"/>
          <p:cNvSpPr/>
          <p:nvPr/>
        </p:nvSpPr>
        <p:spPr>
          <a:xfrm>
            <a:off x="4634312" y="24495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0" name="Freeform 4179"/>
          <p:cNvSpPr/>
          <p:nvPr/>
        </p:nvSpPr>
        <p:spPr>
          <a:xfrm>
            <a:off x="4728436" y="37270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1" name="Freeform 4180"/>
          <p:cNvSpPr/>
          <p:nvPr/>
        </p:nvSpPr>
        <p:spPr>
          <a:xfrm>
            <a:off x="4637049" y="29689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2" name="Freeform 4181"/>
          <p:cNvSpPr/>
          <p:nvPr/>
        </p:nvSpPr>
        <p:spPr>
          <a:xfrm>
            <a:off x="4751038" y="222455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3" name="Freeform 4182"/>
          <p:cNvSpPr/>
          <p:nvPr/>
        </p:nvSpPr>
        <p:spPr>
          <a:xfrm>
            <a:off x="4788132" y="30513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4" name="Freeform 4183"/>
          <p:cNvSpPr/>
          <p:nvPr/>
        </p:nvSpPr>
        <p:spPr>
          <a:xfrm>
            <a:off x="4637060" y="36848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5" name="Freeform 4184"/>
          <p:cNvSpPr/>
          <p:nvPr/>
        </p:nvSpPr>
        <p:spPr>
          <a:xfrm>
            <a:off x="4684822" y="31609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6" name="Freeform 4185"/>
          <p:cNvSpPr/>
          <p:nvPr/>
        </p:nvSpPr>
        <p:spPr>
          <a:xfrm>
            <a:off x="4527628" y="24360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7" name="Freeform 4186"/>
          <p:cNvSpPr/>
          <p:nvPr/>
        </p:nvSpPr>
        <p:spPr>
          <a:xfrm>
            <a:off x="4712243" y="28585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8" name="Freeform 4187"/>
          <p:cNvSpPr/>
          <p:nvPr/>
        </p:nvSpPr>
        <p:spPr>
          <a:xfrm>
            <a:off x="4771172" y="33344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9" name="Freeform 4188"/>
          <p:cNvSpPr/>
          <p:nvPr/>
        </p:nvSpPr>
        <p:spPr>
          <a:xfrm>
            <a:off x="4620157" y="3274314"/>
            <a:ext cx="35922" cy="35922"/>
          </a:xfrm>
          <a:custGeom>
            <a:avLst/>
            <a:gdLst/>
            <a:ahLst/>
            <a:cxnLst/>
            <a:rect l="l" t="t" r="r" b="b"/>
            <a:pathLst>
              <a:path w="35922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0" name="Freeform 4189"/>
          <p:cNvSpPr/>
          <p:nvPr/>
        </p:nvSpPr>
        <p:spPr>
          <a:xfrm>
            <a:off x="4799424" y="32251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1" name="Freeform 4190"/>
          <p:cNvSpPr/>
          <p:nvPr/>
        </p:nvSpPr>
        <p:spPr>
          <a:xfrm>
            <a:off x="4457778" y="28643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2" name="Freeform 4191"/>
          <p:cNvSpPr/>
          <p:nvPr/>
        </p:nvSpPr>
        <p:spPr>
          <a:xfrm>
            <a:off x="4481524" y="24816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3" name="Freeform 4192"/>
          <p:cNvSpPr/>
          <p:nvPr/>
        </p:nvSpPr>
        <p:spPr>
          <a:xfrm>
            <a:off x="4531064" y="25935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4" name="Freeform 4193"/>
          <p:cNvSpPr/>
          <p:nvPr/>
        </p:nvSpPr>
        <p:spPr>
          <a:xfrm>
            <a:off x="4627711" y="28272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5" name="Freeform 4194"/>
          <p:cNvSpPr/>
          <p:nvPr/>
        </p:nvSpPr>
        <p:spPr>
          <a:xfrm>
            <a:off x="4681564" y="35275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6" name="Freeform 4195"/>
          <p:cNvSpPr/>
          <p:nvPr/>
        </p:nvSpPr>
        <p:spPr>
          <a:xfrm>
            <a:off x="4671136" y="35260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7" name="Freeform 4196"/>
          <p:cNvSpPr/>
          <p:nvPr/>
        </p:nvSpPr>
        <p:spPr>
          <a:xfrm>
            <a:off x="4672395" y="27969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8" name="Freeform 4197"/>
          <p:cNvSpPr/>
          <p:nvPr/>
        </p:nvSpPr>
        <p:spPr>
          <a:xfrm>
            <a:off x="4756977" y="353295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9" name="Freeform 4198"/>
          <p:cNvSpPr/>
          <p:nvPr/>
        </p:nvSpPr>
        <p:spPr>
          <a:xfrm>
            <a:off x="4629067" y="30942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0" name="Freeform 4199"/>
          <p:cNvSpPr/>
          <p:nvPr/>
        </p:nvSpPr>
        <p:spPr>
          <a:xfrm>
            <a:off x="4544400" y="28867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1" name="Freeform 4200"/>
          <p:cNvSpPr/>
          <p:nvPr/>
        </p:nvSpPr>
        <p:spPr>
          <a:xfrm>
            <a:off x="4546517" y="34515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2" name="Freeform 4201"/>
          <p:cNvSpPr/>
          <p:nvPr/>
        </p:nvSpPr>
        <p:spPr>
          <a:xfrm>
            <a:off x="4905576" y="34071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3" name="Freeform 4202"/>
          <p:cNvSpPr/>
          <p:nvPr/>
        </p:nvSpPr>
        <p:spPr>
          <a:xfrm>
            <a:off x="4427953" y="30427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4" name="Freeform 4203"/>
          <p:cNvSpPr/>
          <p:nvPr/>
        </p:nvSpPr>
        <p:spPr>
          <a:xfrm>
            <a:off x="4660709" y="280856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5" name="Freeform 4204"/>
          <p:cNvSpPr/>
          <p:nvPr/>
        </p:nvSpPr>
        <p:spPr>
          <a:xfrm>
            <a:off x="4835533" y="25900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6" name="Freeform 4205"/>
          <p:cNvSpPr/>
          <p:nvPr/>
        </p:nvSpPr>
        <p:spPr>
          <a:xfrm>
            <a:off x="4731281" y="27680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7" name="Freeform 4206"/>
          <p:cNvSpPr/>
          <p:nvPr/>
        </p:nvSpPr>
        <p:spPr>
          <a:xfrm>
            <a:off x="4590830" y="29770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8" name="Freeform 4207"/>
          <p:cNvSpPr/>
          <p:nvPr/>
        </p:nvSpPr>
        <p:spPr>
          <a:xfrm>
            <a:off x="4679806" y="32981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9" name="Freeform 4208"/>
          <p:cNvSpPr/>
          <p:nvPr/>
        </p:nvSpPr>
        <p:spPr>
          <a:xfrm>
            <a:off x="4771991" y="34253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0" name="Freeform 4209"/>
          <p:cNvSpPr/>
          <p:nvPr/>
        </p:nvSpPr>
        <p:spPr>
          <a:xfrm>
            <a:off x="4808815" y="32060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1" name="Freeform 4210"/>
          <p:cNvSpPr/>
          <p:nvPr/>
        </p:nvSpPr>
        <p:spPr>
          <a:xfrm>
            <a:off x="4583365" y="28452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2" name="Freeform 4211"/>
          <p:cNvSpPr/>
          <p:nvPr/>
        </p:nvSpPr>
        <p:spPr>
          <a:xfrm>
            <a:off x="4760923" y="28739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3" name="Freeform 4212"/>
          <p:cNvSpPr/>
          <p:nvPr/>
        </p:nvSpPr>
        <p:spPr>
          <a:xfrm>
            <a:off x="4706584" y="38285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4" name="Freeform 4213"/>
          <p:cNvSpPr/>
          <p:nvPr/>
        </p:nvSpPr>
        <p:spPr>
          <a:xfrm>
            <a:off x="4797717" y="33136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5" name="Freeform 4214"/>
          <p:cNvSpPr/>
          <p:nvPr/>
        </p:nvSpPr>
        <p:spPr>
          <a:xfrm>
            <a:off x="4828313" y="25340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6" name="Freeform 4215"/>
          <p:cNvSpPr/>
          <p:nvPr/>
        </p:nvSpPr>
        <p:spPr>
          <a:xfrm>
            <a:off x="4642847" y="29748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7" name="Freeform 4216"/>
          <p:cNvSpPr/>
          <p:nvPr/>
        </p:nvSpPr>
        <p:spPr>
          <a:xfrm>
            <a:off x="4524501" y="35609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8" name="Freeform 4217"/>
          <p:cNvSpPr/>
          <p:nvPr/>
        </p:nvSpPr>
        <p:spPr>
          <a:xfrm>
            <a:off x="4721917" y="20829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9" name="Freeform 4218"/>
          <p:cNvSpPr/>
          <p:nvPr/>
        </p:nvSpPr>
        <p:spPr>
          <a:xfrm>
            <a:off x="4869628" y="30172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0" name="Freeform 4219"/>
          <p:cNvSpPr/>
          <p:nvPr/>
        </p:nvSpPr>
        <p:spPr>
          <a:xfrm>
            <a:off x="4752913" y="28553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1" name="Freeform 4220"/>
          <p:cNvSpPr/>
          <p:nvPr/>
        </p:nvSpPr>
        <p:spPr>
          <a:xfrm>
            <a:off x="4704194" y="28493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2" name="Freeform 4221"/>
          <p:cNvSpPr/>
          <p:nvPr/>
        </p:nvSpPr>
        <p:spPr>
          <a:xfrm>
            <a:off x="4936426" y="31498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3" name="Freeform 4222"/>
          <p:cNvSpPr/>
          <p:nvPr/>
        </p:nvSpPr>
        <p:spPr>
          <a:xfrm>
            <a:off x="4568315" y="3290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4" name="Freeform 4223"/>
          <p:cNvSpPr/>
          <p:nvPr/>
        </p:nvSpPr>
        <p:spPr>
          <a:xfrm>
            <a:off x="4776170" y="21747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5" name="Freeform 4224"/>
          <p:cNvSpPr/>
          <p:nvPr/>
        </p:nvSpPr>
        <p:spPr>
          <a:xfrm>
            <a:off x="4618549" y="26128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6" name="Freeform 4225"/>
          <p:cNvSpPr/>
          <p:nvPr/>
        </p:nvSpPr>
        <p:spPr>
          <a:xfrm>
            <a:off x="4684882" y="26838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7" name="Freeform 4226"/>
          <p:cNvSpPr/>
          <p:nvPr/>
        </p:nvSpPr>
        <p:spPr>
          <a:xfrm>
            <a:off x="4689162" y="27801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8" name="Freeform 4227"/>
          <p:cNvSpPr/>
          <p:nvPr/>
        </p:nvSpPr>
        <p:spPr>
          <a:xfrm>
            <a:off x="4841602" y="33989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9" name="Freeform 4228"/>
          <p:cNvSpPr/>
          <p:nvPr/>
        </p:nvSpPr>
        <p:spPr>
          <a:xfrm>
            <a:off x="4579442" y="25053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0" name="Freeform 4229"/>
          <p:cNvSpPr/>
          <p:nvPr/>
        </p:nvSpPr>
        <p:spPr>
          <a:xfrm>
            <a:off x="4622331" y="33361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1" name="Freeform 4230"/>
          <p:cNvSpPr/>
          <p:nvPr/>
        </p:nvSpPr>
        <p:spPr>
          <a:xfrm>
            <a:off x="4509165" y="28948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2" name="Freeform 4231"/>
          <p:cNvSpPr/>
          <p:nvPr/>
        </p:nvSpPr>
        <p:spPr>
          <a:xfrm>
            <a:off x="4731691" y="36481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3" name="Freeform 4232"/>
          <p:cNvSpPr/>
          <p:nvPr/>
        </p:nvSpPr>
        <p:spPr>
          <a:xfrm>
            <a:off x="4630553" y="38053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4" name="Freeform 4233"/>
          <p:cNvSpPr/>
          <p:nvPr/>
        </p:nvSpPr>
        <p:spPr>
          <a:xfrm>
            <a:off x="4724713" y="28811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5" name="Freeform 4234"/>
          <p:cNvSpPr/>
          <p:nvPr/>
        </p:nvSpPr>
        <p:spPr>
          <a:xfrm>
            <a:off x="4564759" y="33228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6" name="Freeform 4235"/>
          <p:cNvSpPr/>
          <p:nvPr/>
        </p:nvSpPr>
        <p:spPr>
          <a:xfrm>
            <a:off x="4641127" y="37851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7" name="Freeform 4236"/>
          <p:cNvSpPr/>
          <p:nvPr/>
        </p:nvSpPr>
        <p:spPr>
          <a:xfrm>
            <a:off x="4790713" y="27940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8" name="Freeform 4237"/>
          <p:cNvSpPr/>
          <p:nvPr/>
        </p:nvSpPr>
        <p:spPr>
          <a:xfrm>
            <a:off x="4660924" y="21753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9" name="Freeform 4238"/>
          <p:cNvSpPr/>
          <p:nvPr/>
        </p:nvSpPr>
        <p:spPr>
          <a:xfrm>
            <a:off x="4746501" y="24615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0" name="Freeform 4239"/>
          <p:cNvSpPr/>
          <p:nvPr/>
        </p:nvSpPr>
        <p:spPr>
          <a:xfrm>
            <a:off x="4736091" y="31066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1" name="Freeform 4240"/>
          <p:cNvSpPr/>
          <p:nvPr/>
        </p:nvSpPr>
        <p:spPr>
          <a:xfrm>
            <a:off x="4641791" y="30024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2" name="Freeform 4241"/>
          <p:cNvSpPr/>
          <p:nvPr/>
        </p:nvSpPr>
        <p:spPr>
          <a:xfrm>
            <a:off x="4512717" y="26581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3" name="Freeform 4242"/>
          <p:cNvSpPr/>
          <p:nvPr/>
        </p:nvSpPr>
        <p:spPr>
          <a:xfrm>
            <a:off x="4784986" y="25662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4" name="Freeform 4243"/>
          <p:cNvSpPr/>
          <p:nvPr/>
        </p:nvSpPr>
        <p:spPr>
          <a:xfrm>
            <a:off x="4697834" y="31404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5" name="Freeform 4244"/>
          <p:cNvSpPr/>
          <p:nvPr/>
        </p:nvSpPr>
        <p:spPr>
          <a:xfrm>
            <a:off x="4784760" y="29924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6" name="Freeform 4245"/>
          <p:cNvSpPr/>
          <p:nvPr/>
        </p:nvSpPr>
        <p:spPr>
          <a:xfrm>
            <a:off x="4464263" y="288810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7" name="Freeform 4246"/>
          <p:cNvSpPr/>
          <p:nvPr/>
        </p:nvSpPr>
        <p:spPr>
          <a:xfrm>
            <a:off x="4502569" y="27888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8" name="Freeform 4247"/>
          <p:cNvSpPr/>
          <p:nvPr/>
        </p:nvSpPr>
        <p:spPr>
          <a:xfrm>
            <a:off x="4450352" y="30580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9" name="Freeform 4248"/>
          <p:cNvSpPr/>
          <p:nvPr/>
        </p:nvSpPr>
        <p:spPr>
          <a:xfrm>
            <a:off x="4585772" y="30529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0" name="Freeform 4249"/>
          <p:cNvSpPr/>
          <p:nvPr/>
        </p:nvSpPr>
        <p:spPr>
          <a:xfrm>
            <a:off x="4791036" y="24653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1" name="Freeform 4250"/>
          <p:cNvSpPr/>
          <p:nvPr/>
        </p:nvSpPr>
        <p:spPr>
          <a:xfrm>
            <a:off x="4740120" y="25320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2" name="Freeform 4251"/>
          <p:cNvSpPr/>
          <p:nvPr/>
        </p:nvSpPr>
        <p:spPr>
          <a:xfrm>
            <a:off x="4675919" y="281884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3" name="Freeform 4252"/>
          <p:cNvSpPr/>
          <p:nvPr/>
        </p:nvSpPr>
        <p:spPr>
          <a:xfrm>
            <a:off x="4693612" y="23324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4" name="Freeform 4253"/>
          <p:cNvSpPr/>
          <p:nvPr/>
        </p:nvSpPr>
        <p:spPr>
          <a:xfrm>
            <a:off x="4760958" y="31572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5" name="Freeform 4254"/>
          <p:cNvSpPr/>
          <p:nvPr/>
        </p:nvSpPr>
        <p:spPr>
          <a:xfrm>
            <a:off x="4647250" y="23700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6" name="Freeform 4255"/>
          <p:cNvSpPr/>
          <p:nvPr/>
        </p:nvSpPr>
        <p:spPr>
          <a:xfrm>
            <a:off x="4721942" y="27933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7" name="Freeform 4256"/>
          <p:cNvSpPr/>
          <p:nvPr/>
        </p:nvSpPr>
        <p:spPr>
          <a:xfrm>
            <a:off x="4694544" y="17244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8" name="Freeform 4257"/>
          <p:cNvSpPr/>
          <p:nvPr/>
        </p:nvSpPr>
        <p:spPr>
          <a:xfrm>
            <a:off x="4445612" y="34730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9" name="Freeform 4258"/>
          <p:cNvSpPr/>
          <p:nvPr/>
        </p:nvSpPr>
        <p:spPr>
          <a:xfrm>
            <a:off x="4638405" y="32759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0" name="Freeform 4259"/>
          <p:cNvSpPr/>
          <p:nvPr/>
        </p:nvSpPr>
        <p:spPr>
          <a:xfrm>
            <a:off x="4824926" y="28418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1" name="Freeform 4260"/>
          <p:cNvSpPr/>
          <p:nvPr/>
        </p:nvSpPr>
        <p:spPr>
          <a:xfrm>
            <a:off x="4637225" y="28502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2" name="Freeform 4261"/>
          <p:cNvSpPr/>
          <p:nvPr/>
        </p:nvSpPr>
        <p:spPr>
          <a:xfrm>
            <a:off x="4664265" y="22419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3" name="Freeform 4262"/>
          <p:cNvSpPr/>
          <p:nvPr/>
        </p:nvSpPr>
        <p:spPr>
          <a:xfrm>
            <a:off x="4614652" y="32677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4" name="Freeform 4263"/>
          <p:cNvSpPr/>
          <p:nvPr/>
        </p:nvSpPr>
        <p:spPr>
          <a:xfrm>
            <a:off x="4627728" y="265136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5" name="Freeform 4264"/>
          <p:cNvSpPr/>
          <p:nvPr/>
        </p:nvSpPr>
        <p:spPr>
          <a:xfrm>
            <a:off x="4799814" y="25504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6" name="Freeform 4265"/>
          <p:cNvSpPr/>
          <p:nvPr/>
        </p:nvSpPr>
        <p:spPr>
          <a:xfrm>
            <a:off x="4650894" y="27298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7" name="Freeform 4266"/>
          <p:cNvSpPr/>
          <p:nvPr/>
        </p:nvSpPr>
        <p:spPr>
          <a:xfrm>
            <a:off x="4570249" y="33823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8" name="Freeform 4267"/>
          <p:cNvSpPr/>
          <p:nvPr/>
        </p:nvSpPr>
        <p:spPr>
          <a:xfrm>
            <a:off x="4346732" y="24543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9" name="Freeform 4268"/>
          <p:cNvSpPr/>
          <p:nvPr/>
        </p:nvSpPr>
        <p:spPr>
          <a:xfrm>
            <a:off x="4618307" y="25242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0" name="Freeform 4269"/>
          <p:cNvSpPr/>
          <p:nvPr/>
        </p:nvSpPr>
        <p:spPr>
          <a:xfrm>
            <a:off x="4469171" y="27709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1" name="Freeform 4270"/>
          <p:cNvSpPr/>
          <p:nvPr/>
        </p:nvSpPr>
        <p:spPr>
          <a:xfrm>
            <a:off x="4484475" y="29258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2" name="Freeform 4271"/>
          <p:cNvSpPr/>
          <p:nvPr/>
        </p:nvSpPr>
        <p:spPr>
          <a:xfrm>
            <a:off x="4764637" y="29172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3" name="Freeform 4272"/>
          <p:cNvSpPr/>
          <p:nvPr/>
        </p:nvSpPr>
        <p:spPr>
          <a:xfrm>
            <a:off x="4755383" y="303671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4" name="Freeform 4273"/>
          <p:cNvSpPr/>
          <p:nvPr/>
        </p:nvSpPr>
        <p:spPr>
          <a:xfrm>
            <a:off x="4474477" y="27548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5" name="Freeform 4274"/>
          <p:cNvSpPr/>
          <p:nvPr/>
        </p:nvSpPr>
        <p:spPr>
          <a:xfrm>
            <a:off x="4770660" y="29936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6" name="Freeform 4275"/>
          <p:cNvSpPr/>
          <p:nvPr/>
        </p:nvSpPr>
        <p:spPr>
          <a:xfrm>
            <a:off x="4728713" y="33382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7" name="Freeform 4276"/>
          <p:cNvSpPr/>
          <p:nvPr/>
        </p:nvSpPr>
        <p:spPr>
          <a:xfrm>
            <a:off x="4595750" y="34166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8" name="Freeform 4277"/>
          <p:cNvSpPr/>
          <p:nvPr/>
        </p:nvSpPr>
        <p:spPr>
          <a:xfrm>
            <a:off x="4758133" y="33004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9" name="Freeform 4278"/>
          <p:cNvSpPr/>
          <p:nvPr/>
        </p:nvSpPr>
        <p:spPr>
          <a:xfrm>
            <a:off x="4505561" y="29188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0" name="Freeform 4279"/>
          <p:cNvSpPr/>
          <p:nvPr/>
        </p:nvSpPr>
        <p:spPr>
          <a:xfrm>
            <a:off x="4550728" y="30164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1" name="Freeform 4280"/>
          <p:cNvSpPr/>
          <p:nvPr/>
        </p:nvSpPr>
        <p:spPr>
          <a:xfrm>
            <a:off x="4525561" y="29215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2" name="Freeform 4281"/>
          <p:cNvSpPr/>
          <p:nvPr/>
        </p:nvSpPr>
        <p:spPr>
          <a:xfrm>
            <a:off x="4560668" y="28096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3" name="Freeform 4282"/>
          <p:cNvSpPr/>
          <p:nvPr/>
        </p:nvSpPr>
        <p:spPr>
          <a:xfrm>
            <a:off x="4773571" y="32516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4" name="Freeform 4283"/>
          <p:cNvSpPr/>
          <p:nvPr/>
        </p:nvSpPr>
        <p:spPr>
          <a:xfrm>
            <a:off x="4536906" y="24316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5" name="Freeform 4284"/>
          <p:cNvSpPr/>
          <p:nvPr/>
        </p:nvSpPr>
        <p:spPr>
          <a:xfrm>
            <a:off x="4556411" y="31107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6" name="Freeform 4285"/>
          <p:cNvSpPr/>
          <p:nvPr/>
        </p:nvSpPr>
        <p:spPr>
          <a:xfrm>
            <a:off x="4577764" y="31756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7" name="Freeform 4286"/>
          <p:cNvSpPr/>
          <p:nvPr/>
        </p:nvSpPr>
        <p:spPr>
          <a:xfrm>
            <a:off x="4700482" y="28168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8" name="Freeform 4287"/>
          <p:cNvSpPr/>
          <p:nvPr/>
        </p:nvSpPr>
        <p:spPr>
          <a:xfrm>
            <a:off x="4643233" y="37253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9" name="Freeform 4288"/>
          <p:cNvSpPr/>
          <p:nvPr/>
        </p:nvSpPr>
        <p:spPr>
          <a:xfrm>
            <a:off x="4771822" y="33155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0" name="Freeform 4289"/>
          <p:cNvSpPr/>
          <p:nvPr/>
        </p:nvSpPr>
        <p:spPr>
          <a:xfrm>
            <a:off x="4603474" y="26215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1" name="Freeform 4290"/>
          <p:cNvSpPr/>
          <p:nvPr/>
        </p:nvSpPr>
        <p:spPr>
          <a:xfrm>
            <a:off x="4541635" y="36865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2" name="Freeform 4291"/>
          <p:cNvSpPr/>
          <p:nvPr/>
        </p:nvSpPr>
        <p:spPr>
          <a:xfrm>
            <a:off x="4625641" y="25680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3" name="Freeform 4292"/>
          <p:cNvSpPr/>
          <p:nvPr/>
        </p:nvSpPr>
        <p:spPr>
          <a:xfrm>
            <a:off x="4683301" y="24138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4" name="Freeform 4293"/>
          <p:cNvSpPr/>
          <p:nvPr/>
        </p:nvSpPr>
        <p:spPr>
          <a:xfrm>
            <a:off x="4579645" y="31506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5" name="Freeform 4294"/>
          <p:cNvSpPr/>
          <p:nvPr/>
        </p:nvSpPr>
        <p:spPr>
          <a:xfrm>
            <a:off x="4708883" y="28915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6" name="Freeform 4295"/>
          <p:cNvSpPr/>
          <p:nvPr/>
        </p:nvSpPr>
        <p:spPr>
          <a:xfrm>
            <a:off x="4873343" y="25674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7" name="Freeform 4296"/>
          <p:cNvSpPr/>
          <p:nvPr/>
        </p:nvSpPr>
        <p:spPr>
          <a:xfrm>
            <a:off x="4616646" y="318873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8" name="Freeform 4297"/>
          <p:cNvSpPr/>
          <p:nvPr/>
        </p:nvSpPr>
        <p:spPr>
          <a:xfrm>
            <a:off x="4683455" y="26659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9" name="Freeform 4298"/>
          <p:cNvSpPr/>
          <p:nvPr/>
        </p:nvSpPr>
        <p:spPr>
          <a:xfrm>
            <a:off x="4823273" y="32687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0" name="Freeform 4299"/>
          <p:cNvSpPr/>
          <p:nvPr/>
        </p:nvSpPr>
        <p:spPr>
          <a:xfrm>
            <a:off x="4609203" y="31929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1" name="Freeform 4300"/>
          <p:cNvSpPr/>
          <p:nvPr/>
        </p:nvSpPr>
        <p:spPr>
          <a:xfrm>
            <a:off x="4587781" y="33190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2" name="Freeform 4301"/>
          <p:cNvSpPr/>
          <p:nvPr/>
        </p:nvSpPr>
        <p:spPr>
          <a:xfrm>
            <a:off x="4561303" y="28716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3" name="Freeform 4302"/>
          <p:cNvSpPr/>
          <p:nvPr/>
        </p:nvSpPr>
        <p:spPr>
          <a:xfrm>
            <a:off x="4720788" y="25522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4" name="Freeform 4303"/>
          <p:cNvSpPr/>
          <p:nvPr/>
        </p:nvSpPr>
        <p:spPr>
          <a:xfrm>
            <a:off x="4733147" y="30779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5" name="Freeform 4304"/>
          <p:cNvSpPr/>
          <p:nvPr/>
        </p:nvSpPr>
        <p:spPr>
          <a:xfrm>
            <a:off x="4662116" y="35038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6" name="Freeform 4305"/>
          <p:cNvSpPr/>
          <p:nvPr/>
        </p:nvSpPr>
        <p:spPr>
          <a:xfrm>
            <a:off x="4682416" y="34300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7" name="Freeform 4306"/>
          <p:cNvSpPr/>
          <p:nvPr/>
        </p:nvSpPr>
        <p:spPr>
          <a:xfrm>
            <a:off x="4814051" y="28512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8" name="Freeform 4307"/>
          <p:cNvSpPr/>
          <p:nvPr/>
        </p:nvSpPr>
        <p:spPr>
          <a:xfrm>
            <a:off x="4770464" y="22834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9" name="Freeform 4308"/>
          <p:cNvSpPr/>
          <p:nvPr/>
        </p:nvSpPr>
        <p:spPr>
          <a:xfrm>
            <a:off x="4527642" y="28516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0" name="Freeform 4309"/>
          <p:cNvSpPr/>
          <p:nvPr/>
        </p:nvSpPr>
        <p:spPr>
          <a:xfrm>
            <a:off x="4676417" y="31574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1" name="Freeform 4310"/>
          <p:cNvSpPr/>
          <p:nvPr/>
        </p:nvSpPr>
        <p:spPr>
          <a:xfrm>
            <a:off x="4688577" y="27057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2" name="Freeform 4311"/>
          <p:cNvSpPr/>
          <p:nvPr/>
        </p:nvSpPr>
        <p:spPr>
          <a:xfrm>
            <a:off x="4754236" y="30996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3" name="Freeform 4312"/>
          <p:cNvSpPr/>
          <p:nvPr/>
        </p:nvSpPr>
        <p:spPr>
          <a:xfrm>
            <a:off x="4653207" y="31540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4" name="Freeform 4313"/>
          <p:cNvSpPr/>
          <p:nvPr/>
        </p:nvSpPr>
        <p:spPr>
          <a:xfrm>
            <a:off x="4607963" y="33813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5" name="Freeform 4314"/>
          <p:cNvSpPr/>
          <p:nvPr/>
        </p:nvSpPr>
        <p:spPr>
          <a:xfrm>
            <a:off x="4627901" y="24541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6" name="Freeform 4315"/>
          <p:cNvSpPr/>
          <p:nvPr/>
        </p:nvSpPr>
        <p:spPr>
          <a:xfrm>
            <a:off x="4486604" y="40006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7" name="Freeform 4316"/>
          <p:cNvSpPr/>
          <p:nvPr/>
        </p:nvSpPr>
        <p:spPr>
          <a:xfrm>
            <a:off x="4673993" y="26933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8" name="Freeform 4317"/>
          <p:cNvSpPr/>
          <p:nvPr/>
        </p:nvSpPr>
        <p:spPr>
          <a:xfrm>
            <a:off x="4612817" y="31875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9" name="Freeform 4318"/>
          <p:cNvSpPr/>
          <p:nvPr/>
        </p:nvSpPr>
        <p:spPr>
          <a:xfrm>
            <a:off x="4726463" y="316662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0" name="Freeform 4319"/>
          <p:cNvSpPr/>
          <p:nvPr/>
        </p:nvSpPr>
        <p:spPr>
          <a:xfrm>
            <a:off x="4566686" y="23429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1" name="Freeform 4320"/>
          <p:cNvSpPr/>
          <p:nvPr/>
        </p:nvSpPr>
        <p:spPr>
          <a:xfrm>
            <a:off x="4629742" y="328563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2" name="Freeform 4321"/>
          <p:cNvSpPr/>
          <p:nvPr/>
        </p:nvSpPr>
        <p:spPr>
          <a:xfrm>
            <a:off x="4571608" y="32722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3" name="Freeform 4322"/>
          <p:cNvSpPr/>
          <p:nvPr/>
        </p:nvSpPr>
        <p:spPr>
          <a:xfrm>
            <a:off x="4562164" y="30569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4" name="Freeform 4323"/>
          <p:cNvSpPr/>
          <p:nvPr/>
        </p:nvSpPr>
        <p:spPr>
          <a:xfrm>
            <a:off x="4750959" y="28437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5" name="Freeform 4324"/>
          <p:cNvSpPr/>
          <p:nvPr/>
        </p:nvSpPr>
        <p:spPr>
          <a:xfrm>
            <a:off x="4626276" y="317896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6" name="Freeform 4325"/>
          <p:cNvSpPr/>
          <p:nvPr/>
        </p:nvSpPr>
        <p:spPr>
          <a:xfrm>
            <a:off x="4723449" y="36224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7" name="Freeform 4326"/>
          <p:cNvSpPr/>
          <p:nvPr/>
        </p:nvSpPr>
        <p:spPr>
          <a:xfrm>
            <a:off x="4556120" y="33450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8" name="Freeform 4327"/>
          <p:cNvSpPr/>
          <p:nvPr/>
        </p:nvSpPr>
        <p:spPr>
          <a:xfrm>
            <a:off x="4686153" y="2503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9" name="Freeform 4328"/>
          <p:cNvSpPr/>
          <p:nvPr/>
        </p:nvSpPr>
        <p:spPr>
          <a:xfrm>
            <a:off x="4495004" y="29765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0" name="Freeform 4329"/>
          <p:cNvSpPr/>
          <p:nvPr/>
        </p:nvSpPr>
        <p:spPr>
          <a:xfrm>
            <a:off x="4624444" y="28291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1" name="Freeform 4330"/>
          <p:cNvSpPr/>
          <p:nvPr/>
        </p:nvSpPr>
        <p:spPr>
          <a:xfrm>
            <a:off x="4621752" y="31082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2" name="Freeform 4331"/>
          <p:cNvSpPr/>
          <p:nvPr/>
        </p:nvSpPr>
        <p:spPr>
          <a:xfrm>
            <a:off x="4737762" y="32642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3" name="Freeform 4332"/>
          <p:cNvSpPr/>
          <p:nvPr/>
        </p:nvSpPr>
        <p:spPr>
          <a:xfrm>
            <a:off x="4694610" y="23486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4" name="Freeform 4333"/>
          <p:cNvSpPr/>
          <p:nvPr/>
        </p:nvSpPr>
        <p:spPr>
          <a:xfrm>
            <a:off x="4656570" y="30795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5" name="Freeform 4334"/>
          <p:cNvSpPr/>
          <p:nvPr/>
        </p:nvSpPr>
        <p:spPr>
          <a:xfrm>
            <a:off x="4764812" y="31795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6" name="Freeform 4335"/>
          <p:cNvSpPr/>
          <p:nvPr/>
        </p:nvSpPr>
        <p:spPr>
          <a:xfrm>
            <a:off x="4695617" y="25764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7" name="Freeform 4336"/>
          <p:cNvSpPr/>
          <p:nvPr/>
        </p:nvSpPr>
        <p:spPr>
          <a:xfrm>
            <a:off x="4732624" y="32888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8" name="Freeform 4337"/>
          <p:cNvSpPr/>
          <p:nvPr/>
        </p:nvSpPr>
        <p:spPr>
          <a:xfrm>
            <a:off x="4757026" y="32388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9" name="Freeform 4338"/>
          <p:cNvSpPr/>
          <p:nvPr/>
        </p:nvSpPr>
        <p:spPr>
          <a:xfrm>
            <a:off x="4667923" y="30018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0" name="Freeform 4339"/>
          <p:cNvSpPr/>
          <p:nvPr/>
        </p:nvSpPr>
        <p:spPr>
          <a:xfrm>
            <a:off x="4643596" y="300576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1" name="Freeform 4340"/>
          <p:cNvSpPr/>
          <p:nvPr/>
        </p:nvSpPr>
        <p:spPr>
          <a:xfrm>
            <a:off x="4709910" y="29041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2" name="Freeform 4341"/>
          <p:cNvSpPr/>
          <p:nvPr/>
        </p:nvSpPr>
        <p:spPr>
          <a:xfrm>
            <a:off x="4630341" y="21864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3" name="Freeform 4342"/>
          <p:cNvSpPr/>
          <p:nvPr/>
        </p:nvSpPr>
        <p:spPr>
          <a:xfrm>
            <a:off x="4716306" y="28741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4" name="Freeform 4343"/>
          <p:cNvSpPr/>
          <p:nvPr/>
        </p:nvSpPr>
        <p:spPr>
          <a:xfrm>
            <a:off x="4793261" y="39374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5" name="Freeform 4344"/>
          <p:cNvSpPr/>
          <p:nvPr/>
        </p:nvSpPr>
        <p:spPr>
          <a:xfrm>
            <a:off x="4766128" y="28780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6" name="Freeform 4345"/>
          <p:cNvSpPr/>
          <p:nvPr/>
        </p:nvSpPr>
        <p:spPr>
          <a:xfrm>
            <a:off x="4634023" y="29910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7" name="Freeform 4346"/>
          <p:cNvSpPr/>
          <p:nvPr/>
        </p:nvSpPr>
        <p:spPr>
          <a:xfrm>
            <a:off x="4537460" y="298884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8" name="Freeform 4347"/>
          <p:cNvSpPr/>
          <p:nvPr/>
        </p:nvSpPr>
        <p:spPr>
          <a:xfrm>
            <a:off x="4668774" y="29095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9" name="Freeform 4348"/>
          <p:cNvSpPr/>
          <p:nvPr/>
        </p:nvSpPr>
        <p:spPr>
          <a:xfrm>
            <a:off x="4661291" y="30171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0" name="Freeform 4349"/>
          <p:cNvSpPr/>
          <p:nvPr/>
        </p:nvSpPr>
        <p:spPr>
          <a:xfrm>
            <a:off x="4792836" y="30264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1" name="Freeform 4350"/>
          <p:cNvSpPr/>
          <p:nvPr/>
        </p:nvSpPr>
        <p:spPr>
          <a:xfrm>
            <a:off x="4633783" y="27657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2" name="Freeform 4351"/>
          <p:cNvSpPr/>
          <p:nvPr/>
        </p:nvSpPr>
        <p:spPr>
          <a:xfrm>
            <a:off x="4652322" y="32182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3" name="Freeform 4352"/>
          <p:cNvSpPr/>
          <p:nvPr/>
        </p:nvSpPr>
        <p:spPr>
          <a:xfrm>
            <a:off x="4753172" y="33771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4" name="Freeform 4353"/>
          <p:cNvSpPr/>
          <p:nvPr/>
        </p:nvSpPr>
        <p:spPr>
          <a:xfrm>
            <a:off x="4623623" y="18213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5" name="Freeform 4354"/>
          <p:cNvSpPr/>
          <p:nvPr/>
        </p:nvSpPr>
        <p:spPr>
          <a:xfrm>
            <a:off x="4657584" y="32863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6" name="Freeform 4355"/>
          <p:cNvSpPr/>
          <p:nvPr/>
        </p:nvSpPr>
        <p:spPr>
          <a:xfrm>
            <a:off x="4857624" y="29666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7" name="Freeform 4356"/>
          <p:cNvSpPr/>
          <p:nvPr/>
        </p:nvSpPr>
        <p:spPr>
          <a:xfrm>
            <a:off x="4833667" y="3591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8" name="Freeform 4357"/>
          <p:cNvSpPr/>
          <p:nvPr/>
        </p:nvSpPr>
        <p:spPr>
          <a:xfrm>
            <a:off x="4741797" y="29602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9" name="Freeform 4358"/>
          <p:cNvSpPr/>
          <p:nvPr/>
        </p:nvSpPr>
        <p:spPr>
          <a:xfrm>
            <a:off x="4703224" y="33714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0" name="Freeform 4359"/>
          <p:cNvSpPr/>
          <p:nvPr/>
        </p:nvSpPr>
        <p:spPr>
          <a:xfrm>
            <a:off x="4571075" y="31792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1" name="Freeform 4360"/>
          <p:cNvSpPr/>
          <p:nvPr/>
        </p:nvSpPr>
        <p:spPr>
          <a:xfrm>
            <a:off x="4734161" y="25964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2" name="Freeform 4361"/>
          <p:cNvSpPr/>
          <p:nvPr/>
        </p:nvSpPr>
        <p:spPr>
          <a:xfrm>
            <a:off x="4680728" y="28209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3" name="Freeform 4362"/>
          <p:cNvSpPr/>
          <p:nvPr/>
        </p:nvSpPr>
        <p:spPr>
          <a:xfrm>
            <a:off x="4698093" y="27831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4" name="Freeform 4363"/>
          <p:cNvSpPr/>
          <p:nvPr/>
        </p:nvSpPr>
        <p:spPr>
          <a:xfrm>
            <a:off x="4619168" y="36997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5" name="Freeform 4364"/>
          <p:cNvSpPr/>
          <p:nvPr/>
        </p:nvSpPr>
        <p:spPr>
          <a:xfrm>
            <a:off x="4673242" y="22862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6" name="Freeform 4365"/>
          <p:cNvSpPr/>
          <p:nvPr/>
        </p:nvSpPr>
        <p:spPr>
          <a:xfrm>
            <a:off x="4654849" y="3472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7" name="Freeform 4366"/>
          <p:cNvSpPr/>
          <p:nvPr/>
        </p:nvSpPr>
        <p:spPr>
          <a:xfrm>
            <a:off x="4708206" y="24070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8" name="Freeform 4367"/>
          <p:cNvSpPr/>
          <p:nvPr/>
        </p:nvSpPr>
        <p:spPr>
          <a:xfrm>
            <a:off x="4826977" y="26056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9" name="Freeform 4368"/>
          <p:cNvSpPr/>
          <p:nvPr/>
        </p:nvSpPr>
        <p:spPr>
          <a:xfrm>
            <a:off x="4713119" y="27797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0" name="Freeform 4369"/>
          <p:cNvSpPr/>
          <p:nvPr/>
        </p:nvSpPr>
        <p:spPr>
          <a:xfrm>
            <a:off x="4497486" y="33408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1" name="Freeform 4370"/>
          <p:cNvSpPr/>
          <p:nvPr/>
        </p:nvSpPr>
        <p:spPr>
          <a:xfrm>
            <a:off x="4570912" y="29464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2" name="Freeform 4371"/>
          <p:cNvSpPr/>
          <p:nvPr/>
        </p:nvSpPr>
        <p:spPr>
          <a:xfrm>
            <a:off x="4505399" y="31903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3" name="Freeform 4372"/>
          <p:cNvSpPr/>
          <p:nvPr/>
        </p:nvSpPr>
        <p:spPr>
          <a:xfrm>
            <a:off x="4589790" y="29944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4" name="Freeform 4373"/>
          <p:cNvSpPr/>
          <p:nvPr/>
        </p:nvSpPr>
        <p:spPr>
          <a:xfrm>
            <a:off x="4734164" y="31037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5" name="Freeform 4374"/>
          <p:cNvSpPr/>
          <p:nvPr/>
        </p:nvSpPr>
        <p:spPr>
          <a:xfrm>
            <a:off x="4717282" y="38044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6" name="Freeform 4375"/>
          <p:cNvSpPr/>
          <p:nvPr/>
        </p:nvSpPr>
        <p:spPr>
          <a:xfrm>
            <a:off x="4610518" y="25664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7" name="Freeform 4376"/>
          <p:cNvSpPr/>
          <p:nvPr/>
        </p:nvSpPr>
        <p:spPr>
          <a:xfrm>
            <a:off x="4702919" y="30376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8" name="Freeform 4377"/>
          <p:cNvSpPr/>
          <p:nvPr/>
        </p:nvSpPr>
        <p:spPr>
          <a:xfrm>
            <a:off x="4593651" y="31957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9" name="Freeform 4378"/>
          <p:cNvSpPr/>
          <p:nvPr/>
        </p:nvSpPr>
        <p:spPr>
          <a:xfrm>
            <a:off x="4522799" y="32253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0" name="Freeform 4379"/>
          <p:cNvSpPr/>
          <p:nvPr/>
        </p:nvSpPr>
        <p:spPr>
          <a:xfrm>
            <a:off x="4524327" y="28654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1" name="Freeform 4380"/>
          <p:cNvSpPr/>
          <p:nvPr/>
        </p:nvSpPr>
        <p:spPr>
          <a:xfrm>
            <a:off x="4582733" y="3356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2" name="Freeform 4381"/>
          <p:cNvSpPr/>
          <p:nvPr/>
        </p:nvSpPr>
        <p:spPr>
          <a:xfrm>
            <a:off x="4826088" y="38893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3" name="Freeform 4382"/>
          <p:cNvSpPr/>
          <p:nvPr/>
        </p:nvSpPr>
        <p:spPr>
          <a:xfrm>
            <a:off x="4531269" y="28463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4" name="Freeform 4383"/>
          <p:cNvSpPr/>
          <p:nvPr/>
        </p:nvSpPr>
        <p:spPr>
          <a:xfrm>
            <a:off x="4807129" y="28025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5" name="Freeform 4384"/>
          <p:cNvSpPr/>
          <p:nvPr/>
        </p:nvSpPr>
        <p:spPr>
          <a:xfrm>
            <a:off x="4816132" y="30840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6" name="Freeform 4385"/>
          <p:cNvSpPr/>
          <p:nvPr/>
        </p:nvSpPr>
        <p:spPr>
          <a:xfrm>
            <a:off x="4654917" y="34555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7" name="Freeform 4386"/>
          <p:cNvSpPr/>
          <p:nvPr/>
        </p:nvSpPr>
        <p:spPr>
          <a:xfrm>
            <a:off x="4669094" y="29710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8" name="Freeform 4387"/>
          <p:cNvSpPr/>
          <p:nvPr/>
        </p:nvSpPr>
        <p:spPr>
          <a:xfrm>
            <a:off x="4608859" y="35796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9" name="Freeform 4388"/>
          <p:cNvSpPr/>
          <p:nvPr/>
        </p:nvSpPr>
        <p:spPr>
          <a:xfrm>
            <a:off x="4671647" y="34082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0" name="Freeform 4389"/>
          <p:cNvSpPr/>
          <p:nvPr/>
        </p:nvSpPr>
        <p:spPr>
          <a:xfrm>
            <a:off x="4744533" y="3299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1" name="Freeform 4390"/>
          <p:cNvSpPr/>
          <p:nvPr/>
        </p:nvSpPr>
        <p:spPr>
          <a:xfrm>
            <a:off x="4675200" y="26752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2" name="Freeform 4391"/>
          <p:cNvSpPr/>
          <p:nvPr/>
        </p:nvSpPr>
        <p:spPr>
          <a:xfrm>
            <a:off x="4780650" y="31479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3" name="Freeform 4392"/>
          <p:cNvSpPr/>
          <p:nvPr/>
        </p:nvSpPr>
        <p:spPr>
          <a:xfrm>
            <a:off x="4800854" y="31813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4" name="Freeform 4393"/>
          <p:cNvSpPr/>
          <p:nvPr/>
        </p:nvSpPr>
        <p:spPr>
          <a:xfrm>
            <a:off x="4710827" y="22401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5" name="Freeform 4394"/>
          <p:cNvSpPr/>
          <p:nvPr/>
        </p:nvSpPr>
        <p:spPr>
          <a:xfrm>
            <a:off x="4709066" y="28677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6" name="Freeform 4395"/>
          <p:cNvSpPr/>
          <p:nvPr/>
        </p:nvSpPr>
        <p:spPr>
          <a:xfrm>
            <a:off x="4667556" y="28730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7" name="Freeform 4396"/>
          <p:cNvSpPr/>
          <p:nvPr/>
        </p:nvSpPr>
        <p:spPr>
          <a:xfrm>
            <a:off x="4711077" y="31507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8" name="Freeform 4397"/>
          <p:cNvSpPr/>
          <p:nvPr/>
        </p:nvSpPr>
        <p:spPr>
          <a:xfrm>
            <a:off x="4555127" y="32394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9" name="Freeform 4398"/>
          <p:cNvSpPr/>
          <p:nvPr/>
        </p:nvSpPr>
        <p:spPr>
          <a:xfrm>
            <a:off x="4717368" y="38623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0" name="Freeform 4399"/>
          <p:cNvSpPr/>
          <p:nvPr/>
        </p:nvSpPr>
        <p:spPr>
          <a:xfrm>
            <a:off x="4695981" y="26263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1" name="Freeform 4400"/>
          <p:cNvSpPr/>
          <p:nvPr/>
        </p:nvSpPr>
        <p:spPr>
          <a:xfrm>
            <a:off x="4582003" y="28302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2" name="Freeform 4401"/>
          <p:cNvSpPr/>
          <p:nvPr/>
        </p:nvSpPr>
        <p:spPr>
          <a:xfrm>
            <a:off x="4903791" y="307605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3" name="Freeform 4402"/>
          <p:cNvSpPr/>
          <p:nvPr/>
        </p:nvSpPr>
        <p:spPr>
          <a:xfrm>
            <a:off x="4570276" y="30596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4" name="Freeform 4403"/>
          <p:cNvSpPr/>
          <p:nvPr/>
        </p:nvSpPr>
        <p:spPr>
          <a:xfrm>
            <a:off x="4581263" y="271748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5" name="Freeform 4404"/>
          <p:cNvSpPr/>
          <p:nvPr/>
        </p:nvSpPr>
        <p:spPr>
          <a:xfrm>
            <a:off x="4703733" y="361492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6" name="Freeform 4405"/>
          <p:cNvSpPr/>
          <p:nvPr/>
        </p:nvSpPr>
        <p:spPr>
          <a:xfrm>
            <a:off x="4467176" y="3236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7" name="Freeform 4406"/>
          <p:cNvSpPr/>
          <p:nvPr/>
        </p:nvSpPr>
        <p:spPr>
          <a:xfrm>
            <a:off x="4589488" y="34510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8" name="Freeform 4407"/>
          <p:cNvSpPr/>
          <p:nvPr/>
        </p:nvSpPr>
        <p:spPr>
          <a:xfrm>
            <a:off x="4511201" y="23118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9" name="Freeform 4408"/>
          <p:cNvSpPr/>
          <p:nvPr/>
        </p:nvSpPr>
        <p:spPr>
          <a:xfrm>
            <a:off x="4570773" y="26628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0" name="Freeform 4409"/>
          <p:cNvSpPr/>
          <p:nvPr/>
        </p:nvSpPr>
        <p:spPr>
          <a:xfrm>
            <a:off x="4659771" y="38687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1" name="Freeform 4410"/>
          <p:cNvSpPr/>
          <p:nvPr/>
        </p:nvSpPr>
        <p:spPr>
          <a:xfrm>
            <a:off x="4708023" y="35988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2" name="Freeform 4411"/>
          <p:cNvSpPr/>
          <p:nvPr/>
        </p:nvSpPr>
        <p:spPr>
          <a:xfrm>
            <a:off x="4791757" y="30577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3" name="Freeform 4412"/>
          <p:cNvSpPr/>
          <p:nvPr/>
        </p:nvSpPr>
        <p:spPr>
          <a:xfrm>
            <a:off x="4759958" y="31909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4" name="Freeform 4413"/>
          <p:cNvSpPr/>
          <p:nvPr/>
        </p:nvSpPr>
        <p:spPr>
          <a:xfrm>
            <a:off x="4800357" y="35246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5" name="Freeform 4414"/>
          <p:cNvSpPr/>
          <p:nvPr/>
        </p:nvSpPr>
        <p:spPr>
          <a:xfrm>
            <a:off x="4736691" y="22440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6" name="Freeform 4415"/>
          <p:cNvSpPr/>
          <p:nvPr/>
        </p:nvSpPr>
        <p:spPr>
          <a:xfrm>
            <a:off x="4623841" y="28834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7" name="Freeform 4416"/>
          <p:cNvSpPr/>
          <p:nvPr/>
        </p:nvSpPr>
        <p:spPr>
          <a:xfrm>
            <a:off x="4792925" y="28198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8" name="Freeform 4417"/>
          <p:cNvSpPr/>
          <p:nvPr/>
        </p:nvSpPr>
        <p:spPr>
          <a:xfrm>
            <a:off x="4621694" y="32769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9" name="Freeform 4418"/>
          <p:cNvSpPr/>
          <p:nvPr/>
        </p:nvSpPr>
        <p:spPr>
          <a:xfrm>
            <a:off x="4608225" y="27229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0" name="Freeform 4419"/>
          <p:cNvSpPr/>
          <p:nvPr/>
        </p:nvSpPr>
        <p:spPr>
          <a:xfrm>
            <a:off x="4837109" y="31549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1" name="Freeform 4420"/>
          <p:cNvSpPr/>
          <p:nvPr/>
        </p:nvSpPr>
        <p:spPr>
          <a:xfrm>
            <a:off x="4757945" y="31168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2" name="Freeform 4421"/>
          <p:cNvSpPr/>
          <p:nvPr/>
        </p:nvSpPr>
        <p:spPr>
          <a:xfrm>
            <a:off x="4697198" y="27665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3" name="Freeform 4422"/>
          <p:cNvSpPr/>
          <p:nvPr/>
        </p:nvSpPr>
        <p:spPr>
          <a:xfrm>
            <a:off x="4754097" y="36440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4" name="Freeform 4423"/>
          <p:cNvSpPr/>
          <p:nvPr/>
        </p:nvSpPr>
        <p:spPr>
          <a:xfrm>
            <a:off x="4767608" y="23802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5" name="Freeform 4424"/>
          <p:cNvSpPr/>
          <p:nvPr/>
        </p:nvSpPr>
        <p:spPr>
          <a:xfrm>
            <a:off x="4528173" y="29344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6" name="Freeform 4425"/>
          <p:cNvSpPr/>
          <p:nvPr/>
        </p:nvSpPr>
        <p:spPr>
          <a:xfrm>
            <a:off x="4663694" y="25040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7" name="Freeform 4426"/>
          <p:cNvSpPr/>
          <p:nvPr/>
        </p:nvSpPr>
        <p:spPr>
          <a:xfrm>
            <a:off x="4547746" y="34271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8" name="Freeform 4427"/>
          <p:cNvSpPr/>
          <p:nvPr/>
        </p:nvSpPr>
        <p:spPr>
          <a:xfrm>
            <a:off x="4686756" y="33675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9" name="Freeform 4428"/>
          <p:cNvSpPr/>
          <p:nvPr/>
        </p:nvSpPr>
        <p:spPr>
          <a:xfrm>
            <a:off x="4602008" y="34610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0" name="Freeform 4429"/>
          <p:cNvSpPr/>
          <p:nvPr/>
        </p:nvSpPr>
        <p:spPr>
          <a:xfrm>
            <a:off x="4818843" y="29078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1" name="Freeform 4430"/>
          <p:cNvSpPr/>
          <p:nvPr/>
        </p:nvSpPr>
        <p:spPr>
          <a:xfrm>
            <a:off x="4729088" y="29800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2" name="Freeform 4431"/>
          <p:cNvSpPr/>
          <p:nvPr/>
        </p:nvSpPr>
        <p:spPr>
          <a:xfrm>
            <a:off x="4586933" y="31878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3" name="Freeform 4432"/>
          <p:cNvSpPr/>
          <p:nvPr/>
        </p:nvSpPr>
        <p:spPr>
          <a:xfrm>
            <a:off x="4671692" y="34031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4" name="Freeform 4433"/>
          <p:cNvSpPr/>
          <p:nvPr/>
        </p:nvSpPr>
        <p:spPr>
          <a:xfrm>
            <a:off x="4544209" y="35020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5" name="Freeform 4434"/>
          <p:cNvSpPr/>
          <p:nvPr/>
        </p:nvSpPr>
        <p:spPr>
          <a:xfrm>
            <a:off x="4677988" y="30248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6" name="Freeform 4435"/>
          <p:cNvSpPr/>
          <p:nvPr/>
        </p:nvSpPr>
        <p:spPr>
          <a:xfrm>
            <a:off x="4732111" y="31882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7" name="Freeform 4436"/>
          <p:cNvSpPr/>
          <p:nvPr/>
        </p:nvSpPr>
        <p:spPr>
          <a:xfrm>
            <a:off x="4701760" y="32744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8" name="Freeform 4437"/>
          <p:cNvSpPr/>
          <p:nvPr/>
        </p:nvSpPr>
        <p:spPr>
          <a:xfrm>
            <a:off x="4467392" y="23997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9" name="Freeform 4438"/>
          <p:cNvSpPr/>
          <p:nvPr/>
        </p:nvSpPr>
        <p:spPr>
          <a:xfrm>
            <a:off x="4637773" y="30381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0" name="Freeform 4439"/>
          <p:cNvSpPr/>
          <p:nvPr/>
        </p:nvSpPr>
        <p:spPr>
          <a:xfrm>
            <a:off x="4727967" y="25083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1" name="Freeform 4440"/>
          <p:cNvSpPr/>
          <p:nvPr/>
        </p:nvSpPr>
        <p:spPr>
          <a:xfrm>
            <a:off x="4706279" y="32147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2" name="Freeform 4441"/>
          <p:cNvSpPr/>
          <p:nvPr/>
        </p:nvSpPr>
        <p:spPr>
          <a:xfrm>
            <a:off x="4797465" y="29099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3" name="Freeform 4442"/>
          <p:cNvSpPr/>
          <p:nvPr/>
        </p:nvSpPr>
        <p:spPr>
          <a:xfrm>
            <a:off x="4536160" y="30276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4" name="Freeform 4443"/>
          <p:cNvSpPr/>
          <p:nvPr/>
        </p:nvSpPr>
        <p:spPr>
          <a:xfrm>
            <a:off x="4729519" y="36709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5" name="Freeform 4444"/>
          <p:cNvSpPr/>
          <p:nvPr/>
        </p:nvSpPr>
        <p:spPr>
          <a:xfrm>
            <a:off x="4603951" y="24463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6" name="Freeform 4445"/>
          <p:cNvSpPr/>
          <p:nvPr/>
        </p:nvSpPr>
        <p:spPr>
          <a:xfrm>
            <a:off x="4694373" y="30588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7" name="Freeform 4446"/>
          <p:cNvSpPr/>
          <p:nvPr/>
        </p:nvSpPr>
        <p:spPr>
          <a:xfrm>
            <a:off x="4716869" y="27134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8" name="Freeform 4447"/>
          <p:cNvSpPr/>
          <p:nvPr/>
        </p:nvSpPr>
        <p:spPr>
          <a:xfrm>
            <a:off x="4746930" y="33004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9" name="Freeform 4448"/>
          <p:cNvSpPr/>
          <p:nvPr/>
        </p:nvSpPr>
        <p:spPr>
          <a:xfrm>
            <a:off x="4611810" y="30704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0" name="Freeform 4449"/>
          <p:cNvSpPr/>
          <p:nvPr/>
        </p:nvSpPr>
        <p:spPr>
          <a:xfrm>
            <a:off x="4693250" y="33454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1" name="Freeform 4450"/>
          <p:cNvSpPr/>
          <p:nvPr/>
        </p:nvSpPr>
        <p:spPr>
          <a:xfrm>
            <a:off x="4548569" y="25216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2" name="Freeform 4451"/>
          <p:cNvSpPr/>
          <p:nvPr/>
        </p:nvSpPr>
        <p:spPr>
          <a:xfrm>
            <a:off x="4522641" y="28838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3" name="Freeform 4452"/>
          <p:cNvSpPr/>
          <p:nvPr/>
        </p:nvSpPr>
        <p:spPr>
          <a:xfrm>
            <a:off x="4732830" y="28620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4" name="Freeform 4453"/>
          <p:cNvSpPr/>
          <p:nvPr/>
        </p:nvSpPr>
        <p:spPr>
          <a:xfrm>
            <a:off x="4667634" y="24738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5" name="Freeform 4454"/>
          <p:cNvSpPr/>
          <p:nvPr/>
        </p:nvSpPr>
        <p:spPr>
          <a:xfrm>
            <a:off x="4500345" y="25528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6" name="Freeform 4455"/>
          <p:cNvSpPr/>
          <p:nvPr/>
        </p:nvSpPr>
        <p:spPr>
          <a:xfrm>
            <a:off x="4582533" y="27060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7" name="Freeform 4456"/>
          <p:cNvSpPr/>
          <p:nvPr/>
        </p:nvSpPr>
        <p:spPr>
          <a:xfrm>
            <a:off x="4675448" y="35628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8" name="Freeform 4457"/>
          <p:cNvSpPr/>
          <p:nvPr/>
        </p:nvSpPr>
        <p:spPr>
          <a:xfrm>
            <a:off x="4839695" y="327840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9" name="Freeform 4458"/>
          <p:cNvSpPr/>
          <p:nvPr/>
        </p:nvSpPr>
        <p:spPr>
          <a:xfrm>
            <a:off x="4785122" y="33991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0" name="Freeform 4459"/>
          <p:cNvSpPr/>
          <p:nvPr/>
        </p:nvSpPr>
        <p:spPr>
          <a:xfrm>
            <a:off x="4758737" y="27208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1" name="Freeform 4460"/>
          <p:cNvSpPr/>
          <p:nvPr/>
        </p:nvSpPr>
        <p:spPr>
          <a:xfrm>
            <a:off x="4482473" y="29390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2" name="Freeform 4461"/>
          <p:cNvSpPr/>
          <p:nvPr/>
        </p:nvSpPr>
        <p:spPr>
          <a:xfrm>
            <a:off x="4662970" y="35506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3" name="Freeform 4462"/>
          <p:cNvSpPr/>
          <p:nvPr/>
        </p:nvSpPr>
        <p:spPr>
          <a:xfrm>
            <a:off x="4724382" y="30798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4" name="Freeform 4463"/>
          <p:cNvSpPr/>
          <p:nvPr/>
        </p:nvSpPr>
        <p:spPr>
          <a:xfrm>
            <a:off x="4715469" y="359118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5" name="Freeform 4464"/>
          <p:cNvSpPr/>
          <p:nvPr/>
        </p:nvSpPr>
        <p:spPr>
          <a:xfrm>
            <a:off x="4717835" y="30266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6" name="Freeform 4465"/>
          <p:cNvSpPr/>
          <p:nvPr/>
        </p:nvSpPr>
        <p:spPr>
          <a:xfrm>
            <a:off x="4648410" y="36543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7" name="Freeform 4466"/>
          <p:cNvSpPr/>
          <p:nvPr/>
        </p:nvSpPr>
        <p:spPr>
          <a:xfrm>
            <a:off x="4861317" y="27987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8" name="Freeform 4467"/>
          <p:cNvSpPr/>
          <p:nvPr/>
        </p:nvSpPr>
        <p:spPr>
          <a:xfrm>
            <a:off x="4831212" y="28578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9" name="Freeform 4468"/>
          <p:cNvSpPr/>
          <p:nvPr/>
        </p:nvSpPr>
        <p:spPr>
          <a:xfrm>
            <a:off x="4663309" y="22584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0" name="Freeform 4469"/>
          <p:cNvSpPr/>
          <p:nvPr/>
        </p:nvSpPr>
        <p:spPr>
          <a:xfrm>
            <a:off x="4568562" y="26737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1" name="Freeform 4470"/>
          <p:cNvSpPr/>
          <p:nvPr/>
        </p:nvSpPr>
        <p:spPr>
          <a:xfrm>
            <a:off x="4892947" y="31715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2" name="Freeform 4471"/>
          <p:cNvSpPr/>
          <p:nvPr/>
        </p:nvSpPr>
        <p:spPr>
          <a:xfrm>
            <a:off x="4614235" y="26853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3" name="Freeform 4472"/>
          <p:cNvSpPr/>
          <p:nvPr/>
        </p:nvSpPr>
        <p:spPr>
          <a:xfrm>
            <a:off x="4801306" y="35534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4" name="Freeform 4473"/>
          <p:cNvSpPr/>
          <p:nvPr/>
        </p:nvSpPr>
        <p:spPr>
          <a:xfrm>
            <a:off x="4877502" y="33829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5" name="Freeform 4474"/>
          <p:cNvSpPr/>
          <p:nvPr/>
        </p:nvSpPr>
        <p:spPr>
          <a:xfrm>
            <a:off x="4572435" y="28753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6" name="Freeform 4475"/>
          <p:cNvSpPr/>
          <p:nvPr/>
        </p:nvSpPr>
        <p:spPr>
          <a:xfrm>
            <a:off x="4704392" y="38513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7" name="Freeform 4476"/>
          <p:cNvSpPr/>
          <p:nvPr/>
        </p:nvSpPr>
        <p:spPr>
          <a:xfrm>
            <a:off x="4636146" y="30204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8" name="Freeform 4477"/>
          <p:cNvSpPr/>
          <p:nvPr/>
        </p:nvSpPr>
        <p:spPr>
          <a:xfrm>
            <a:off x="4728382" y="34055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9" name="Freeform 4478"/>
          <p:cNvSpPr/>
          <p:nvPr/>
        </p:nvSpPr>
        <p:spPr>
          <a:xfrm>
            <a:off x="4707582" y="29661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0" name="Freeform 4479"/>
          <p:cNvSpPr/>
          <p:nvPr/>
        </p:nvSpPr>
        <p:spPr>
          <a:xfrm>
            <a:off x="4881388" y="34280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1" name="Freeform 4480"/>
          <p:cNvSpPr/>
          <p:nvPr/>
        </p:nvSpPr>
        <p:spPr>
          <a:xfrm>
            <a:off x="4736432" y="28396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2" name="Freeform 4481"/>
          <p:cNvSpPr/>
          <p:nvPr/>
        </p:nvSpPr>
        <p:spPr>
          <a:xfrm>
            <a:off x="4672382" y="29982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3" name="Freeform 4482"/>
          <p:cNvSpPr/>
          <p:nvPr/>
        </p:nvSpPr>
        <p:spPr>
          <a:xfrm>
            <a:off x="4793726" y="24572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4" name="Freeform 4483"/>
          <p:cNvSpPr/>
          <p:nvPr/>
        </p:nvSpPr>
        <p:spPr>
          <a:xfrm>
            <a:off x="4644228" y="30032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5" name="Freeform 4484"/>
          <p:cNvSpPr/>
          <p:nvPr/>
        </p:nvSpPr>
        <p:spPr>
          <a:xfrm>
            <a:off x="4634242" y="33069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6" name="Freeform 4485"/>
          <p:cNvSpPr/>
          <p:nvPr/>
        </p:nvSpPr>
        <p:spPr>
          <a:xfrm>
            <a:off x="4912727" y="31025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7" name="Freeform 4486"/>
          <p:cNvSpPr/>
          <p:nvPr/>
        </p:nvSpPr>
        <p:spPr>
          <a:xfrm>
            <a:off x="4585500" y="353247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8" name="Freeform 4487"/>
          <p:cNvSpPr/>
          <p:nvPr/>
        </p:nvSpPr>
        <p:spPr>
          <a:xfrm>
            <a:off x="4621015" y="28467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9" name="Freeform 4488"/>
          <p:cNvSpPr/>
          <p:nvPr/>
        </p:nvSpPr>
        <p:spPr>
          <a:xfrm>
            <a:off x="4678009" y="2774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0" name="Freeform 4489"/>
          <p:cNvSpPr/>
          <p:nvPr/>
        </p:nvSpPr>
        <p:spPr>
          <a:xfrm>
            <a:off x="4560260" y="20385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1" name="Freeform 4490"/>
          <p:cNvSpPr/>
          <p:nvPr/>
        </p:nvSpPr>
        <p:spPr>
          <a:xfrm>
            <a:off x="4447711" y="32494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2" name="Freeform 4491"/>
          <p:cNvSpPr/>
          <p:nvPr/>
        </p:nvSpPr>
        <p:spPr>
          <a:xfrm>
            <a:off x="4786211" y="31107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3" name="Freeform 4492"/>
          <p:cNvSpPr/>
          <p:nvPr/>
        </p:nvSpPr>
        <p:spPr>
          <a:xfrm>
            <a:off x="4589363" y="32314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4" name="Freeform 4493"/>
          <p:cNvSpPr/>
          <p:nvPr/>
        </p:nvSpPr>
        <p:spPr>
          <a:xfrm>
            <a:off x="4615410" y="29227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5" name="Freeform 4494"/>
          <p:cNvSpPr/>
          <p:nvPr/>
        </p:nvSpPr>
        <p:spPr>
          <a:xfrm>
            <a:off x="4633464" y="28563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6" name="Freeform 4495"/>
          <p:cNvSpPr/>
          <p:nvPr/>
        </p:nvSpPr>
        <p:spPr>
          <a:xfrm>
            <a:off x="4568302" y="302678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7" name="Freeform 4496"/>
          <p:cNvSpPr/>
          <p:nvPr/>
        </p:nvSpPr>
        <p:spPr>
          <a:xfrm>
            <a:off x="4558401" y="25803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8" name="Freeform 4497"/>
          <p:cNvSpPr/>
          <p:nvPr/>
        </p:nvSpPr>
        <p:spPr>
          <a:xfrm>
            <a:off x="4690486" y="32475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9" name="Freeform 4498"/>
          <p:cNvSpPr/>
          <p:nvPr/>
        </p:nvSpPr>
        <p:spPr>
          <a:xfrm>
            <a:off x="4929770" y="26195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0" name="Freeform 4499"/>
          <p:cNvSpPr/>
          <p:nvPr/>
        </p:nvSpPr>
        <p:spPr>
          <a:xfrm>
            <a:off x="4752057" y="27949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1" name="Freeform 4500"/>
          <p:cNvSpPr/>
          <p:nvPr/>
        </p:nvSpPr>
        <p:spPr>
          <a:xfrm>
            <a:off x="4753176" y="30105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2" name="Freeform 4501"/>
          <p:cNvSpPr/>
          <p:nvPr/>
        </p:nvSpPr>
        <p:spPr>
          <a:xfrm>
            <a:off x="4512242" y="31292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3" name="Freeform 4502"/>
          <p:cNvSpPr/>
          <p:nvPr/>
        </p:nvSpPr>
        <p:spPr>
          <a:xfrm>
            <a:off x="4670697" y="20552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4" name="Freeform 4503"/>
          <p:cNvSpPr/>
          <p:nvPr/>
        </p:nvSpPr>
        <p:spPr>
          <a:xfrm>
            <a:off x="4546696" y="33259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5" name="Freeform 4504"/>
          <p:cNvSpPr/>
          <p:nvPr/>
        </p:nvSpPr>
        <p:spPr>
          <a:xfrm>
            <a:off x="4755877" y="28891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6" name="Freeform 4505"/>
          <p:cNvSpPr/>
          <p:nvPr/>
        </p:nvSpPr>
        <p:spPr>
          <a:xfrm>
            <a:off x="4648881" y="32997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7" name="Freeform 4506"/>
          <p:cNvSpPr/>
          <p:nvPr/>
        </p:nvSpPr>
        <p:spPr>
          <a:xfrm>
            <a:off x="4677359" y="23063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8" name="Freeform 4507"/>
          <p:cNvSpPr/>
          <p:nvPr/>
        </p:nvSpPr>
        <p:spPr>
          <a:xfrm>
            <a:off x="4663804" y="26584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9" name="Freeform 4508"/>
          <p:cNvSpPr/>
          <p:nvPr/>
        </p:nvSpPr>
        <p:spPr>
          <a:xfrm>
            <a:off x="4610848" y="32716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0" name="Freeform 4509"/>
          <p:cNvSpPr/>
          <p:nvPr/>
        </p:nvSpPr>
        <p:spPr>
          <a:xfrm>
            <a:off x="4510522" y="2805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1" name="Freeform 4510"/>
          <p:cNvSpPr/>
          <p:nvPr/>
        </p:nvSpPr>
        <p:spPr>
          <a:xfrm>
            <a:off x="4735274" y="29049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2" name="Freeform 4511"/>
          <p:cNvSpPr/>
          <p:nvPr/>
        </p:nvSpPr>
        <p:spPr>
          <a:xfrm>
            <a:off x="4525324" y="32082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3" name="Freeform 4512"/>
          <p:cNvSpPr/>
          <p:nvPr/>
        </p:nvSpPr>
        <p:spPr>
          <a:xfrm>
            <a:off x="4546963" y="27088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4" name="Freeform 4513"/>
          <p:cNvSpPr/>
          <p:nvPr/>
        </p:nvSpPr>
        <p:spPr>
          <a:xfrm>
            <a:off x="4641427" y="28533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5" name="Freeform 4514"/>
          <p:cNvSpPr/>
          <p:nvPr/>
        </p:nvSpPr>
        <p:spPr>
          <a:xfrm>
            <a:off x="4597731" y="29213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6" name="Freeform 4515"/>
          <p:cNvSpPr/>
          <p:nvPr/>
        </p:nvSpPr>
        <p:spPr>
          <a:xfrm>
            <a:off x="4701260" y="30222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7" name="Freeform 4516"/>
          <p:cNvSpPr/>
          <p:nvPr/>
        </p:nvSpPr>
        <p:spPr>
          <a:xfrm>
            <a:off x="4781357" y="283700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8" name="Freeform 4517"/>
          <p:cNvSpPr/>
          <p:nvPr/>
        </p:nvSpPr>
        <p:spPr>
          <a:xfrm>
            <a:off x="4699885" y="29160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9" name="Freeform 4518"/>
          <p:cNvSpPr/>
          <p:nvPr/>
        </p:nvSpPr>
        <p:spPr>
          <a:xfrm>
            <a:off x="4694348" y="29827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0" name="Freeform 4519"/>
          <p:cNvSpPr/>
          <p:nvPr/>
        </p:nvSpPr>
        <p:spPr>
          <a:xfrm>
            <a:off x="4675756" y="32569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1" name="Freeform 4520"/>
          <p:cNvSpPr/>
          <p:nvPr/>
        </p:nvSpPr>
        <p:spPr>
          <a:xfrm>
            <a:off x="4765051" y="23423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2" name="Freeform 4521"/>
          <p:cNvSpPr/>
          <p:nvPr/>
        </p:nvSpPr>
        <p:spPr>
          <a:xfrm>
            <a:off x="4475802" y="34173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3" name="Freeform 4522"/>
          <p:cNvSpPr/>
          <p:nvPr/>
        </p:nvSpPr>
        <p:spPr>
          <a:xfrm>
            <a:off x="4712536" y="28383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4" name="Freeform 4523"/>
          <p:cNvSpPr/>
          <p:nvPr/>
        </p:nvSpPr>
        <p:spPr>
          <a:xfrm>
            <a:off x="4573471" y="31313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5" name="Freeform 4524"/>
          <p:cNvSpPr/>
          <p:nvPr/>
        </p:nvSpPr>
        <p:spPr>
          <a:xfrm>
            <a:off x="4541369" y="23165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6" name="Freeform 4525"/>
          <p:cNvSpPr/>
          <p:nvPr/>
        </p:nvSpPr>
        <p:spPr>
          <a:xfrm>
            <a:off x="4673778" y="33598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7" name="Freeform 4526"/>
          <p:cNvSpPr/>
          <p:nvPr/>
        </p:nvSpPr>
        <p:spPr>
          <a:xfrm>
            <a:off x="4631829" y="32939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8" name="Freeform 4527"/>
          <p:cNvSpPr/>
          <p:nvPr/>
        </p:nvSpPr>
        <p:spPr>
          <a:xfrm>
            <a:off x="4735657" y="33857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9" name="Freeform 4528"/>
          <p:cNvSpPr/>
          <p:nvPr/>
        </p:nvSpPr>
        <p:spPr>
          <a:xfrm>
            <a:off x="4791014" y="28791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0" name="Freeform 4529"/>
          <p:cNvSpPr/>
          <p:nvPr/>
        </p:nvSpPr>
        <p:spPr>
          <a:xfrm>
            <a:off x="4424472" y="354376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1" name="Freeform 4530"/>
          <p:cNvSpPr/>
          <p:nvPr/>
        </p:nvSpPr>
        <p:spPr>
          <a:xfrm>
            <a:off x="4665522" y="31933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2" name="Freeform 4531"/>
          <p:cNvSpPr/>
          <p:nvPr/>
        </p:nvSpPr>
        <p:spPr>
          <a:xfrm>
            <a:off x="4882757" y="3849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3" name="Freeform 4532"/>
          <p:cNvSpPr/>
          <p:nvPr/>
        </p:nvSpPr>
        <p:spPr>
          <a:xfrm>
            <a:off x="4766071" y="29116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4" name="Freeform 4533"/>
          <p:cNvSpPr/>
          <p:nvPr/>
        </p:nvSpPr>
        <p:spPr>
          <a:xfrm>
            <a:off x="4827989" y="32018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5" name="Freeform 4534"/>
          <p:cNvSpPr/>
          <p:nvPr/>
        </p:nvSpPr>
        <p:spPr>
          <a:xfrm>
            <a:off x="4684150" y="35888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6" name="Freeform 4535"/>
          <p:cNvSpPr/>
          <p:nvPr/>
        </p:nvSpPr>
        <p:spPr>
          <a:xfrm>
            <a:off x="4519720" y="25805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7" name="Freeform 4536"/>
          <p:cNvSpPr/>
          <p:nvPr/>
        </p:nvSpPr>
        <p:spPr>
          <a:xfrm>
            <a:off x="4552919" y="35181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8" name="Freeform 4537"/>
          <p:cNvSpPr/>
          <p:nvPr/>
        </p:nvSpPr>
        <p:spPr>
          <a:xfrm>
            <a:off x="4749399" y="26936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9" name="Freeform 4538"/>
          <p:cNvSpPr/>
          <p:nvPr/>
        </p:nvSpPr>
        <p:spPr>
          <a:xfrm>
            <a:off x="4775840" y="32805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0" name="Freeform 4539"/>
          <p:cNvSpPr/>
          <p:nvPr/>
        </p:nvSpPr>
        <p:spPr>
          <a:xfrm>
            <a:off x="4595010" y="23784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1" name="Freeform 4540"/>
          <p:cNvSpPr/>
          <p:nvPr/>
        </p:nvSpPr>
        <p:spPr>
          <a:xfrm>
            <a:off x="4644564" y="27122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2" name="Freeform 4541"/>
          <p:cNvSpPr/>
          <p:nvPr/>
        </p:nvSpPr>
        <p:spPr>
          <a:xfrm>
            <a:off x="4701245" y="3400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3" name="Freeform 4542"/>
          <p:cNvSpPr/>
          <p:nvPr/>
        </p:nvSpPr>
        <p:spPr>
          <a:xfrm>
            <a:off x="4486042" y="33651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4" name="Freeform 4543"/>
          <p:cNvSpPr/>
          <p:nvPr/>
        </p:nvSpPr>
        <p:spPr>
          <a:xfrm>
            <a:off x="4635826" y="27686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5" name="Freeform 4544"/>
          <p:cNvSpPr/>
          <p:nvPr/>
        </p:nvSpPr>
        <p:spPr>
          <a:xfrm>
            <a:off x="4846377" y="31086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6" name="Freeform 4545"/>
          <p:cNvSpPr/>
          <p:nvPr/>
        </p:nvSpPr>
        <p:spPr>
          <a:xfrm>
            <a:off x="4907078" y="30722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7" name="Freeform 4546"/>
          <p:cNvSpPr/>
          <p:nvPr/>
        </p:nvSpPr>
        <p:spPr>
          <a:xfrm>
            <a:off x="4661693" y="25074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8" name="Freeform 4547"/>
          <p:cNvSpPr/>
          <p:nvPr/>
        </p:nvSpPr>
        <p:spPr>
          <a:xfrm>
            <a:off x="4869206" y="329916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9" name="Freeform 4548"/>
          <p:cNvSpPr/>
          <p:nvPr/>
        </p:nvSpPr>
        <p:spPr>
          <a:xfrm>
            <a:off x="4617110" y="2970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0" name="Freeform 4549"/>
          <p:cNvSpPr/>
          <p:nvPr/>
        </p:nvSpPr>
        <p:spPr>
          <a:xfrm>
            <a:off x="4586599" y="26318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1" name="Freeform 4550"/>
          <p:cNvSpPr/>
          <p:nvPr/>
        </p:nvSpPr>
        <p:spPr>
          <a:xfrm>
            <a:off x="4433843" y="2688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2" name="Freeform 4551"/>
          <p:cNvSpPr/>
          <p:nvPr/>
        </p:nvSpPr>
        <p:spPr>
          <a:xfrm>
            <a:off x="4775652" y="30683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3" name="Freeform 4552"/>
          <p:cNvSpPr/>
          <p:nvPr/>
        </p:nvSpPr>
        <p:spPr>
          <a:xfrm>
            <a:off x="4633268" y="31190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4" name="Freeform 4553"/>
          <p:cNvSpPr/>
          <p:nvPr/>
        </p:nvSpPr>
        <p:spPr>
          <a:xfrm>
            <a:off x="4923590" y="36870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5" name="Freeform 4554"/>
          <p:cNvSpPr/>
          <p:nvPr/>
        </p:nvSpPr>
        <p:spPr>
          <a:xfrm>
            <a:off x="4708769" y="34196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6" name="Freeform 4555"/>
          <p:cNvSpPr/>
          <p:nvPr/>
        </p:nvSpPr>
        <p:spPr>
          <a:xfrm>
            <a:off x="4693478" y="28811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7" name="Freeform 4556"/>
          <p:cNvSpPr/>
          <p:nvPr/>
        </p:nvSpPr>
        <p:spPr>
          <a:xfrm>
            <a:off x="4480103" y="30598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8" name="Freeform 4557"/>
          <p:cNvSpPr/>
          <p:nvPr/>
        </p:nvSpPr>
        <p:spPr>
          <a:xfrm>
            <a:off x="4833810" y="29765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9" name="Freeform 4558"/>
          <p:cNvSpPr/>
          <p:nvPr/>
        </p:nvSpPr>
        <p:spPr>
          <a:xfrm>
            <a:off x="4634528" y="25987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0" name="Freeform 4559"/>
          <p:cNvSpPr/>
          <p:nvPr/>
        </p:nvSpPr>
        <p:spPr>
          <a:xfrm>
            <a:off x="4656124" y="34710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1" name="Freeform 4560"/>
          <p:cNvSpPr/>
          <p:nvPr/>
        </p:nvSpPr>
        <p:spPr>
          <a:xfrm>
            <a:off x="4437327" y="30983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2" name="Freeform 4561"/>
          <p:cNvSpPr/>
          <p:nvPr/>
        </p:nvSpPr>
        <p:spPr>
          <a:xfrm>
            <a:off x="4772468" y="29319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3" name="Freeform 4562"/>
          <p:cNvSpPr/>
          <p:nvPr/>
        </p:nvSpPr>
        <p:spPr>
          <a:xfrm>
            <a:off x="4779159" y="32817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4" name="Freeform 4563"/>
          <p:cNvSpPr/>
          <p:nvPr/>
        </p:nvSpPr>
        <p:spPr>
          <a:xfrm>
            <a:off x="4608586" y="244508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5" name="Freeform 4564"/>
          <p:cNvSpPr/>
          <p:nvPr/>
        </p:nvSpPr>
        <p:spPr>
          <a:xfrm>
            <a:off x="4683359" y="26499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6" name="Freeform 4565"/>
          <p:cNvSpPr/>
          <p:nvPr/>
        </p:nvSpPr>
        <p:spPr>
          <a:xfrm>
            <a:off x="4715427" y="28922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7" name="Freeform 4566"/>
          <p:cNvSpPr/>
          <p:nvPr/>
        </p:nvSpPr>
        <p:spPr>
          <a:xfrm>
            <a:off x="4776463" y="23029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8" name="Freeform 4567"/>
          <p:cNvSpPr/>
          <p:nvPr/>
        </p:nvSpPr>
        <p:spPr>
          <a:xfrm>
            <a:off x="4684646" y="35930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9" name="Freeform 4568"/>
          <p:cNvSpPr/>
          <p:nvPr/>
        </p:nvSpPr>
        <p:spPr>
          <a:xfrm>
            <a:off x="4857772" y="30088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0" name="Freeform 4569"/>
          <p:cNvSpPr/>
          <p:nvPr/>
        </p:nvSpPr>
        <p:spPr>
          <a:xfrm>
            <a:off x="4647558" y="28623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1" name="Freeform 4570"/>
          <p:cNvSpPr/>
          <p:nvPr/>
        </p:nvSpPr>
        <p:spPr>
          <a:xfrm>
            <a:off x="4608640" y="33641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2" name="Freeform 4571"/>
          <p:cNvSpPr/>
          <p:nvPr/>
        </p:nvSpPr>
        <p:spPr>
          <a:xfrm>
            <a:off x="4623585" y="28880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3" name="Freeform 4572"/>
          <p:cNvSpPr/>
          <p:nvPr/>
        </p:nvSpPr>
        <p:spPr>
          <a:xfrm>
            <a:off x="4402057" y="343937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4" name="Freeform 4573"/>
          <p:cNvSpPr/>
          <p:nvPr/>
        </p:nvSpPr>
        <p:spPr>
          <a:xfrm>
            <a:off x="4587225" y="27353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5" name="Freeform 4574"/>
          <p:cNvSpPr/>
          <p:nvPr/>
        </p:nvSpPr>
        <p:spPr>
          <a:xfrm>
            <a:off x="4781280" y="25914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6" name="Freeform 4575"/>
          <p:cNvSpPr/>
          <p:nvPr/>
        </p:nvSpPr>
        <p:spPr>
          <a:xfrm>
            <a:off x="4701912" y="28991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7" name="Freeform 4576"/>
          <p:cNvSpPr/>
          <p:nvPr/>
        </p:nvSpPr>
        <p:spPr>
          <a:xfrm>
            <a:off x="4586017" y="37317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8" name="Freeform 4577"/>
          <p:cNvSpPr/>
          <p:nvPr/>
        </p:nvSpPr>
        <p:spPr>
          <a:xfrm>
            <a:off x="4711044" y="33846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9" name="Freeform 4578"/>
          <p:cNvSpPr/>
          <p:nvPr/>
        </p:nvSpPr>
        <p:spPr>
          <a:xfrm>
            <a:off x="4457706" y="27846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0" name="Freeform 4579"/>
          <p:cNvSpPr/>
          <p:nvPr/>
        </p:nvSpPr>
        <p:spPr>
          <a:xfrm>
            <a:off x="4643200" y="29975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1" name="Freeform 4580"/>
          <p:cNvSpPr/>
          <p:nvPr/>
        </p:nvSpPr>
        <p:spPr>
          <a:xfrm>
            <a:off x="4729843" y="40612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2" name="Freeform 4581"/>
          <p:cNvSpPr/>
          <p:nvPr/>
        </p:nvSpPr>
        <p:spPr>
          <a:xfrm>
            <a:off x="4748369" y="25189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3" name="Freeform 4582"/>
          <p:cNvSpPr/>
          <p:nvPr/>
        </p:nvSpPr>
        <p:spPr>
          <a:xfrm>
            <a:off x="4590847" y="29523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4" name="Freeform 4583"/>
          <p:cNvSpPr/>
          <p:nvPr/>
        </p:nvSpPr>
        <p:spPr>
          <a:xfrm>
            <a:off x="4771381" y="33267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5" name="Freeform 4584"/>
          <p:cNvSpPr/>
          <p:nvPr/>
        </p:nvSpPr>
        <p:spPr>
          <a:xfrm>
            <a:off x="4873749" y="26160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6" name="Freeform 4585"/>
          <p:cNvSpPr/>
          <p:nvPr/>
        </p:nvSpPr>
        <p:spPr>
          <a:xfrm>
            <a:off x="4628094" y="32712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7" name="Freeform 4586"/>
          <p:cNvSpPr/>
          <p:nvPr/>
        </p:nvSpPr>
        <p:spPr>
          <a:xfrm>
            <a:off x="4753034" y="32755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8" name="Freeform 4587"/>
          <p:cNvSpPr/>
          <p:nvPr/>
        </p:nvSpPr>
        <p:spPr>
          <a:xfrm>
            <a:off x="4507158" y="286548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9" name="Freeform 4588"/>
          <p:cNvSpPr/>
          <p:nvPr/>
        </p:nvSpPr>
        <p:spPr>
          <a:xfrm>
            <a:off x="4463895" y="23081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0" name="Freeform 4589"/>
          <p:cNvSpPr/>
          <p:nvPr/>
        </p:nvSpPr>
        <p:spPr>
          <a:xfrm>
            <a:off x="4739350" y="23698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1" name="Freeform 4590"/>
          <p:cNvSpPr/>
          <p:nvPr/>
        </p:nvSpPr>
        <p:spPr>
          <a:xfrm>
            <a:off x="4678446" y="28649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2" name="Freeform 4591"/>
          <p:cNvSpPr/>
          <p:nvPr/>
        </p:nvSpPr>
        <p:spPr>
          <a:xfrm>
            <a:off x="4695239" y="282473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3" name="Freeform 4592"/>
          <p:cNvSpPr/>
          <p:nvPr/>
        </p:nvSpPr>
        <p:spPr>
          <a:xfrm>
            <a:off x="4611505" y="26958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4" name="Freeform 4593"/>
          <p:cNvSpPr/>
          <p:nvPr/>
        </p:nvSpPr>
        <p:spPr>
          <a:xfrm>
            <a:off x="4642474" y="34982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5" name="Freeform 4594"/>
          <p:cNvSpPr/>
          <p:nvPr/>
        </p:nvSpPr>
        <p:spPr>
          <a:xfrm>
            <a:off x="4760671" y="275352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6" name="Freeform 4595"/>
          <p:cNvSpPr/>
          <p:nvPr/>
        </p:nvSpPr>
        <p:spPr>
          <a:xfrm>
            <a:off x="4857762" y="32934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7" name="Freeform 4596"/>
          <p:cNvSpPr/>
          <p:nvPr/>
        </p:nvSpPr>
        <p:spPr>
          <a:xfrm>
            <a:off x="4650786" y="2881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8" name="Freeform 4597"/>
          <p:cNvSpPr/>
          <p:nvPr/>
        </p:nvSpPr>
        <p:spPr>
          <a:xfrm>
            <a:off x="4497368" y="30949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9" name="Freeform 4598"/>
          <p:cNvSpPr/>
          <p:nvPr/>
        </p:nvSpPr>
        <p:spPr>
          <a:xfrm>
            <a:off x="4810349" y="28095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0" name="Freeform 4599"/>
          <p:cNvSpPr/>
          <p:nvPr/>
        </p:nvSpPr>
        <p:spPr>
          <a:xfrm>
            <a:off x="4738489" y="29596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1" name="Freeform 4600"/>
          <p:cNvSpPr/>
          <p:nvPr/>
        </p:nvSpPr>
        <p:spPr>
          <a:xfrm>
            <a:off x="4746994" y="42097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2" name="Freeform 4601"/>
          <p:cNvSpPr/>
          <p:nvPr/>
        </p:nvSpPr>
        <p:spPr>
          <a:xfrm>
            <a:off x="4693525" y="29357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3" name="Freeform 4602"/>
          <p:cNvSpPr/>
          <p:nvPr/>
        </p:nvSpPr>
        <p:spPr>
          <a:xfrm>
            <a:off x="4922645" y="27543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4" name="Freeform 4603"/>
          <p:cNvSpPr/>
          <p:nvPr/>
        </p:nvSpPr>
        <p:spPr>
          <a:xfrm>
            <a:off x="4682149" y="28311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5" name="Freeform 4604"/>
          <p:cNvSpPr/>
          <p:nvPr/>
        </p:nvSpPr>
        <p:spPr>
          <a:xfrm>
            <a:off x="4729098" y="30460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6" name="Freeform 4605"/>
          <p:cNvSpPr/>
          <p:nvPr/>
        </p:nvSpPr>
        <p:spPr>
          <a:xfrm>
            <a:off x="4475755" y="23625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7" name="Freeform 4606"/>
          <p:cNvSpPr/>
          <p:nvPr/>
        </p:nvSpPr>
        <p:spPr>
          <a:xfrm>
            <a:off x="4612111" y="28838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8" name="Freeform 4607"/>
          <p:cNvSpPr/>
          <p:nvPr/>
        </p:nvSpPr>
        <p:spPr>
          <a:xfrm>
            <a:off x="4600579" y="28344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9" name="Freeform 4608"/>
          <p:cNvSpPr/>
          <p:nvPr/>
        </p:nvSpPr>
        <p:spPr>
          <a:xfrm>
            <a:off x="4670890" y="25966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0" name="Freeform 4609"/>
          <p:cNvSpPr/>
          <p:nvPr/>
        </p:nvSpPr>
        <p:spPr>
          <a:xfrm>
            <a:off x="4711348" y="28638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1" name="Freeform 4610"/>
          <p:cNvSpPr/>
          <p:nvPr/>
        </p:nvSpPr>
        <p:spPr>
          <a:xfrm>
            <a:off x="4593880" y="33576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2" name="Freeform 4611"/>
          <p:cNvSpPr/>
          <p:nvPr/>
        </p:nvSpPr>
        <p:spPr>
          <a:xfrm>
            <a:off x="4859348" y="39610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3" name="Freeform 4612"/>
          <p:cNvSpPr/>
          <p:nvPr/>
        </p:nvSpPr>
        <p:spPr>
          <a:xfrm>
            <a:off x="4560073" y="31927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4" name="Freeform 4613"/>
          <p:cNvSpPr/>
          <p:nvPr/>
        </p:nvSpPr>
        <p:spPr>
          <a:xfrm>
            <a:off x="4625878" y="27077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5" name="Freeform 4614"/>
          <p:cNvSpPr/>
          <p:nvPr/>
        </p:nvSpPr>
        <p:spPr>
          <a:xfrm>
            <a:off x="4699598" y="31441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6" name="Freeform 4615"/>
          <p:cNvSpPr/>
          <p:nvPr/>
        </p:nvSpPr>
        <p:spPr>
          <a:xfrm>
            <a:off x="4540205" y="26920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7" name="Freeform 4616"/>
          <p:cNvSpPr/>
          <p:nvPr/>
        </p:nvSpPr>
        <p:spPr>
          <a:xfrm>
            <a:off x="4735168" y="29476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8" name="Freeform 4617"/>
          <p:cNvSpPr/>
          <p:nvPr/>
        </p:nvSpPr>
        <p:spPr>
          <a:xfrm>
            <a:off x="4741827" y="25012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9" name="Freeform 4618"/>
          <p:cNvSpPr/>
          <p:nvPr/>
        </p:nvSpPr>
        <p:spPr>
          <a:xfrm>
            <a:off x="4642791" y="31215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0" name="Freeform 4619"/>
          <p:cNvSpPr/>
          <p:nvPr/>
        </p:nvSpPr>
        <p:spPr>
          <a:xfrm>
            <a:off x="4878428" y="28226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1" name="Freeform 4620"/>
          <p:cNvSpPr/>
          <p:nvPr/>
        </p:nvSpPr>
        <p:spPr>
          <a:xfrm>
            <a:off x="4682845" y="280769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2" name="Freeform 4621"/>
          <p:cNvSpPr/>
          <p:nvPr/>
        </p:nvSpPr>
        <p:spPr>
          <a:xfrm>
            <a:off x="4704182" y="24176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3" name="Freeform 4622"/>
          <p:cNvSpPr/>
          <p:nvPr/>
        </p:nvSpPr>
        <p:spPr>
          <a:xfrm>
            <a:off x="4571314" y="36744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4" name="Freeform 4623"/>
          <p:cNvSpPr/>
          <p:nvPr/>
        </p:nvSpPr>
        <p:spPr>
          <a:xfrm>
            <a:off x="4494867" y="31854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5" name="Freeform 4624"/>
          <p:cNvSpPr/>
          <p:nvPr/>
        </p:nvSpPr>
        <p:spPr>
          <a:xfrm>
            <a:off x="4606545" y="26734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6" name="Freeform 4625"/>
          <p:cNvSpPr/>
          <p:nvPr/>
        </p:nvSpPr>
        <p:spPr>
          <a:xfrm>
            <a:off x="4639678" y="24002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7" name="Freeform 4626"/>
          <p:cNvSpPr/>
          <p:nvPr/>
        </p:nvSpPr>
        <p:spPr>
          <a:xfrm>
            <a:off x="4625347" y="29118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8" name="Freeform 4627"/>
          <p:cNvSpPr/>
          <p:nvPr/>
        </p:nvSpPr>
        <p:spPr>
          <a:xfrm>
            <a:off x="4756382" y="31205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9" name="Freeform 4628"/>
          <p:cNvSpPr/>
          <p:nvPr/>
        </p:nvSpPr>
        <p:spPr>
          <a:xfrm>
            <a:off x="4418650" y="27092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0" name="Freeform 4629"/>
          <p:cNvSpPr/>
          <p:nvPr/>
        </p:nvSpPr>
        <p:spPr>
          <a:xfrm>
            <a:off x="4552716" y="26655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1" name="Freeform 4630"/>
          <p:cNvSpPr/>
          <p:nvPr/>
        </p:nvSpPr>
        <p:spPr>
          <a:xfrm>
            <a:off x="4478607" y="31467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2" name="Freeform 4631"/>
          <p:cNvSpPr/>
          <p:nvPr/>
        </p:nvSpPr>
        <p:spPr>
          <a:xfrm>
            <a:off x="4817717" y="28764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3" name="Freeform 4632"/>
          <p:cNvSpPr/>
          <p:nvPr/>
        </p:nvSpPr>
        <p:spPr>
          <a:xfrm>
            <a:off x="4613616" y="25433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4" name="Freeform 4633"/>
          <p:cNvSpPr/>
          <p:nvPr/>
        </p:nvSpPr>
        <p:spPr>
          <a:xfrm>
            <a:off x="4618993" y="22652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5" name="Freeform 4634"/>
          <p:cNvSpPr/>
          <p:nvPr/>
        </p:nvSpPr>
        <p:spPr>
          <a:xfrm>
            <a:off x="4556171" y="27149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6" name="Freeform 4635"/>
          <p:cNvSpPr/>
          <p:nvPr/>
        </p:nvSpPr>
        <p:spPr>
          <a:xfrm>
            <a:off x="4770396" y="29885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7" name="Freeform 4636"/>
          <p:cNvSpPr/>
          <p:nvPr/>
        </p:nvSpPr>
        <p:spPr>
          <a:xfrm>
            <a:off x="4630042" y="30270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8" name="Freeform 4637"/>
          <p:cNvSpPr/>
          <p:nvPr/>
        </p:nvSpPr>
        <p:spPr>
          <a:xfrm>
            <a:off x="4697889" y="27875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9" name="Freeform 4638"/>
          <p:cNvSpPr/>
          <p:nvPr/>
        </p:nvSpPr>
        <p:spPr>
          <a:xfrm>
            <a:off x="4456342" y="30511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0" name="Freeform 4639"/>
          <p:cNvSpPr/>
          <p:nvPr/>
        </p:nvSpPr>
        <p:spPr>
          <a:xfrm>
            <a:off x="4799529" y="29315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1" name="Freeform 4640"/>
          <p:cNvSpPr/>
          <p:nvPr/>
        </p:nvSpPr>
        <p:spPr>
          <a:xfrm>
            <a:off x="4716425" y="34202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2" name="Freeform 4641"/>
          <p:cNvSpPr/>
          <p:nvPr/>
        </p:nvSpPr>
        <p:spPr>
          <a:xfrm>
            <a:off x="4733255" y="24977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3" name="Freeform 4642"/>
          <p:cNvSpPr/>
          <p:nvPr/>
        </p:nvSpPr>
        <p:spPr>
          <a:xfrm>
            <a:off x="4806559" y="34525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4" name="Freeform 4643"/>
          <p:cNvSpPr/>
          <p:nvPr/>
        </p:nvSpPr>
        <p:spPr>
          <a:xfrm>
            <a:off x="4653513" y="31751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5" name="Freeform 4644"/>
          <p:cNvSpPr/>
          <p:nvPr/>
        </p:nvSpPr>
        <p:spPr>
          <a:xfrm>
            <a:off x="4656314" y="29676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6" name="Freeform 4645"/>
          <p:cNvSpPr/>
          <p:nvPr/>
        </p:nvSpPr>
        <p:spPr>
          <a:xfrm>
            <a:off x="4751100" y="22259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7" name="Freeform 4646"/>
          <p:cNvSpPr/>
          <p:nvPr/>
        </p:nvSpPr>
        <p:spPr>
          <a:xfrm>
            <a:off x="4719929" y="31714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8" name="Freeform 4647"/>
          <p:cNvSpPr/>
          <p:nvPr/>
        </p:nvSpPr>
        <p:spPr>
          <a:xfrm>
            <a:off x="4648022" y="32667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9" name="Freeform 4648"/>
          <p:cNvSpPr/>
          <p:nvPr/>
        </p:nvSpPr>
        <p:spPr>
          <a:xfrm>
            <a:off x="4678976" y="32216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0" name="Freeform 4649"/>
          <p:cNvSpPr/>
          <p:nvPr/>
        </p:nvSpPr>
        <p:spPr>
          <a:xfrm>
            <a:off x="4620257" y="23559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1" name="Freeform 4650"/>
          <p:cNvSpPr/>
          <p:nvPr/>
        </p:nvSpPr>
        <p:spPr>
          <a:xfrm>
            <a:off x="4750852" y="410760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2" name="Freeform 4651"/>
          <p:cNvSpPr/>
          <p:nvPr/>
        </p:nvSpPr>
        <p:spPr>
          <a:xfrm>
            <a:off x="4774313" y="33986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3" name="Freeform 4652"/>
          <p:cNvSpPr/>
          <p:nvPr/>
        </p:nvSpPr>
        <p:spPr>
          <a:xfrm>
            <a:off x="4674863" y="19358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4" name="Freeform 4653"/>
          <p:cNvSpPr/>
          <p:nvPr/>
        </p:nvSpPr>
        <p:spPr>
          <a:xfrm>
            <a:off x="4875587" y="27743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5" name="Freeform 4654"/>
          <p:cNvSpPr/>
          <p:nvPr/>
        </p:nvSpPr>
        <p:spPr>
          <a:xfrm>
            <a:off x="4509539" y="34391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6" name="Freeform 4655"/>
          <p:cNvSpPr/>
          <p:nvPr/>
        </p:nvSpPr>
        <p:spPr>
          <a:xfrm>
            <a:off x="4649344" y="30222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7" name="Freeform 4656"/>
          <p:cNvSpPr/>
          <p:nvPr/>
        </p:nvSpPr>
        <p:spPr>
          <a:xfrm>
            <a:off x="4857704" y="29794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8" name="Freeform 4657"/>
          <p:cNvSpPr/>
          <p:nvPr/>
        </p:nvSpPr>
        <p:spPr>
          <a:xfrm>
            <a:off x="4629195" y="26744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9" name="Freeform 4658"/>
          <p:cNvSpPr/>
          <p:nvPr/>
        </p:nvSpPr>
        <p:spPr>
          <a:xfrm>
            <a:off x="4502897" y="22852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0" name="Freeform 4659"/>
          <p:cNvSpPr/>
          <p:nvPr/>
        </p:nvSpPr>
        <p:spPr>
          <a:xfrm>
            <a:off x="4823934" y="28536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1" name="Freeform 4660"/>
          <p:cNvSpPr/>
          <p:nvPr/>
        </p:nvSpPr>
        <p:spPr>
          <a:xfrm>
            <a:off x="4732869" y="32173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2" name="Freeform 4661"/>
          <p:cNvSpPr/>
          <p:nvPr/>
        </p:nvSpPr>
        <p:spPr>
          <a:xfrm>
            <a:off x="4546403" y="26975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3" name="Freeform 4662"/>
          <p:cNvSpPr/>
          <p:nvPr/>
        </p:nvSpPr>
        <p:spPr>
          <a:xfrm>
            <a:off x="4757476" y="32794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4" name="Freeform 4663"/>
          <p:cNvSpPr/>
          <p:nvPr/>
        </p:nvSpPr>
        <p:spPr>
          <a:xfrm>
            <a:off x="4564785" y="34106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5" name="Freeform 4664"/>
          <p:cNvSpPr/>
          <p:nvPr/>
        </p:nvSpPr>
        <p:spPr>
          <a:xfrm>
            <a:off x="4530747" y="36953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6" name="Freeform 4665"/>
          <p:cNvSpPr/>
          <p:nvPr/>
        </p:nvSpPr>
        <p:spPr>
          <a:xfrm>
            <a:off x="4658127" y="36190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7" name="Freeform 4666"/>
          <p:cNvSpPr/>
          <p:nvPr/>
        </p:nvSpPr>
        <p:spPr>
          <a:xfrm>
            <a:off x="4622897" y="33570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8" name="Freeform 4667"/>
          <p:cNvSpPr/>
          <p:nvPr/>
        </p:nvSpPr>
        <p:spPr>
          <a:xfrm>
            <a:off x="4556756" y="34672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9" name="Freeform 4668"/>
          <p:cNvSpPr/>
          <p:nvPr/>
        </p:nvSpPr>
        <p:spPr>
          <a:xfrm>
            <a:off x="4635258" y="28831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0" name="Freeform 4669"/>
          <p:cNvSpPr/>
          <p:nvPr/>
        </p:nvSpPr>
        <p:spPr>
          <a:xfrm>
            <a:off x="4566761" y="3475736"/>
            <a:ext cx="35922" cy="35922"/>
          </a:xfrm>
          <a:custGeom>
            <a:avLst/>
            <a:gdLst/>
            <a:ahLst/>
            <a:cxnLst/>
            <a:rect l="l" t="t" r="r" b="b"/>
            <a:pathLst>
              <a:path w="35922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1" name="Freeform 4670"/>
          <p:cNvSpPr/>
          <p:nvPr/>
        </p:nvSpPr>
        <p:spPr>
          <a:xfrm>
            <a:off x="4680897" y="42374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2" name="Freeform 4671"/>
          <p:cNvSpPr/>
          <p:nvPr/>
        </p:nvSpPr>
        <p:spPr>
          <a:xfrm>
            <a:off x="4672000" y="34148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3" name="Freeform 4672"/>
          <p:cNvSpPr/>
          <p:nvPr/>
        </p:nvSpPr>
        <p:spPr>
          <a:xfrm>
            <a:off x="4754370" y="31907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4" name="Freeform 4673"/>
          <p:cNvSpPr/>
          <p:nvPr/>
        </p:nvSpPr>
        <p:spPr>
          <a:xfrm>
            <a:off x="4625723" y="32430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5" name="Freeform 4674"/>
          <p:cNvSpPr/>
          <p:nvPr/>
        </p:nvSpPr>
        <p:spPr>
          <a:xfrm>
            <a:off x="4531686" y="24105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6" name="Freeform 4675"/>
          <p:cNvSpPr/>
          <p:nvPr/>
        </p:nvSpPr>
        <p:spPr>
          <a:xfrm>
            <a:off x="4533007" y="32462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7" name="Freeform 4676"/>
          <p:cNvSpPr/>
          <p:nvPr/>
        </p:nvSpPr>
        <p:spPr>
          <a:xfrm>
            <a:off x="4648130" y="26607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8" name="Freeform 4677"/>
          <p:cNvSpPr/>
          <p:nvPr/>
        </p:nvSpPr>
        <p:spPr>
          <a:xfrm>
            <a:off x="4839228" y="30133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9" name="Freeform 4678"/>
          <p:cNvSpPr/>
          <p:nvPr/>
        </p:nvSpPr>
        <p:spPr>
          <a:xfrm>
            <a:off x="4765505" y="30224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0" name="Freeform 4679"/>
          <p:cNvSpPr/>
          <p:nvPr/>
        </p:nvSpPr>
        <p:spPr>
          <a:xfrm>
            <a:off x="4605740" y="33331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1" name="Freeform 4680"/>
          <p:cNvSpPr/>
          <p:nvPr/>
        </p:nvSpPr>
        <p:spPr>
          <a:xfrm>
            <a:off x="4775540" y="3028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2" name="Freeform 4681"/>
          <p:cNvSpPr/>
          <p:nvPr/>
        </p:nvSpPr>
        <p:spPr>
          <a:xfrm>
            <a:off x="4550127" y="33055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3" name="Freeform 4682"/>
          <p:cNvSpPr/>
          <p:nvPr/>
        </p:nvSpPr>
        <p:spPr>
          <a:xfrm>
            <a:off x="4783194" y="29392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4" name="Freeform 4683"/>
          <p:cNvSpPr/>
          <p:nvPr/>
        </p:nvSpPr>
        <p:spPr>
          <a:xfrm>
            <a:off x="4633453" y="30984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5" name="Freeform 4684"/>
          <p:cNvSpPr/>
          <p:nvPr/>
        </p:nvSpPr>
        <p:spPr>
          <a:xfrm>
            <a:off x="4756967" y="33759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6" name="Freeform 4685"/>
          <p:cNvSpPr/>
          <p:nvPr/>
        </p:nvSpPr>
        <p:spPr>
          <a:xfrm>
            <a:off x="4741303" y="26172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7" name="Freeform 4686"/>
          <p:cNvSpPr/>
          <p:nvPr/>
        </p:nvSpPr>
        <p:spPr>
          <a:xfrm>
            <a:off x="4644797" y="28386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8" name="Freeform 4687"/>
          <p:cNvSpPr/>
          <p:nvPr/>
        </p:nvSpPr>
        <p:spPr>
          <a:xfrm>
            <a:off x="4709689" y="31813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9" name="Freeform 4688"/>
          <p:cNvSpPr/>
          <p:nvPr/>
        </p:nvSpPr>
        <p:spPr>
          <a:xfrm>
            <a:off x="4560092" y="29488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0" name="Freeform 4689"/>
          <p:cNvSpPr/>
          <p:nvPr/>
        </p:nvSpPr>
        <p:spPr>
          <a:xfrm>
            <a:off x="4666630" y="30387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1" name="Freeform 4690"/>
          <p:cNvSpPr/>
          <p:nvPr/>
        </p:nvSpPr>
        <p:spPr>
          <a:xfrm>
            <a:off x="4790739" y="33457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2" name="Freeform 4691"/>
          <p:cNvSpPr/>
          <p:nvPr/>
        </p:nvSpPr>
        <p:spPr>
          <a:xfrm>
            <a:off x="5114066" y="29782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3" name="Freeform 4692"/>
          <p:cNvSpPr/>
          <p:nvPr/>
        </p:nvSpPr>
        <p:spPr>
          <a:xfrm>
            <a:off x="4749981" y="32491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4" name="Freeform 4693"/>
          <p:cNvSpPr/>
          <p:nvPr/>
        </p:nvSpPr>
        <p:spPr>
          <a:xfrm>
            <a:off x="4684010" y="33760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5" name="Freeform 4694"/>
          <p:cNvSpPr/>
          <p:nvPr/>
        </p:nvSpPr>
        <p:spPr>
          <a:xfrm>
            <a:off x="4565956" y="36415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6" name="Freeform 4695"/>
          <p:cNvSpPr/>
          <p:nvPr/>
        </p:nvSpPr>
        <p:spPr>
          <a:xfrm>
            <a:off x="4788208" y="31463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7" name="Freeform 4696"/>
          <p:cNvSpPr/>
          <p:nvPr/>
        </p:nvSpPr>
        <p:spPr>
          <a:xfrm>
            <a:off x="4496901" y="27837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8" name="Freeform 4697"/>
          <p:cNvSpPr/>
          <p:nvPr/>
        </p:nvSpPr>
        <p:spPr>
          <a:xfrm>
            <a:off x="4588487" y="327800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9" name="Freeform 4698"/>
          <p:cNvSpPr/>
          <p:nvPr/>
        </p:nvSpPr>
        <p:spPr>
          <a:xfrm>
            <a:off x="4713023" y="20183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0" name="Freeform 4699"/>
          <p:cNvSpPr/>
          <p:nvPr/>
        </p:nvSpPr>
        <p:spPr>
          <a:xfrm>
            <a:off x="4545290" y="26589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1" name="Freeform 4700"/>
          <p:cNvSpPr/>
          <p:nvPr/>
        </p:nvSpPr>
        <p:spPr>
          <a:xfrm>
            <a:off x="4839856" y="2494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2" name="Freeform 4701"/>
          <p:cNvSpPr/>
          <p:nvPr/>
        </p:nvSpPr>
        <p:spPr>
          <a:xfrm>
            <a:off x="4791876" y="269433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3" name="Freeform 4702"/>
          <p:cNvSpPr/>
          <p:nvPr/>
        </p:nvSpPr>
        <p:spPr>
          <a:xfrm>
            <a:off x="4613653" y="22800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4" name="Freeform 4703"/>
          <p:cNvSpPr/>
          <p:nvPr/>
        </p:nvSpPr>
        <p:spPr>
          <a:xfrm>
            <a:off x="4615043" y="33141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5" name="Freeform 4704"/>
          <p:cNvSpPr/>
          <p:nvPr/>
        </p:nvSpPr>
        <p:spPr>
          <a:xfrm>
            <a:off x="4533124" y="40090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6" name="Freeform 4705"/>
          <p:cNvSpPr/>
          <p:nvPr/>
        </p:nvSpPr>
        <p:spPr>
          <a:xfrm>
            <a:off x="4524349" y="31806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7" name="Freeform 4706"/>
          <p:cNvSpPr/>
          <p:nvPr/>
        </p:nvSpPr>
        <p:spPr>
          <a:xfrm>
            <a:off x="4722120" y="27871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8" name="Freeform 4707"/>
          <p:cNvSpPr/>
          <p:nvPr/>
        </p:nvSpPr>
        <p:spPr>
          <a:xfrm>
            <a:off x="4741542" y="29465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9" name="Freeform 4708"/>
          <p:cNvSpPr/>
          <p:nvPr/>
        </p:nvSpPr>
        <p:spPr>
          <a:xfrm>
            <a:off x="4712337" y="28979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0" name="Freeform 4709"/>
          <p:cNvSpPr/>
          <p:nvPr/>
        </p:nvSpPr>
        <p:spPr>
          <a:xfrm>
            <a:off x="4703153" y="24884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1" name="Freeform 4710"/>
          <p:cNvSpPr/>
          <p:nvPr/>
        </p:nvSpPr>
        <p:spPr>
          <a:xfrm>
            <a:off x="4614512" y="28561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2" name="Freeform 4711"/>
          <p:cNvSpPr/>
          <p:nvPr/>
        </p:nvSpPr>
        <p:spPr>
          <a:xfrm>
            <a:off x="4713300" y="26928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3" name="Freeform 4712"/>
          <p:cNvSpPr/>
          <p:nvPr/>
        </p:nvSpPr>
        <p:spPr>
          <a:xfrm>
            <a:off x="4516671" y="33739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4" name="Freeform 4713"/>
          <p:cNvSpPr/>
          <p:nvPr/>
        </p:nvSpPr>
        <p:spPr>
          <a:xfrm>
            <a:off x="4675520" y="343499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5" name="Freeform 4714"/>
          <p:cNvSpPr/>
          <p:nvPr/>
        </p:nvSpPr>
        <p:spPr>
          <a:xfrm>
            <a:off x="4832826" y="23735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6" name="Freeform 4715"/>
          <p:cNvSpPr/>
          <p:nvPr/>
        </p:nvSpPr>
        <p:spPr>
          <a:xfrm>
            <a:off x="4816628" y="29663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7" name="Freeform 4716"/>
          <p:cNvSpPr/>
          <p:nvPr/>
        </p:nvSpPr>
        <p:spPr>
          <a:xfrm>
            <a:off x="4624911" y="32500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8" name="Freeform 4717"/>
          <p:cNvSpPr/>
          <p:nvPr/>
        </p:nvSpPr>
        <p:spPr>
          <a:xfrm>
            <a:off x="4638777" y="32493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9" name="Freeform 4718"/>
          <p:cNvSpPr/>
          <p:nvPr/>
        </p:nvSpPr>
        <p:spPr>
          <a:xfrm>
            <a:off x="4822545" y="32601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0" name="Freeform 4719"/>
          <p:cNvSpPr/>
          <p:nvPr/>
        </p:nvSpPr>
        <p:spPr>
          <a:xfrm>
            <a:off x="4866533" y="32836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1" name="Freeform 4720"/>
          <p:cNvSpPr/>
          <p:nvPr/>
        </p:nvSpPr>
        <p:spPr>
          <a:xfrm>
            <a:off x="4514014" y="35085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2" name="Freeform 4721"/>
          <p:cNvSpPr/>
          <p:nvPr/>
        </p:nvSpPr>
        <p:spPr>
          <a:xfrm>
            <a:off x="4628870" y="35936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3" name="Freeform 4722"/>
          <p:cNvSpPr/>
          <p:nvPr/>
        </p:nvSpPr>
        <p:spPr>
          <a:xfrm>
            <a:off x="4699800" y="30822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4" name="Freeform 4723"/>
          <p:cNvSpPr/>
          <p:nvPr/>
        </p:nvSpPr>
        <p:spPr>
          <a:xfrm>
            <a:off x="4805480" y="32381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5" name="Freeform 4724"/>
          <p:cNvSpPr/>
          <p:nvPr/>
        </p:nvSpPr>
        <p:spPr>
          <a:xfrm>
            <a:off x="4584698" y="25721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6" name="Freeform 4725"/>
          <p:cNvSpPr/>
          <p:nvPr/>
        </p:nvSpPr>
        <p:spPr>
          <a:xfrm>
            <a:off x="4743636" y="28910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7" name="Freeform 4726"/>
          <p:cNvSpPr/>
          <p:nvPr/>
        </p:nvSpPr>
        <p:spPr>
          <a:xfrm>
            <a:off x="4642427" y="29019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8" name="Freeform 4727"/>
          <p:cNvSpPr/>
          <p:nvPr/>
        </p:nvSpPr>
        <p:spPr>
          <a:xfrm>
            <a:off x="4929762" y="32969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9" name="Freeform 4728"/>
          <p:cNvSpPr/>
          <p:nvPr/>
        </p:nvSpPr>
        <p:spPr>
          <a:xfrm>
            <a:off x="4720864" y="30532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0" name="Freeform 4729"/>
          <p:cNvSpPr/>
          <p:nvPr/>
        </p:nvSpPr>
        <p:spPr>
          <a:xfrm>
            <a:off x="4660232" y="28644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1" name="Freeform 4730"/>
          <p:cNvSpPr/>
          <p:nvPr/>
        </p:nvSpPr>
        <p:spPr>
          <a:xfrm>
            <a:off x="4638725" y="2725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2" name="Freeform 4731"/>
          <p:cNvSpPr/>
          <p:nvPr/>
        </p:nvSpPr>
        <p:spPr>
          <a:xfrm>
            <a:off x="4788080" y="30426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3" name="Freeform 4732"/>
          <p:cNvSpPr/>
          <p:nvPr/>
        </p:nvSpPr>
        <p:spPr>
          <a:xfrm>
            <a:off x="4747652" y="25831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4" name="Freeform 4733"/>
          <p:cNvSpPr/>
          <p:nvPr/>
        </p:nvSpPr>
        <p:spPr>
          <a:xfrm>
            <a:off x="4558429" y="3002740"/>
            <a:ext cx="35922" cy="35922"/>
          </a:xfrm>
          <a:custGeom>
            <a:avLst/>
            <a:gdLst/>
            <a:ahLst/>
            <a:cxnLst/>
            <a:rect l="l" t="t" r="r" b="b"/>
            <a:pathLst>
              <a:path w="35922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5" name="Freeform 4734"/>
          <p:cNvSpPr/>
          <p:nvPr/>
        </p:nvSpPr>
        <p:spPr>
          <a:xfrm>
            <a:off x="4698036" y="26952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6" name="Freeform 4735"/>
          <p:cNvSpPr/>
          <p:nvPr/>
        </p:nvSpPr>
        <p:spPr>
          <a:xfrm>
            <a:off x="4530937" y="319777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7" name="Freeform 4736"/>
          <p:cNvSpPr/>
          <p:nvPr/>
        </p:nvSpPr>
        <p:spPr>
          <a:xfrm>
            <a:off x="4593548" y="37159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8" name="Freeform 4737"/>
          <p:cNvSpPr/>
          <p:nvPr/>
        </p:nvSpPr>
        <p:spPr>
          <a:xfrm>
            <a:off x="4535693" y="29007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9" name="Freeform 4738"/>
          <p:cNvSpPr/>
          <p:nvPr/>
        </p:nvSpPr>
        <p:spPr>
          <a:xfrm>
            <a:off x="4532343" y="27217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0" name="Freeform 4739"/>
          <p:cNvSpPr/>
          <p:nvPr/>
        </p:nvSpPr>
        <p:spPr>
          <a:xfrm>
            <a:off x="4600981" y="27804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1" name="Freeform 4740"/>
          <p:cNvSpPr/>
          <p:nvPr/>
        </p:nvSpPr>
        <p:spPr>
          <a:xfrm>
            <a:off x="4569481" y="284047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2" name="Freeform 4741"/>
          <p:cNvSpPr/>
          <p:nvPr/>
        </p:nvSpPr>
        <p:spPr>
          <a:xfrm>
            <a:off x="4731452" y="314242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3" name="Freeform 4742"/>
          <p:cNvSpPr/>
          <p:nvPr/>
        </p:nvSpPr>
        <p:spPr>
          <a:xfrm>
            <a:off x="4760338" y="332191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4" name="Freeform 4743"/>
          <p:cNvSpPr/>
          <p:nvPr/>
        </p:nvSpPr>
        <p:spPr>
          <a:xfrm>
            <a:off x="4649097" y="278973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5" name="Freeform 4744"/>
          <p:cNvSpPr/>
          <p:nvPr/>
        </p:nvSpPr>
        <p:spPr>
          <a:xfrm>
            <a:off x="4554549" y="28388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6" name="Freeform 4745"/>
          <p:cNvSpPr/>
          <p:nvPr/>
        </p:nvSpPr>
        <p:spPr>
          <a:xfrm>
            <a:off x="4761151" y="32256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7" name="Freeform 4746"/>
          <p:cNvSpPr/>
          <p:nvPr/>
        </p:nvSpPr>
        <p:spPr>
          <a:xfrm>
            <a:off x="4457350" y="25712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8" name="Freeform 4747"/>
          <p:cNvSpPr/>
          <p:nvPr/>
        </p:nvSpPr>
        <p:spPr>
          <a:xfrm>
            <a:off x="4467312" y="33517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9" name="Freeform 4748"/>
          <p:cNvSpPr/>
          <p:nvPr/>
        </p:nvSpPr>
        <p:spPr>
          <a:xfrm>
            <a:off x="4752909" y="32344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0" name="Freeform 4749"/>
          <p:cNvSpPr/>
          <p:nvPr/>
        </p:nvSpPr>
        <p:spPr>
          <a:xfrm>
            <a:off x="4745253" y="23648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1" name="Freeform 4750"/>
          <p:cNvSpPr/>
          <p:nvPr/>
        </p:nvSpPr>
        <p:spPr>
          <a:xfrm>
            <a:off x="4779454" y="266560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2" name="Freeform 4751"/>
          <p:cNvSpPr/>
          <p:nvPr/>
        </p:nvSpPr>
        <p:spPr>
          <a:xfrm>
            <a:off x="4651599" y="31461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3" name="Freeform 4752"/>
          <p:cNvSpPr/>
          <p:nvPr/>
        </p:nvSpPr>
        <p:spPr>
          <a:xfrm>
            <a:off x="4539280" y="28932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4" name="Freeform 4753"/>
          <p:cNvSpPr/>
          <p:nvPr/>
        </p:nvSpPr>
        <p:spPr>
          <a:xfrm>
            <a:off x="4620064" y="29452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5" name="Freeform 4754"/>
          <p:cNvSpPr/>
          <p:nvPr/>
        </p:nvSpPr>
        <p:spPr>
          <a:xfrm>
            <a:off x="4735682" y="40814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6" name="Freeform 4755"/>
          <p:cNvSpPr/>
          <p:nvPr/>
        </p:nvSpPr>
        <p:spPr>
          <a:xfrm>
            <a:off x="4592434" y="33609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7" name="Freeform 4756"/>
          <p:cNvSpPr/>
          <p:nvPr/>
        </p:nvSpPr>
        <p:spPr>
          <a:xfrm>
            <a:off x="4599350" y="302578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8" name="Freeform 4757"/>
          <p:cNvSpPr/>
          <p:nvPr/>
        </p:nvSpPr>
        <p:spPr>
          <a:xfrm>
            <a:off x="4524958" y="31455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9" name="Freeform 4758"/>
          <p:cNvSpPr/>
          <p:nvPr/>
        </p:nvSpPr>
        <p:spPr>
          <a:xfrm>
            <a:off x="4549761" y="29090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0" name="Freeform 4759"/>
          <p:cNvSpPr/>
          <p:nvPr/>
        </p:nvSpPr>
        <p:spPr>
          <a:xfrm>
            <a:off x="4765359" y="25633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1" name="Freeform 4760"/>
          <p:cNvSpPr/>
          <p:nvPr/>
        </p:nvSpPr>
        <p:spPr>
          <a:xfrm>
            <a:off x="4723606" y="31318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2" name="Freeform 4761"/>
          <p:cNvSpPr/>
          <p:nvPr/>
        </p:nvSpPr>
        <p:spPr>
          <a:xfrm>
            <a:off x="4550004" y="34202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3" name="Freeform 4762"/>
          <p:cNvSpPr/>
          <p:nvPr/>
        </p:nvSpPr>
        <p:spPr>
          <a:xfrm>
            <a:off x="4558735" y="28786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4" name="Freeform 4763"/>
          <p:cNvSpPr/>
          <p:nvPr/>
        </p:nvSpPr>
        <p:spPr>
          <a:xfrm>
            <a:off x="4614393" y="31338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5" name="Freeform 4764"/>
          <p:cNvSpPr/>
          <p:nvPr/>
        </p:nvSpPr>
        <p:spPr>
          <a:xfrm>
            <a:off x="4733664" y="30670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6" name="Freeform 4765"/>
          <p:cNvSpPr/>
          <p:nvPr/>
        </p:nvSpPr>
        <p:spPr>
          <a:xfrm>
            <a:off x="4549255" y="31201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7" name="Freeform 4766"/>
          <p:cNvSpPr/>
          <p:nvPr/>
        </p:nvSpPr>
        <p:spPr>
          <a:xfrm>
            <a:off x="4656671" y="21276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8" name="Freeform 4767"/>
          <p:cNvSpPr/>
          <p:nvPr/>
        </p:nvSpPr>
        <p:spPr>
          <a:xfrm>
            <a:off x="4444354" y="38836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9" name="Freeform 4768"/>
          <p:cNvSpPr/>
          <p:nvPr/>
        </p:nvSpPr>
        <p:spPr>
          <a:xfrm>
            <a:off x="4539726" y="3158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0" name="Freeform 4769"/>
          <p:cNvSpPr/>
          <p:nvPr/>
        </p:nvSpPr>
        <p:spPr>
          <a:xfrm>
            <a:off x="4719991" y="300731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1" name="Freeform 4770"/>
          <p:cNvSpPr/>
          <p:nvPr/>
        </p:nvSpPr>
        <p:spPr>
          <a:xfrm>
            <a:off x="4771254" y="33118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2" name="Freeform 4771"/>
          <p:cNvSpPr/>
          <p:nvPr/>
        </p:nvSpPr>
        <p:spPr>
          <a:xfrm>
            <a:off x="4550563" y="26533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3" name="Freeform 4772"/>
          <p:cNvSpPr/>
          <p:nvPr/>
        </p:nvSpPr>
        <p:spPr>
          <a:xfrm>
            <a:off x="4591694" y="26872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4" name="Freeform 4773"/>
          <p:cNvSpPr/>
          <p:nvPr/>
        </p:nvSpPr>
        <p:spPr>
          <a:xfrm>
            <a:off x="4760517" y="30245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5" name="Freeform 4774"/>
          <p:cNvSpPr/>
          <p:nvPr/>
        </p:nvSpPr>
        <p:spPr>
          <a:xfrm>
            <a:off x="4632882" y="3111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6" name="Freeform 4775"/>
          <p:cNvSpPr/>
          <p:nvPr/>
        </p:nvSpPr>
        <p:spPr>
          <a:xfrm>
            <a:off x="4616643" y="30497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7" name="Freeform 4776"/>
          <p:cNvSpPr/>
          <p:nvPr/>
        </p:nvSpPr>
        <p:spPr>
          <a:xfrm>
            <a:off x="4730565" y="30469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8" name="Freeform 4777"/>
          <p:cNvSpPr/>
          <p:nvPr/>
        </p:nvSpPr>
        <p:spPr>
          <a:xfrm>
            <a:off x="4695873" y="30365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9" name="Freeform 4778"/>
          <p:cNvSpPr/>
          <p:nvPr/>
        </p:nvSpPr>
        <p:spPr>
          <a:xfrm>
            <a:off x="4794274" y="30795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0" name="Freeform 4779"/>
          <p:cNvSpPr/>
          <p:nvPr/>
        </p:nvSpPr>
        <p:spPr>
          <a:xfrm>
            <a:off x="4760149" y="29069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1" name="Freeform 4780"/>
          <p:cNvSpPr/>
          <p:nvPr/>
        </p:nvSpPr>
        <p:spPr>
          <a:xfrm>
            <a:off x="4612982" y="27107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2" name="Freeform 4781"/>
          <p:cNvSpPr/>
          <p:nvPr/>
        </p:nvSpPr>
        <p:spPr>
          <a:xfrm>
            <a:off x="4662086" y="34878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3" name="Freeform 4782"/>
          <p:cNvSpPr/>
          <p:nvPr/>
        </p:nvSpPr>
        <p:spPr>
          <a:xfrm>
            <a:off x="4668424" y="34174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4" name="Freeform 4783"/>
          <p:cNvSpPr/>
          <p:nvPr/>
        </p:nvSpPr>
        <p:spPr>
          <a:xfrm>
            <a:off x="4529202" y="36908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5" name="Freeform 4784"/>
          <p:cNvSpPr/>
          <p:nvPr/>
        </p:nvSpPr>
        <p:spPr>
          <a:xfrm>
            <a:off x="4570321" y="26664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6" name="Freeform 4785"/>
          <p:cNvSpPr/>
          <p:nvPr/>
        </p:nvSpPr>
        <p:spPr>
          <a:xfrm>
            <a:off x="4779290" y="29078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7" name="Freeform 4786"/>
          <p:cNvSpPr/>
          <p:nvPr/>
        </p:nvSpPr>
        <p:spPr>
          <a:xfrm>
            <a:off x="4504425" y="28079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8" name="Freeform 4787"/>
          <p:cNvSpPr/>
          <p:nvPr/>
        </p:nvSpPr>
        <p:spPr>
          <a:xfrm>
            <a:off x="4781767" y="35658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9" name="Freeform 4788"/>
          <p:cNvSpPr/>
          <p:nvPr/>
        </p:nvSpPr>
        <p:spPr>
          <a:xfrm>
            <a:off x="4705590" y="23066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0" name="Freeform 4789"/>
          <p:cNvSpPr/>
          <p:nvPr/>
        </p:nvSpPr>
        <p:spPr>
          <a:xfrm>
            <a:off x="4660030" y="32443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1" name="Freeform 4790"/>
          <p:cNvSpPr/>
          <p:nvPr/>
        </p:nvSpPr>
        <p:spPr>
          <a:xfrm>
            <a:off x="4732769" y="29399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2" name="Freeform 4791"/>
          <p:cNvSpPr/>
          <p:nvPr/>
        </p:nvSpPr>
        <p:spPr>
          <a:xfrm>
            <a:off x="4726125" y="26711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3" name="Freeform 4792"/>
          <p:cNvSpPr/>
          <p:nvPr/>
        </p:nvSpPr>
        <p:spPr>
          <a:xfrm>
            <a:off x="4804814" y="33925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4" name="Freeform 4793"/>
          <p:cNvSpPr/>
          <p:nvPr/>
        </p:nvSpPr>
        <p:spPr>
          <a:xfrm>
            <a:off x="4632001" y="32198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5" name="Freeform 4794"/>
          <p:cNvSpPr/>
          <p:nvPr/>
        </p:nvSpPr>
        <p:spPr>
          <a:xfrm>
            <a:off x="4650476" y="29356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6" name="Freeform 4795"/>
          <p:cNvSpPr/>
          <p:nvPr/>
        </p:nvSpPr>
        <p:spPr>
          <a:xfrm>
            <a:off x="4648611" y="18864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7" name="Freeform 4796"/>
          <p:cNvSpPr/>
          <p:nvPr/>
        </p:nvSpPr>
        <p:spPr>
          <a:xfrm>
            <a:off x="4877145" y="28879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8" name="Freeform 4797"/>
          <p:cNvSpPr/>
          <p:nvPr/>
        </p:nvSpPr>
        <p:spPr>
          <a:xfrm>
            <a:off x="4776574" y="23765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9" name="Freeform 4798"/>
          <p:cNvSpPr/>
          <p:nvPr/>
        </p:nvSpPr>
        <p:spPr>
          <a:xfrm>
            <a:off x="4575837" y="25335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0" name="Freeform 4799"/>
          <p:cNvSpPr/>
          <p:nvPr/>
        </p:nvSpPr>
        <p:spPr>
          <a:xfrm>
            <a:off x="4639276" y="28617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1" name="Freeform 4800"/>
          <p:cNvSpPr/>
          <p:nvPr/>
        </p:nvSpPr>
        <p:spPr>
          <a:xfrm>
            <a:off x="4599332" y="33933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2" name="Freeform 4801"/>
          <p:cNvSpPr/>
          <p:nvPr/>
        </p:nvSpPr>
        <p:spPr>
          <a:xfrm>
            <a:off x="4676578" y="25907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3" name="Freeform 4802"/>
          <p:cNvSpPr/>
          <p:nvPr/>
        </p:nvSpPr>
        <p:spPr>
          <a:xfrm>
            <a:off x="4698108" y="35927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4" name="Freeform 4803"/>
          <p:cNvSpPr/>
          <p:nvPr/>
        </p:nvSpPr>
        <p:spPr>
          <a:xfrm>
            <a:off x="4921319" y="23787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5" name="Freeform 4804"/>
          <p:cNvSpPr/>
          <p:nvPr/>
        </p:nvSpPr>
        <p:spPr>
          <a:xfrm>
            <a:off x="4479232" y="29275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6" name="Freeform 4805"/>
          <p:cNvSpPr/>
          <p:nvPr/>
        </p:nvSpPr>
        <p:spPr>
          <a:xfrm>
            <a:off x="4785594" y="40440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7" name="Freeform 4806"/>
          <p:cNvSpPr/>
          <p:nvPr/>
        </p:nvSpPr>
        <p:spPr>
          <a:xfrm>
            <a:off x="4722078" y="31392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8" name="Freeform 4807"/>
          <p:cNvSpPr/>
          <p:nvPr/>
        </p:nvSpPr>
        <p:spPr>
          <a:xfrm>
            <a:off x="4599880" y="27496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9" name="Freeform 4808"/>
          <p:cNvSpPr/>
          <p:nvPr/>
        </p:nvSpPr>
        <p:spPr>
          <a:xfrm>
            <a:off x="4659205" y="309872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0" name="Freeform 4809"/>
          <p:cNvSpPr/>
          <p:nvPr/>
        </p:nvSpPr>
        <p:spPr>
          <a:xfrm>
            <a:off x="4622086" y="27257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1" name="Freeform 4810"/>
          <p:cNvSpPr/>
          <p:nvPr/>
        </p:nvSpPr>
        <p:spPr>
          <a:xfrm>
            <a:off x="4680695" y="33388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2" name="Freeform 4811"/>
          <p:cNvSpPr/>
          <p:nvPr/>
        </p:nvSpPr>
        <p:spPr>
          <a:xfrm>
            <a:off x="4783396" y="351748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3" name="Freeform 4812"/>
          <p:cNvSpPr/>
          <p:nvPr/>
        </p:nvSpPr>
        <p:spPr>
          <a:xfrm>
            <a:off x="4512419" y="30338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4" name="Freeform 4813"/>
          <p:cNvSpPr/>
          <p:nvPr/>
        </p:nvSpPr>
        <p:spPr>
          <a:xfrm>
            <a:off x="4816321" y="29935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5" name="Freeform 4814"/>
          <p:cNvSpPr/>
          <p:nvPr/>
        </p:nvSpPr>
        <p:spPr>
          <a:xfrm>
            <a:off x="4635322" y="314235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6" name="Freeform 4815"/>
          <p:cNvSpPr/>
          <p:nvPr/>
        </p:nvSpPr>
        <p:spPr>
          <a:xfrm>
            <a:off x="4836684" y="25250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7" name="Freeform 4816"/>
          <p:cNvSpPr/>
          <p:nvPr/>
        </p:nvSpPr>
        <p:spPr>
          <a:xfrm>
            <a:off x="4719684" y="33389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8" name="Freeform 4817"/>
          <p:cNvSpPr/>
          <p:nvPr/>
        </p:nvSpPr>
        <p:spPr>
          <a:xfrm>
            <a:off x="4807843" y="28831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9" name="Freeform 4818"/>
          <p:cNvSpPr/>
          <p:nvPr/>
        </p:nvSpPr>
        <p:spPr>
          <a:xfrm>
            <a:off x="4736264" y="29792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0" name="Freeform 4819"/>
          <p:cNvSpPr/>
          <p:nvPr/>
        </p:nvSpPr>
        <p:spPr>
          <a:xfrm>
            <a:off x="4792030" y="36157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1" name="Freeform 4820"/>
          <p:cNvSpPr/>
          <p:nvPr/>
        </p:nvSpPr>
        <p:spPr>
          <a:xfrm>
            <a:off x="4681653" y="35226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2" name="Freeform 4821"/>
          <p:cNvSpPr/>
          <p:nvPr/>
        </p:nvSpPr>
        <p:spPr>
          <a:xfrm>
            <a:off x="4586427" y="30012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3" name="Freeform 4822"/>
          <p:cNvSpPr/>
          <p:nvPr/>
        </p:nvSpPr>
        <p:spPr>
          <a:xfrm>
            <a:off x="4747796" y="22297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4" name="Freeform 4823"/>
          <p:cNvSpPr/>
          <p:nvPr/>
        </p:nvSpPr>
        <p:spPr>
          <a:xfrm>
            <a:off x="4751960" y="27789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5" name="Freeform 4824"/>
          <p:cNvSpPr/>
          <p:nvPr/>
        </p:nvSpPr>
        <p:spPr>
          <a:xfrm>
            <a:off x="4900882" y="36818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6" name="Freeform 4825"/>
          <p:cNvSpPr/>
          <p:nvPr/>
        </p:nvSpPr>
        <p:spPr>
          <a:xfrm>
            <a:off x="4460799" y="42244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7" name="Freeform 4826"/>
          <p:cNvSpPr/>
          <p:nvPr/>
        </p:nvSpPr>
        <p:spPr>
          <a:xfrm>
            <a:off x="4654608" y="27186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8" name="Freeform 4827"/>
          <p:cNvSpPr/>
          <p:nvPr/>
        </p:nvSpPr>
        <p:spPr>
          <a:xfrm>
            <a:off x="4789686" y="30435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9" name="Freeform 4828"/>
          <p:cNvSpPr/>
          <p:nvPr/>
        </p:nvSpPr>
        <p:spPr>
          <a:xfrm>
            <a:off x="4541413" y="25587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0" name="Freeform 4829"/>
          <p:cNvSpPr/>
          <p:nvPr/>
        </p:nvSpPr>
        <p:spPr>
          <a:xfrm>
            <a:off x="4651455" y="33508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1" name="Freeform 4830"/>
          <p:cNvSpPr/>
          <p:nvPr/>
        </p:nvSpPr>
        <p:spPr>
          <a:xfrm>
            <a:off x="4902993" y="28686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2" name="Freeform 4831"/>
          <p:cNvSpPr/>
          <p:nvPr/>
        </p:nvSpPr>
        <p:spPr>
          <a:xfrm>
            <a:off x="4827849" y="26743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3" name="Freeform 4832"/>
          <p:cNvSpPr/>
          <p:nvPr/>
        </p:nvSpPr>
        <p:spPr>
          <a:xfrm>
            <a:off x="4581625" y="31811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4" name="Freeform 4833"/>
          <p:cNvSpPr/>
          <p:nvPr/>
        </p:nvSpPr>
        <p:spPr>
          <a:xfrm>
            <a:off x="4828939" y="3172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5" name="Freeform 4834"/>
          <p:cNvSpPr/>
          <p:nvPr/>
        </p:nvSpPr>
        <p:spPr>
          <a:xfrm>
            <a:off x="4802996" y="29959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6" name="Freeform 4835"/>
          <p:cNvSpPr/>
          <p:nvPr/>
        </p:nvSpPr>
        <p:spPr>
          <a:xfrm>
            <a:off x="4759404" y="27932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7" name="Freeform 4836"/>
          <p:cNvSpPr/>
          <p:nvPr/>
        </p:nvSpPr>
        <p:spPr>
          <a:xfrm>
            <a:off x="4716950" y="30114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8" name="Freeform 4837"/>
          <p:cNvSpPr/>
          <p:nvPr/>
        </p:nvSpPr>
        <p:spPr>
          <a:xfrm>
            <a:off x="4701668" y="26243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9" name="Freeform 4838"/>
          <p:cNvSpPr/>
          <p:nvPr/>
        </p:nvSpPr>
        <p:spPr>
          <a:xfrm>
            <a:off x="4582905" y="31868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0" name="Freeform 4839"/>
          <p:cNvSpPr/>
          <p:nvPr/>
        </p:nvSpPr>
        <p:spPr>
          <a:xfrm>
            <a:off x="4620811" y="352627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1" name="Freeform 4840"/>
          <p:cNvSpPr/>
          <p:nvPr/>
        </p:nvSpPr>
        <p:spPr>
          <a:xfrm>
            <a:off x="4754775" y="22313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2" name="Freeform 4841"/>
          <p:cNvSpPr/>
          <p:nvPr/>
        </p:nvSpPr>
        <p:spPr>
          <a:xfrm>
            <a:off x="4691339" y="32427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3" name="Freeform 4842"/>
          <p:cNvSpPr/>
          <p:nvPr/>
        </p:nvSpPr>
        <p:spPr>
          <a:xfrm>
            <a:off x="4874514" y="32285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4" name="Freeform 4843"/>
          <p:cNvSpPr/>
          <p:nvPr/>
        </p:nvSpPr>
        <p:spPr>
          <a:xfrm>
            <a:off x="4640534" y="30316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5" name="Freeform 4844"/>
          <p:cNvSpPr/>
          <p:nvPr/>
        </p:nvSpPr>
        <p:spPr>
          <a:xfrm>
            <a:off x="4419043" y="29795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6" name="Freeform 4845"/>
          <p:cNvSpPr/>
          <p:nvPr/>
        </p:nvSpPr>
        <p:spPr>
          <a:xfrm>
            <a:off x="4640537" y="31573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7" name="Freeform 4846"/>
          <p:cNvSpPr/>
          <p:nvPr/>
        </p:nvSpPr>
        <p:spPr>
          <a:xfrm>
            <a:off x="4706119" y="30127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8" name="Freeform 4847"/>
          <p:cNvSpPr/>
          <p:nvPr/>
        </p:nvSpPr>
        <p:spPr>
          <a:xfrm>
            <a:off x="4717397" y="30214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9" name="Freeform 4848"/>
          <p:cNvSpPr/>
          <p:nvPr/>
        </p:nvSpPr>
        <p:spPr>
          <a:xfrm>
            <a:off x="4683689" y="29373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0" name="Freeform 4849"/>
          <p:cNvSpPr/>
          <p:nvPr/>
        </p:nvSpPr>
        <p:spPr>
          <a:xfrm>
            <a:off x="4588319" y="39294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1" name="Freeform 4850"/>
          <p:cNvSpPr/>
          <p:nvPr/>
        </p:nvSpPr>
        <p:spPr>
          <a:xfrm>
            <a:off x="4836653" y="22690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2" name="Freeform 4851"/>
          <p:cNvSpPr/>
          <p:nvPr/>
        </p:nvSpPr>
        <p:spPr>
          <a:xfrm>
            <a:off x="4605350" y="30635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3" name="Freeform 4852"/>
          <p:cNvSpPr/>
          <p:nvPr/>
        </p:nvSpPr>
        <p:spPr>
          <a:xfrm>
            <a:off x="4752714" y="27784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4" name="Freeform 4853"/>
          <p:cNvSpPr/>
          <p:nvPr/>
        </p:nvSpPr>
        <p:spPr>
          <a:xfrm>
            <a:off x="4645792" y="354574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5" name="Freeform 4854"/>
          <p:cNvSpPr/>
          <p:nvPr/>
        </p:nvSpPr>
        <p:spPr>
          <a:xfrm>
            <a:off x="4548315" y="31903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6" name="Freeform 4855"/>
          <p:cNvSpPr/>
          <p:nvPr/>
        </p:nvSpPr>
        <p:spPr>
          <a:xfrm>
            <a:off x="4828052" y="32692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7" name="Freeform 4856"/>
          <p:cNvSpPr/>
          <p:nvPr/>
        </p:nvSpPr>
        <p:spPr>
          <a:xfrm>
            <a:off x="4407842" y="24301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8" name="Freeform 4857"/>
          <p:cNvSpPr/>
          <p:nvPr/>
        </p:nvSpPr>
        <p:spPr>
          <a:xfrm>
            <a:off x="4585483" y="32353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9" name="Freeform 4858"/>
          <p:cNvSpPr/>
          <p:nvPr/>
        </p:nvSpPr>
        <p:spPr>
          <a:xfrm>
            <a:off x="4723066" y="27088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0" name="Freeform 4859"/>
          <p:cNvSpPr/>
          <p:nvPr/>
        </p:nvSpPr>
        <p:spPr>
          <a:xfrm>
            <a:off x="4638574" y="32606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1" name="Freeform 4860"/>
          <p:cNvSpPr/>
          <p:nvPr/>
        </p:nvSpPr>
        <p:spPr>
          <a:xfrm>
            <a:off x="4757178" y="31831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2" name="Freeform 4861"/>
          <p:cNvSpPr/>
          <p:nvPr/>
        </p:nvSpPr>
        <p:spPr>
          <a:xfrm>
            <a:off x="4666160" y="31020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3" name="Freeform 4862"/>
          <p:cNvSpPr/>
          <p:nvPr/>
        </p:nvSpPr>
        <p:spPr>
          <a:xfrm>
            <a:off x="4628379" y="25029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4" name="Freeform 4863"/>
          <p:cNvSpPr/>
          <p:nvPr/>
        </p:nvSpPr>
        <p:spPr>
          <a:xfrm>
            <a:off x="4908332" y="37462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5" name="Freeform 4864"/>
          <p:cNvSpPr/>
          <p:nvPr/>
        </p:nvSpPr>
        <p:spPr>
          <a:xfrm>
            <a:off x="4653423" y="35212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6" name="Freeform 4865"/>
          <p:cNvSpPr/>
          <p:nvPr/>
        </p:nvSpPr>
        <p:spPr>
          <a:xfrm>
            <a:off x="4660095" y="37687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7" name="Freeform 4866"/>
          <p:cNvSpPr/>
          <p:nvPr/>
        </p:nvSpPr>
        <p:spPr>
          <a:xfrm>
            <a:off x="4561112" y="34319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8" name="Freeform 4867"/>
          <p:cNvSpPr/>
          <p:nvPr/>
        </p:nvSpPr>
        <p:spPr>
          <a:xfrm>
            <a:off x="4597020" y="33238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9" name="Freeform 4868"/>
          <p:cNvSpPr/>
          <p:nvPr/>
        </p:nvSpPr>
        <p:spPr>
          <a:xfrm>
            <a:off x="4746634" y="36383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0" name="Freeform 4869"/>
          <p:cNvSpPr/>
          <p:nvPr/>
        </p:nvSpPr>
        <p:spPr>
          <a:xfrm>
            <a:off x="4737510" y="32934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1" name="Freeform 4870"/>
          <p:cNvSpPr/>
          <p:nvPr/>
        </p:nvSpPr>
        <p:spPr>
          <a:xfrm>
            <a:off x="4677391" y="37951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2" name="Freeform 4871"/>
          <p:cNvSpPr/>
          <p:nvPr/>
        </p:nvSpPr>
        <p:spPr>
          <a:xfrm>
            <a:off x="4602279" y="34046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3" name="Freeform 4872"/>
          <p:cNvSpPr/>
          <p:nvPr/>
        </p:nvSpPr>
        <p:spPr>
          <a:xfrm>
            <a:off x="4750735" y="25356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4" name="Freeform 4873"/>
          <p:cNvSpPr/>
          <p:nvPr/>
        </p:nvSpPr>
        <p:spPr>
          <a:xfrm>
            <a:off x="4494985" y="284776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5" name="Freeform 4874"/>
          <p:cNvSpPr/>
          <p:nvPr/>
        </p:nvSpPr>
        <p:spPr>
          <a:xfrm>
            <a:off x="4640805" y="29324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6" name="Freeform 4875"/>
          <p:cNvSpPr/>
          <p:nvPr/>
        </p:nvSpPr>
        <p:spPr>
          <a:xfrm>
            <a:off x="4650404" y="33987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7" name="Freeform 4876"/>
          <p:cNvSpPr/>
          <p:nvPr/>
        </p:nvSpPr>
        <p:spPr>
          <a:xfrm>
            <a:off x="4586916" y="36076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8" name="Freeform 4877"/>
          <p:cNvSpPr/>
          <p:nvPr/>
        </p:nvSpPr>
        <p:spPr>
          <a:xfrm>
            <a:off x="4693875" y="34521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9" name="Freeform 4878"/>
          <p:cNvSpPr/>
          <p:nvPr/>
        </p:nvSpPr>
        <p:spPr>
          <a:xfrm>
            <a:off x="4606112" y="30227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0" name="Freeform 4879"/>
          <p:cNvSpPr/>
          <p:nvPr/>
        </p:nvSpPr>
        <p:spPr>
          <a:xfrm>
            <a:off x="4591659" y="26657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1" name="Freeform 4880"/>
          <p:cNvSpPr/>
          <p:nvPr/>
        </p:nvSpPr>
        <p:spPr>
          <a:xfrm>
            <a:off x="4870572" y="26523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2" name="Freeform 4881"/>
          <p:cNvSpPr/>
          <p:nvPr/>
        </p:nvSpPr>
        <p:spPr>
          <a:xfrm>
            <a:off x="4757090" y="27588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3" name="Freeform 4882"/>
          <p:cNvSpPr/>
          <p:nvPr/>
        </p:nvSpPr>
        <p:spPr>
          <a:xfrm>
            <a:off x="4806209" y="32948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4" name="Freeform 4883"/>
          <p:cNvSpPr/>
          <p:nvPr/>
        </p:nvSpPr>
        <p:spPr>
          <a:xfrm>
            <a:off x="4683408" y="29962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5" name="Freeform 4884"/>
          <p:cNvSpPr/>
          <p:nvPr/>
        </p:nvSpPr>
        <p:spPr>
          <a:xfrm>
            <a:off x="4781200" y="31317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6" name="Freeform 4885"/>
          <p:cNvSpPr/>
          <p:nvPr/>
        </p:nvSpPr>
        <p:spPr>
          <a:xfrm>
            <a:off x="4761619" y="308468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7" name="Freeform 4886"/>
          <p:cNvSpPr/>
          <p:nvPr/>
        </p:nvSpPr>
        <p:spPr>
          <a:xfrm>
            <a:off x="4807938" y="22078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8" name="Freeform 4887"/>
          <p:cNvSpPr/>
          <p:nvPr/>
        </p:nvSpPr>
        <p:spPr>
          <a:xfrm>
            <a:off x="4931597" y="36961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9" name="Freeform 4888"/>
          <p:cNvSpPr/>
          <p:nvPr/>
        </p:nvSpPr>
        <p:spPr>
          <a:xfrm>
            <a:off x="4653998" y="30978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0" name="Freeform 4889"/>
          <p:cNvSpPr/>
          <p:nvPr/>
        </p:nvSpPr>
        <p:spPr>
          <a:xfrm>
            <a:off x="4706037" y="25311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1" name="Freeform 4890"/>
          <p:cNvSpPr/>
          <p:nvPr/>
        </p:nvSpPr>
        <p:spPr>
          <a:xfrm>
            <a:off x="4672868" y="35801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2" name="Freeform 4891"/>
          <p:cNvSpPr/>
          <p:nvPr/>
        </p:nvSpPr>
        <p:spPr>
          <a:xfrm>
            <a:off x="4302298" y="32580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3" name="Freeform 4892"/>
          <p:cNvSpPr/>
          <p:nvPr/>
        </p:nvSpPr>
        <p:spPr>
          <a:xfrm>
            <a:off x="4529059" y="32131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4" name="Freeform 4893"/>
          <p:cNvSpPr/>
          <p:nvPr/>
        </p:nvSpPr>
        <p:spPr>
          <a:xfrm>
            <a:off x="4680561" y="30933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5" name="Freeform 4894"/>
          <p:cNvSpPr/>
          <p:nvPr/>
        </p:nvSpPr>
        <p:spPr>
          <a:xfrm>
            <a:off x="4746390" y="36310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6" name="Freeform 4895"/>
          <p:cNvSpPr/>
          <p:nvPr/>
        </p:nvSpPr>
        <p:spPr>
          <a:xfrm>
            <a:off x="4617057" y="27726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7" name="Freeform 4896"/>
          <p:cNvSpPr/>
          <p:nvPr/>
        </p:nvSpPr>
        <p:spPr>
          <a:xfrm>
            <a:off x="4800207" y="27448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8" name="Freeform 4897"/>
          <p:cNvSpPr/>
          <p:nvPr/>
        </p:nvSpPr>
        <p:spPr>
          <a:xfrm>
            <a:off x="4816141" y="280671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9" name="Freeform 4898"/>
          <p:cNvSpPr/>
          <p:nvPr/>
        </p:nvSpPr>
        <p:spPr>
          <a:xfrm>
            <a:off x="4634630" y="33468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0" name="Freeform 4899"/>
          <p:cNvSpPr/>
          <p:nvPr/>
        </p:nvSpPr>
        <p:spPr>
          <a:xfrm>
            <a:off x="4831246" y="29719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1" name="Freeform 4900"/>
          <p:cNvSpPr/>
          <p:nvPr/>
        </p:nvSpPr>
        <p:spPr>
          <a:xfrm>
            <a:off x="4866350" y="33582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2" name="Freeform 4901"/>
          <p:cNvSpPr/>
          <p:nvPr/>
        </p:nvSpPr>
        <p:spPr>
          <a:xfrm>
            <a:off x="4728673" y="313616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3" name="Freeform 4902"/>
          <p:cNvSpPr/>
          <p:nvPr/>
        </p:nvSpPr>
        <p:spPr>
          <a:xfrm>
            <a:off x="4574050" y="21622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4" name="Freeform 4903"/>
          <p:cNvSpPr/>
          <p:nvPr/>
        </p:nvSpPr>
        <p:spPr>
          <a:xfrm>
            <a:off x="4836195" y="29683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5" name="Freeform 4904"/>
          <p:cNvSpPr/>
          <p:nvPr/>
        </p:nvSpPr>
        <p:spPr>
          <a:xfrm>
            <a:off x="4661635" y="34710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6" name="Freeform 4905"/>
          <p:cNvSpPr/>
          <p:nvPr/>
        </p:nvSpPr>
        <p:spPr>
          <a:xfrm>
            <a:off x="4638811" y="29352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7" name="Freeform 4906"/>
          <p:cNvSpPr/>
          <p:nvPr/>
        </p:nvSpPr>
        <p:spPr>
          <a:xfrm>
            <a:off x="4691710" y="35354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8" name="Freeform 4907"/>
          <p:cNvSpPr/>
          <p:nvPr/>
        </p:nvSpPr>
        <p:spPr>
          <a:xfrm>
            <a:off x="4621784" y="34755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9" name="Freeform 4908"/>
          <p:cNvSpPr/>
          <p:nvPr/>
        </p:nvSpPr>
        <p:spPr>
          <a:xfrm>
            <a:off x="4794082" y="341373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0" name="Freeform 4909"/>
          <p:cNvSpPr/>
          <p:nvPr/>
        </p:nvSpPr>
        <p:spPr>
          <a:xfrm>
            <a:off x="4762556" y="31799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1" name="Freeform 4910"/>
          <p:cNvSpPr/>
          <p:nvPr/>
        </p:nvSpPr>
        <p:spPr>
          <a:xfrm>
            <a:off x="4809860" y="26388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2" name="Freeform 4911"/>
          <p:cNvSpPr/>
          <p:nvPr/>
        </p:nvSpPr>
        <p:spPr>
          <a:xfrm>
            <a:off x="4741657" y="27792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3" name="Freeform 4912"/>
          <p:cNvSpPr/>
          <p:nvPr/>
        </p:nvSpPr>
        <p:spPr>
          <a:xfrm>
            <a:off x="4594562" y="28009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4" name="Freeform 4913"/>
          <p:cNvSpPr/>
          <p:nvPr/>
        </p:nvSpPr>
        <p:spPr>
          <a:xfrm>
            <a:off x="4662496" y="343637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5" name="Freeform 4914"/>
          <p:cNvSpPr/>
          <p:nvPr/>
        </p:nvSpPr>
        <p:spPr>
          <a:xfrm>
            <a:off x="4773217" y="32179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6" name="Freeform 4915"/>
          <p:cNvSpPr/>
          <p:nvPr/>
        </p:nvSpPr>
        <p:spPr>
          <a:xfrm>
            <a:off x="4636039" y="289931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7" name="Freeform 4916"/>
          <p:cNvSpPr/>
          <p:nvPr/>
        </p:nvSpPr>
        <p:spPr>
          <a:xfrm>
            <a:off x="4991939" y="32520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8" name="Freeform 4917"/>
          <p:cNvSpPr/>
          <p:nvPr/>
        </p:nvSpPr>
        <p:spPr>
          <a:xfrm>
            <a:off x="4653652" y="311492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9" name="Freeform 4918"/>
          <p:cNvSpPr/>
          <p:nvPr/>
        </p:nvSpPr>
        <p:spPr>
          <a:xfrm>
            <a:off x="4616843" y="28329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0" name="Freeform 4919"/>
          <p:cNvSpPr/>
          <p:nvPr/>
        </p:nvSpPr>
        <p:spPr>
          <a:xfrm>
            <a:off x="4802477" y="31425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1" name="Freeform 4920"/>
          <p:cNvSpPr/>
          <p:nvPr/>
        </p:nvSpPr>
        <p:spPr>
          <a:xfrm>
            <a:off x="4759562" y="29173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2" name="Freeform 4921"/>
          <p:cNvSpPr/>
          <p:nvPr/>
        </p:nvSpPr>
        <p:spPr>
          <a:xfrm>
            <a:off x="4676585" y="23819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3" name="Freeform 4922"/>
          <p:cNvSpPr/>
          <p:nvPr/>
        </p:nvSpPr>
        <p:spPr>
          <a:xfrm>
            <a:off x="4654942" y="30731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4" name="Freeform 4923"/>
          <p:cNvSpPr/>
          <p:nvPr/>
        </p:nvSpPr>
        <p:spPr>
          <a:xfrm>
            <a:off x="4725198" y="25438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5" name="Freeform 4924"/>
          <p:cNvSpPr/>
          <p:nvPr/>
        </p:nvSpPr>
        <p:spPr>
          <a:xfrm>
            <a:off x="4768954" y="27867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6" name="Freeform 4925"/>
          <p:cNvSpPr/>
          <p:nvPr/>
        </p:nvSpPr>
        <p:spPr>
          <a:xfrm>
            <a:off x="4761164" y="35806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7" name="Freeform 4926"/>
          <p:cNvSpPr/>
          <p:nvPr/>
        </p:nvSpPr>
        <p:spPr>
          <a:xfrm>
            <a:off x="4647302" y="34376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8" name="Freeform 4927"/>
          <p:cNvSpPr/>
          <p:nvPr/>
        </p:nvSpPr>
        <p:spPr>
          <a:xfrm>
            <a:off x="4725777" y="33324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9" name="Freeform 4928"/>
          <p:cNvSpPr/>
          <p:nvPr/>
        </p:nvSpPr>
        <p:spPr>
          <a:xfrm>
            <a:off x="4769855" y="33407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0" name="Freeform 4929"/>
          <p:cNvSpPr/>
          <p:nvPr/>
        </p:nvSpPr>
        <p:spPr>
          <a:xfrm>
            <a:off x="4761406" y="30412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1" name="Freeform 4930"/>
          <p:cNvSpPr/>
          <p:nvPr/>
        </p:nvSpPr>
        <p:spPr>
          <a:xfrm>
            <a:off x="4349409" y="27650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2" name="Freeform 4931"/>
          <p:cNvSpPr/>
          <p:nvPr/>
        </p:nvSpPr>
        <p:spPr>
          <a:xfrm>
            <a:off x="4584336" y="25141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3" name="Freeform 4932"/>
          <p:cNvSpPr/>
          <p:nvPr/>
        </p:nvSpPr>
        <p:spPr>
          <a:xfrm>
            <a:off x="4596574" y="28851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4" name="Freeform 4933"/>
          <p:cNvSpPr/>
          <p:nvPr/>
        </p:nvSpPr>
        <p:spPr>
          <a:xfrm>
            <a:off x="4654933" y="31804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5" name="Freeform 4934"/>
          <p:cNvSpPr/>
          <p:nvPr/>
        </p:nvSpPr>
        <p:spPr>
          <a:xfrm>
            <a:off x="4698730" y="38215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6" name="Freeform 4935"/>
          <p:cNvSpPr/>
          <p:nvPr/>
        </p:nvSpPr>
        <p:spPr>
          <a:xfrm>
            <a:off x="4778144" y="29782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7" name="Freeform 4936"/>
          <p:cNvSpPr/>
          <p:nvPr/>
        </p:nvSpPr>
        <p:spPr>
          <a:xfrm>
            <a:off x="4745650" y="29957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8" name="Freeform 4937"/>
          <p:cNvSpPr/>
          <p:nvPr/>
        </p:nvSpPr>
        <p:spPr>
          <a:xfrm>
            <a:off x="4665992" y="29342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9" name="Freeform 4938"/>
          <p:cNvSpPr/>
          <p:nvPr/>
        </p:nvSpPr>
        <p:spPr>
          <a:xfrm>
            <a:off x="4682048" y="21807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0" name="Freeform 4939"/>
          <p:cNvSpPr/>
          <p:nvPr/>
        </p:nvSpPr>
        <p:spPr>
          <a:xfrm>
            <a:off x="4867756" y="25198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1" name="Freeform 4940"/>
          <p:cNvSpPr/>
          <p:nvPr/>
        </p:nvSpPr>
        <p:spPr>
          <a:xfrm>
            <a:off x="4614021" y="269832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2" name="Freeform 4941"/>
          <p:cNvSpPr/>
          <p:nvPr/>
        </p:nvSpPr>
        <p:spPr>
          <a:xfrm>
            <a:off x="4712145" y="33827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3" name="Freeform 4942"/>
          <p:cNvSpPr/>
          <p:nvPr/>
        </p:nvSpPr>
        <p:spPr>
          <a:xfrm>
            <a:off x="4847043" y="32068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4" name="Freeform 4943"/>
          <p:cNvSpPr/>
          <p:nvPr/>
        </p:nvSpPr>
        <p:spPr>
          <a:xfrm>
            <a:off x="4716578" y="30430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5" name="Freeform 4944"/>
          <p:cNvSpPr/>
          <p:nvPr/>
        </p:nvSpPr>
        <p:spPr>
          <a:xfrm>
            <a:off x="4460966" y="33096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6" name="Freeform 4945"/>
          <p:cNvSpPr/>
          <p:nvPr/>
        </p:nvSpPr>
        <p:spPr>
          <a:xfrm>
            <a:off x="4719681" y="28098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7" name="Freeform 4946"/>
          <p:cNvSpPr/>
          <p:nvPr/>
        </p:nvSpPr>
        <p:spPr>
          <a:xfrm>
            <a:off x="4638135" y="28660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8" name="Freeform 4947"/>
          <p:cNvSpPr/>
          <p:nvPr/>
        </p:nvSpPr>
        <p:spPr>
          <a:xfrm>
            <a:off x="4667473" y="34322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9" name="Freeform 4948"/>
          <p:cNvSpPr/>
          <p:nvPr/>
        </p:nvSpPr>
        <p:spPr>
          <a:xfrm>
            <a:off x="4792005" y="25370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0" name="Freeform 4949"/>
          <p:cNvSpPr/>
          <p:nvPr/>
        </p:nvSpPr>
        <p:spPr>
          <a:xfrm>
            <a:off x="4729801" y="2965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1" name="Freeform 4950"/>
          <p:cNvSpPr/>
          <p:nvPr/>
        </p:nvSpPr>
        <p:spPr>
          <a:xfrm>
            <a:off x="4651326" y="36832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2" name="Freeform 4951"/>
          <p:cNvSpPr/>
          <p:nvPr/>
        </p:nvSpPr>
        <p:spPr>
          <a:xfrm>
            <a:off x="4774996" y="30259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3" name="Freeform 4952"/>
          <p:cNvSpPr/>
          <p:nvPr/>
        </p:nvSpPr>
        <p:spPr>
          <a:xfrm>
            <a:off x="4726137" y="28957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4" name="Freeform 4953"/>
          <p:cNvSpPr/>
          <p:nvPr/>
        </p:nvSpPr>
        <p:spPr>
          <a:xfrm>
            <a:off x="4690820" y="26247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5" name="Freeform 4954"/>
          <p:cNvSpPr/>
          <p:nvPr/>
        </p:nvSpPr>
        <p:spPr>
          <a:xfrm>
            <a:off x="4711773" y="31380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6" name="Freeform 4955"/>
          <p:cNvSpPr/>
          <p:nvPr/>
        </p:nvSpPr>
        <p:spPr>
          <a:xfrm>
            <a:off x="4706650" y="26815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7" name="Freeform 4956"/>
          <p:cNvSpPr/>
          <p:nvPr/>
        </p:nvSpPr>
        <p:spPr>
          <a:xfrm>
            <a:off x="4643252" y="29325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8" name="Freeform 4957"/>
          <p:cNvSpPr/>
          <p:nvPr/>
        </p:nvSpPr>
        <p:spPr>
          <a:xfrm>
            <a:off x="4630460" y="35210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9" name="Freeform 4958"/>
          <p:cNvSpPr/>
          <p:nvPr/>
        </p:nvSpPr>
        <p:spPr>
          <a:xfrm>
            <a:off x="4682264" y="35602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0" name="Freeform 4959"/>
          <p:cNvSpPr/>
          <p:nvPr/>
        </p:nvSpPr>
        <p:spPr>
          <a:xfrm>
            <a:off x="4577491" y="25661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1" name="Freeform 4960"/>
          <p:cNvSpPr/>
          <p:nvPr/>
        </p:nvSpPr>
        <p:spPr>
          <a:xfrm>
            <a:off x="4544902" y="25373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2" name="Freeform 4961"/>
          <p:cNvSpPr/>
          <p:nvPr/>
        </p:nvSpPr>
        <p:spPr>
          <a:xfrm>
            <a:off x="4818738" y="28793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3" name="Freeform 4962"/>
          <p:cNvSpPr/>
          <p:nvPr/>
        </p:nvSpPr>
        <p:spPr>
          <a:xfrm>
            <a:off x="4653931" y="24199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4" name="Freeform 4963"/>
          <p:cNvSpPr/>
          <p:nvPr/>
        </p:nvSpPr>
        <p:spPr>
          <a:xfrm>
            <a:off x="4677005" y="25919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5" name="Freeform 4964"/>
          <p:cNvSpPr/>
          <p:nvPr/>
        </p:nvSpPr>
        <p:spPr>
          <a:xfrm>
            <a:off x="4665126" y="27380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6" name="Freeform 4965"/>
          <p:cNvSpPr/>
          <p:nvPr/>
        </p:nvSpPr>
        <p:spPr>
          <a:xfrm>
            <a:off x="4682076" y="33628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7" name="Freeform 4966"/>
          <p:cNvSpPr/>
          <p:nvPr/>
        </p:nvSpPr>
        <p:spPr>
          <a:xfrm>
            <a:off x="4682002" y="23275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8" name="Freeform 4967"/>
          <p:cNvSpPr/>
          <p:nvPr/>
        </p:nvSpPr>
        <p:spPr>
          <a:xfrm>
            <a:off x="4686539" y="2795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9" name="Freeform 4968"/>
          <p:cNvSpPr/>
          <p:nvPr/>
        </p:nvSpPr>
        <p:spPr>
          <a:xfrm>
            <a:off x="4593463" y="31570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0" name="Freeform 4969"/>
          <p:cNvSpPr/>
          <p:nvPr/>
        </p:nvSpPr>
        <p:spPr>
          <a:xfrm>
            <a:off x="4779276" y="32676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1" name="Freeform 4970"/>
          <p:cNvSpPr/>
          <p:nvPr/>
        </p:nvSpPr>
        <p:spPr>
          <a:xfrm>
            <a:off x="4605535" y="29052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2" name="Freeform 4971"/>
          <p:cNvSpPr/>
          <p:nvPr/>
        </p:nvSpPr>
        <p:spPr>
          <a:xfrm>
            <a:off x="4790282" y="36605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3" name="Freeform 4972"/>
          <p:cNvSpPr/>
          <p:nvPr/>
        </p:nvSpPr>
        <p:spPr>
          <a:xfrm>
            <a:off x="4474306" y="27317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4" name="Freeform 4973"/>
          <p:cNvSpPr/>
          <p:nvPr/>
        </p:nvSpPr>
        <p:spPr>
          <a:xfrm>
            <a:off x="4566015" y="33794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5" name="Freeform 4974"/>
          <p:cNvSpPr/>
          <p:nvPr/>
        </p:nvSpPr>
        <p:spPr>
          <a:xfrm>
            <a:off x="4785706" y="28606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6" name="Freeform 4975"/>
          <p:cNvSpPr/>
          <p:nvPr/>
        </p:nvSpPr>
        <p:spPr>
          <a:xfrm>
            <a:off x="4663724" y="32102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7" name="Freeform 4976"/>
          <p:cNvSpPr/>
          <p:nvPr/>
        </p:nvSpPr>
        <p:spPr>
          <a:xfrm>
            <a:off x="4607789" y="31094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8" name="Freeform 4977"/>
          <p:cNvSpPr/>
          <p:nvPr/>
        </p:nvSpPr>
        <p:spPr>
          <a:xfrm>
            <a:off x="4719707" y="33023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9" name="Freeform 4978"/>
          <p:cNvSpPr/>
          <p:nvPr/>
        </p:nvSpPr>
        <p:spPr>
          <a:xfrm>
            <a:off x="4567726" y="30690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0" name="Freeform 4979"/>
          <p:cNvSpPr/>
          <p:nvPr/>
        </p:nvSpPr>
        <p:spPr>
          <a:xfrm>
            <a:off x="4687796" y="22657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1" name="Freeform 4980"/>
          <p:cNvSpPr/>
          <p:nvPr/>
        </p:nvSpPr>
        <p:spPr>
          <a:xfrm>
            <a:off x="4442605" y="24632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2" name="Freeform 4981"/>
          <p:cNvSpPr/>
          <p:nvPr/>
        </p:nvSpPr>
        <p:spPr>
          <a:xfrm>
            <a:off x="4631181" y="28670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3" name="Freeform 4982"/>
          <p:cNvSpPr/>
          <p:nvPr/>
        </p:nvSpPr>
        <p:spPr>
          <a:xfrm>
            <a:off x="4610055" y="30157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4" name="Freeform 4983"/>
          <p:cNvSpPr/>
          <p:nvPr/>
        </p:nvSpPr>
        <p:spPr>
          <a:xfrm>
            <a:off x="4737298" y="26751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5" name="Freeform 4984"/>
          <p:cNvSpPr/>
          <p:nvPr/>
        </p:nvSpPr>
        <p:spPr>
          <a:xfrm>
            <a:off x="4773259" y="25632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6" name="Freeform 4985"/>
          <p:cNvSpPr/>
          <p:nvPr/>
        </p:nvSpPr>
        <p:spPr>
          <a:xfrm>
            <a:off x="4588156" y="333095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7" name="Freeform 4986"/>
          <p:cNvSpPr/>
          <p:nvPr/>
        </p:nvSpPr>
        <p:spPr>
          <a:xfrm>
            <a:off x="4851687" y="30362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8" name="Freeform 4987"/>
          <p:cNvSpPr/>
          <p:nvPr/>
        </p:nvSpPr>
        <p:spPr>
          <a:xfrm>
            <a:off x="4616239" y="37196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9" name="Freeform 4988"/>
          <p:cNvSpPr/>
          <p:nvPr/>
        </p:nvSpPr>
        <p:spPr>
          <a:xfrm>
            <a:off x="4459638" y="25658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0" name="Freeform 4989"/>
          <p:cNvSpPr/>
          <p:nvPr/>
        </p:nvSpPr>
        <p:spPr>
          <a:xfrm>
            <a:off x="4425001" y="21968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1" name="Freeform 4990"/>
          <p:cNvSpPr/>
          <p:nvPr/>
        </p:nvSpPr>
        <p:spPr>
          <a:xfrm>
            <a:off x="4844204" y="29744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2" name="Freeform 4991"/>
          <p:cNvSpPr/>
          <p:nvPr/>
        </p:nvSpPr>
        <p:spPr>
          <a:xfrm>
            <a:off x="4670208" y="38383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3" name="Freeform 4992"/>
          <p:cNvSpPr/>
          <p:nvPr/>
        </p:nvSpPr>
        <p:spPr>
          <a:xfrm>
            <a:off x="4610324" y="27673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4" name="Freeform 4993"/>
          <p:cNvSpPr/>
          <p:nvPr/>
        </p:nvSpPr>
        <p:spPr>
          <a:xfrm>
            <a:off x="4599565" y="33600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5" name="Freeform 4994"/>
          <p:cNvSpPr/>
          <p:nvPr/>
        </p:nvSpPr>
        <p:spPr>
          <a:xfrm>
            <a:off x="4562732" y="32657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6" name="Freeform 4995"/>
          <p:cNvSpPr/>
          <p:nvPr/>
        </p:nvSpPr>
        <p:spPr>
          <a:xfrm>
            <a:off x="4824229" y="27604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7" name="Freeform 4996"/>
          <p:cNvSpPr/>
          <p:nvPr/>
        </p:nvSpPr>
        <p:spPr>
          <a:xfrm>
            <a:off x="4670599" y="29061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8" name="Freeform 4997"/>
          <p:cNvSpPr/>
          <p:nvPr/>
        </p:nvSpPr>
        <p:spPr>
          <a:xfrm>
            <a:off x="4871081" y="31970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9" name="Freeform 4998"/>
          <p:cNvSpPr/>
          <p:nvPr/>
        </p:nvSpPr>
        <p:spPr>
          <a:xfrm>
            <a:off x="4658284" y="32603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0" name="Freeform 4999"/>
          <p:cNvSpPr/>
          <p:nvPr/>
        </p:nvSpPr>
        <p:spPr>
          <a:xfrm>
            <a:off x="4428148" y="29565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1" name="Freeform 5000"/>
          <p:cNvSpPr/>
          <p:nvPr/>
        </p:nvSpPr>
        <p:spPr>
          <a:xfrm>
            <a:off x="4769906" y="31662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2" name="Freeform 5001"/>
          <p:cNvSpPr/>
          <p:nvPr/>
        </p:nvSpPr>
        <p:spPr>
          <a:xfrm>
            <a:off x="4640184" y="34404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3" name="Freeform 5002"/>
          <p:cNvSpPr/>
          <p:nvPr/>
        </p:nvSpPr>
        <p:spPr>
          <a:xfrm>
            <a:off x="4654211" y="31361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4" name="Freeform 5003"/>
          <p:cNvSpPr/>
          <p:nvPr/>
        </p:nvSpPr>
        <p:spPr>
          <a:xfrm>
            <a:off x="4847233" y="28728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5" name="Freeform 5004"/>
          <p:cNvSpPr/>
          <p:nvPr/>
        </p:nvSpPr>
        <p:spPr>
          <a:xfrm>
            <a:off x="4651396" y="30756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6" name="Freeform 5005"/>
          <p:cNvSpPr/>
          <p:nvPr/>
        </p:nvSpPr>
        <p:spPr>
          <a:xfrm>
            <a:off x="4803877" y="355961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7" name="Freeform 5006"/>
          <p:cNvSpPr/>
          <p:nvPr/>
        </p:nvSpPr>
        <p:spPr>
          <a:xfrm>
            <a:off x="4679038" y="26184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8" name="Freeform 5007"/>
          <p:cNvSpPr/>
          <p:nvPr/>
        </p:nvSpPr>
        <p:spPr>
          <a:xfrm>
            <a:off x="4599129" y="40788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9" name="Freeform 5008"/>
          <p:cNvSpPr/>
          <p:nvPr/>
        </p:nvSpPr>
        <p:spPr>
          <a:xfrm>
            <a:off x="4733843" y="31807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0" name="Freeform 5009"/>
          <p:cNvSpPr/>
          <p:nvPr/>
        </p:nvSpPr>
        <p:spPr>
          <a:xfrm>
            <a:off x="4615314" y="32488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1" name="Freeform 5010"/>
          <p:cNvSpPr/>
          <p:nvPr/>
        </p:nvSpPr>
        <p:spPr>
          <a:xfrm>
            <a:off x="4810970" y="29478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2" name="Freeform 5011"/>
          <p:cNvSpPr/>
          <p:nvPr/>
        </p:nvSpPr>
        <p:spPr>
          <a:xfrm>
            <a:off x="4782257" y="27858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3" name="Freeform 5012"/>
          <p:cNvSpPr/>
          <p:nvPr/>
        </p:nvSpPr>
        <p:spPr>
          <a:xfrm>
            <a:off x="4686283" y="25644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4" name="Freeform 5013"/>
          <p:cNvSpPr/>
          <p:nvPr/>
        </p:nvSpPr>
        <p:spPr>
          <a:xfrm>
            <a:off x="4744817" y="32849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5" name="Freeform 5014"/>
          <p:cNvSpPr/>
          <p:nvPr/>
        </p:nvSpPr>
        <p:spPr>
          <a:xfrm>
            <a:off x="4739971" y="27760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6" name="Freeform 5015"/>
          <p:cNvSpPr/>
          <p:nvPr/>
        </p:nvSpPr>
        <p:spPr>
          <a:xfrm>
            <a:off x="4650088" y="29291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7" name="Freeform 5016"/>
          <p:cNvSpPr/>
          <p:nvPr/>
        </p:nvSpPr>
        <p:spPr>
          <a:xfrm>
            <a:off x="4775331" y="36763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8" name="Freeform 5017"/>
          <p:cNvSpPr/>
          <p:nvPr/>
        </p:nvSpPr>
        <p:spPr>
          <a:xfrm>
            <a:off x="4655258" y="22613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9" name="Freeform 5018"/>
          <p:cNvSpPr/>
          <p:nvPr/>
        </p:nvSpPr>
        <p:spPr>
          <a:xfrm>
            <a:off x="4745491" y="35695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0" name="Freeform 5019"/>
          <p:cNvSpPr/>
          <p:nvPr/>
        </p:nvSpPr>
        <p:spPr>
          <a:xfrm>
            <a:off x="4577908" y="28415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1" name="Freeform 5020"/>
          <p:cNvSpPr/>
          <p:nvPr/>
        </p:nvSpPr>
        <p:spPr>
          <a:xfrm>
            <a:off x="4690487" y="28531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2" name="Freeform 5021"/>
          <p:cNvSpPr/>
          <p:nvPr/>
        </p:nvSpPr>
        <p:spPr>
          <a:xfrm>
            <a:off x="4724084" y="28978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3" name="Freeform 5022"/>
          <p:cNvSpPr/>
          <p:nvPr/>
        </p:nvSpPr>
        <p:spPr>
          <a:xfrm>
            <a:off x="4595227" y="31996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4" name="Freeform 5023"/>
          <p:cNvSpPr/>
          <p:nvPr/>
        </p:nvSpPr>
        <p:spPr>
          <a:xfrm>
            <a:off x="4635249" y="26817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5" name="Freeform 5024"/>
          <p:cNvSpPr/>
          <p:nvPr/>
        </p:nvSpPr>
        <p:spPr>
          <a:xfrm>
            <a:off x="4622763" y="361714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6" name="Freeform 5025"/>
          <p:cNvSpPr/>
          <p:nvPr/>
        </p:nvSpPr>
        <p:spPr>
          <a:xfrm>
            <a:off x="4757734" y="30316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7" name="Freeform 5026"/>
          <p:cNvSpPr/>
          <p:nvPr/>
        </p:nvSpPr>
        <p:spPr>
          <a:xfrm>
            <a:off x="4602889" y="32267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8" name="Freeform 5027"/>
          <p:cNvSpPr/>
          <p:nvPr/>
        </p:nvSpPr>
        <p:spPr>
          <a:xfrm>
            <a:off x="4726827" y="32712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9" name="Freeform 5028"/>
          <p:cNvSpPr/>
          <p:nvPr/>
        </p:nvSpPr>
        <p:spPr>
          <a:xfrm>
            <a:off x="4843114" y="28379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0" name="Freeform 5029"/>
          <p:cNvSpPr/>
          <p:nvPr/>
        </p:nvSpPr>
        <p:spPr>
          <a:xfrm>
            <a:off x="4718205" y="25837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1" name="Freeform 5030"/>
          <p:cNvSpPr/>
          <p:nvPr/>
        </p:nvSpPr>
        <p:spPr>
          <a:xfrm>
            <a:off x="4507674" y="31403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2" name="Freeform 5031"/>
          <p:cNvSpPr/>
          <p:nvPr/>
        </p:nvSpPr>
        <p:spPr>
          <a:xfrm>
            <a:off x="4693588" y="27000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3" name="Freeform 5032"/>
          <p:cNvSpPr/>
          <p:nvPr/>
        </p:nvSpPr>
        <p:spPr>
          <a:xfrm>
            <a:off x="4791533" y="29863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4" name="Freeform 5033"/>
          <p:cNvSpPr/>
          <p:nvPr/>
        </p:nvSpPr>
        <p:spPr>
          <a:xfrm>
            <a:off x="4649612" y="33555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5" name="Freeform 5034"/>
          <p:cNvSpPr/>
          <p:nvPr/>
        </p:nvSpPr>
        <p:spPr>
          <a:xfrm>
            <a:off x="4798929" y="31069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6" name="Freeform 5035"/>
          <p:cNvSpPr/>
          <p:nvPr/>
        </p:nvSpPr>
        <p:spPr>
          <a:xfrm>
            <a:off x="4746420" y="31231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7" name="Freeform 5036"/>
          <p:cNvSpPr/>
          <p:nvPr/>
        </p:nvSpPr>
        <p:spPr>
          <a:xfrm>
            <a:off x="4725381" y="32787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8" name="Freeform 5037"/>
          <p:cNvSpPr/>
          <p:nvPr/>
        </p:nvSpPr>
        <p:spPr>
          <a:xfrm>
            <a:off x="4652413" y="28380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9" name="Freeform 5038"/>
          <p:cNvSpPr/>
          <p:nvPr/>
        </p:nvSpPr>
        <p:spPr>
          <a:xfrm>
            <a:off x="4625592" y="29139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0" name="Freeform 5039"/>
          <p:cNvSpPr/>
          <p:nvPr/>
        </p:nvSpPr>
        <p:spPr>
          <a:xfrm>
            <a:off x="4653040" y="36290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1" name="Freeform 5040"/>
          <p:cNvSpPr/>
          <p:nvPr/>
        </p:nvSpPr>
        <p:spPr>
          <a:xfrm>
            <a:off x="4687216" y="365285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2" name="Freeform 5041"/>
          <p:cNvSpPr/>
          <p:nvPr/>
        </p:nvSpPr>
        <p:spPr>
          <a:xfrm>
            <a:off x="4736474" y="28395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3" name="Freeform 5042"/>
          <p:cNvSpPr/>
          <p:nvPr/>
        </p:nvSpPr>
        <p:spPr>
          <a:xfrm>
            <a:off x="4725544" y="33252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4" name="Freeform 5043"/>
          <p:cNvSpPr/>
          <p:nvPr/>
        </p:nvSpPr>
        <p:spPr>
          <a:xfrm>
            <a:off x="4648407" y="28875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5" name="Freeform 5044"/>
          <p:cNvSpPr/>
          <p:nvPr/>
        </p:nvSpPr>
        <p:spPr>
          <a:xfrm>
            <a:off x="4687634" y="26999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6" name="Freeform 5045"/>
          <p:cNvSpPr/>
          <p:nvPr/>
        </p:nvSpPr>
        <p:spPr>
          <a:xfrm>
            <a:off x="4722162" y="35037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7" name="Freeform 5046"/>
          <p:cNvSpPr/>
          <p:nvPr/>
        </p:nvSpPr>
        <p:spPr>
          <a:xfrm>
            <a:off x="4506908" y="35588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8" name="Freeform 5047"/>
          <p:cNvSpPr/>
          <p:nvPr/>
        </p:nvSpPr>
        <p:spPr>
          <a:xfrm>
            <a:off x="4598588" y="23499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9" name="Freeform 5048"/>
          <p:cNvSpPr/>
          <p:nvPr/>
        </p:nvSpPr>
        <p:spPr>
          <a:xfrm>
            <a:off x="4595336" y="28681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0" name="Freeform 5049"/>
          <p:cNvSpPr/>
          <p:nvPr/>
        </p:nvSpPr>
        <p:spPr>
          <a:xfrm>
            <a:off x="4659029" y="31701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1" name="Freeform 5050"/>
          <p:cNvSpPr/>
          <p:nvPr/>
        </p:nvSpPr>
        <p:spPr>
          <a:xfrm>
            <a:off x="4651403" y="33717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2" name="Freeform 5051"/>
          <p:cNvSpPr/>
          <p:nvPr/>
        </p:nvSpPr>
        <p:spPr>
          <a:xfrm>
            <a:off x="4653331" y="32058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3" name="Freeform 5052"/>
          <p:cNvSpPr/>
          <p:nvPr/>
        </p:nvSpPr>
        <p:spPr>
          <a:xfrm>
            <a:off x="4587593" y="34722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4" name="Freeform 5053"/>
          <p:cNvSpPr/>
          <p:nvPr/>
        </p:nvSpPr>
        <p:spPr>
          <a:xfrm>
            <a:off x="4752959" y="26597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5" name="Freeform 5054"/>
          <p:cNvSpPr/>
          <p:nvPr/>
        </p:nvSpPr>
        <p:spPr>
          <a:xfrm>
            <a:off x="4710748" y="33101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6" name="Freeform 5055"/>
          <p:cNvSpPr/>
          <p:nvPr/>
        </p:nvSpPr>
        <p:spPr>
          <a:xfrm>
            <a:off x="4505325" y="25774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7" name="Freeform 5056"/>
          <p:cNvSpPr/>
          <p:nvPr/>
        </p:nvSpPr>
        <p:spPr>
          <a:xfrm>
            <a:off x="4682516" y="31628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8" name="Freeform 5057"/>
          <p:cNvSpPr/>
          <p:nvPr/>
        </p:nvSpPr>
        <p:spPr>
          <a:xfrm>
            <a:off x="4560631" y="34146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9" name="Freeform 5058"/>
          <p:cNvSpPr/>
          <p:nvPr/>
        </p:nvSpPr>
        <p:spPr>
          <a:xfrm>
            <a:off x="4863252" y="31728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0" name="Freeform 5059"/>
          <p:cNvSpPr/>
          <p:nvPr/>
        </p:nvSpPr>
        <p:spPr>
          <a:xfrm>
            <a:off x="4632432" y="40338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1" name="Freeform 5060"/>
          <p:cNvSpPr/>
          <p:nvPr/>
        </p:nvSpPr>
        <p:spPr>
          <a:xfrm>
            <a:off x="4639071" y="30531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2" name="Freeform 5061"/>
          <p:cNvSpPr/>
          <p:nvPr/>
        </p:nvSpPr>
        <p:spPr>
          <a:xfrm>
            <a:off x="4690195" y="30725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3" name="Freeform 5062"/>
          <p:cNvSpPr/>
          <p:nvPr/>
        </p:nvSpPr>
        <p:spPr>
          <a:xfrm>
            <a:off x="4659848" y="26827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4" name="Freeform 5063"/>
          <p:cNvSpPr/>
          <p:nvPr/>
        </p:nvSpPr>
        <p:spPr>
          <a:xfrm>
            <a:off x="4675025" y="37448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5" name="Freeform 5064"/>
          <p:cNvSpPr/>
          <p:nvPr/>
        </p:nvSpPr>
        <p:spPr>
          <a:xfrm>
            <a:off x="4846819" y="25507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6" name="Freeform 5065"/>
          <p:cNvSpPr/>
          <p:nvPr/>
        </p:nvSpPr>
        <p:spPr>
          <a:xfrm>
            <a:off x="4705493" y="26844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7" name="Freeform 5066"/>
          <p:cNvSpPr/>
          <p:nvPr/>
        </p:nvSpPr>
        <p:spPr>
          <a:xfrm>
            <a:off x="4770654" y="25153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8" name="Freeform 5067"/>
          <p:cNvSpPr/>
          <p:nvPr/>
        </p:nvSpPr>
        <p:spPr>
          <a:xfrm>
            <a:off x="4801937" y="30265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9" name="Freeform 5068"/>
          <p:cNvSpPr/>
          <p:nvPr/>
        </p:nvSpPr>
        <p:spPr>
          <a:xfrm>
            <a:off x="4577105" y="26086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0" name="Freeform 5069"/>
          <p:cNvSpPr/>
          <p:nvPr/>
        </p:nvSpPr>
        <p:spPr>
          <a:xfrm>
            <a:off x="4862089" y="35822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1" name="Freeform 5070"/>
          <p:cNvSpPr/>
          <p:nvPr/>
        </p:nvSpPr>
        <p:spPr>
          <a:xfrm>
            <a:off x="4755026" y="27265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2" name="Freeform 5071"/>
          <p:cNvSpPr/>
          <p:nvPr/>
        </p:nvSpPr>
        <p:spPr>
          <a:xfrm>
            <a:off x="4783810" y="33079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3" name="Freeform 5072"/>
          <p:cNvSpPr/>
          <p:nvPr/>
        </p:nvSpPr>
        <p:spPr>
          <a:xfrm>
            <a:off x="4589075" y="36528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4" name="Freeform 5073"/>
          <p:cNvSpPr/>
          <p:nvPr/>
        </p:nvSpPr>
        <p:spPr>
          <a:xfrm>
            <a:off x="4768886" y="34462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5" name="Freeform 5074"/>
          <p:cNvSpPr/>
          <p:nvPr/>
        </p:nvSpPr>
        <p:spPr>
          <a:xfrm>
            <a:off x="4725691" y="300370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6" name="Freeform 5075"/>
          <p:cNvSpPr/>
          <p:nvPr/>
        </p:nvSpPr>
        <p:spPr>
          <a:xfrm>
            <a:off x="4624019" y="3328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7" name="Freeform 5076"/>
          <p:cNvSpPr/>
          <p:nvPr/>
        </p:nvSpPr>
        <p:spPr>
          <a:xfrm>
            <a:off x="4925703" y="28585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8" name="Freeform 5077"/>
          <p:cNvSpPr/>
          <p:nvPr/>
        </p:nvSpPr>
        <p:spPr>
          <a:xfrm>
            <a:off x="4742140" y="37142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9" name="Freeform 5078"/>
          <p:cNvSpPr/>
          <p:nvPr/>
        </p:nvSpPr>
        <p:spPr>
          <a:xfrm>
            <a:off x="4655912" y="38391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0" name="Freeform 5079"/>
          <p:cNvSpPr/>
          <p:nvPr/>
        </p:nvSpPr>
        <p:spPr>
          <a:xfrm>
            <a:off x="4702288" y="24682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1" name="Freeform 5080"/>
          <p:cNvSpPr/>
          <p:nvPr/>
        </p:nvSpPr>
        <p:spPr>
          <a:xfrm>
            <a:off x="4778923" y="26518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2" name="Freeform 5081"/>
          <p:cNvSpPr/>
          <p:nvPr/>
        </p:nvSpPr>
        <p:spPr>
          <a:xfrm>
            <a:off x="4802473" y="34169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3" name="Freeform 5082"/>
          <p:cNvSpPr/>
          <p:nvPr/>
        </p:nvSpPr>
        <p:spPr>
          <a:xfrm>
            <a:off x="4743802" y="30070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4" name="Freeform 5083"/>
          <p:cNvSpPr/>
          <p:nvPr/>
        </p:nvSpPr>
        <p:spPr>
          <a:xfrm>
            <a:off x="4811808" y="26064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5" name="Freeform 5084"/>
          <p:cNvSpPr/>
          <p:nvPr/>
        </p:nvSpPr>
        <p:spPr>
          <a:xfrm>
            <a:off x="4838877" y="28416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6" name="Freeform 5085"/>
          <p:cNvSpPr/>
          <p:nvPr/>
        </p:nvSpPr>
        <p:spPr>
          <a:xfrm>
            <a:off x="4549531" y="29478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7" name="Freeform 5086"/>
          <p:cNvSpPr/>
          <p:nvPr/>
        </p:nvSpPr>
        <p:spPr>
          <a:xfrm>
            <a:off x="4629678" y="25768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8" name="Freeform 5087"/>
          <p:cNvSpPr/>
          <p:nvPr/>
        </p:nvSpPr>
        <p:spPr>
          <a:xfrm>
            <a:off x="4581137" y="32921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9" name="Freeform 5088"/>
          <p:cNvSpPr/>
          <p:nvPr/>
        </p:nvSpPr>
        <p:spPr>
          <a:xfrm>
            <a:off x="4692061" y="29936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0" name="Freeform 5089"/>
          <p:cNvSpPr/>
          <p:nvPr/>
        </p:nvSpPr>
        <p:spPr>
          <a:xfrm>
            <a:off x="4836061" y="30128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1" name="Freeform 5090"/>
          <p:cNvSpPr/>
          <p:nvPr/>
        </p:nvSpPr>
        <p:spPr>
          <a:xfrm>
            <a:off x="4751551" y="31127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2" name="Freeform 5091"/>
          <p:cNvSpPr/>
          <p:nvPr/>
        </p:nvSpPr>
        <p:spPr>
          <a:xfrm>
            <a:off x="4569826" y="31585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3" name="Freeform 5092"/>
          <p:cNvSpPr/>
          <p:nvPr/>
        </p:nvSpPr>
        <p:spPr>
          <a:xfrm>
            <a:off x="4650286" y="29773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4" name="Freeform 5093"/>
          <p:cNvSpPr/>
          <p:nvPr/>
        </p:nvSpPr>
        <p:spPr>
          <a:xfrm>
            <a:off x="4791734" y="29923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5" name="Freeform 5094"/>
          <p:cNvSpPr/>
          <p:nvPr/>
        </p:nvSpPr>
        <p:spPr>
          <a:xfrm>
            <a:off x="4624855" y="34165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6" name="Freeform 5095"/>
          <p:cNvSpPr/>
          <p:nvPr/>
        </p:nvSpPr>
        <p:spPr>
          <a:xfrm>
            <a:off x="4671367" y="26917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7" name="Freeform 5096"/>
          <p:cNvSpPr/>
          <p:nvPr/>
        </p:nvSpPr>
        <p:spPr>
          <a:xfrm>
            <a:off x="4714281" y="33883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8" name="Freeform 5097"/>
          <p:cNvSpPr/>
          <p:nvPr/>
        </p:nvSpPr>
        <p:spPr>
          <a:xfrm>
            <a:off x="4486856" y="30913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9" name="Freeform 5098"/>
          <p:cNvSpPr/>
          <p:nvPr/>
        </p:nvSpPr>
        <p:spPr>
          <a:xfrm>
            <a:off x="4765109" y="31215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0" name="Freeform 5099"/>
          <p:cNvSpPr/>
          <p:nvPr/>
        </p:nvSpPr>
        <p:spPr>
          <a:xfrm>
            <a:off x="4718331" y="28655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1" name="Freeform 5100"/>
          <p:cNvSpPr/>
          <p:nvPr/>
        </p:nvSpPr>
        <p:spPr>
          <a:xfrm>
            <a:off x="4742530" y="38360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2" name="Freeform 5101"/>
          <p:cNvSpPr/>
          <p:nvPr/>
        </p:nvSpPr>
        <p:spPr>
          <a:xfrm>
            <a:off x="4577019" y="26568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3" name="Freeform 5102"/>
          <p:cNvSpPr/>
          <p:nvPr/>
        </p:nvSpPr>
        <p:spPr>
          <a:xfrm>
            <a:off x="4599555" y="32710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4" name="Freeform 5103"/>
          <p:cNvSpPr/>
          <p:nvPr/>
        </p:nvSpPr>
        <p:spPr>
          <a:xfrm>
            <a:off x="4617865" y="25279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5" name="Freeform 5104"/>
          <p:cNvSpPr/>
          <p:nvPr/>
        </p:nvSpPr>
        <p:spPr>
          <a:xfrm>
            <a:off x="4708516" y="31931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6" name="Freeform 5105"/>
          <p:cNvSpPr/>
          <p:nvPr/>
        </p:nvSpPr>
        <p:spPr>
          <a:xfrm>
            <a:off x="4689237" y="30250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7" name="Freeform 5106"/>
          <p:cNvSpPr/>
          <p:nvPr/>
        </p:nvSpPr>
        <p:spPr>
          <a:xfrm>
            <a:off x="4695385" y="22561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8" name="Freeform 5107"/>
          <p:cNvSpPr/>
          <p:nvPr/>
        </p:nvSpPr>
        <p:spPr>
          <a:xfrm>
            <a:off x="4873382" y="31145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9" name="Freeform 5108"/>
          <p:cNvSpPr/>
          <p:nvPr/>
        </p:nvSpPr>
        <p:spPr>
          <a:xfrm>
            <a:off x="4821367" y="25205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0" name="Freeform 5109"/>
          <p:cNvSpPr/>
          <p:nvPr/>
        </p:nvSpPr>
        <p:spPr>
          <a:xfrm>
            <a:off x="4604794" y="29905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1" name="Freeform 5110"/>
          <p:cNvSpPr/>
          <p:nvPr/>
        </p:nvSpPr>
        <p:spPr>
          <a:xfrm>
            <a:off x="4611803" y="28431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2" name="Freeform 5111"/>
          <p:cNvSpPr/>
          <p:nvPr/>
        </p:nvSpPr>
        <p:spPr>
          <a:xfrm>
            <a:off x="4865253" y="29784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3" name="Freeform 5112"/>
          <p:cNvSpPr/>
          <p:nvPr/>
        </p:nvSpPr>
        <p:spPr>
          <a:xfrm>
            <a:off x="4647804" y="26737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4" name="Freeform 5113"/>
          <p:cNvSpPr/>
          <p:nvPr/>
        </p:nvSpPr>
        <p:spPr>
          <a:xfrm>
            <a:off x="4829214" y="32744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5" name="Freeform 5114"/>
          <p:cNvSpPr/>
          <p:nvPr/>
        </p:nvSpPr>
        <p:spPr>
          <a:xfrm>
            <a:off x="4852726" y="33913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6" name="Freeform 5115"/>
          <p:cNvSpPr/>
          <p:nvPr/>
        </p:nvSpPr>
        <p:spPr>
          <a:xfrm>
            <a:off x="4623694" y="32560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7" name="Freeform 5116"/>
          <p:cNvSpPr/>
          <p:nvPr/>
        </p:nvSpPr>
        <p:spPr>
          <a:xfrm>
            <a:off x="4652883" y="29668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8" name="Freeform 5117"/>
          <p:cNvSpPr/>
          <p:nvPr/>
        </p:nvSpPr>
        <p:spPr>
          <a:xfrm>
            <a:off x="4690573" y="30923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9" name="Freeform 5118"/>
          <p:cNvSpPr/>
          <p:nvPr/>
        </p:nvSpPr>
        <p:spPr>
          <a:xfrm>
            <a:off x="4589310" y="27276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0" name="Freeform 5119"/>
          <p:cNvSpPr/>
          <p:nvPr/>
        </p:nvSpPr>
        <p:spPr>
          <a:xfrm>
            <a:off x="4577104" y="24947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1" name="Freeform 5120"/>
          <p:cNvSpPr/>
          <p:nvPr/>
        </p:nvSpPr>
        <p:spPr>
          <a:xfrm>
            <a:off x="4638794" y="33881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2" name="Freeform 5121"/>
          <p:cNvSpPr/>
          <p:nvPr/>
        </p:nvSpPr>
        <p:spPr>
          <a:xfrm>
            <a:off x="4772930" y="32933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3" name="Freeform 5122"/>
          <p:cNvSpPr/>
          <p:nvPr/>
        </p:nvSpPr>
        <p:spPr>
          <a:xfrm>
            <a:off x="4633798" y="35685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4" name="Freeform 5123"/>
          <p:cNvSpPr/>
          <p:nvPr/>
        </p:nvSpPr>
        <p:spPr>
          <a:xfrm>
            <a:off x="4659640" y="22104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5" name="Freeform 5124"/>
          <p:cNvSpPr/>
          <p:nvPr/>
        </p:nvSpPr>
        <p:spPr>
          <a:xfrm>
            <a:off x="4631942" y="28865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6" name="Freeform 5125"/>
          <p:cNvSpPr/>
          <p:nvPr/>
        </p:nvSpPr>
        <p:spPr>
          <a:xfrm>
            <a:off x="4535707" y="28179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7" name="Freeform 5126"/>
          <p:cNvSpPr/>
          <p:nvPr/>
        </p:nvSpPr>
        <p:spPr>
          <a:xfrm>
            <a:off x="4840504" y="3530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8" name="Freeform 5127"/>
          <p:cNvSpPr/>
          <p:nvPr/>
        </p:nvSpPr>
        <p:spPr>
          <a:xfrm>
            <a:off x="4431149" y="300632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9" name="Freeform 5128"/>
          <p:cNvSpPr/>
          <p:nvPr/>
        </p:nvSpPr>
        <p:spPr>
          <a:xfrm>
            <a:off x="4611742" y="28063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0" name="Freeform 5129"/>
          <p:cNvSpPr/>
          <p:nvPr/>
        </p:nvSpPr>
        <p:spPr>
          <a:xfrm>
            <a:off x="4741482" y="31048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1" name="Freeform 5130"/>
          <p:cNvSpPr/>
          <p:nvPr/>
        </p:nvSpPr>
        <p:spPr>
          <a:xfrm>
            <a:off x="4532391" y="25844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2" name="Freeform 5131"/>
          <p:cNvSpPr/>
          <p:nvPr/>
        </p:nvSpPr>
        <p:spPr>
          <a:xfrm>
            <a:off x="4746405" y="21002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3" name="Freeform 5132"/>
          <p:cNvSpPr/>
          <p:nvPr/>
        </p:nvSpPr>
        <p:spPr>
          <a:xfrm>
            <a:off x="4815681" y="33768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4" name="Freeform 5133"/>
          <p:cNvSpPr/>
          <p:nvPr/>
        </p:nvSpPr>
        <p:spPr>
          <a:xfrm>
            <a:off x="4589739" y="34062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5" name="Freeform 5134"/>
          <p:cNvSpPr/>
          <p:nvPr/>
        </p:nvSpPr>
        <p:spPr>
          <a:xfrm>
            <a:off x="4704018" y="33497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6" name="Freeform 5135"/>
          <p:cNvSpPr/>
          <p:nvPr/>
        </p:nvSpPr>
        <p:spPr>
          <a:xfrm>
            <a:off x="4562899" y="23766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7" name="Freeform 5136"/>
          <p:cNvSpPr/>
          <p:nvPr/>
        </p:nvSpPr>
        <p:spPr>
          <a:xfrm>
            <a:off x="4735918" y="25975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8" name="Freeform 5137"/>
          <p:cNvSpPr/>
          <p:nvPr/>
        </p:nvSpPr>
        <p:spPr>
          <a:xfrm>
            <a:off x="4691127" y="30589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9" name="Freeform 5138"/>
          <p:cNvSpPr/>
          <p:nvPr/>
        </p:nvSpPr>
        <p:spPr>
          <a:xfrm>
            <a:off x="4704723" y="29915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0" name="Freeform 5139"/>
          <p:cNvSpPr/>
          <p:nvPr/>
        </p:nvSpPr>
        <p:spPr>
          <a:xfrm>
            <a:off x="4827808" y="33257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1" name="Freeform 5140"/>
          <p:cNvSpPr/>
          <p:nvPr/>
        </p:nvSpPr>
        <p:spPr>
          <a:xfrm>
            <a:off x="4732061" y="26572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2" name="Freeform 5141"/>
          <p:cNvSpPr/>
          <p:nvPr/>
        </p:nvSpPr>
        <p:spPr>
          <a:xfrm>
            <a:off x="4825639" y="31546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3" name="Freeform 5142"/>
          <p:cNvSpPr/>
          <p:nvPr/>
        </p:nvSpPr>
        <p:spPr>
          <a:xfrm>
            <a:off x="4749490" y="31077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4" name="Freeform 5143"/>
          <p:cNvSpPr/>
          <p:nvPr/>
        </p:nvSpPr>
        <p:spPr>
          <a:xfrm>
            <a:off x="4553317" y="27673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5" name="Freeform 5144"/>
          <p:cNvSpPr/>
          <p:nvPr/>
        </p:nvSpPr>
        <p:spPr>
          <a:xfrm>
            <a:off x="4709612" y="30795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6" name="Freeform 5145"/>
          <p:cNvSpPr/>
          <p:nvPr/>
        </p:nvSpPr>
        <p:spPr>
          <a:xfrm>
            <a:off x="4734011" y="30979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7" name="Freeform 5146"/>
          <p:cNvSpPr/>
          <p:nvPr/>
        </p:nvSpPr>
        <p:spPr>
          <a:xfrm>
            <a:off x="4527000" y="30017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8" name="Freeform 5147"/>
          <p:cNvSpPr/>
          <p:nvPr/>
        </p:nvSpPr>
        <p:spPr>
          <a:xfrm>
            <a:off x="4824298" y="26942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9" name="Freeform 5148"/>
          <p:cNvSpPr/>
          <p:nvPr/>
        </p:nvSpPr>
        <p:spPr>
          <a:xfrm>
            <a:off x="4688921" y="23608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0" name="Freeform 5149"/>
          <p:cNvSpPr/>
          <p:nvPr/>
        </p:nvSpPr>
        <p:spPr>
          <a:xfrm>
            <a:off x="4721018" y="277650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1" name="Freeform 5150"/>
          <p:cNvSpPr/>
          <p:nvPr/>
        </p:nvSpPr>
        <p:spPr>
          <a:xfrm>
            <a:off x="4585737" y="26911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2" name="Freeform 5151"/>
          <p:cNvSpPr/>
          <p:nvPr/>
        </p:nvSpPr>
        <p:spPr>
          <a:xfrm>
            <a:off x="4689405" y="30841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3" name="Freeform 5152"/>
          <p:cNvSpPr/>
          <p:nvPr/>
        </p:nvSpPr>
        <p:spPr>
          <a:xfrm>
            <a:off x="4713717" y="32831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4" name="Freeform 5153"/>
          <p:cNvSpPr/>
          <p:nvPr/>
        </p:nvSpPr>
        <p:spPr>
          <a:xfrm>
            <a:off x="4646737" y="27496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5" name="Freeform 5154"/>
          <p:cNvSpPr/>
          <p:nvPr/>
        </p:nvSpPr>
        <p:spPr>
          <a:xfrm>
            <a:off x="4690264" y="29387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6" name="Freeform 5155"/>
          <p:cNvSpPr/>
          <p:nvPr/>
        </p:nvSpPr>
        <p:spPr>
          <a:xfrm>
            <a:off x="4454890" y="35631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7" name="Freeform 5156"/>
          <p:cNvSpPr/>
          <p:nvPr/>
        </p:nvSpPr>
        <p:spPr>
          <a:xfrm>
            <a:off x="4827328" y="31343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8" name="Freeform 5157"/>
          <p:cNvSpPr/>
          <p:nvPr/>
        </p:nvSpPr>
        <p:spPr>
          <a:xfrm>
            <a:off x="4562430" y="30383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9" name="Freeform 5158"/>
          <p:cNvSpPr/>
          <p:nvPr/>
        </p:nvSpPr>
        <p:spPr>
          <a:xfrm>
            <a:off x="4448169" y="32058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0" name="Freeform 5159"/>
          <p:cNvSpPr/>
          <p:nvPr/>
        </p:nvSpPr>
        <p:spPr>
          <a:xfrm>
            <a:off x="4578871" y="24254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1" name="Freeform 5160"/>
          <p:cNvSpPr/>
          <p:nvPr/>
        </p:nvSpPr>
        <p:spPr>
          <a:xfrm>
            <a:off x="4592289" y="28178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2" name="Freeform 5161"/>
          <p:cNvSpPr/>
          <p:nvPr/>
        </p:nvSpPr>
        <p:spPr>
          <a:xfrm>
            <a:off x="4739756" y="24679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3" name="Freeform 5162"/>
          <p:cNvSpPr/>
          <p:nvPr/>
        </p:nvSpPr>
        <p:spPr>
          <a:xfrm>
            <a:off x="4583831" y="29026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4" name="Freeform 5163"/>
          <p:cNvSpPr/>
          <p:nvPr/>
        </p:nvSpPr>
        <p:spPr>
          <a:xfrm>
            <a:off x="4711985" y="29739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5" name="Freeform 5164"/>
          <p:cNvSpPr/>
          <p:nvPr/>
        </p:nvSpPr>
        <p:spPr>
          <a:xfrm>
            <a:off x="4578922" y="33727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6" name="Freeform 5165"/>
          <p:cNvSpPr/>
          <p:nvPr/>
        </p:nvSpPr>
        <p:spPr>
          <a:xfrm>
            <a:off x="4917656" y="30011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7" name="Freeform 5166"/>
          <p:cNvSpPr/>
          <p:nvPr/>
        </p:nvSpPr>
        <p:spPr>
          <a:xfrm>
            <a:off x="4739883" y="30007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8" name="Freeform 5167"/>
          <p:cNvSpPr/>
          <p:nvPr/>
        </p:nvSpPr>
        <p:spPr>
          <a:xfrm>
            <a:off x="4890805" y="35414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9" name="Freeform 5168"/>
          <p:cNvSpPr/>
          <p:nvPr/>
        </p:nvSpPr>
        <p:spPr>
          <a:xfrm>
            <a:off x="4572994" y="32172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0" name="Freeform 5169"/>
          <p:cNvSpPr/>
          <p:nvPr/>
        </p:nvSpPr>
        <p:spPr>
          <a:xfrm>
            <a:off x="4752513" y="31325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1" name="Freeform 5170"/>
          <p:cNvSpPr/>
          <p:nvPr/>
        </p:nvSpPr>
        <p:spPr>
          <a:xfrm>
            <a:off x="4579207" y="284388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2" name="Freeform 5171"/>
          <p:cNvSpPr/>
          <p:nvPr/>
        </p:nvSpPr>
        <p:spPr>
          <a:xfrm>
            <a:off x="4743364" y="28251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3" name="Freeform 5172"/>
          <p:cNvSpPr/>
          <p:nvPr/>
        </p:nvSpPr>
        <p:spPr>
          <a:xfrm>
            <a:off x="4753995" y="32336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4" name="Freeform 5173"/>
          <p:cNvSpPr/>
          <p:nvPr/>
        </p:nvSpPr>
        <p:spPr>
          <a:xfrm>
            <a:off x="4510871" y="28221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5" name="Freeform 5174"/>
          <p:cNvSpPr/>
          <p:nvPr/>
        </p:nvSpPr>
        <p:spPr>
          <a:xfrm>
            <a:off x="4559833" y="30772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6" name="Freeform 5175"/>
          <p:cNvSpPr/>
          <p:nvPr/>
        </p:nvSpPr>
        <p:spPr>
          <a:xfrm>
            <a:off x="4556620" y="41300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7" name="Freeform 5176"/>
          <p:cNvSpPr/>
          <p:nvPr/>
        </p:nvSpPr>
        <p:spPr>
          <a:xfrm>
            <a:off x="4520506" y="31957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8" name="Freeform 5177"/>
          <p:cNvSpPr/>
          <p:nvPr/>
        </p:nvSpPr>
        <p:spPr>
          <a:xfrm>
            <a:off x="4603130" y="25831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9" name="Freeform 5178"/>
          <p:cNvSpPr/>
          <p:nvPr/>
        </p:nvSpPr>
        <p:spPr>
          <a:xfrm>
            <a:off x="4578580" y="36647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0" name="Freeform 5179"/>
          <p:cNvSpPr/>
          <p:nvPr/>
        </p:nvSpPr>
        <p:spPr>
          <a:xfrm>
            <a:off x="4526669" y="29617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1" name="Freeform 5180"/>
          <p:cNvSpPr/>
          <p:nvPr/>
        </p:nvSpPr>
        <p:spPr>
          <a:xfrm>
            <a:off x="4691696" y="23848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2" name="Freeform 5181"/>
          <p:cNvSpPr/>
          <p:nvPr/>
        </p:nvSpPr>
        <p:spPr>
          <a:xfrm>
            <a:off x="4739567" y="33038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3" name="Freeform 5182"/>
          <p:cNvSpPr/>
          <p:nvPr/>
        </p:nvSpPr>
        <p:spPr>
          <a:xfrm>
            <a:off x="4540529" y="30050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4" name="Freeform 5183"/>
          <p:cNvSpPr/>
          <p:nvPr/>
        </p:nvSpPr>
        <p:spPr>
          <a:xfrm>
            <a:off x="4621550" y="35167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5" name="Freeform 5184"/>
          <p:cNvSpPr/>
          <p:nvPr/>
        </p:nvSpPr>
        <p:spPr>
          <a:xfrm>
            <a:off x="4681952" y="23684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6" name="Freeform 5185"/>
          <p:cNvSpPr/>
          <p:nvPr/>
        </p:nvSpPr>
        <p:spPr>
          <a:xfrm>
            <a:off x="4656273" y="30385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7" name="Freeform 5186"/>
          <p:cNvSpPr/>
          <p:nvPr/>
        </p:nvSpPr>
        <p:spPr>
          <a:xfrm>
            <a:off x="4606083" y="29876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8" name="Freeform 5187"/>
          <p:cNvSpPr/>
          <p:nvPr/>
        </p:nvSpPr>
        <p:spPr>
          <a:xfrm>
            <a:off x="4767688" y="247532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9" name="Freeform 5188"/>
          <p:cNvSpPr/>
          <p:nvPr/>
        </p:nvSpPr>
        <p:spPr>
          <a:xfrm>
            <a:off x="4771582" y="27467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0" name="Freeform 5189"/>
          <p:cNvSpPr/>
          <p:nvPr/>
        </p:nvSpPr>
        <p:spPr>
          <a:xfrm>
            <a:off x="4753662" y="3348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1" name="Freeform 5190"/>
          <p:cNvSpPr/>
          <p:nvPr/>
        </p:nvSpPr>
        <p:spPr>
          <a:xfrm>
            <a:off x="4658635" y="32594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2" name="Freeform 5191"/>
          <p:cNvSpPr/>
          <p:nvPr/>
        </p:nvSpPr>
        <p:spPr>
          <a:xfrm>
            <a:off x="4893396" y="28119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3" name="Freeform 5192"/>
          <p:cNvSpPr/>
          <p:nvPr/>
        </p:nvSpPr>
        <p:spPr>
          <a:xfrm>
            <a:off x="4867069" y="32503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4" name="Freeform 5193"/>
          <p:cNvSpPr/>
          <p:nvPr/>
        </p:nvSpPr>
        <p:spPr>
          <a:xfrm>
            <a:off x="4637855" y="38353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5" name="Freeform 5194"/>
          <p:cNvSpPr/>
          <p:nvPr/>
        </p:nvSpPr>
        <p:spPr>
          <a:xfrm>
            <a:off x="4667974" y="30267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6" name="Freeform 5195"/>
          <p:cNvSpPr/>
          <p:nvPr/>
        </p:nvSpPr>
        <p:spPr>
          <a:xfrm>
            <a:off x="4807936" y="35857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7" name="Freeform 5196"/>
          <p:cNvSpPr/>
          <p:nvPr/>
        </p:nvSpPr>
        <p:spPr>
          <a:xfrm>
            <a:off x="4595265" y="23726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8" name="Freeform 5197"/>
          <p:cNvSpPr/>
          <p:nvPr/>
        </p:nvSpPr>
        <p:spPr>
          <a:xfrm>
            <a:off x="4723403" y="29366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9" name="Freeform 5198"/>
          <p:cNvSpPr/>
          <p:nvPr/>
        </p:nvSpPr>
        <p:spPr>
          <a:xfrm>
            <a:off x="4685685" y="33604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0" name="Freeform 5199"/>
          <p:cNvSpPr/>
          <p:nvPr/>
        </p:nvSpPr>
        <p:spPr>
          <a:xfrm>
            <a:off x="4605494" y="32795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1" name="Freeform 5200"/>
          <p:cNvSpPr/>
          <p:nvPr/>
        </p:nvSpPr>
        <p:spPr>
          <a:xfrm>
            <a:off x="4655933" y="37460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2" name="Freeform 5201"/>
          <p:cNvSpPr/>
          <p:nvPr/>
        </p:nvSpPr>
        <p:spPr>
          <a:xfrm>
            <a:off x="4512558" y="34365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3" name="Freeform 5202"/>
          <p:cNvSpPr/>
          <p:nvPr/>
        </p:nvSpPr>
        <p:spPr>
          <a:xfrm>
            <a:off x="4622574" y="26077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4" name="Freeform 5203"/>
          <p:cNvSpPr/>
          <p:nvPr/>
        </p:nvSpPr>
        <p:spPr>
          <a:xfrm>
            <a:off x="4467191" y="21315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5" name="Freeform 5204"/>
          <p:cNvSpPr/>
          <p:nvPr/>
        </p:nvSpPr>
        <p:spPr>
          <a:xfrm>
            <a:off x="4924539" y="27213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6" name="Freeform 5205"/>
          <p:cNvSpPr/>
          <p:nvPr/>
        </p:nvSpPr>
        <p:spPr>
          <a:xfrm>
            <a:off x="4841678" y="30419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7" name="Freeform 5206"/>
          <p:cNvSpPr/>
          <p:nvPr/>
        </p:nvSpPr>
        <p:spPr>
          <a:xfrm>
            <a:off x="4812012" y="31750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8" name="Freeform 5207"/>
          <p:cNvSpPr/>
          <p:nvPr/>
        </p:nvSpPr>
        <p:spPr>
          <a:xfrm>
            <a:off x="4712857" y="33805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9" name="Freeform 5208"/>
          <p:cNvSpPr/>
          <p:nvPr/>
        </p:nvSpPr>
        <p:spPr>
          <a:xfrm>
            <a:off x="4787341" y="21989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0" name="Freeform 5209"/>
          <p:cNvSpPr/>
          <p:nvPr/>
        </p:nvSpPr>
        <p:spPr>
          <a:xfrm>
            <a:off x="4816582" y="30798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1" name="Freeform 5210"/>
          <p:cNvSpPr/>
          <p:nvPr/>
        </p:nvSpPr>
        <p:spPr>
          <a:xfrm>
            <a:off x="4789138" y="21770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2" name="Freeform 5211"/>
          <p:cNvSpPr/>
          <p:nvPr/>
        </p:nvSpPr>
        <p:spPr>
          <a:xfrm>
            <a:off x="4778664" y="24599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3" name="Freeform 5212"/>
          <p:cNvSpPr/>
          <p:nvPr/>
        </p:nvSpPr>
        <p:spPr>
          <a:xfrm>
            <a:off x="4582808" y="36878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4" name="Freeform 5213"/>
          <p:cNvSpPr/>
          <p:nvPr/>
        </p:nvSpPr>
        <p:spPr>
          <a:xfrm>
            <a:off x="4726207" y="32667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5" name="Freeform 5214"/>
          <p:cNvSpPr/>
          <p:nvPr/>
        </p:nvSpPr>
        <p:spPr>
          <a:xfrm>
            <a:off x="4623135" y="32679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6" name="Freeform 5215"/>
          <p:cNvSpPr/>
          <p:nvPr/>
        </p:nvSpPr>
        <p:spPr>
          <a:xfrm>
            <a:off x="4553994" y="30371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7" name="Freeform 5216"/>
          <p:cNvSpPr/>
          <p:nvPr/>
        </p:nvSpPr>
        <p:spPr>
          <a:xfrm>
            <a:off x="4558150" y="30294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8" name="Freeform 5217"/>
          <p:cNvSpPr/>
          <p:nvPr/>
        </p:nvSpPr>
        <p:spPr>
          <a:xfrm>
            <a:off x="4725980" y="18320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9" name="Freeform 5218"/>
          <p:cNvSpPr/>
          <p:nvPr/>
        </p:nvSpPr>
        <p:spPr>
          <a:xfrm>
            <a:off x="4792835" y="34278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0" name="Freeform 5219"/>
          <p:cNvSpPr/>
          <p:nvPr/>
        </p:nvSpPr>
        <p:spPr>
          <a:xfrm>
            <a:off x="4533834" y="29161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1" name="Freeform 5220"/>
          <p:cNvSpPr/>
          <p:nvPr/>
        </p:nvSpPr>
        <p:spPr>
          <a:xfrm>
            <a:off x="4866853" y="27643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2" name="Freeform 5221"/>
          <p:cNvSpPr/>
          <p:nvPr/>
        </p:nvSpPr>
        <p:spPr>
          <a:xfrm>
            <a:off x="4837268" y="30064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3" name="Freeform 5222"/>
          <p:cNvSpPr/>
          <p:nvPr/>
        </p:nvSpPr>
        <p:spPr>
          <a:xfrm>
            <a:off x="4639354" y="29627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4" name="Freeform 5223"/>
          <p:cNvSpPr/>
          <p:nvPr/>
        </p:nvSpPr>
        <p:spPr>
          <a:xfrm>
            <a:off x="4630497" y="34151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5" name="Freeform 5224"/>
          <p:cNvSpPr/>
          <p:nvPr/>
        </p:nvSpPr>
        <p:spPr>
          <a:xfrm>
            <a:off x="4672191" y="29641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6" name="Freeform 5225"/>
          <p:cNvSpPr/>
          <p:nvPr/>
        </p:nvSpPr>
        <p:spPr>
          <a:xfrm>
            <a:off x="4784949" y="28055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7" name="Freeform 5226"/>
          <p:cNvSpPr/>
          <p:nvPr/>
        </p:nvSpPr>
        <p:spPr>
          <a:xfrm>
            <a:off x="4638967" y="28775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8" name="Freeform 5227"/>
          <p:cNvSpPr/>
          <p:nvPr/>
        </p:nvSpPr>
        <p:spPr>
          <a:xfrm>
            <a:off x="4561560" y="27824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9" name="Freeform 5228"/>
          <p:cNvSpPr/>
          <p:nvPr/>
        </p:nvSpPr>
        <p:spPr>
          <a:xfrm>
            <a:off x="4716624" y="24524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0" name="Freeform 5229"/>
          <p:cNvSpPr/>
          <p:nvPr/>
        </p:nvSpPr>
        <p:spPr>
          <a:xfrm>
            <a:off x="4458907" y="26388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1" name="Freeform 5230"/>
          <p:cNvSpPr/>
          <p:nvPr/>
        </p:nvSpPr>
        <p:spPr>
          <a:xfrm>
            <a:off x="4694859" y="29779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2" name="Freeform 5231"/>
          <p:cNvSpPr/>
          <p:nvPr/>
        </p:nvSpPr>
        <p:spPr>
          <a:xfrm>
            <a:off x="4803750" y="3464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3" name="Freeform 5232"/>
          <p:cNvSpPr/>
          <p:nvPr/>
        </p:nvSpPr>
        <p:spPr>
          <a:xfrm>
            <a:off x="4712418" y="32409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4" name="Freeform 5233"/>
          <p:cNvSpPr/>
          <p:nvPr/>
        </p:nvSpPr>
        <p:spPr>
          <a:xfrm>
            <a:off x="4763176" y="30919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5" name="Freeform 5234"/>
          <p:cNvSpPr/>
          <p:nvPr/>
        </p:nvSpPr>
        <p:spPr>
          <a:xfrm>
            <a:off x="4732490" y="29070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6" name="Freeform 5235"/>
          <p:cNvSpPr/>
          <p:nvPr/>
        </p:nvSpPr>
        <p:spPr>
          <a:xfrm>
            <a:off x="4757519" y="31932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7" name="Freeform 5236"/>
          <p:cNvSpPr/>
          <p:nvPr/>
        </p:nvSpPr>
        <p:spPr>
          <a:xfrm>
            <a:off x="4695159" y="33724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8" name="Freeform 5237"/>
          <p:cNvSpPr/>
          <p:nvPr/>
        </p:nvSpPr>
        <p:spPr>
          <a:xfrm>
            <a:off x="4590876" y="34713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9" name="Freeform 5238"/>
          <p:cNvSpPr/>
          <p:nvPr/>
        </p:nvSpPr>
        <p:spPr>
          <a:xfrm>
            <a:off x="4655573" y="36527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0" name="Freeform 5239"/>
          <p:cNvSpPr/>
          <p:nvPr/>
        </p:nvSpPr>
        <p:spPr>
          <a:xfrm>
            <a:off x="4671735" y="30979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1" name="Freeform 5240"/>
          <p:cNvSpPr/>
          <p:nvPr/>
        </p:nvSpPr>
        <p:spPr>
          <a:xfrm>
            <a:off x="4814240" y="35816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2" name="Freeform 5241"/>
          <p:cNvSpPr/>
          <p:nvPr/>
        </p:nvSpPr>
        <p:spPr>
          <a:xfrm>
            <a:off x="4853530" y="33978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3" name="Freeform 5242"/>
          <p:cNvSpPr/>
          <p:nvPr/>
        </p:nvSpPr>
        <p:spPr>
          <a:xfrm>
            <a:off x="4724568" y="31601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4" name="Freeform 5243"/>
          <p:cNvSpPr/>
          <p:nvPr/>
        </p:nvSpPr>
        <p:spPr>
          <a:xfrm>
            <a:off x="4599046" y="35292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5" name="Freeform 5244"/>
          <p:cNvSpPr/>
          <p:nvPr/>
        </p:nvSpPr>
        <p:spPr>
          <a:xfrm>
            <a:off x="4601514" y="28571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6" name="Freeform 5245"/>
          <p:cNvSpPr/>
          <p:nvPr/>
        </p:nvSpPr>
        <p:spPr>
          <a:xfrm>
            <a:off x="4659514" y="27158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7" name="Freeform 5246"/>
          <p:cNvSpPr/>
          <p:nvPr/>
        </p:nvSpPr>
        <p:spPr>
          <a:xfrm>
            <a:off x="4828140" y="32211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8" name="Freeform 5247"/>
          <p:cNvSpPr/>
          <p:nvPr/>
        </p:nvSpPr>
        <p:spPr>
          <a:xfrm>
            <a:off x="4715364" y="31770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9" name="Freeform 5248"/>
          <p:cNvSpPr/>
          <p:nvPr/>
        </p:nvSpPr>
        <p:spPr>
          <a:xfrm>
            <a:off x="4673653" y="27953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0" name="Freeform 5249"/>
          <p:cNvSpPr/>
          <p:nvPr/>
        </p:nvSpPr>
        <p:spPr>
          <a:xfrm>
            <a:off x="4597735" y="32855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1" name="Freeform 5250"/>
          <p:cNvSpPr/>
          <p:nvPr/>
        </p:nvSpPr>
        <p:spPr>
          <a:xfrm>
            <a:off x="4773966" y="33125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2" name="Freeform 5251"/>
          <p:cNvSpPr/>
          <p:nvPr/>
        </p:nvSpPr>
        <p:spPr>
          <a:xfrm>
            <a:off x="4710528" y="253714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3" name="Freeform 5252"/>
          <p:cNvSpPr/>
          <p:nvPr/>
        </p:nvSpPr>
        <p:spPr>
          <a:xfrm>
            <a:off x="4674140" y="26594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4" name="Freeform 5253"/>
          <p:cNvSpPr/>
          <p:nvPr/>
        </p:nvSpPr>
        <p:spPr>
          <a:xfrm>
            <a:off x="4690636" y="27702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5" name="Freeform 5254"/>
          <p:cNvSpPr/>
          <p:nvPr/>
        </p:nvSpPr>
        <p:spPr>
          <a:xfrm>
            <a:off x="4859989" y="26432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6" name="Freeform 5255"/>
          <p:cNvSpPr/>
          <p:nvPr/>
        </p:nvSpPr>
        <p:spPr>
          <a:xfrm>
            <a:off x="4662416" y="37804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7" name="Freeform 5256"/>
          <p:cNvSpPr/>
          <p:nvPr/>
        </p:nvSpPr>
        <p:spPr>
          <a:xfrm>
            <a:off x="4860197" y="24755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8" name="Freeform 5257"/>
          <p:cNvSpPr/>
          <p:nvPr/>
        </p:nvSpPr>
        <p:spPr>
          <a:xfrm>
            <a:off x="4812467" y="28522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9" name="Freeform 5258"/>
          <p:cNvSpPr/>
          <p:nvPr/>
        </p:nvSpPr>
        <p:spPr>
          <a:xfrm>
            <a:off x="4685172" y="26098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0" name="Freeform 5259"/>
          <p:cNvSpPr/>
          <p:nvPr/>
        </p:nvSpPr>
        <p:spPr>
          <a:xfrm>
            <a:off x="4774125" y="285419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1" name="Freeform 5260"/>
          <p:cNvSpPr/>
          <p:nvPr/>
        </p:nvSpPr>
        <p:spPr>
          <a:xfrm>
            <a:off x="4666331" y="29867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2" name="Freeform 5261"/>
          <p:cNvSpPr/>
          <p:nvPr/>
        </p:nvSpPr>
        <p:spPr>
          <a:xfrm>
            <a:off x="4590956" y="31137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3" name="Freeform 5262"/>
          <p:cNvSpPr/>
          <p:nvPr/>
        </p:nvSpPr>
        <p:spPr>
          <a:xfrm>
            <a:off x="4650913" y="28620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4" name="Freeform 5263"/>
          <p:cNvSpPr/>
          <p:nvPr/>
        </p:nvSpPr>
        <p:spPr>
          <a:xfrm>
            <a:off x="4582520" y="31279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5" name="Freeform 5264"/>
          <p:cNvSpPr/>
          <p:nvPr/>
        </p:nvSpPr>
        <p:spPr>
          <a:xfrm>
            <a:off x="4734285" y="26658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6" name="Freeform 5265"/>
          <p:cNvSpPr/>
          <p:nvPr/>
        </p:nvSpPr>
        <p:spPr>
          <a:xfrm>
            <a:off x="4681148" y="36273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7" name="Freeform 5266"/>
          <p:cNvSpPr/>
          <p:nvPr/>
        </p:nvSpPr>
        <p:spPr>
          <a:xfrm>
            <a:off x="4740316" y="32180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8" name="Freeform 5267"/>
          <p:cNvSpPr/>
          <p:nvPr/>
        </p:nvSpPr>
        <p:spPr>
          <a:xfrm>
            <a:off x="4768008" y="22048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9" name="Freeform 5268"/>
          <p:cNvSpPr/>
          <p:nvPr/>
        </p:nvSpPr>
        <p:spPr>
          <a:xfrm>
            <a:off x="4345782" y="32511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0" name="Freeform 5269"/>
          <p:cNvSpPr/>
          <p:nvPr/>
        </p:nvSpPr>
        <p:spPr>
          <a:xfrm>
            <a:off x="4712895" y="30993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1" name="Freeform 5270"/>
          <p:cNvSpPr/>
          <p:nvPr/>
        </p:nvSpPr>
        <p:spPr>
          <a:xfrm>
            <a:off x="4486837" y="33516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2" name="Freeform 5271"/>
          <p:cNvSpPr/>
          <p:nvPr/>
        </p:nvSpPr>
        <p:spPr>
          <a:xfrm>
            <a:off x="4697398" y="28743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3" name="Freeform 5272"/>
          <p:cNvSpPr/>
          <p:nvPr/>
        </p:nvSpPr>
        <p:spPr>
          <a:xfrm>
            <a:off x="4585713" y="32943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4" name="Freeform 5273"/>
          <p:cNvSpPr/>
          <p:nvPr/>
        </p:nvSpPr>
        <p:spPr>
          <a:xfrm>
            <a:off x="4690723" y="30785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5" name="Freeform 5274"/>
          <p:cNvSpPr/>
          <p:nvPr/>
        </p:nvSpPr>
        <p:spPr>
          <a:xfrm>
            <a:off x="4825643" y="26733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6" name="Freeform 5275"/>
          <p:cNvSpPr/>
          <p:nvPr/>
        </p:nvSpPr>
        <p:spPr>
          <a:xfrm>
            <a:off x="4496879" y="32796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7" name="Freeform 5276"/>
          <p:cNvSpPr/>
          <p:nvPr/>
        </p:nvSpPr>
        <p:spPr>
          <a:xfrm>
            <a:off x="4699968" y="26969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8" name="Freeform 5277"/>
          <p:cNvSpPr/>
          <p:nvPr/>
        </p:nvSpPr>
        <p:spPr>
          <a:xfrm>
            <a:off x="4671183" y="26837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9" name="Freeform 5278"/>
          <p:cNvSpPr/>
          <p:nvPr/>
        </p:nvSpPr>
        <p:spPr>
          <a:xfrm>
            <a:off x="4477151" y="25925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0" name="Freeform 5279"/>
          <p:cNvSpPr/>
          <p:nvPr/>
        </p:nvSpPr>
        <p:spPr>
          <a:xfrm>
            <a:off x="4748891" y="29508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1" name="Freeform 5280"/>
          <p:cNvSpPr/>
          <p:nvPr/>
        </p:nvSpPr>
        <p:spPr>
          <a:xfrm>
            <a:off x="4683233" y="1736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2" name="Freeform 5281"/>
          <p:cNvSpPr/>
          <p:nvPr/>
        </p:nvSpPr>
        <p:spPr>
          <a:xfrm>
            <a:off x="4625150" y="25927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3" name="Freeform 5282"/>
          <p:cNvSpPr/>
          <p:nvPr/>
        </p:nvSpPr>
        <p:spPr>
          <a:xfrm>
            <a:off x="4602359" y="28785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4" name="Freeform 5283"/>
          <p:cNvSpPr/>
          <p:nvPr/>
        </p:nvSpPr>
        <p:spPr>
          <a:xfrm>
            <a:off x="5023238" y="33490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5" name="Freeform 5284"/>
          <p:cNvSpPr/>
          <p:nvPr/>
        </p:nvSpPr>
        <p:spPr>
          <a:xfrm>
            <a:off x="4637438" y="30438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6" name="Freeform 5285"/>
          <p:cNvSpPr/>
          <p:nvPr/>
        </p:nvSpPr>
        <p:spPr>
          <a:xfrm>
            <a:off x="4486981" y="2447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7" name="Freeform 5286"/>
          <p:cNvSpPr/>
          <p:nvPr/>
        </p:nvSpPr>
        <p:spPr>
          <a:xfrm>
            <a:off x="4579989" y="23361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8" name="Freeform 5287"/>
          <p:cNvSpPr/>
          <p:nvPr/>
        </p:nvSpPr>
        <p:spPr>
          <a:xfrm>
            <a:off x="4640354" y="24267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9" name="Freeform 5288"/>
          <p:cNvSpPr/>
          <p:nvPr/>
        </p:nvSpPr>
        <p:spPr>
          <a:xfrm>
            <a:off x="4638451" y="26982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0" name="Freeform 5289"/>
          <p:cNvSpPr/>
          <p:nvPr/>
        </p:nvSpPr>
        <p:spPr>
          <a:xfrm>
            <a:off x="4671137" y="34977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1" name="Freeform 5290"/>
          <p:cNvSpPr/>
          <p:nvPr/>
        </p:nvSpPr>
        <p:spPr>
          <a:xfrm>
            <a:off x="4567571" y="28150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2" name="Freeform 5291"/>
          <p:cNvSpPr/>
          <p:nvPr/>
        </p:nvSpPr>
        <p:spPr>
          <a:xfrm>
            <a:off x="4737504" y="34921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3" name="Freeform 5292"/>
          <p:cNvSpPr/>
          <p:nvPr/>
        </p:nvSpPr>
        <p:spPr>
          <a:xfrm>
            <a:off x="4627820" y="35885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4" name="Freeform 5293"/>
          <p:cNvSpPr/>
          <p:nvPr/>
        </p:nvSpPr>
        <p:spPr>
          <a:xfrm>
            <a:off x="4534008" y="29121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5" name="Freeform 5294"/>
          <p:cNvSpPr/>
          <p:nvPr/>
        </p:nvSpPr>
        <p:spPr>
          <a:xfrm>
            <a:off x="4592324" y="2800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6" name="Freeform 5295"/>
          <p:cNvSpPr/>
          <p:nvPr/>
        </p:nvSpPr>
        <p:spPr>
          <a:xfrm>
            <a:off x="4638422" y="26519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7" name="Freeform 5296"/>
          <p:cNvSpPr/>
          <p:nvPr/>
        </p:nvSpPr>
        <p:spPr>
          <a:xfrm>
            <a:off x="4770355" y="28111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8" name="Freeform 5297"/>
          <p:cNvSpPr/>
          <p:nvPr/>
        </p:nvSpPr>
        <p:spPr>
          <a:xfrm>
            <a:off x="4731405" y="27976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9" name="Freeform 5298"/>
          <p:cNvSpPr/>
          <p:nvPr/>
        </p:nvSpPr>
        <p:spPr>
          <a:xfrm>
            <a:off x="4643413" y="33916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0" name="Freeform 5299"/>
          <p:cNvSpPr/>
          <p:nvPr/>
        </p:nvSpPr>
        <p:spPr>
          <a:xfrm>
            <a:off x="4681679" y="304699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1" name="Freeform 5300"/>
          <p:cNvSpPr/>
          <p:nvPr/>
        </p:nvSpPr>
        <p:spPr>
          <a:xfrm>
            <a:off x="4702588" y="35962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2" name="Freeform 5301"/>
          <p:cNvSpPr/>
          <p:nvPr/>
        </p:nvSpPr>
        <p:spPr>
          <a:xfrm>
            <a:off x="4897667" y="37906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3" name="Freeform 5302"/>
          <p:cNvSpPr/>
          <p:nvPr/>
        </p:nvSpPr>
        <p:spPr>
          <a:xfrm>
            <a:off x="4613502" y="27157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4" name="Freeform 5303"/>
          <p:cNvSpPr/>
          <p:nvPr/>
        </p:nvSpPr>
        <p:spPr>
          <a:xfrm>
            <a:off x="4729537" y="3300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5" name="Freeform 5304"/>
          <p:cNvSpPr/>
          <p:nvPr/>
        </p:nvSpPr>
        <p:spPr>
          <a:xfrm>
            <a:off x="4757276" y="26640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6" name="Freeform 5305"/>
          <p:cNvSpPr/>
          <p:nvPr/>
        </p:nvSpPr>
        <p:spPr>
          <a:xfrm>
            <a:off x="4577619" y="25716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7" name="Freeform 5306"/>
          <p:cNvSpPr/>
          <p:nvPr/>
        </p:nvSpPr>
        <p:spPr>
          <a:xfrm>
            <a:off x="4699815" y="32484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8" name="Freeform 5307"/>
          <p:cNvSpPr/>
          <p:nvPr/>
        </p:nvSpPr>
        <p:spPr>
          <a:xfrm>
            <a:off x="4697056" y="27746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9" name="Freeform 5308"/>
          <p:cNvSpPr/>
          <p:nvPr/>
        </p:nvSpPr>
        <p:spPr>
          <a:xfrm>
            <a:off x="4629315" y="32648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0" name="Freeform 5309"/>
          <p:cNvSpPr/>
          <p:nvPr/>
        </p:nvSpPr>
        <p:spPr>
          <a:xfrm>
            <a:off x="4740290" y="37289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1" name="Freeform 5310"/>
          <p:cNvSpPr/>
          <p:nvPr/>
        </p:nvSpPr>
        <p:spPr>
          <a:xfrm>
            <a:off x="4789596" y="29575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2" name="Freeform 5311"/>
          <p:cNvSpPr/>
          <p:nvPr/>
        </p:nvSpPr>
        <p:spPr>
          <a:xfrm>
            <a:off x="4800479" y="31903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3" name="Freeform 5312"/>
          <p:cNvSpPr/>
          <p:nvPr/>
        </p:nvSpPr>
        <p:spPr>
          <a:xfrm>
            <a:off x="4659053" y="31782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4" name="Freeform 5313"/>
          <p:cNvSpPr/>
          <p:nvPr/>
        </p:nvSpPr>
        <p:spPr>
          <a:xfrm>
            <a:off x="4699885" y="22320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5" name="Freeform 5314"/>
          <p:cNvSpPr/>
          <p:nvPr/>
        </p:nvSpPr>
        <p:spPr>
          <a:xfrm>
            <a:off x="4931036" y="36036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6" name="Freeform 5315"/>
          <p:cNvSpPr/>
          <p:nvPr/>
        </p:nvSpPr>
        <p:spPr>
          <a:xfrm>
            <a:off x="4561510" y="28558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7" name="Freeform 5316"/>
          <p:cNvSpPr/>
          <p:nvPr/>
        </p:nvSpPr>
        <p:spPr>
          <a:xfrm>
            <a:off x="4703307" y="339558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8" name="Freeform 5317"/>
          <p:cNvSpPr/>
          <p:nvPr/>
        </p:nvSpPr>
        <p:spPr>
          <a:xfrm>
            <a:off x="4774778" y="265005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9" name="Freeform 5318"/>
          <p:cNvSpPr/>
          <p:nvPr/>
        </p:nvSpPr>
        <p:spPr>
          <a:xfrm>
            <a:off x="4695632" y="28889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0" name="Freeform 5319"/>
          <p:cNvSpPr/>
          <p:nvPr/>
        </p:nvSpPr>
        <p:spPr>
          <a:xfrm>
            <a:off x="4749745" y="28572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1" name="Freeform 5320"/>
          <p:cNvSpPr/>
          <p:nvPr/>
        </p:nvSpPr>
        <p:spPr>
          <a:xfrm>
            <a:off x="4698045" y="33760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2" name="Freeform 5321"/>
          <p:cNvSpPr/>
          <p:nvPr/>
        </p:nvSpPr>
        <p:spPr>
          <a:xfrm>
            <a:off x="4760195" y="3305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3" name="Freeform 5322"/>
          <p:cNvSpPr/>
          <p:nvPr/>
        </p:nvSpPr>
        <p:spPr>
          <a:xfrm>
            <a:off x="4816776" y="264261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4" name="Freeform 5323"/>
          <p:cNvSpPr/>
          <p:nvPr/>
        </p:nvSpPr>
        <p:spPr>
          <a:xfrm>
            <a:off x="4655887" y="231215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5" name="Freeform 5324"/>
          <p:cNvSpPr/>
          <p:nvPr/>
        </p:nvSpPr>
        <p:spPr>
          <a:xfrm>
            <a:off x="4700701" y="281770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6" name="Freeform 5325"/>
          <p:cNvSpPr/>
          <p:nvPr/>
        </p:nvSpPr>
        <p:spPr>
          <a:xfrm>
            <a:off x="4673665" y="33574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7" name="Freeform 5326"/>
          <p:cNvSpPr/>
          <p:nvPr/>
        </p:nvSpPr>
        <p:spPr>
          <a:xfrm>
            <a:off x="4636394" y="28730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8" name="Freeform 5327"/>
          <p:cNvSpPr/>
          <p:nvPr/>
        </p:nvSpPr>
        <p:spPr>
          <a:xfrm>
            <a:off x="4677472" y="2054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9" name="Freeform 5328"/>
          <p:cNvSpPr/>
          <p:nvPr/>
        </p:nvSpPr>
        <p:spPr>
          <a:xfrm>
            <a:off x="4558514" y="29657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0" name="Freeform 5329"/>
          <p:cNvSpPr/>
          <p:nvPr/>
        </p:nvSpPr>
        <p:spPr>
          <a:xfrm>
            <a:off x="4759218" y="243319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1" name="Freeform 5330"/>
          <p:cNvSpPr/>
          <p:nvPr/>
        </p:nvSpPr>
        <p:spPr>
          <a:xfrm>
            <a:off x="4861693" y="32958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2" name="Freeform 5331"/>
          <p:cNvSpPr/>
          <p:nvPr/>
        </p:nvSpPr>
        <p:spPr>
          <a:xfrm>
            <a:off x="4861914" y="30223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3" name="Freeform 5332"/>
          <p:cNvSpPr/>
          <p:nvPr/>
        </p:nvSpPr>
        <p:spPr>
          <a:xfrm>
            <a:off x="4816058" y="27631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4" name="Freeform 5333"/>
          <p:cNvSpPr/>
          <p:nvPr/>
        </p:nvSpPr>
        <p:spPr>
          <a:xfrm>
            <a:off x="4576434" y="28502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5" name="Freeform 5334"/>
          <p:cNvSpPr/>
          <p:nvPr/>
        </p:nvSpPr>
        <p:spPr>
          <a:xfrm>
            <a:off x="4842151" y="33061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6" name="Freeform 5335"/>
          <p:cNvSpPr/>
          <p:nvPr/>
        </p:nvSpPr>
        <p:spPr>
          <a:xfrm>
            <a:off x="4603041" y="33229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7" name="Freeform 5336"/>
          <p:cNvSpPr/>
          <p:nvPr/>
        </p:nvSpPr>
        <p:spPr>
          <a:xfrm>
            <a:off x="4673896" y="26187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8" name="Freeform 5337"/>
          <p:cNvSpPr/>
          <p:nvPr/>
        </p:nvSpPr>
        <p:spPr>
          <a:xfrm>
            <a:off x="4877068" y="25390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9" name="Freeform 5338"/>
          <p:cNvSpPr/>
          <p:nvPr/>
        </p:nvSpPr>
        <p:spPr>
          <a:xfrm>
            <a:off x="4564904" y="24134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0" name="Freeform 5339"/>
          <p:cNvSpPr/>
          <p:nvPr/>
        </p:nvSpPr>
        <p:spPr>
          <a:xfrm>
            <a:off x="4769571" y="22991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1" name="Freeform 5340"/>
          <p:cNvSpPr/>
          <p:nvPr/>
        </p:nvSpPr>
        <p:spPr>
          <a:xfrm>
            <a:off x="4709661" y="29531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2" name="Freeform 5341"/>
          <p:cNvSpPr/>
          <p:nvPr/>
        </p:nvSpPr>
        <p:spPr>
          <a:xfrm>
            <a:off x="4663302" y="31277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3" name="Freeform 5342"/>
          <p:cNvSpPr/>
          <p:nvPr/>
        </p:nvSpPr>
        <p:spPr>
          <a:xfrm>
            <a:off x="4585857" y="24766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4" name="Freeform 5343"/>
          <p:cNvSpPr/>
          <p:nvPr/>
        </p:nvSpPr>
        <p:spPr>
          <a:xfrm>
            <a:off x="4724770" y="27265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5" name="Freeform 5344"/>
          <p:cNvSpPr/>
          <p:nvPr/>
        </p:nvSpPr>
        <p:spPr>
          <a:xfrm>
            <a:off x="4629958" y="33907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6" name="Freeform 5345"/>
          <p:cNvSpPr/>
          <p:nvPr/>
        </p:nvSpPr>
        <p:spPr>
          <a:xfrm>
            <a:off x="4791389" y="34107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7" name="Freeform 5346"/>
          <p:cNvSpPr/>
          <p:nvPr/>
        </p:nvSpPr>
        <p:spPr>
          <a:xfrm>
            <a:off x="4810542" y="28131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8" name="Freeform 5347"/>
          <p:cNvSpPr/>
          <p:nvPr/>
        </p:nvSpPr>
        <p:spPr>
          <a:xfrm>
            <a:off x="4532020" y="30753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9" name="Freeform 5348"/>
          <p:cNvSpPr/>
          <p:nvPr/>
        </p:nvSpPr>
        <p:spPr>
          <a:xfrm>
            <a:off x="4625521" y="301622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0" name="Freeform 5349"/>
          <p:cNvSpPr/>
          <p:nvPr/>
        </p:nvSpPr>
        <p:spPr>
          <a:xfrm>
            <a:off x="4645439" y="25857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1" name="Freeform 5350"/>
          <p:cNvSpPr/>
          <p:nvPr/>
        </p:nvSpPr>
        <p:spPr>
          <a:xfrm>
            <a:off x="4553158" y="27085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2" name="Freeform 5351"/>
          <p:cNvSpPr/>
          <p:nvPr/>
        </p:nvSpPr>
        <p:spPr>
          <a:xfrm>
            <a:off x="4559984" y="24848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3" name="Freeform 5352"/>
          <p:cNvSpPr/>
          <p:nvPr/>
        </p:nvSpPr>
        <p:spPr>
          <a:xfrm>
            <a:off x="4689058" y="37625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4" name="Freeform 5353"/>
          <p:cNvSpPr/>
          <p:nvPr/>
        </p:nvSpPr>
        <p:spPr>
          <a:xfrm>
            <a:off x="4657315" y="290660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5" name="Freeform 5354"/>
          <p:cNvSpPr/>
          <p:nvPr/>
        </p:nvSpPr>
        <p:spPr>
          <a:xfrm>
            <a:off x="4502865" y="27337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6" name="Freeform 5355"/>
          <p:cNvSpPr/>
          <p:nvPr/>
        </p:nvSpPr>
        <p:spPr>
          <a:xfrm>
            <a:off x="4622006" y="36039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7" name="Freeform 5356"/>
          <p:cNvSpPr/>
          <p:nvPr/>
        </p:nvSpPr>
        <p:spPr>
          <a:xfrm>
            <a:off x="4735083" y="32624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8" name="Freeform 5357"/>
          <p:cNvSpPr/>
          <p:nvPr/>
        </p:nvSpPr>
        <p:spPr>
          <a:xfrm>
            <a:off x="4550533" y="33351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9" name="Freeform 5358"/>
          <p:cNvSpPr/>
          <p:nvPr/>
        </p:nvSpPr>
        <p:spPr>
          <a:xfrm>
            <a:off x="4580769" y="29973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0" name="Freeform 5359"/>
          <p:cNvSpPr/>
          <p:nvPr/>
        </p:nvSpPr>
        <p:spPr>
          <a:xfrm>
            <a:off x="4849415" y="23681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1" name="Freeform 5360"/>
          <p:cNvSpPr/>
          <p:nvPr/>
        </p:nvSpPr>
        <p:spPr>
          <a:xfrm>
            <a:off x="4820483" y="22135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2" name="Freeform 5361"/>
          <p:cNvSpPr/>
          <p:nvPr/>
        </p:nvSpPr>
        <p:spPr>
          <a:xfrm>
            <a:off x="4506161" y="33248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3" name="Freeform 5362"/>
          <p:cNvSpPr/>
          <p:nvPr/>
        </p:nvSpPr>
        <p:spPr>
          <a:xfrm>
            <a:off x="4535051" y="27995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4" name="Freeform 5363"/>
          <p:cNvSpPr/>
          <p:nvPr/>
        </p:nvSpPr>
        <p:spPr>
          <a:xfrm>
            <a:off x="4719929" y="27869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5" name="Freeform 5364"/>
          <p:cNvSpPr/>
          <p:nvPr/>
        </p:nvSpPr>
        <p:spPr>
          <a:xfrm>
            <a:off x="4552111" y="28540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6" name="Freeform 5365"/>
          <p:cNvSpPr/>
          <p:nvPr/>
        </p:nvSpPr>
        <p:spPr>
          <a:xfrm>
            <a:off x="4652530" y="284957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7" name="Freeform 5366"/>
          <p:cNvSpPr/>
          <p:nvPr/>
        </p:nvSpPr>
        <p:spPr>
          <a:xfrm>
            <a:off x="4631296" y="28868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8" name="Freeform 5367"/>
          <p:cNvSpPr/>
          <p:nvPr/>
        </p:nvSpPr>
        <p:spPr>
          <a:xfrm>
            <a:off x="4739495" y="234476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9" name="Freeform 5368"/>
          <p:cNvSpPr/>
          <p:nvPr/>
        </p:nvSpPr>
        <p:spPr>
          <a:xfrm>
            <a:off x="4409059" y="25739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0" name="Freeform 5369"/>
          <p:cNvSpPr/>
          <p:nvPr/>
        </p:nvSpPr>
        <p:spPr>
          <a:xfrm>
            <a:off x="4443958" y="34211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1" name="Freeform 5370"/>
          <p:cNvSpPr/>
          <p:nvPr/>
        </p:nvSpPr>
        <p:spPr>
          <a:xfrm>
            <a:off x="4548400" y="26941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2" name="Freeform 5371"/>
          <p:cNvSpPr/>
          <p:nvPr/>
        </p:nvSpPr>
        <p:spPr>
          <a:xfrm>
            <a:off x="4788033" y="26562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3" name="Freeform 5372"/>
          <p:cNvSpPr/>
          <p:nvPr/>
        </p:nvSpPr>
        <p:spPr>
          <a:xfrm>
            <a:off x="4663063" y="28824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4" name="Freeform 5373"/>
          <p:cNvSpPr/>
          <p:nvPr/>
        </p:nvSpPr>
        <p:spPr>
          <a:xfrm>
            <a:off x="4496834" y="25626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5" name="Freeform 5374"/>
          <p:cNvSpPr/>
          <p:nvPr/>
        </p:nvSpPr>
        <p:spPr>
          <a:xfrm>
            <a:off x="4732310" y="29321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6" name="Freeform 5375"/>
          <p:cNvSpPr/>
          <p:nvPr/>
        </p:nvSpPr>
        <p:spPr>
          <a:xfrm>
            <a:off x="4755277" y="29273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7" name="Freeform 5376"/>
          <p:cNvSpPr/>
          <p:nvPr/>
        </p:nvSpPr>
        <p:spPr>
          <a:xfrm>
            <a:off x="4653271" y="29583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8" name="Freeform 5377"/>
          <p:cNvSpPr/>
          <p:nvPr/>
        </p:nvSpPr>
        <p:spPr>
          <a:xfrm>
            <a:off x="4644211" y="37965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9" name="Freeform 5378"/>
          <p:cNvSpPr/>
          <p:nvPr/>
        </p:nvSpPr>
        <p:spPr>
          <a:xfrm>
            <a:off x="4726389" y="30373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0" name="Freeform 5379"/>
          <p:cNvSpPr/>
          <p:nvPr/>
        </p:nvSpPr>
        <p:spPr>
          <a:xfrm>
            <a:off x="4808956" y="32676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1" name="Freeform 5380"/>
          <p:cNvSpPr/>
          <p:nvPr/>
        </p:nvSpPr>
        <p:spPr>
          <a:xfrm>
            <a:off x="4695879" y="34706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2" name="Freeform 5381"/>
          <p:cNvSpPr/>
          <p:nvPr/>
        </p:nvSpPr>
        <p:spPr>
          <a:xfrm>
            <a:off x="4736601" y="24440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3" name="Freeform 5382"/>
          <p:cNvSpPr/>
          <p:nvPr/>
        </p:nvSpPr>
        <p:spPr>
          <a:xfrm>
            <a:off x="4674413" y="28083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4" name="Freeform 5383"/>
          <p:cNvSpPr/>
          <p:nvPr/>
        </p:nvSpPr>
        <p:spPr>
          <a:xfrm>
            <a:off x="4638784" y="30175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5" name="Freeform 5384"/>
          <p:cNvSpPr/>
          <p:nvPr/>
        </p:nvSpPr>
        <p:spPr>
          <a:xfrm>
            <a:off x="4581590" y="32271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6" name="Freeform 5385"/>
          <p:cNvSpPr/>
          <p:nvPr/>
        </p:nvSpPr>
        <p:spPr>
          <a:xfrm>
            <a:off x="4706991" y="28898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7" name="Freeform 5386"/>
          <p:cNvSpPr/>
          <p:nvPr/>
        </p:nvSpPr>
        <p:spPr>
          <a:xfrm>
            <a:off x="4647459" y="26174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8" name="Freeform 5387"/>
          <p:cNvSpPr/>
          <p:nvPr/>
        </p:nvSpPr>
        <p:spPr>
          <a:xfrm>
            <a:off x="4653509" y="33298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9" name="Freeform 5388"/>
          <p:cNvSpPr/>
          <p:nvPr/>
        </p:nvSpPr>
        <p:spPr>
          <a:xfrm>
            <a:off x="4779030" y="30077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0" name="Freeform 5389"/>
          <p:cNvSpPr/>
          <p:nvPr/>
        </p:nvSpPr>
        <p:spPr>
          <a:xfrm>
            <a:off x="4731777" y="26658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1" name="Freeform 5390"/>
          <p:cNvSpPr/>
          <p:nvPr/>
        </p:nvSpPr>
        <p:spPr>
          <a:xfrm>
            <a:off x="4772652" y="3764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2" name="Freeform 5391"/>
          <p:cNvSpPr/>
          <p:nvPr/>
        </p:nvSpPr>
        <p:spPr>
          <a:xfrm>
            <a:off x="4511016" y="30284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3" name="Freeform 5392"/>
          <p:cNvSpPr/>
          <p:nvPr/>
        </p:nvSpPr>
        <p:spPr>
          <a:xfrm>
            <a:off x="4739306" y="31740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4" name="Freeform 5393"/>
          <p:cNvSpPr/>
          <p:nvPr/>
        </p:nvSpPr>
        <p:spPr>
          <a:xfrm>
            <a:off x="4616471" y="30582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5" name="Freeform 5394"/>
          <p:cNvSpPr/>
          <p:nvPr/>
        </p:nvSpPr>
        <p:spPr>
          <a:xfrm>
            <a:off x="4593110" y="320238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6" name="Freeform 5395"/>
          <p:cNvSpPr/>
          <p:nvPr/>
        </p:nvSpPr>
        <p:spPr>
          <a:xfrm>
            <a:off x="4588413" y="29519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7" name="Freeform 5396"/>
          <p:cNvSpPr/>
          <p:nvPr/>
        </p:nvSpPr>
        <p:spPr>
          <a:xfrm>
            <a:off x="4809162" y="22522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8" name="Freeform 5397"/>
          <p:cNvSpPr/>
          <p:nvPr/>
        </p:nvSpPr>
        <p:spPr>
          <a:xfrm>
            <a:off x="4768134" y="31327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9" name="Freeform 5398"/>
          <p:cNvSpPr/>
          <p:nvPr/>
        </p:nvSpPr>
        <p:spPr>
          <a:xfrm>
            <a:off x="4602881" y="28915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0" name="Freeform 5399"/>
          <p:cNvSpPr/>
          <p:nvPr/>
        </p:nvSpPr>
        <p:spPr>
          <a:xfrm>
            <a:off x="4557880" y="222442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1" name="Freeform 5400"/>
          <p:cNvSpPr/>
          <p:nvPr/>
        </p:nvSpPr>
        <p:spPr>
          <a:xfrm>
            <a:off x="4681041" y="32213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2" name="Freeform 5401"/>
          <p:cNvSpPr/>
          <p:nvPr/>
        </p:nvSpPr>
        <p:spPr>
          <a:xfrm>
            <a:off x="4630409" y="22949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3" name="Freeform 5402"/>
          <p:cNvSpPr/>
          <p:nvPr/>
        </p:nvSpPr>
        <p:spPr>
          <a:xfrm>
            <a:off x="4857105" y="30037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4" name="Freeform 5403"/>
          <p:cNvSpPr/>
          <p:nvPr/>
        </p:nvSpPr>
        <p:spPr>
          <a:xfrm>
            <a:off x="4523251" y="23078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5" name="Freeform 5404"/>
          <p:cNvSpPr/>
          <p:nvPr/>
        </p:nvSpPr>
        <p:spPr>
          <a:xfrm>
            <a:off x="4483822" y="27119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6" name="Freeform 5405"/>
          <p:cNvSpPr/>
          <p:nvPr/>
        </p:nvSpPr>
        <p:spPr>
          <a:xfrm>
            <a:off x="4652213" y="28855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7" name="Freeform 5406"/>
          <p:cNvSpPr/>
          <p:nvPr/>
        </p:nvSpPr>
        <p:spPr>
          <a:xfrm>
            <a:off x="4680721" y="30315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8" name="Freeform 5407"/>
          <p:cNvSpPr/>
          <p:nvPr/>
        </p:nvSpPr>
        <p:spPr>
          <a:xfrm>
            <a:off x="4693759" y="32503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9" name="Freeform 5408"/>
          <p:cNvSpPr/>
          <p:nvPr/>
        </p:nvSpPr>
        <p:spPr>
          <a:xfrm>
            <a:off x="4760170" y="29761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0" name="Freeform 5409"/>
          <p:cNvSpPr/>
          <p:nvPr/>
        </p:nvSpPr>
        <p:spPr>
          <a:xfrm>
            <a:off x="4901369" y="26543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1" name="Freeform 5410"/>
          <p:cNvSpPr/>
          <p:nvPr/>
        </p:nvSpPr>
        <p:spPr>
          <a:xfrm>
            <a:off x="4642950" y="30110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2" name="Freeform 5411"/>
          <p:cNvSpPr/>
          <p:nvPr/>
        </p:nvSpPr>
        <p:spPr>
          <a:xfrm>
            <a:off x="4621338" y="3129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3" name="Freeform 5412"/>
          <p:cNvSpPr/>
          <p:nvPr/>
        </p:nvSpPr>
        <p:spPr>
          <a:xfrm>
            <a:off x="4491377" y="31041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4" name="Freeform 5413"/>
          <p:cNvSpPr/>
          <p:nvPr/>
        </p:nvSpPr>
        <p:spPr>
          <a:xfrm>
            <a:off x="4705611" y="26170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5" name="Freeform 5414"/>
          <p:cNvSpPr/>
          <p:nvPr/>
        </p:nvSpPr>
        <p:spPr>
          <a:xfrm>
            <a:off x="4770866" y="25259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6" name="Freeform 5415"/>
          <p:cNvSpPr/>
          <p:nvPr/>
        </p:nvSpPr>
        <p:spPr>
          <a:xfrm>
            <a:off x="4651712" y="32672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7" name="Freeform 5416"/>
          <p:cNvSpPr/>
          <p:nvPr/>
        </p:nvSpPr>
        <p:spPr>
          <a:xfrm>
            <a:off x="4805870" y="3267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8" name="Freeform 5417"/>
          <p:cNvSpPr/>
          <p:nvPr/>
        </p:nvSpPr>
        <p:spPr>
          <a:xfrm>
            <a:off x="4682813" y="28572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9" name="Freeform 5418"/>
          <p:cNvSpPr/>
          <p:nvPr/>
        </p:nvSpPr>
        <p:spPr>
          <a:xfrm>
            <a:off x="4841625" y="24074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0" name="Freeform 5419"/>
          <p:cNvSpPr/>
          <p:nvPr/>
        </p:nvSpPr>
        <p:spPr>
          <a:xfrm>
            <a:off x="4715210" y="25569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1" name="Freeform 5420"/>
          <p:cNvSpPr/>
          <p:nvPr/>
        </p:nvSpPr>
        <p:spPr>
          <a:xfrm>
            <a:off x="4566482" y="34962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2" name="Freeform 5421"/>
          <p:cNvSpPr/>
          <p:nvPr/>
        </p:nvSpPr>
        <p:spPr>
          <a:xfrm>
            <a:off x="4611448" y="31093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3" name="Freeform 5422"/>
          <p:cNvSpPr/>
          <p:nvPr/>
        </p:nvSpPr>
        <p:spPr>
          <a:xfrm>
            <a:off x="4515499" y="33704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4" name="Freeform 5423"/>
          <p:cNvSpPr/>
          <p:nvPr/>
        </p:nvSpPr>
        <p:spPr>
          <a:xfrm>
            <a:off x="4493749" y="31106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5" name="Freeform 5424"/>
          <p:cNvSpPr/>
          <p:nvPr/>
        </p:nvSpPr>
        <p:spPr>
          <a:xfrm>
            <a:off x="4708126" y="23773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6" name="Freeform 5425"/>
          <p:cNvSpPr/>
          <p:nvPr/>
        </p:nvSpPr>
        <p:spPr>
          <a:xfrm>
            <a:off x="4772598" y="35631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7" name="Freeform 5426"/>
          <p:cNvSpPr/>
          <p:nvPr/>
        </p:nvSpPr>
        <p:spPr>
          <a:xfrm>
            <a:off x="4888631" y="364006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8" name="Freeform 5427"/>
          <p:cNvSpPr/>
          <p:nvPr/>
        </p:nvSpPr>
        <p:spPr>
          <a:xfrm>
            <a:off x="4673670" y="33304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9" name="Freeform 5428"/>
          <p:cNvSpPr/>
          <p:nvPr/>
        </p:nvSpPr>
        <p:spPr>
          <a:xfrm>
            <a:off x="4654234" y="28933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0" name="Freeform 5429"/>
          <p:cNvSpPr/>
          <p:nvPr/>
        </p:nvSpPr>
        <p:spPr>
          <a:xfrm>
            <a:off x="4560932" y="27626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1" name="Freeform 5430"/>
          <p:cNvSpPr/>
          <p:nvPr/>
        </p:nvSpPr>
        <p:spPr>
          <a:xfrm>
            <a:off x="4785191" y="28345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2" name="Freeform 5431"/>
          <p:cNvSpPr/>
          <p:nvPr/>
        </p:nvSpPr>
        <p:spPr>
          <a:xfrm>
            <a:off x="4721205" y="25452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3" name="Freeform 5432"/>
          <p:cNvSpPr/>
          <p:nvPr/>
        </p:nvSpPr>
        <p:spPr>
          <a:xfrm>
            <a:off x="4615908" y="36965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4" name="Freeform 5433"/>
          <p:cNvSpPr/>
          <p:nvPr/>
        </p:nvSpPr>
        <p:spPr>
          <a:xfrm>
            <a:off x="4753228" y="254033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5" name="Freeform 5434"/>
          <p:cNvSpPr/>
          <p:nvPr/>
        </p:nvSpPr>
        <p:spPr>
          <a:xfrm>
            <a:off x="4739623" y="31281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6" name="Freeform 5435"/>
          <p:cNvSpPr/>
          <p:nvPr/>
        </p:nvSpPr>
        <p:spPr>
          <a:xfrm>
            <a:off x="4479533" y="27193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7" name="Freeform 5436"/>
          <p:cNvSpPr/>
          <p:nvPr/>
        </p:nvSpPr>
        <p:spPr>
          <a:xfrm>
            <a:off x="4759023" y="35243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8" name="Freeform 5437"/>
          <p:cNvSpPr/>
          <p:nvPr/>
        </p:nvSpPr>
        <p:spPr>
          <a:xfrm>
            <a:off x="4694133" y="300392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9" name="Freeform 5438"/>
          <p:cNvSpPr/>
          <p:nvPr/>
        </p:nvSpPr>
        <p:spPr>
          <a:xfrm>
            <a:off x="4637694" y="29133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0" name="Freeform 5439"/>
          <p:cNvSpPr/>
          <p:nvPr/>
        </p:nvSpPr>
        <p:spPr>
          <a:xfrm>
            <a:off x="4634955" y="2553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1" name="Freeform 5440"/>
          <p:cNvSpPr/>
          <p:nvPr/>
        </p:nvSpPr>
        <p:spPr>
          <a:xfrm>
            <a:off x="4866609" y="362689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2" name="Freeform 5441"/>
          <p:cNvSpPr/>
          <p:nvPr/>
        </p:nvSpPr>
        <p:spPr>
          <a:xfrm>
            <a:off x="4843883" y="29938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3" name="Freeform 5442"/>
          <p:cNvSpPr/>
          <p:nvPr/>
        </p:nvSpPr>
        <p:spPr>
          <a:xfrm>
            <a:off x="4874904" y="34310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4" name="Freeform 5443"/>
          <p:cNvSpPr/>
          <p:nvPr/>
        </p:nvSpPr>
        <p:spPr>
          <a:xfrm>
            <a:off x="4556693" y="28078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5" name="Freeform 5444"/>
          <p:cNvSpPr/>
          <p:nvPr/>
        </p:nvSpPr>
        <p:spPr>
          <a:xfrm>
            <a:off x="4609557" y="27013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6" name="Freeform 5445"/>
          <p:cNvSpPr/>
          <p:nvPr/>
        </p:nvSpPr>
        <p:spPr>
          <a:xfrm>
            <a:off x="4776437" y="25016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7" name="Freeform 5446"/>
          <p:cNvSpPr/>
          <p:nvPr/>
        </p:nvSpPr>
        <p:spPr>
          <a:xfrm>
            <a:off x="4550296" y="32154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8" name="Freeform 5447"/>
          <p:cNvSpPr/>
          <p:nvPr/>
        </p:nvSpPr>
        <p:spPr>
          <a:xfrm>
            <a:off x="4602528" y="26426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9" name="Freeform 5448"/>
          <p:cNvSpPr/>
          <p:nvPr/>
        </p:nvSpPr>
        <p:spPr>
          <a:xfrm>
            <a:off x="4486561" y="247273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0" name="Freeform 5449"/>
          <p:cNvSpPr/>
          <p:nvPr/>
        </p:nvSpPr>
        <p:spPr>
          <a:xfrm>
            <a:off x="4877808" y="36496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1" name="Freeform 5450"/>
          <p:cNvSpPr/>
          <p:nvPr/>
        </p:nvSpPr>
        <p:spPr>
          <a:xfrm>
            <a:off x="4793254" y="27659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2" name="Freeform 5451"/>
          <p:cNvSpPr/>
          <p:nvPr/>
        </p:nvSpPr>
        <p:spPr>
          <a:xfrm>
            <a:off x="4728622" y="26303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3" name="Freeform 5452"/>
          <p:cNvSpPr/>
          <p:nvPr/>
        </p:nvSpPr>
        <p:spPr>
          <a:xfrm>
            <a:off x="4703024" y="31072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4" name="Freeform 5453"/>
          <p:cNvSpPr/>
          <p:nvPr/>
        </p:nvSpPr>
        <p:spPr>
          <a:xfrm>
            <a:off x="4634949" y="34801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5" name="Freeform 5454"/>
          <p:cNvSpPr/>
          <p:nvPr/>
        </p:nvSpPr>
        <p:spPr>
          <a:xfrm>
            <a:off x="4637009" y="26364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6" name="Freeform 5455"/>
          <p:cNvSpPr/>
          <p:nvPr/>
        </p:nvSpPr>
        <p:spPr>
          <a:xfrm>
            <a:off x="4745436" y="34757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7" name="Freeform 5456"/>
          <p:cNvSpPr/>
          <p:nvPr/>
        </p:nvSpPr>
        <p:spPr>
          <a:xfrm>
            <a:off x="4603429" y="30757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8" name="Freeform 5457"/>
          <p:cNvSpPr/>
          <p:nvPr/>
        </p:nvSpPr>
        <p:spPr>
          <a:xfrm>
            <a:off x="4810874" y="30215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9" name="Freeform 5458"/>
          <p:cNvSpPr/>
          <p:nvPr/>
        </p:nvSpPr>
        <p:spPr>
          <a:xfrm>
            <a:off x="4626878" y="27255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0" name="Freeform 5459"/>
          <p:cNvSpPr/>
          <p:nvPr/>
        </p:nvSpPr>
        <p:spPr>
          <a:xfrm>
            <a:off x="4586131" y="325135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1" name="Freeform 5460"/>
          <p:cNvSpPr/>
          <p:nvPr/>
        </p:nvSpPr>
        <p:spPr>
          <a:xfrm>
            <a:off x="4818428" y="32740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2" name="Freeform 5461"/>
          <p:cNvSpPr/>
          <p:nvPr/>
        </p:nvSpPr>
        <p:spPr>
          <a:xfrm>
            <a:off x="4664170" y="29671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3" name="Freeform 5462"/>
          <p:cNvSpPr/>
          <p:nvPr/>
        </p:nvSpPr>
        <p:spPr>
          <a:xfrm>
            <a:off x="4738931" y="26116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4" name="Freeform 5463"/>
          <p:cNvSpPr/>
          <p:nvPr/>
        </p:nvSpPr>
        <p:spPr>
          <a:xfrm>
            <a:off x="4635184" y="21097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5" name="Freeform 5464"/>
          <p:cNvSpPr/>
          <p:nvPr/>
        </p:nvSpPr>
        <p:spPr>
          <a:xfrm>
            <a:off x="4438866" y="35964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6" name="Freeform 5465"/>
          <p:cNvSpPr/>
          <p:nvPr/>
        </p:nvSpPr>
        <p:spPr>
          <a:xfrm>
            <a:off x="4738110" y="28823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7" name="Freeform 5466"/>
          <p:cNvSpPr/>
          <p:nvPr/>
        </p:nvSpPr>
        <p:spPr>
          <a:xfrm>
            <a:off x="4535510" y="34315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8" name="Freeform 5467"/>
          <p:cNvSpPr/>
          <p:nvPr/>
        </p:nvSpPr>
        <p:spPr>
          <a:xfrm>
            <a:off x="4795345" y="26067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9" name="Freeform 5468"/>
          <p:cNvSpPr/>
          <p:nvPr/>
        </p:nvSpPr>
        <p:spPr>
          <a:xfrm>
            <a:off x="4513672" y="33735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0" name="Freeform 5469"/>
          <p:cNvSpPr/>
          <p:nvPr/>
        </p:nvSpPr>
        <p:spPr>
          <a:xfrm>
            <a:off x="4480077" y="32701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1" name="Freeform 5470"/>
          <p:cNvSpPr/>
          <p:nvPr/>
        </p:nvSpPr>
        <p:spPr>
          <a:xfrm>
            <a:off x="4712482" y="32367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2" name="Freeform 5471"/>
          <p:cNvSpPr/>
          <p:nvPr/>
        </p:nvSpPr>
        <p:spPr>
          <a:xfrm>
            <a:off x="4725066" y="30357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3" name="Freeform 5472"/>
          <p:cNvSpPr/>
          <p:nvPr/>
        </p:nvSpPr>
        <p:spPr>
          <a:xfrm>
            <a:off x="4690985" y="287925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4" name="Freeform 5473"/>
          <p:cNvSpPr/>
          <p:nvPr/>
        </p:nvSpPr>
        <p:spPr>
          <a:xfrm>
            <a:off x="4549749" y="28163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5" name="Freeform 5474"/>
          <p:cNvSpPr/>
          <p:nvPr/>
        </p:nvSpPr>
        <p:spPr>
          <a:xfrm>
            <a:off x="4774624" y="30081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6" name="Freeform 5475"/>
          <p:cNvSpPr/>
          <p:nvPr/>
        </p:nvSpPr>
        <p:spPr>
          <a:xfrm>
            <a:off x="4522886" y="35268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7" name="Freeform 5476"/>
          <p:cNvSpPr/>
          <p:nvPr/>
        </p:nvSpPr>
        <p:spPr>
          <a:xfrm>
            <a:off x="4629907" y="272076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8" name="Freeform 5477"/>
          <p:cNvSpPr/>
          <p:nvPr/>
        </p:nvSpPr>
        <p:spPr>
          <a:xfrm>
            <a:off x="4595262" y="30266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9" name="Freeform 5478"/>
          <p:cNvSpPr/>
          <p:nvPr/>
        </p:nvSpPr>
        <p:spPr>
          <a:xfrm>
            <a:off x="4639170" y="25507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0" name="Freeform 5479"/>
          <p:cNvSpPr/>
          <p:nvPr/>
        </p:nvSpPr>
        <p:spPr>
          <a:xfrm>
            <a:off x="4770799" y="32831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1" name="Freeform 5480"/>
          <p:cNvSpPr/>
          <p:nvPr/>
        </p:nvSpPr>
        <p:spPr>
          <a:xfrm>
            <a:off x="4611742" y="36335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2" name="Freeform 5481"/>
          <p:cNvSpPr/>
          <p:nvPr/>
        </p:nvSpPr>
        <p:spPr>
          <a:xfrm>
            <a:off x="4739948" y="301920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3" name="Freeform 5482"/>
          <p:cNvSpPr/>
          <p:nvPr/>
        </p:nvSpPr>
        <p:spPr>
          <a:xfrm>
            <a:off x="4753829" y="24981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4" name="Freeform 5483"/>
          <p:cNvSpPr/>
          <p:nvPr/>
        </p:nvSpPr>
        <p:spPr>
          <a:xfrm>
            <a:off x="4496533" y="29428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5" name="Freeform 5484"/>
          <p:cNvSpPr/>
          <p:nvPr/>
        </p:nvSpPr>
        <p:spPr>
          <a:xfrm>
            <a:off x="4554777" y="30840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6" name="Freeform 5485"/>
          <p:cNvSpPr/>
          <p:nvPr/>
        </p:nvSpPr>
        <p:spPr>
          <a:xfrm>
            <a:off x="4638563" y="33468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7" name="Freeform 5486"/>
          <p:cNvSpPr/>
          <p:nvPr/>
        </p:nvSpPr>
        <p:spPr>
          <a:xfrm>
            <a:off x="4616230" y="231726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8" name="Freeform 5487"/>
          <p:cNvSpPr/>
          <p:nvPr/>
        </p:nvSpPr>
        <p:spPr>
          <a:xfrm>
            <a:off x="4712486" y="34092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9" name="Freeform 5488"/>
          <p:cNvSpPr/>
          <p:nvPr/>
        </p:nvSpPr>
        <p:spPr>
          <a:xfrm>
            <a:off x="4472931" y="32900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0" name="Freeform 5489"/>
          <p:cNvSpPr/>
          <p:nvPr/>
        </p:nvSpPr>
        <p:spPr>
          <a:xfrm>
            <a:off x="4756658" y="27825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1" name="Freeform 5490"/>
          <p:cNvSpPr/>
          <p:nvPr/>
        </p:nvSpPr>
        <p:spPr>
          <a:xfrm>
            <a:off x="4759224" y="37329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2" name="Freeform 5491"/>
          <p:cNvSpPr/>
          <p:nvPr/>
        </p:nvSpPr>
        <p:spPr>
          <a:xfrm>
            <a:off x="4661575" y="25065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3" name="Freeform 5492"/>
          <p:cNvSpPr/>
          <p:nvPr/>
        </p:nvSpPr>
        <p:spPr>
          <a:xfrm>
            <a:off x="4531619" y="27613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4" name="Freeform 5493"/>
          <p:cNvSpPr/>
          <p:nvPr/>
        </p:nvSpPr>
        <p:spPr>
          <a:xfrm>
            <a:off x="4680170" y="26535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5" name="Freeform 5494"/>
          <p:cNvSpPr/>
          <p:nvPr/>
        </p:nvSpPr>
        <p:spPr>
          <a:xfrm>
            <a:off x="4622074" y="27872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6" name="Freeform 5495"/>
          <p:cNvSpPr/>
          <p:nvPr/>
        </p:nvSpPr>
        <p:spPr>
          <a:xfrm>
            <a:off x="4740189" y="306899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7" name="Freeform 5496"/>
          <p:cNvSpPr/>
          <p:nvPr/>
        </p:nvSpPr>
        <p:spPr>
          <a:xfrm>
            <a:off x="4670434" y="34223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8" name="Freeform 5497"/>
          <p:cNvSpPr/>
          <p:nvPr/>
        </p:nvSpPr>
        <p:spPr>
          <a:xfrm>
            <a:off x="4757475" y="30607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9" name="Freeform 5498"/>
          <p:cNvSpPr/>
          <p:nvPr/>
        </p:nvSpPr>
        <p:spPr>
          <a:xfrm>
            <a:off x="4633217" y="33879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0" name="Freeform 5499"/>
          <p:cNvSpPr/>
          <p:nvPr/>
        </p:nvSpPr>
        <p:spPr>
          <a:xfrm>
            <a:off x="4833897" y="28154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1" name="Freeform 5500"/>
          <p:cNvSpPr/>
          <p:nvPr/>
        </p:nvSpPr>
        <p:spPr>
          <a:xfrm>
            <a:off x="4433019" y="26898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2" name="Freeform 5501"/>
          <p:cNvSpPr/>
          <p:nvPr/>
        </p:nvSpPr>
        <p:spPr>
          <a:xfrm>
            <a:off x="4570866" y="24273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3" name="Freeform 5502"/>
          <p:cNvSpPr/>
          <p:nvPr/>
        </p:nvSpPr>
        <p:spPr>
          <a:xfrm>
            <a:off x="4732077" y="28602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4" name="Freeform 5503"/>
          <p:cNvSpPr/>
          <p:nvPr/>
        </p:nvSpPr>
        <p:spPr>
          <a:xfrm>
            <a:off x="4517941" y="264366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5" name="Freeform 5504"/>
          <p:cNvSpPr/>
          <p:nvPr/>
        </p:nvSpPr>
        <p:spPr>
          <a:xfrm>
            <a:off x="4758299" y="31222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6" name="Freeform 5505"/>
          <p:cNvSpPr/>
          <p:nvPr/>
        </p:nvSpPr>
        <p:spPr>
          <a:xfrm>
            <a:off x="4549413" y="31932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7" name="Freeform 5506"/>
          <p:cNvSpPr/>
          <p:nvPr/>
        </p:nvSpPr>
        <p:spPr>
          <a:xfrm>
            <a:off x="4689542" y="28203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8" name="Freeform 5507"/>
          <p:cNvSpPr/>
          <p:nvPr/>
        </p:nvSpPr>
        <p:spPr>
          <a:xfrm>
            <a:off x="4581716" y="31572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9" name="Freeform 5508"/>
          <p:cNvSpPr/>
          <p:nvPr/>
        </p:nvSpPr>
        <p:spPr>
          <a:xfrm>
            <a:off x="4632374" y="29004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0" name="Freeform 5509"/>
          <p:cNvSpPr/>
          <p:nvPr/>
        </p:nvSpPr>
        <p:spPr>
          <a:xfrm>
            <a:off x="4698253" y="34215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1" name="Freeform 5510"/>
          <p:cNvSpPr/>
          <p:nvPr/>
        </p:nvSpPr>
        <p:spPr>
          <a:xfrm>
            <a:off x="4668368" y="33512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2" name="Freeform 5511"/>
          <p:cNvSpPr/>
          <p:nvPr/>
        </p:nvSpPr>
        <p:spPr>
          <a:xfrm>
            <a:off x="4638780" y="27569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3" name="Freeform 5512"/>
          <p:cNvSpPr/>
          <p:nvPr/>
        </p:nvSpPr>
        <p:spPr>
          <a:xfrm>
            <a:off x="4909904" y="26585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4" name="Freeform 5513"/>
          <p:cNvSpPr/>
          <p:nvPr/>
        </p:nvSpPr>
        <p:spPr>
          <a:xfrm>
            <a:off x="4680478" y="33920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5" name="Freeform 5514"/>
          <p:cNvSpPr/>
          <p:nvPr/>
        </p:nvSpPr>
        <p:spPr>
          <a:xfrm>
            <a:off x="4575810" y="27431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6" name="Freeform 5515"/>
          <p:cNvSpPr/>
          <p:nvPr/>
        </p:nvSpPr>
        <p:spPr>
          <a:xfrm>
            <a:off x="4778803" y="32145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7" name="Freeform 5516"/>
          <p:cNvSpPr/>
          <p:nvPr/>
        </p:nvSpPr>
        <p:spPr>
          <a:xfrm>
            <a:off x="4767363" y="29994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8" name="Freeform 5517"/>
          <p:cNvSpPr/>
          <p:nvPr/>
        </p:nvSpPr>
        <p:spPr>
          <a:xfrm>
            <a:off x="4810396" y="24507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9" name="Freeform 5518"/>
          <p:cNvSpPr/>
          <p:nvPr/>
        </p:nvSpPr>
        <p:spPr>
          <a:xfrm>
            <a:off x="4870766" y="26895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0" name="Freeform 5519"/>
          <p:cNvSpPr/>
          <p:nvPr/>
        </p:nvSpPr>
        <p:spPr>
          <a:xfrm>
            <a:off x="4579086" y="26940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1" name="Freeform 5520"/>
          <p:cNvSpPr/>
          <p:nvPr/>
        </p:nvSpPr>
        <p:spPr>
          <a:xfrm>
            <a:off x="4792916" y="22581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2" name="Freeform 5521"/>
          <p:cNvSpPr/>
          <p:nvPr/>
        </p:nvSpPr>
        <p:spPr>
          <a:xfrm>
            <a:off x="4801482" y="32816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3" name="Freeform 5522"/>
          <p:cNvSpPr/>
          <p:nvPr/>
        </p:nvSpPr>
        <p:spPr>
          <a:xfrm>
            <a:off x="4679611" y="33920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4" name="Freeform 5523"/>
          <p:cNvSpPr/>
          <p:nvPr/>
        </p:nvSpPr>
        <p:spPr>
          <a:xfrm>
            <a:off x="4705799" y="32887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5" name="Freeform 5524"/>
          <p:cNvSpPr/>
          <p:nvPr/>
        </p:nvSpPr>
        <p:spPr>
          <a:xfrm>
            <a:off x="4358347" y="31055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6" name="Freeform 5525"/>
          <p:cNvSpPr/>
          <p:nvPr/>
        </p:nvSpPr>
        <p:spPr>
          <a:xfrm>
            <a:off x="4618174" y="39282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7" name="Freeform 5526"/>
          <p:cNvSpPr/>
          <p:nvPr/>
        </p:nvSpPr>
        <p:spPr>
          <a:xfrm>
            <a:off x="4870841" y="30871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8" name="Freeform 5527"/>
          <p:cNvSpPr/>
          <p:nvPr/>
        </p:nvSpPr>
        <p:spPr>
          <a:xfrm>
            <a:off x="4488423" y="32192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9" name="Freeform 5528"/>
          <p:cNvSpPr/>
          <p:nvPr/>
        </p:nvSpPr>
        <p:spPr>
          <a:xfrm>
            <a:off x="4622266" y="26988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0" name="Freeform 5529"/>
          <p:cNvSpPr/>
          <p:nvPr/>
        </p:nvSpPr>
        <p:spPr>
          <a:xfrm>
            <a:off x="4710375" y="28678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1" name="Freeform 5530"/>
          <p:cNvSpPr/>
          <p:nvPr/>
        </p:nvSpPr>
        <p:spPr>
          <a:xfrm>
            <a:off x="4741144" y="324119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2" name="Freeform 5531"/>
          <p:cNvSpPr/>
          <p:nvPr/>
        </p:nvSpPr>
        <p:spPr>
          <a:xfrm>
            <a:off x="4854108" y="27747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3" name="Freeform 5532"/>
          <p:cNvSpPr/>
          <p:nvPr/>
        </p:nvSpPr>
        <p:spPr>
          <a:xfrm>
            <a:off x="4490993" y="27225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4" name="Freeform 5533"/>
          <p:cNvSpPr/>
          <p:nvPr/>
        </p:nvSpPr>
        <p:spPr>
          <a:xfrm>
            <a:off x="4684147" y="33069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5" name="Freeform 5534"/>
          <p:cNvSpPr/>
          <p:nvPr/>
        </p:nvSpPr>
        <p:spPr>
          <a:xfrm>
            <a:off x="4771536" y="31990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6" name="Freeform 5535"/>
          <p:cNvSpPr/>
          <p:nvPr/>
        </p:nvSpPr>
        <p:spPr>
          <a:xfrm>
            <a:off x="4539044" y="38776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7" name="Freeform 5536"/>
          <p:cNvSpPr/>
          <p:nvPr/>
        </p:nvSpPr>
        <p:spPr>
          <a:xfrm>
            <a:off x="4675327" y="34331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8" name="Freeform 5537"/>
          <p:cNvSpPr/>
          <p:nvPr/>
        </p:nvSpPr>
        <p:spPr>
          <a:xfrm>
            <a:off x="4881200" y="32967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9" name="Freeform 5538"/>
          <p:cNvSpPr/>
          <p:nvPr/>
        </p:nvSpPr>
        <p:spPr>
          <a:xfrm>
            <a:off x="4820407" y="29768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0" name="Freeform 5539"/>
          <p:cNvSpPr/>
          <p:nvPr/>
        </p:nvSpPr>
        <p:spPr>
          <a:xfrm>
            <a:off x="4737286" y="33762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1" name="Freeform 5540"/>
          <p:cNvSpPr/>
          <p:nvPr/>
        </p:nvSpPr>
        <p:spPr>
          <a:xfrm>
            <a:off x="4399929" y="32070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2" name="Freeform 5541"/>
          <p:cNvSpPr/>
          <p:nvPr/>
        </p:nvSpPr>
        <p:spPr>
          <a:xfrm>
            <a:off x="4665630" y="34858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3" name="Freeform 5542"/>
          <p:cNvSpPr/>
          <p:nvPr/>
        </p:nvSpPr>
        <p:spPr>
          <a:xfrm>
            <a:off x="4720910" y="29388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4" name="Freeform 5543"/>
          <p:cNvSpPr/>
          <p:nvPr/>
        </p:nvSpPr>
        <p:spPr>
          <a:xfrm>
            <a:off x="4646573" y="28390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5" name="Freeform 5544"/>
          <p:cNvSpPr/>
          <p:nvPr/>
        </p:nvSpPr>
        <p:spPr>
          <a:xfrm>
            <a:off x="4672572" y="284824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6" name="Freeform 5545"/>
          <p:cNvSpPr/>
          <p:nvPr/>
        </p:nvSpPr>
        <p:spPr>
          <a:xfrm>
            <a:off x="5009424" y="30010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7" name="Freeform 5546"/>
          <p:cNvSpPr/>
          <p:nvPr/>
        </p:nvSpPr>
        <p:spPr>
          <a:xfrm>
            <a:off x="4656629" y="36095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8" name="Freeform 5547"/>
          <p:cNvSpPr/>
          <p:nvPr/>
        </p:nvSpPr>
        <p:spPr>
          <a:xfrm>
            <a:off x="4575845" y="32487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9" name="Freeform 5548"/>
          <p:cNvSpPr/>
          <p:nvPr/>
        </p:nvSpPr>
        <p:spPr>
          <a:xfrm>
            <a:off x="4705553" y="31654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0" name="Freeform 5549"/>
          <p:cNvSpPr/>
          <p:nvPr/>
        </p:nvSpPr>
        <p:spPr>
          <a:xfrm>
            <a:off x="4645803" y="31638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1" name="Freeform 5550"/>
          <p:cNvSpPr/>
          <p:nvPr/>
        </p:nvSpPr>
        <p:spPr>
          <a:xfrm>
            <a:off x="4646437" y="29764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2" name="Freeform 5551"/>
          <p:cNvSpPr/>
          <p:nvPr/>
        </p:nvSpPr>
        <p:spPr>
          <a:xfrm>
            <a:off x="4670255" y="24474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3" name="Freeform 5552"/>
          <p:cNvSpPr/>
          <p:nvPr/>
        </p:nvSpPr>
        <p:spPr>
          <a:xfrm>
            <a:off x="4762376" y="26877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4" name="Freeform 5553"/>
          <p:cNvSpPr/>
          <p:nvPr/>
        </p:nvSpPr>
        <p:spPr>
          <a:xfrm>
            <a:off x="4704980" y="33927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5" name="Freeform 5554"/>
          <p:cNvSpPr/>
          <p:nvPr/>
        </p:nvSpPr>
        <p:spPr>
          <a:xfrm>
            <a:off x="4551047" y="2740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6" name="Freeform 5555"/>
          <p:cNvSpPr/>
          <p:nvPr/>
        </p:nvSpPr>
        <p:spPr>
          <a:xfrm>
            <a:off x="4665376" y="27550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7" name="Freeform 5556"/>
          <p:cNvSpPr/>
          <p:nvPr/>
        </p:nvSpPr>
        <p:spPr>
          <a:xfrm>
            <a:off x="4730327" y="33216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8" name="Freeform 5557"/>
          <p:cNvSpPr/>
          <p:nvPr/>
        </p:nvSpPr>
        <p:spPr>
          <a:xfrm>
            <a:off x="4629537" y="26733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9" name="Freeform 5558"/>
          <p:cNvSpPr/>
          <p:nvPr/>
        </p:nvSpPr>
        <p:spPr>
          <a:xfrm>
            <a:off x="4802482" y="30686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0" name="Freeform 5559"/>
          <p:cNvSpPr/>
          <p:nvPr/>
        </p:nvSpPr>
        <p:spPr>
          <a:xfrm>
            <a:off x="4762706" y="35582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1" name="Freeform 5560"/>
          <p:cNvSpPr/>
          <p:nvPr/>
        </p:nvSpPr>
        <p:spPr>
          <a:xfrm>
            <a:off x="4573584" y="28275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2" name="Freeform 5561"/>
          <p:cNvSpPr/>
          <p:nvPr/>
        </p:nvSpPr>
        <p:spPr>
          <a:xfrm>
            <a:off x="4713783" y="29208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3" name="Freeform 5562"/>
          <p:cNvSpPr/>
          <p:nvPr/>
        </p:nvSpPr>
        <p:spPr>
          <a:xfrm>
            <a:off x="4891788" y="30950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4" name="Freeform 5563"/>
          <p:cNvSpPr/>
          <p:nvPr/>
        </p:nvSpPr>
        <p:spPr>
          <a:xfrm>
            <a:off x="4846474" y="30205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5" name="Freeform 5564"/>
          <p:cNvSpPr/>
          <p:nvPr/>
        </p:nvSpPr>
        <p:spPr>
          <a:xfrm>
            <a:off x="4673553" y="32875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6" name="Freeform 5565"/>
          <p:cNvSpPr/>
          <p:nvPr/>
        </p:nvSpPr>
        <p:spPr>
          <a:xfrm>
            <a:off x="4775595" y="27668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7" name="Freeform 5566"/>
          <p:cNvSpPr/>
          <p:nvPr/>
        </p:nvSpPr>
        <p:spPr>
          <a:xfrm>
            <a:off x="4607485" y="30228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8" name="Freeform 5567"/>
          <p:cNvSpPr/>
          <p:nvPr/>
        </p:nvSpPr>
        <p:spPr>
          <a:xfrm>
            <a:off x="4524663" y="29406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9" name="Freeform 5568"/>
          <p:cNvSpPr/>
          <p:nvPr/>
        </p:nvSpPr>
        <p:spPr>
          <a:xfrm>
            <a:off x="4738871" y="28659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0" name="Freeform 5569"/>
          <p:cNvSpPr/>
          <p:nvPr/>
        </p:nvSpPr>
        <p:spPr>
          <a:xfrm>
            <a:off x="4705946" y="34581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1" name="Freeform 5570"/>
          <p:cNvSpPr/>
          <p:nvPr/>
        </p:nvSpPr>
        <p:spPr>
          <a:xfrm>
            <a:off x="4734574" y="33562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2" name="Freeform 5571"/>
          <p:cNvSpPr/>
          <p:nvPr/>
        </p:nvSpPr>
        <p:spPr>
          <a:xfrm>
            <a:off x="4676930" y="38716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3" name="Freeform 5572"/>
          <p:cNvSpPr/>
          <p:nvPr/>
        </p:nvSpPr>
        <p:spPr>
          <a:xfrm>
            <a:off x="4714443" y="278463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4" name="Freeform 5573"/>
          <p:cNvSpPr/>
          <p:nvPr/>
        </p:nvSpPr>
        <p:spPr>
          <a:xfrm>
            <a:off x="4624703" y="34807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5" name="Freeform 5574"/>
          <p:cNvSpPr/>
          <p:nvPr/>
        </p:nvSpPr>
        <p:spPr>
          <a:xfrm>
            <a:off x="4730200" y="29539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6" name="Freeform 5575"/>
          <p:cNvSpPr/>
          <p:nvPr/>
        </p:nvSpPr>
        <p:spPr>
          <a:xfrm>
            <a:off x="4768692" y="286053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7" name="Freeform 5576"/>
          <p:cNvSpPr/>
          <p:nvPr/>
        </p:nvSpPr>
        <p:spPr>
          <a:xfrm>
            <a:off x="4673324" y="2769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8" name="Freeform 5577"/>
          <p:cNvSpPr/>
          <p:nvPr/>
        </p:nvSpPr>
        <p:spPr>
          <a:xfrm>
            <a:off x="4766666" y="34775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9" name="Freeform 5578"/>
          <p:cNvSpPr/>
          <p:nvPr/>
        </p:nvSpPr>
        <p:spPr>
          <a:xfrm>
            <a:off x="4490124" y="30313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0" name="Freeform 5579"/>
          <p:cNvSpPr/>
          <p:nvPr/>
        </p:nvSpPr>
        <p:spPr>
          <a:xfrm>
            <a:off x="4595465" y="235153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1" name="Freeform 5580"/>
          <p:cNvSpPr/>
          <p:nvPr/>
        </p:nvSpPr>
        <p:spPr>
          <a:xfrm>
            <a:off x="4834100" y="23342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2" name="Freeform 5581"/>
          <p:cNvSpPr/>
          <p:nvPr/>
        </p:nvSpPr>
        <p:spPr>
          <a:xfrm>
            <a:off x="4868029" y="26190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3" name="Freeform 5582"/>
          <p:cNvSpPr/>
          <p:nvPr/>
        </p:nvSpPr>
        <p:spPr>
          <a:xfrm>
            <a:off x="4706380" y="28736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4" name="Freeform 5583"/>
          <p:cNvSpPr/>
          <p:nvPr/>
        </p:nvSpPr>
        <p:spPr>
          <a:xfrm>
            <a:off x="4668516" y="33996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5" name="Freeform 5584"/>
          <p:cNvSpPr/>
          <p:nvPr/>
        </p:nvSpPr>
        <p:spPr>
          <a:xfrm>
            <a:off x="4543931" y="27243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6" name="Freeform 5585"/>
          <p:cNvSpPr/>
          <p:nvPr/>
        </p:nvSpPr>
        <p:spPr>
          <a:xfrm>
            <a:off x="4718466" y="30677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7" name="Freeform 5586"/>
          <p:cNvSpPr/>
          <p:nvPr/>
        </p:nvSpPr>
        <p:spPr>
          <a:xfrm>
            <a:off x="4762846" y="27862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8" name="Freeform 5587"/>
          <p:cNvSpPr/>
          <p:nvPr/>
        </p:nvSpPr>
        <p:spPr>
          <a:xfrm>
            <a:off x="4521057" y="32537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9" name="Freeform 5588"/>
          <p:cNvSpPr/>
          <p:nvPr/>
        </p:nvSpPr>
        <p:spPr>
          <a:xfrm>
            <a:off x="4739361" y="30736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0" name="Freeform 5589"/>
          <p:cNvSpPr/>
          <p:nvPr/>
        </p:nvSpPr>
        <p:spPr>
          <a:xfrm>
            <a:off x="4732062" y="294156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1" name="Freeform 5590"/>
          <p:cNvSpPr/>
          <p:nvPr/>
        </p:nvSpPr>
        <p:spPr>
          <a:xfrm>
            <a:off x="4726734" y="29093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2" name="Freeform 5591"/>
          <p:cNvSpPr/>
          <p:nvPr/>
        </p:nvSpPr>
        <p:spPr>
          <a:xfrm>
            <a:off x="4558954" y="28124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3" name="Freeform 5592"/>
          <p:cNvSpPr/>
          <p:nvPr/>
        </p:nvSpPr>
        <p:spPr>
          <a:xfrm>
            <a:off x="4737536" y="323277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4" name="Freeform 5593"/>
          <p:cNvSpPr/>
          <p:nvPr/>
        </p:nvSpPr>
        <p:spPr>
          <a:xfrm>
            <a:off x="4519329" y="35321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5" name="Freeform 5594"/>
          <p:cNvSpPr/>
          <p:nvPr/>
        </p:nvSpPr>
        <p:spPr>
          <a:xfrm>
            <a:off x="4838816" y="23693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6" name="Freeform 5595"/>
          <p:cNvSpPr/>
          <p:nvPr/>
        </p:nvSpPr>
        <p:spPr>
          <a:xfrm>
            <a:off x="4694034" y="20307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7" name="Freeform 5596"/>
          <p:cNvSpPr/>
          <p:nvPr/>
        </p:nvSpPr>
        <p:spPr>
          <a:xfrm>
            <a:off x="4555090" y="28305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8" name="Freeform 5597"/>
          <p:cNvSpPr/>
          <p:nvPr/>
        </p:nvSpPr>
        <p:spPr>
          <a:xfrm>
            <a:off x="4823475" y="35245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9" name="Freeform 5598"/>
          <p:cNvSpPr/>
          <p:nvPr/>
        </p:nvSpPr>
        <p:spPr>
          <a:xfrm>
            <a:off x="4803024" y="33087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0" name="Freeform 5599"/>
          <p:cNvSpPr/>
          <p:nvPr/>
        </p:nvSpPr>
        <p:spPr>
          <a:xfrm>
            <a:off x="4609992" y="28064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1" name="Freeform 5600"/>
          <p:cNvSpPr/>
          <p:nvPr/>
        </p:nvSpPr>
        <p:spPr>
          <a:xfrm>
            <a:off x="4915358" y="24804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2" name="Freeform 5601"/>
          <p:cNvSpPr/>
          <p:nvPr/>
        </p:nvSpPr>
        <p:spPr>
          <a:xfrm>
            <a:off x="4572153" y="34810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3" name="Freeform 5602"/>
          <p:cNvSpPr/>
          <p:nvPr/>
        </p:nvSpPr>
        <p:spPr>
          <a:xfrm>
            <a:off x="4713101" y="30545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4" name="Freeform 5603"/>
          <p:cNvSpPr/>
          <p:nvPr/>
        </p:nvSpPr>
        <p:spPr>
          <a:xfrm>
            <a:off x="4806065" y="29291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5" name="Freeform 5604"/>
          <p:cNvSpPr/>
          <p:nvPr/>
        </p:nvSpPr>
        <p:spPr>
          <a:xfrm>
            <a:off x="4436665" y="266717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6" name="Freeform 5605"/>
          <p:cNvSpPr/>
          <p:nvPr/>
        </p:nvSpPr>
        <p:spPr>
          <a:xfrm>
            <a:off x="4786705" y="31404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7" name="Freeform 5606"/>
          <p:cNvSpPr/>
          <p:nvPr/>
        </p:nvSpPr>
        <p:spPr>
          <a:xfrm>
            <a:off x="4672649" y="36184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8" name="Freeform 5607"/>
          <p:cNvSpPr/>
          <p:nvPr/>
        </p:nvSpPr>
        <p:spPr>
          <a:xfrm>
            <a:off x="4677893" y="27625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9" name="Freeform 5608"/>
          <p:cNvSpPr/>
          <p:nvPr/>
        </p:nvSpPr>
        <p:spPr>
          <a:xfrm>
            <a:off x="4564374" y="25652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0" name="Freeform 5609"/>
          <p:cNvSpPr/>
          <p:nvPr/>
        </p:nvSpPr>
        <p:spPr>
          <a:xfrm>
            <a:off x="4715037" y="30382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1" name="Freeform 5610"/>
          <p:cNvSpPr/>
          <p:nvPr/>
        </p:nvSpPr>
        <p:spPr>
          <a:xfrm>
            <a:off x="4560852" y="28471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2" name="Freeform 5611"/>
          <p:cNvSpPr/>
          <p:nvPr/>
        </p:nvSpPr>
        <p:spPr>
          <a:xfrm>
            <a:off x="4575971" y="31917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3" name="Freeform 5612"/>
          <p:cNvSpPr/>
          <p:nvPr/>
        </p:nvSpPr>
        <p:spPr>
          <a:xfrm>
            <a:off x="4631675" y="33372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4" name="Freeform 5613"/>
          <p:cNvSpPr/>
          <p:nvPr/>
        </p:nvSpPr>
        <p:spPr>
          <a:xfrm>
            <a:off x="4548278" y="26037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5" name="Freeform 5614"/>
          <p:cNvSpPr/>
          <p:nvPr/>
        </p:nvSpPr>
        <p:spPr>
          <a:xfrm>
            <a:off x="4847817" y="28540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6" name="Freeform 5615"/>
          <p:cNvSpPr/>
          <p:nvPr/>
        </p:nvSpPr>
        <p:spPr>
          <a:xfrm>
            <a:off x="4537432" y="28137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7" name="Freeform 5616"/>
          <p:cNvSpPr/>
          <p:nvPr/>
        </p:nvSpPr>
        <p:spPr>
          <a:xfrm>
            <a:off x="4598830" y="24174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8" name="Freeform 5617"/>
          <p:cNvSpPr/>
          <p:nvPr/>
        </p:nvSpPr>
        <p:spPr>
          <a:xfrm>
            <a:off x="4645729" y="34191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9" name="Freeform 5618"/>
          <p:cNvSpPr/>
          <p:nvPr/>
        </p:nvSpPr>
        <p:spPr>
          <a:xfrm>
            <a:off x="4679954" y="32221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0" name="Freeform 5619"/>
          <p:cNvSpPr/>
          <p:nvPr/>
        </p:nvSpPr>
        <p:spPr>
          <a:xfrm>
            <a:off x="4764333" y="2944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1" name="Freeform 5620"/>
          <p:cNvSpPr/>
          <p:nvPr/>
        </p:nvSpPr>
        <p:spPr>
          <a:xfrm>
            <a:off x="4767111" y="32269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2" name="Freeform 5621"/>
          <p:cNvSpPr/>
          <p:nvPr/>
        </p:nvSpPr>
        <p:spPr>
          <a:xfrm>
            <a:off x="4647174" y="26990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3" name="Freeform 5622"/>
          <p:cNvSpPr/>
          <p:nvPr/>
        </p:nvSpPr>
        <p:spPr>
          <a:xfrm>
            <a:off x="4638485" y="30792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4" name="Freeform 5623"/>
          <p:cNvSpPr/>
          <p:nvPr/>
        </p:nvSpPr>
        <p:spPr>
          <a:xfrm>
            <a:off x="4683320" y="33946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5" name="Freeform 5624"/>
          <p:cNvSpPr/>
          <p:nvPr/>
        </p:nvSpPr>
        <p:spPr>
          <a:xfrm>
            <a:off x="4767510" y="2980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6" name="Freeform 5625"/>
          <p:cNvSpPr/>
          <p:nvPr/>
        </p:nvSpPr>
        <p:spPr>
          <a:xfrm>
            <a:off x="4754186" y="29391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7" name="Freeform 5626"/>
          <p:cNvSpPr/>
          <p:nvPr/>
        </p:nvSpPr>
        <p:spPr>
          <a:xfrm>
            <a:off x="4624334" y="26397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8" name="Freeform 5627"/>
          <p:cNvSpPr/>
          <p:nvPr/>
        </p:nvSpPr>
        <p:spPr>
          <a:xfrm>
            <a:off x="4459288" y="28518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9" name="Freeform 5628"/>
          <p:cNvSpPr/>
          <p:nvPr/>
        </p:nvSpPr>
        <p:spPr>
          <a:xfrm>
            <a:off x="4908827" y="28252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0" name="Freeform 5629"/>
          <p:cNvSpPr/>
          <p:nvPr/>
        </p:nvSpPr>
        <p:spPr>
          <a:xfrm>
            <a:off x="4781353" y="28803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1" name="Freeform 5630"/>
          <p:cNvSpPr/>
          <p:nvPr/>
        </p:nvSpPr>
        <p:spPr>
          <a:xfrm>
            <a:off x="4707741" y="30796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2" name="Freeform 5631"/>
          <p:cNvSpPr/>
          <p:nvPr/>
        </p:nvSpPr>
        <p:spPr>
          <a:xfrm>
            <a:off x="4715991" y="328644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3" name="Freeform 5632"/>
          <p:cNvSpPr/>
          <p:nvPr/>
        </p:nvSpPr>
        <p:spPr>
          <a:xfrm>
            <a:off x="4623775" y="28927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4" name="Freeform 5633"/>
          <p:cNvSpPr/>
          <p:nvPr/>
        </p:nvSpPr>
        <p:spPr>
          <a:xfrm>
            <a:off x="4572483" y="31363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5" name="Freeform 5634"/>
          <p:cNvSpPr/>
          <p:nvPr/>
        </p:nvSpPr>
        <p:spPr>
          <a:xfrm>
            <a:off x="4644005" y="23438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6" name="Freeform 5635"/>
          <p:cNvSpPr/>
          <p:nvPr/>
        </p:nvSpPr>
        <p:spPr>
          <a:xfrm>
            <a:off x="4655774" y="24800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7" name="Freeform 5636"/>
          <p:cNvSpPr/>
          <p:nvPr/>
        </p:nvSpPr>
        <p:spPr>
          <a:xfrm>
            <a:off x="4612686" y="27579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8" name="Freeform 5637"/>
          <p:cNvSpPr/>
          <p:nvPr/>
        </p:nvSpPr>
        <p:spPr>
          <a:xfrm>
            <a:off x="4523692" y="285760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9" name="Freeform 5638"/>
          <p:cNvSpPr/>
          <p:nvPr/>
        </p:nvSpPr>
        <p:spPr>
          <a:xfrm>
            <a:off x="4646134" y="30403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0" name="Freeform 5639"/>
          <p:cNvSpPr/>
          <p:nvPr/>
        </p:nvSpPr>
        <p:spPr>
          <a:xfrm>
            <a:off x="4741250" y="34999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1" name="Freeform 5640"/>
          <p:cNvSpPr/>
          <p:nvPr/>
        </p:nvSpPr>
        <p:spPr>
          <a:xfrm>
            <a:off x="4626631" y="30905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2" name="Freeform 5641"/>
          <p:cNvSpPr/>
          <p:nvPr/>
        </p:nvSpPr>
        <p:spPr>
          <a:xfrm>
            <a:off x="4681923" y="29661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3" name="Freeform 5642"/>
          <p:cNvSpPr/>
          <p:nvPr/>
        </p:nvSpPr>
        <p:spPr>
          <a:xfrm>
            <a:off x="4458054" y="29159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4" name="Freeform 5643"/>
          <p:cNvSpPr/>
          <p:nvPr/>
        </p:nvSpPr>
        <p:spPr>
          <a:xfrm>
            <a:off x="4657362" y="28219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5" name="Freeform 5644"/>
          <p:cNvSpPr/>
          <p:nvPr/>
        </p:nvSpPr>
        <p:spPr>
          <a:xfrm>
            <a:off x="4666526" y="26449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6" name="Freeform 5645"/>
          <p:cNvSpPr/>
          <p:nvPr/>
        </p:nvSpPr>
        <p:spPr>
          <a:xfrm>
            <a:off x="4548411" y="32770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7" name="Freeform 5646"/>
          <p:cNvSpPr/>
          <p:nvPr/>
        </p:nvSpPr>
        <p:spPr>
          <a:xfrm>
            <a:off x="4494554" y="32734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8" name="Freeform 5647"/>
          <p:cNvSpPr/>
          <p:nvPr/>
        </p:nvSpPr>
        <p:spPr>
          <a:xfrm>
            <a:off x="4723628" y="24374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9" name="Freeform 5648"/>
          <p:cNvSpPr/>
          <p:nvPr/>
        </p:nvSpPr>
        <p:spPr>
          <a:xfrm>
            <a:off x="4592959" y="27038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0" name="Freeform 5649"/>
          <p:cNvSpPr/>
          <p:nvPr/>
        </p:nvSpPr>
        <p:spPr>
          <a:xfrm>
            <a:off x="4731816" y="31589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1" name="Freeform 5650"/>
          <p:cNvSpPr/>
          <p:nvPr/>
        </p:nvSpPr>
        <p:spPr>
          <a:xfrm>
            <a:off x="4634620" y="30478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2" name="Freeform 5651"/>
          <p:cNvSpPr/>
          <p:nvPr/>
        </p:nvSpPr>
        <p:spPr>
          <a:xfrm>
            <a:off x="4746240" y="304610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3" name="Freeform 5652"/>
          <p:cNvSpPr/>
          <p:nvPr/>
        </p:nvSpPr>
        <p:spPr>
          <a:xfrm>
            <a:off x="4643329" y="29935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4" name="Freeform 5653"/>
          <p:cNvSpPr/>
          <p:nvPr/>
        </p:nvSpPr>
        <p:spPr>
          <a:xfrm>
            <a:off x="4518401" y="282069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5" name="Freeform 5654"/>
          <p:cNvSpPr/>
          <p:nvPr/>
        </p:nvSpPr>
        <p:spPr>
          <a:xfrm>
            <a:off x="4670323" y="20127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6" name="Freeform 5655"/>
          <p:cNvSpPr/>
          <p:nvPr/>
        </p:nvSpPr>
        <p:spPr>
          <a:xfrm>
            <a:off x="4644456" y="29315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7" name="Freeform 5656"/>
          <p:cNvSpPr/>
          <p:nvPr/>
        </p:nvSpPr>
        <p:spPr>
          <a:xfrm>
            <a:off x="4749895" y="27462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8" name="Freeform 5657"/>
          <p:cNvSpPr/>
          <p:nvPr/>
        </p:nvSpPr>
        <p:spPr>
          <a:xfrm>
            <a:off x="4631370" y="36665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9" name="Freeform 5658"/>
          <p:cNvSpPr/>
          <p:nvPr/>
        </p:nvSpPr>
        <p:spPr>
          <a:xfrm>
            <a:off x="4637523" y="31958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0" name="Freeform 5659"/>
          <p:cNvSpPr/>
          <p:nvPr/>
        </p:nvSpPr>
        <p:spPr>
          <a:xfrm>
            <a:off x="4771559" y="25244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1" name="Freeform 5660"/>
          <p:cNvSpPr/>
          <p:nvPr/>
        </p:nvSpPr>
        <p:spPr>
          <a:xfrm>
            <a:off x="4804339" y="28482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2" name="Freeform 5661"/>
          <p:cNvSpPr/>
          <p:nvPr/>
        </p:nvSpPr>
        <p:spPr>
          <a:xfrm>
            <a:off x="4760814" y="472530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3" name="Freeform 5662"/>
          <p:cNvSpPr/>
          <p:nvPr/>
        </p:nvSpPr>
        <p:spPr>
          <a:xfrm>
            <a:off x="4790591" y="27418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4" name="Freeform 5663"/>
          <p:cNvSpPr/>
          <p:nvPr/>
        </p:nvSpPr>
        <p:spPr>
          <a:xfrm>
            <a:off x="4728161" y="22544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5" name="Freeform 5664"/>
          <p:cNvSpPr/>
          <p:nvPr/>
        </p:nvSpPr>
        <p:spPr>
          <a:xfrm>
            <a:off x="4761982" y="37877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6" name="Freeform 5665"/>
          <p:cNvSpPr/>
          <p:nvPr/>
        </p:nvSpPr>
        <p:spPr>
          <a:xfrm>
            <a:off x="4773524" y="241064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7" name="Freeform 5666"/>
          <p:cNvSpPr/>
          <p:nvPr/>
        </p:nvSpPr>
        <p:spPr>
          <a:xfrm>
            <a:off x="4722765" y="40917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8" name="Freeform 5667"/>
          <p:cNvSpPr/>
          <p:nvPr/>
        </p:nvSpPr>
        <p:spPr>
          <a:xfrm>
            <a:off x="4686305" y="26384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9" name="Freeform 5668"/>
          <p:cNvSpPr/>
          <p:nvPr/>
        </p:nvSpPr>
        <p:spPr>
          <a:xfrm>
            <a:off x="4694780" y="30092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0" name="Freeform 5669"/>
          <p:cNvSpPr/>
          <p:nvPr/>
        </p:nvSpPr>
        <p:spPr>
          <a:xfrm>
            <a:off x="4936833" y="39264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1" name="Freeform 5670"/>
          <p:cNvSpPr/>
          <p:nvPr/>
        </p:nvSpPr>
        <p:spPr>
          <a:xfrm>
            <a:off x="4681036" y="28310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2" name="Freeform 5671"/>
          <p:cNvSpPr/>
          <p:nvPr/>
        </p:nvSpPr>
        <p:spPr>
          <a:xfrm>
            <a:off x="4654240" y="25550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3" name="Freeform 5672"/>
          <p:cNvSpPr/>
          <p:nvPr/>
        </p:nvSpPr>
        <p:spPr>
          <a:xfrm>
            <a:off x="4640605" y="28633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4" name="Freeform 5673"/>
          <p:cNvSpPr/>
          <p:nvPr/>
        </p:nvSpPr>
        <p:spPr>
          <a:xfrm>
            <a:off x="4676005" y="27767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5" name="Freeform 5674"/>
          <p:cNvSpPr/>
          <p:nvPr/>
        </p:nvSpPr>
        <p:spPr>
          <a:xfrm>
            <a:off x="4705697" y="31671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6" name="Freeform 5675"/>
          <p:cNvSpPr/>
          <p:nvPr/>
        </p:nvSpPr>
        <p:spPr>
          <a:xfrm>
            <a:off x="4558569" y="37350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7" name="Freeform 5676"/>
          <p:cNvSpPr/>
          <p:nvPr/>
        </p:nvSpPr>
        <p:spPr>
          <a:xfrm>
            <a:off x="4467700" y="27348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8" name="Freeform 5677"/>
          <p:cNvSpPr/>
          <p:nvPr/>
        </p:nvSpPr>
        <p:spPr>
          <a:xfrm>
            <a:off x="4711157" y="23204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9" name="Freeform 5678"/>
          <p:cNvSpPr/>
          <p:nvPr/>
        </p:nvSpPr>
        <p:spPr>
          <a:xfrm>
            <a:off x="4507764" y="256335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0" name="Freeform 5679"/>
          <p:cNvSpPr/>
          <p:nvPr/>
        </p:nvSpPr>
        <p:spPr>
          <a:xfrm>
            <a:off x="4707249" y="37846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1" name="Freeform 5680"/>
          <p:cNvSpPr/>
          <p:nvPr/>
        </p:nvSpPr>
        <p:spPr>
          <a:xfrm>
            <a:off x="4694615" y="35993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2" name="Freeform 5681"/>
          <p:cNvSpPr/>
          <p:nvPr/>
        </p:nvSpPr>
        <p:spPr>
          <a:xfrm>
            <a:off x="4802905" y="33372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3" name="Freeform 5682"/>
          <p:cNvSpPr/>
          <p:nvPr/>
        </p:nvSpPr>
        <p:spPr>
          <a:xfrm>
            <a:off x="4858243" y="36299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4" name="Freeform 5683"/>
          <p:cNvSpPr/>
          <p:nvPr/>
        </p:nvSpPr>
        <p:spPr>
          <a:xfrm>
            <a:off x="4718904" y="29885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5" name="Freeform 5684"/>
          <p:cNvSpPr/>
          <p:nvPr/>
        </p:nvSpPr>
        <p:spPr>
          <a:xfrm>
            <a:off x="4620314" y="285174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6" name="Freeform 5685"/>
          <p:cNvSpPr/>
          <p:nvPr/>
        </p:nvSpPr>
        <p:spPr>
          <a:xfrm>
            <a:off x="4553898" y="35661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7" name="Freeform 5686"/>
          <p:cNvSpPr/>
          <p:nvPr/>
        </p:nvSpPr>
        <p:spPr>
          <a:xfrm>
            <a:off x="4594873" y="27014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8" name="Freeform 5687"/>
          <p:cNvSpPr/>
          <p:nvPr/>
        </p:nvSpPr>
        <p:spPr>
          <a:xfrm>
            <a:off x="4683849" y="27703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9" name="Freeform 5688"/>
          <p:cNvSpPr/>
          <p:nvPr/>
        </p:nvSpPr>
        <p:spPr>
          <a:xfrm>
            <a:off x="4458201" y="32206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0" name="Freeform 5689"/>
          <p:cNvSpPr/>
          <p:nvPr/>
        </p:nvSpPr>
        <p:spPr>
          <a:xfrm>
            <a:off x="4687622" y="30734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1" name="Freeform 5690"/>
          <p:cNvSpPr/>
          <p:nvPr/>
        </p:nvSpPr>
        <p:spPr>
          <a:xfrm>
            <a:off x="4678283" y="37697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2" name="Freeform 5691"/>
          <p:cNvSpPr/>
          <p:nvPr/>
        </p:nvSpPr>
        <p:spPr>
          <a:xfrm>
            <a:off x="4748512" y="31360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3" name="Freeform 5692"/>
          <p:cNvSpPr/>
          <p:nvPr/>
        </p:nvSpPr>
        <p:spPr>
          <a:xfrm>
            <a:off x="4643776" y="30029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4" name="Freeform 5693"/>
          <p:cNvSpPr/>
          <p:nvPr/>
        </p:nvSpPr>
        <p:spPr>
          <a:xfrm>
            <a:off x="4690489" y="29397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5" name="Freeform 5694"/>
          <p:cNvSpPr/>
          <p:nvPr/>
        </p:nvSpPr>
        <p:spPr>
          <a:xfrm>
            <a:off x="4600824" y="28574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6" name="Freeform 5695"/>
          <p:cNvSpPr/>
          <p:nvPr/>
        </p:nvSpPr>
        <p:spPr>
          <a:xfrm>
            <a:off x="4629932" y="291018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7" name="Freeform 5696"/>
          <p:cNvSpPr/>
          <p:nvPr/>
        </p:nvSpPr>
        <p:spPr>
          <a:xfrm>
            <a:off x="4489879" y="31094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8" name="Freeform 5697"/>
          <p:cNvSpPr/>
          <p:nvPr/>
        </p:nvSpPr>
        <p:spPr>
          <a:xfrm>
            <a:off x="4692799" y="28937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9" name="Freeform 5698"/>
          <p:cNvSpPr/>
          <p:nvPr/>
        </p:nvSpPr>
        <p:spPr>
          <a:xfrm>
            <a:off x="4845250" y="26133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0" name="Freeform 5699"/>
          <p:cNvSpPr/>
          <p:nvPr/>
        </p:nvSpPr>
        <p:spPr>
          <a:xfrm>
            <a:off x="4696970" y="30432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1" name="Freeform 5700"/>
          <p:cNvSpPr/>
          <p:nvPr/>
        </p:nvSpPr>
        <p:spPr>
          <a:xfrm>
            <a:off x="4718708" y="28814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2" name="Freeform 5701"/>
          <p:cNvSpPr/>
          <p:nvPr/>
        </p:nvSpPr>
        <p:spPr>
          <a:xfrm>
            <a:off x="4574562" y="30788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3" name="Freeform 5702"/>
          <p:cNvSpPr/>
          <p:nvPr/>
        </p:nvSpPr>
        <p:spPr>
          <a:xfrm>
            <a:off x="4832686" y="32592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4" name="Freeform 5703"/>
          <p:cNvSpPr/>
          <p:nvPr/>
        </p:nvSpPr>
        <p:spPr>
          <a:xfrm>
            <a:off x="4597521" y="28010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5" name="Freeform 5704"/>
          <p:cNvSpPr/>
          <p:nvPr/>
        </p:nvSpPr>
        <p:spPr>
          <a:xfrm>
            <a:off x="4765343" y="32233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6" name="Freeform 5705"/>
          <p:cNvSpPr/>
          <p:nvPr/>
        </p:nvSpPr>
        <p:spPr>
          <a:xfrm>
            <a:off x="4691055" y="28545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7" name="Freeform 5706"/>
          <p:cNvSpPr/>
          <p:nvPr/>
        </p:nvSpPr>
        <p:spPr>
          <a:xfrm>
            <a:off x="4576971" y="29948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8" name="Freeform 5707"/>
          <p:cNvSpPr/>
          <p:nvPr/>
        </p:nvSpPr>
        <p:spPr>
          <a:xfrm>
            <a:off x="4789456" y="31249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9" name="Freeform 5708"/>
          <p:cNvSpPr/>
          <p:nvPr/>
        </p:nvSpPr>
        <p:spPr>
          <a:xfrm>
            <a:off x="4681218" y="31344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0" name="Freeform 5709"/>
          <p:cNvSpPr/>
          <p:nvPr/>
        </p:nvSpPr>
        <p:spPr>
          <a:xfrm>
            <a:off x="4698691" y="32049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1" name="Freeform 5710"/>
          <p:cNvSpPr/>
          <p:nvPr/>
        </p:nvSpPr>
        <p:spPr>
          <a:xfrm>
            <a:off x="4727940" y="36506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2" name="Freeform 5711"/>
          <p:cNvSpPr/>
          <p:nvPr/>
        </p:nvSpPr>
        <p:spPr>
          <a:xfrm>
            <a:off x="4677272" y="28558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3" name="Freeform 5712"/>
          <p:cNvSpPr/>
          <p:nvPr/>
        </p:nvSpPr>
        <p:spPr>
          <a:xfrm>
            <a:off x="4639059" y="29151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4" name="Freeform 5713"/>
          <p:cNvSpPr/>
          <p:nvPr/>
        </p:nvSpPr>
        <p:spPr>
          <a:xfrm>
            <a:off x="4729442" y="26730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5" name="Freeform 5714"/>
          <p:cNvSpPr/>
          <p:nvPr/>
        </p:nvSpPr>
        <p:spPr>
          <a:xfrm>
            <a:off x="4636273" y="32140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6" name="Freeform 5715"/>
          <p:cNvSpPr/>
          <p:nvPr/>
        </p:nvSpPr>
        <p:spPr>
          <a:xfrm>
            <a:off x="4686563" y="22633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7" name="Freeform 5716"/>
          <p:cNvSpPr/>
          <p:nvPr/>
        </p:nvSpPr>
        <p:spPr>
          <a:xfrm>
            <a:off x="4608146" y="31546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8" name="Freeform 5717"/>
          <p:cNvSpPr/>
          <p:nvPr/>
        </p:nvSpPr>
        <p:spPr>
          <a:xfrm>
            <a:off x="4520168" y="33486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9" name="Freeform 5718"/>
          <p:cNvSpPr/>
          <p:nvPr/>
        </p:nvSpPr>
        <p:spPr>
          <a:xfrm>
            <a:off x="4607559" y="33951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0" name="Freeform 5719"/>
          <p:cNvSpPr/>
          <p:nvPr/>
        </p:nvSpPr>
        <p:spPr>
          <a:xfrm>
            <a:off x="4626604" y="36851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1" name="Freeform 5720"/>
          <p:cNvSpPr/>
          <p:nvPr/>
        </p:nvSpPr>
        <p:spPr>
          <a:xfrm>
            <a:off x="4681156" y="24054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2" name="Freeform 5721"/>
          <p:cNvSpPr/>
          <p:nvPr/>
        </p:nvSpPr>
        <p:spPr>
          <a:xfrm>
            <a:off x="4806275" y="24687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3" name="Freeform 5722"/>
          <p:cNvSpPr/>
          <p:nvPr/>
        </p:nvSpPr>
        <p:spPr>
          <a:xfrm>
            <a:off x="4498840" y="27705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4" name="Freeform 5723"/>
          <p:cNvSpPr/>
          <p:nvPr/>
        </p:nvSpPr>
        <p:spPr>
          <a:xfrm>
            <a:off x="4693329" y="335691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5" name="Freeform 5724"/>
          <p:cNvSpPr/>
          <p:nvPr/>
        </p:nvSpPr>
        <p:spPr>
          <a:xfrm>
            <a:off x="4442950" y="22963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6" name="Freeform 5725"/>
          <p:cNvSpPr/>
          <p:nvPr/>
        </p:nvSpPr>
        <p:spPr>
          <a:xfrm>
            <a:off x="4567690" y="31436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7" name="Freeform 5726"/>
          <p:cNvSpPr/>
          <p:nvPr/>
        </p:nvSpPr>
        <p:spPr>
          <a:xfrm>
            <a:off x="4625329" y="31112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8" name="Freeform 5727"/>
          <p:cNvSpPr/>
          <p:nvPr/>
        </p:nvSpPr>
        <p:spPr>
          <a:xfrm>
            <a:off x="4438548" y="24428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9" name="Freeform 5728"/>
          <p:cNvSpPr/>
          <p:nvPr/>
        </p:nvSpPr>
        <p:spPr>
          <a:xfrm>
            <a:off x="4480841" y="27477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0" name="Freeform 5729"/>
          <p:cNvSpPr/>
          <p:nvPr/>
        </p:nvSpPr>
        <p:spPr>
          <a:xfrm>
            <a:off x="4696051" y="21435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1" name="Freeform 5730"/>
          <p:cNvSpPr/>
          <p:nvPr/>
        </p:nvSpPr>
        <p:spPr>
          <a:xfrm>
            <a:off x="4687891" y="29084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2" name="Freeform 5731"/>
          <p:cNvSpPr/>
          <p:nvPr/>
        </p:nvSpPr>
        <p:spPr>
          <a:xfrm>
            <a:off x="4667400" y="31614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3" name="Freeform 5732"/>
          <p:cNvSpPr/>
          <p:nvPr/>
        </p:nvSpPr>
        <p:spPr>
          <a:xfrm>
            <a:off x="4593593" y="32455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4" name="Freeform 5733"/>
          <p:cNvSpPr/>
          <p:nvPr/>
        </p:nvSpPr>
        <p:spPr>
          <a:xfrm>
            <a:off x="4910038" y="37294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5" name="Freeform 5734"/>
          <p:cNvSpPr/>
          <p:nvPr/>
        </p:nvSpPr>
        <p:spPr>
          <a:xfrm>
            <a:off x="4662323" y="31150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6" name="Freeform 5735"/>
          <p:cNvSpPr/>
          <p:nvPr/>
        </p:nvSpPr>
        <p:spPr>
          <a:xfrm>
            <a:off x="4587347" y="25574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7" name="Freeform 5736"/>
          <p:cNvSpPr/>
          <p:nvPr/>
        </p:nvSpPr>
        <p:spPr>
          <a:xfrm>
            <a:off x="4859120" y="27712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8" name="Freeform 5737"/>
          <p:cNvSpPr/>
          <p:nvPr/>
        </p:nvSpPr>
        <p:spPr>
          <a:xfrm>
            <a:off x="4745289" y="29979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9" name="Freeform 5738"/>
          <p:cNvSpPr/>
          <p:nvPr/>
        </p:nvSpPr>
        <p:spPr>
          <a:xfrm>
            <a:off x="4639891" y="33956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0" name="Freeform 5739"/>
          <p:cNvSpPr/>
          <p:nvPr/>
        </p:nvSpPr>
        <p:spPr>
          <a:xfrm>
            <a:off x="4807161" y="29169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1" name="Freeform 5740"/>
          <p:cNvSpPr/>
          <p:nvPr/>
        </p:nvSpPr>
        <p:spPr>
          <a:xfrm>
            <a:off x="4696332" y="26091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2" name="Freeform 5741"/>
          <p:cNvSpPr/>
          <p:nvPr/>
        </p:nvSpPr>
        <p:spPr>
          <a:xfrm>
            <a:off x="4748372" y="28371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3" name="Freeform 5742"/>
          <p:cNvSpPr/>
          <p:nvPr/>
        </p:nvSpPr>
        <p:spPr>
          <a:xfrm>
            <a:off x="4704691" y="29405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4" name="Freeform 5743"/>
          <p:cNvSpPr/>
          <p:nvPr/>
        </p:nvSpPr>
        <p:spPr>
          <a:xfrm>
            <a:off x="4569556" y="33180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5" name="Freeform 5744"/>
          <p:cNvSpPr/>
          <p:nvPr/>
        </p:nvSpPr>
        <p:spPr>
          <a:xfrm>
            <a:off x="4783468" y="26661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6" name="Freeform 5745"/>
          <p:cNvSpPr/>
          <p:nvPr/>
        </p:nvSpPr>
        <p:spPr>
          <a:xfrm>
            <a:off x="4696738" y="42327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7" name="Freeform 5746"/>
          <p:cNvSpPr/>
          <p:nvPr/>
        </p:nvSpPr>
        <p:spPr>
          <a:xfrm>
            <a:off x="4571592" y="28558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8" name="Freeform 5747"/>
          <p:cNvSpPr/>
          <p:nvPr/>
        </p:nvSpPr>
        <p:spPr>
          <a:xfrm>
            <a:off x="4597958" y="19989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9" name="Freeform 5748"/>
          <p:cNvSpPr/>
          <p:nvPr/>
        </p:nvSpPr>
        <p:spPr>
          <a:xfrm>
            <a:off x="4781772" y="35967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0" name="Freeform 5749"/>
          <p:cNvSpPr/>
          <p:nvPr/>
        </p:nvSpPr>
        <p:spPr>
          <a:xfrm>
            <a:off x="4640058" y="31004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1" name="Freeform 5750"/>
          <p:cNvSpPr/>
          <p:nvPr/>
        </p:nvSpPr>
        <p:spPr>
          <a:xfrm>
            <a:off x="4684539" y="30089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2" name="Freeform 5751"/>
          <p:cNvSpPr/>
          <p:nvPr/>
        </p:nvSpPr>
        <p:spPr>
          <a:xfrm>
            <a:off x="4749591" y="31870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3" name="Freeform 5752"/>
          <p:cNvSpPr/>
          <p:nvPr/>
        </p:nvSpPr>
        <p:spPr>
          <a:xfrm>
            <a:off x="4693301" y="25998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4" name="Freeform 5753"/>
          <p:cNvSpPr/>
          <p:nvPr/>
        </p:nvSpPr>
        <p:spPr>
          <a:xfrm>
            <a:off x="4516262" y="282078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5" name="Freeform 5754"/>
          <p:cNvSpPr/>
          <p:nvPr/>
        </p:nvSpPr>
        <p:spPr>
          <a:xfrm>
            <a:off x="4747760" y="29462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6" name="Freeform 5755"/>
          <p:cNvSpPr/>
          <p:nvPr/>
        </p:nvSpPr>
        <p:spPr>
          <a:xfrm>
            <a:off x="4779956" y="26935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7" name="Freeform 5756"/>
          <p:cNvSpPr/>
          <p:nvPr/>
        </p:nvSpPr>
        <p:spPr>
          <a:xfrm>
            <a:off x="4772282" y="29993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8" name="Freeform 5757"/>
          <p:cNvSpPr/>
          <p:nvPr/>
        </p:nvSpPr>
        <p:spPr>
          <a:xfrm>
            <a:off x="4852532" y="17601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9" name="Freeform 5758"/>
          <p:cNvSpPr/>
          <p:nvPr/>
        </p:nvSpPr>
        <p:spPr>
          <a:xfrm>
            <a:off x="4718541" y="29465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0" name="Freeform 5759"/>
          <p:cNvSpPr/>
          <p:nvPr/>
        </p:nvSpPr>
        <p:spPr>
          <a:xfrm>
            <a:off x="4762696" y="2929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1" name="Freeform 5760"/>
          <p:cNvSpPr/>
          <p:nvPr/>
        </p:nvSpPr>
        <p:spPr>
          <a:xfrm>
            <a:off x="4849589" y="36759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2" name="Freeform 5761"/>
          <p:cNvSpPr/>
          <p:nvPr/>
        </p:nvSpPr>
        <p:spPr>
          <a:xfrm>
            <a:off x="4648472" y="32187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3" name="Freeform 5762"/>
          <p:cNvSpPr/>
          <p:nvPr/>
        </p:nvSpPr>
        <p:spPr>
          <a:xfrm>
            <a:off x="4865322" y="25563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4" name="Freeform 5763"/>
          <p:cNvSpPr/>
          <p:nvPr/>
        </p:nvSpPr>
        <p:spPr>
          <a:xfrm>
            <a:off x="4865137" y="352903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5" name="Freeform 5764"/>
          <p:cNvSpPr/>
          <p:nvPr/>
        </p:nvSpPr>
        <p:spPr>
          <a:xfrm>
            <a:off x="4763344" y="38510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6" name="Freeform 5765"/>
          <p:cNvSpPr/>
          <p:nvPr/>
        </p:nvSpPr>
        <p:spPr>
          <a:xfrm>
            <a:off x="4876374" y="29932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7" name="Freeform 5766"/>
          <p:cNvSpPr/>
          <p:nvPr/>
        </p:nvSpPr>
        <p:spPr>
          <a:xfrm>
            <a:off x="4770709" y="24688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8" name="Freeform 5767"/>
          <p:cNvSpPr/>
          <p:nvPr/>
        </p:nvSpPr>
        <p:spPr>
          <a:xfrm>
            <a:off x="4585358" y="298926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9" name="Freeform 5768"/>
          <p:cNvSpPr/>
          <p:nvPr/>
        </p:nvSpPr>
        <p:spPr>
          <a:xfrm>
            <a:off x="4801245" y="313754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0" name="Freeform 5769"/>
          <p:cNvSpPr/>
          <p:nvPr/>
        </p:nvSpPr>
        <p:spPr>
          <a:xfrm>
            <a:off x="4714489" y="37339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1" name="Freeform 5770"/>
          <p:cNvSpPr/>
          <p:nvPr/>
        </p:nvSpPr>
        <p:spPr>
          <a:xfrm>
            <a:off x="4723805" y="28287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2" name="Freeform 5771"/>
          <p:cNvSpPr/>
          <p:nvPr/>
        </p:nvSpPr>
        <p:spPr>
          <a:xfrm>
            <a:off x="4696111" y="274681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3" name="Freeform 5772"/>
          <p:cNvSpPr/>
          <p:nvPr/>
        </p:nvSpPr>
        <p:spPr>
          <a:xfrm>
            <a:off x="4825017" y="37038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4" name="Freeform 5773"/>
          <p:cNvSpPr/>
          <p:nvPr/>
        </p:nvSpPr>
        <p:spPr>
          <a:xfrm>
            <a:off x="4738662" y="25614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5" name="Freeform 5774"/>
          <p:cNvSpPr/>
          <p:nvPr/>
        </p:nvSpPr>
        <p:spPr>
          <a:xfrm>
            <a:off x="4605139" y="27059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6" name="Freeform 5775"/>
          <p:cNvSpPr/>
          <p:nvPr/>
        </p:nvSpPr>
        <p:spPr>
          <a:xfrm>
            <a:off x="4731543" y="25622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7" name="Freeform 5776"/>
          <p:cNvSpPr/>
          <p:nvPr/>
        </p:nvSpPr>
        <p:spPr>
          <a:xfrm>
            <a:off x="4757586" y="27772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8" name="Freeform 5777"/>
          <p:cNvSpPr/>
          <p:nvPr/>
        </p:nvSpPr>
        <p:spPr>
          <a:xfrm>
            <a:off x="4601952" y="2749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9" name="Freeform 5778"/>
          <p:cNvSpPr/>
          <p:nvPr/>
        </p:nvSpPr>
        <p:spPr>
          <a:xfrm>
            <a:off x="4633116" y="28018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0" name="Freeform 5779"/>
          <p:cNvSpPr/>
          <p:nvPr/>
        </p:nvSpPr>
        <p:spPr>
          <a:xfrm>
            <a:off x="4638594" y="26656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1" name="Freeform 5780"/>
          <p:cNvSpPr/>
          <p:nvPr/>
        </p:nvSpPr>
        <p:spPr>
          <a:xfrm>
            <a:off x="4614602" y="37183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2" name="Freeform 5781"/>
          <p:cNvSpPr/>
          <p:nvPr/>
        </p:nvSpPr>
        <p:spPr>
          <a:xfrm>
            <a:off x="4716885" y="35939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3" name="Freeform 5782"/>
          <p:cNvSpPr/>
          <p:nvPr/>
        </p:nvSpPr>
        <p:spPr>
          <a:xfrm>
            <a:off x="4788447" y="32942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4" name="Freeform 5783"/>
          <p:cNvSpPr/>
          <p:nvPr/>
        </p:nvSpPr>
        <p:spPr>
          <a:xfrm>
            <a:off x="4882010" y="30567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5" name="Freeform 5784"/>
          <p:cNvSpPr/>
          <p:nvPr/>
        </p:nvSpPr>
        <p:spPr>
          <a:xfrm>
            <a:off x="4807375" y="285381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6" name="Freeform 5785"/>
          <p:cNvSpPr/>
          <p:nvPr/>
        </p:nvSpPr>
        <p:spPr>
          <a:xfrm>
            <a:off x="4788911" y="28786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7" name="Freeform 5786"/>
          <p:cNvSpPr/>
          <p:nvPr/>
        </p:nvSpPr>
        <p:spPr>
          <a:xfrm>
            <a:off x="4801867" y="25682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8" name="Freeform 5787"/>
          <p:cNvSpPr/>
          <p:nvPr/>
        </p:nvSpPr>
        <p:spPr>
          <a:xfrm>
            <a:off x="4822416" y="25559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9" name="Freeform 5788"/>
          <p:cNvSpPr/>
          <p:nvPr/>
        </p:nvSpPr>
        <p:spPr>
          <a:xfrm>
            <a:off x="4639273" y="33476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0" name="Freeform 5789"/>
          <p:cNvSpPr/>
          <p:nvPr/>
        </p:nvSpPr>
        <p:spPr>
          <a:xfrm>
            <a:off x="4753771" y="29124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1" name="Freeform 5790"/>
          <p:cNvSpPr/>
          <p:nvPr/>
        </p:nvSpPr>
        <p:spPr>
          <a:xfrm>
            <a:off x="4714044" y="33380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2" name="Freeform 5791"/>
          <p:cNvSpPr/>
          <p:nvPr/>
        </p:nvSpPr>
        <p:spPr>
          <a:xfrm>
            <a:off x="4665735" y="30796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3" name="Freeform 5792"/>
          <p:cNvSpPr/>
          <p:nvPr/>
        </p:nvSpPr>
        <p:spPr>
          <a:xfrm>
            <a:off x="4630904" y="28798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4" name="Freeform 5793"/>
          <p:cNvSpPr/>
          <p:nvPr/>
        </p:nvSpPr>
        <p:spPr>
          <a:xfrm>
            <a:off x="4625520" y="43412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5" name="Freeform 5794"/>
          <p:cNvSpPr/>
          <p:nvPr/>
        </p:nvSpPr>
        <p:spPr>
          <a:xfrm>
            <a:off x="4650904" y="20612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6" name="Freeform 5795"/>
          <p:cNvSpPr/>
          <p:nvPr/>
        </p:nvSpPr>
        <p:spPr>
          <a:xfrm>
            <a:off x="4547482" y="27839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7" name="Freeform 5796"/>
          <p:cNvSpPr/>
          <p:nvPr/>
        </p:nvSpPr>
        <p:spPr>
          <a:xfrm>
            <a:off x="4735383" y="32392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8" name="Freeform 5797"/>
          <p:cNvSpPr/>
          <p:nvPr/>
        </p:nvSpPr>
        <p:spPr>
          <a:xfrm>
            <a:off x="4677231" y="22508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9" name="Freeform 5798"/>
          <p:cNvSpPr/>
          <p:nvPr/>
        </p:nvSpPr>
        <p:spPr>
          <a:xfrm>
            <a:off x="4690914" y="31419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0" name="Freeform 5799"/>
          <p:cNvSpPr/>
          <p:nvPr/>
        </p:nvSpPr>
        <p:spPr>
          <a:xfrm>
            <a:off x="4715804" y="29539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1" name="Freeform 5800"/>
          <p:cNvSpPr/>
          <p:nvPr/>
        </p:nvSpPr>
        <p:spPr>
          <a:xfrm>
            <a:off x="4757121" y="31966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2" name="Freeform 5801"/>
          <p:cNvSpPr/>
          <p:nvPr/>
        </p:nvSpPr>
        <p:spPr>
          <a:xfrm>
            <a:off x="4616269" y="23587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3" name="Freeform 5802"/>
          <p:cNvSpPr/>
          <p:nvPr/>
        </p:nvSpPr>
        <p:spPr>
          <a:xfrm>
            <a:off x="4668203" y="304699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4" name="Freeform 5803"/>
          <p:cNvSpPr/>
          <p:nvPr/>
        </p:nvSpPr>
        <p:spPr>
          <a:xfrm>
            <a:off x="4507502" y="29473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5" name="Freeform 5804"/>
          <p:cNvSpPr/>
          <p:nvPr/>
        </p:nvSpPr>
        <p:spPr>
          <a:xfrm>
            <a:off x="4442101" y="25342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6" name="Freeform 5805"/>
          <p:cNvSpPr/>
          <p:nvPr/>
        </p:nvSpPr>
        <p:spPr>
          <a:xfrm>
            <a:off x="4471987" y="27766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7" name="Freeform 5806"/>
          <p:cNvSpPr/>
          <p:nvPr/>
        </p:nvSpPr>
        <p:spPr>
          <a:xfrm>
            <a:off x="4843975" y="30271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8" name="Freeform 5807"/>
          <p:cNvSpPr/>
          <p:nvPr/>
        </p:nvSpPr>
        <p:spPr>
          <a:xfrm>
            <a:off x="4484194" y="25708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9" name="Freeform 5808"/>
          <p:cNvSpPr/>
          <p:nvPr/>
        </p:nvSpPr>
        <p:spPr>
          <a:xfrm>
            <a:off x="4730086" y="20114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0" name="Freeform 5809"/>
          <p:cNvSpPr/>
          <p:nvPr/>
        </p:nvSpPr>
        <p:spPr>
          <a:xfrm>
            <a:off x="4837599" y="28815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1" name="Freeform 5810"/>
          <p:cNvSpPr/>
          <p:nvPr/>
        </p:nvSpPr>
        <p:spPr>
          <a:xfrm>
            <a:off x="4630602" y="296012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2" name="Freeform 5811"/>
          <p:cNvSpPr/>
          <p:nvPr/>
        </p:nvSpPr>
        <p:spPr>
          <a:xfrm>
            <a:off x="4853921" y="29390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3" name="Freeform 5812"/>
          <p:cNvSpPr/>
          <p:nvPr/>
        </p:nvSpPr>
        <p:spPr>
          <a:xfrm>
            <a:off x="4877186" y="24925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4" name="Freeform 5813"/>
          <p:cNvSpPr/>
          <p:nvPr/>
        </p:nvSpPr>
        <p:spPr>
          <a:xfrm>
            <a:off x="4780701" y="32406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5" name="Freeform 5814"/>
          <p:cNvSpPr/>
          <p:nvPr/>
        </p:nvSpPr>
        <p:spPr>
          <a:xfrm>
            <a:off x="4933384" y="31149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6" name="Freeform 5815"/>
          <p:cNvSpPr/>
          <p:nvPr/>
        </p:nvSpPr>
        <p:spPr>
          <a:xfrm>
            <a:off x="4746190" y="36081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7" name="Freeform 5816"/>
          <p:cNvSpPr/>
          <p:nvPr/>
        </p:nvSpPr>
        <p:spPr>
          <a:xfrm>
            <a:off x="4601643" y="34696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8" name="Freeform 5817"/>
          <p:cNvSpPr/>
          <p:nvPr/>
        </p:nvSpPr>
        <p:spPr>
          <a:xfrm>
            <a:off x="4735639" y="32087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9" name="Freeform 5818"/>
          <p:cNvSpPr/>
          <p:nvPr/>
        </p:nvSpPr>
        <p:spPr>
          <a:xfrm>
            <a:off x="4632426" y="30277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0" name="Freeform 5819"/>
          <p:cNvSpPr/>
          <p:nvPr/>
        </p:nvSpPr>
        <p:spPr>
          <a:xfrm>
            <a:off x="4540514" y="23128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1" name="Freeform 5820"/>
          <p:cNvSpPr/>
          <p:nvPr/>
        </p:nvSpPr>
        <p:spPr>
          <a:xfrm>
            <a:off x="4543462" y="27958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2" name="Freeform 5821"/>
          <p:cNvSpPr/>
          <p:nvPr/>
        </p:nvSpPr>
        <p:spPr>
          <a:xfrm>
            <a:off x="4927341" y="33631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3" name="Freeform 5822"/>
          <p:cNvSpPr/>
          <p:nvPr/>
        </p:nvSpPr>
        <p:spPr>
          <a:xfrm>
            <a:off x="4622217" y="32910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4" name="Freeform 5823"/>
          <p:cNvSpPr/>
          <p:nvPr/>
        </p:nvSpPr>
        <p:spPr>
          <a:xfrm>
            <a:off x="4677611" y="24673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5" name="Freeform 5824"/>
          <p:cNvSpPr/>
          <p:nvPr/>
        </p:nvSpPr>
        <p:spPr>
          <a:xfrm>
            <a:off x="4609292" y="25645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6" name="Freeform 5825"/>
          <p:cNvSpPr/>
          <p:nvPr/>
        </p:nvSpPr>
        <p:spPr>
          <a:xfrm>
            <a:off x="4695103" y="29948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7" name="Freeform 5826"/>
          <p:cNvSpPr/>
          <p:nvPr/>
        </p:nvSpPr>
        <p:spPr>
          <a:xfrm>
            <a:off x="4654934" y="31792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8" name="Freeform 5827"/>
          <p:cNvSpPr/>
          <p:nvPr/>
        </p:nvSpPr>
        <p:spPr>
          <a:xfrm>
            <a:off x="4636659" y="25651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9" name="Freeform 5828"/>
          <p:cNvSpPr/>
          <p:nvPr/>
        </p:nvSpPr>
        <p:spPr>
          <a:xfrm>
            <a:off x="4551014" y="33950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0" name="Freeform 5829"/>
          <p:cNvSpPr/>
          <p:nvPr/>
        </p:nvSpPr>
        <p:spPr>
          <a:xfrm>
            <a:off x="4529530" y="28522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1" name="Freeform 5830"/>
          <p:cNvSpPr/>
          <p:nvPr/>
        </p:nvSpPr>
        <p:spPr>
          <a:xfrm>
            <a:off x="4601160" y="21155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2" name="Freeform 5831"/>
          <p:cNvSpPr/>
          <p:nvPr/>
        </p:nvSpPr>
        <p:spPr>
          <a:xfrm>
            <a:off x="4712131" y="29254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3" name="Freeform 5832"/>
          <p:cNvSpPr/>
          <p:nvPr/>
        </p:nvSpPr>
        <p:spPr>
          <a:xfrm>
            <a:off x="4903016" y="33097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4" name="Freeform 5833"/>
          <p:cNvSpPr/>
          <p:nvPr/>
        </p:nvSpPr>
        <p:spPr>
          <a:xfrm>
            <a:off x="4793625" y="28451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5" name="Freeform 5834"/>
          <p:cNvSpPr/>
          <p:nvPr/>
        </p:nvSpPr>
        <p:spPr>
          <a:xfrm>
            <a:off x="4876059" y="31899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6" name="Freeform 5835"/>
          <p:cNvSpPr/>
          <p:nvPr/>
        </p:nvSpPr>
        <p:spPr>
          <a:xfrm>
            <a:off x="4732994" y="35520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7" name="Freeform 5836"/>
          <p:cNvSpPr/>
          <p:nvPr/>
        </p:nvSpPr>
        <p:spPr>
          <a:xfrm>
            <a:off x="4671833" y="27312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8" name="Freeform 5837"/>
          <p:cNvSpPr/>
          <p:nvPr/>
        </p:nvSpPr>
        <p:spPr>
          <a:xfrm>
            <a:off x="4539467" y="25679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9" name="Freeform 5838"/>
          <p:cNvSpPr/>
          <p:nvPr/>
        </p:nvSpPr>
        <p:spPr>
          <a:xfrm>
            <a:off x="4681512" y="31276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0" name="Freeform 5839"/>
          <p:cNvSpPr/>
          <p:nvPr/>
        </p:nvSpPr>
        <p:spPr>
          <a:xfrm>
            <a:off x="4451904" y="31536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1" name="Freeform 5840"/>
          <p:cNvSpPr/>
          <p:nvPr/>
        </p:nvSpPr>
        <p:spPr>
          <a:xfrm>
            <a:off x="4649245" y="33825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2" name="Freeform 5841"/>
          <p:cNvSpPr/>
          <p:nvPr/>
        </p:nvSpPr>
        <p:spPr>
          <a:xfrm>
            <a:off x="4855588" y="30646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3" name="Freeform 5842"/>
          <p:cNvSpPr/>
          <p:nvPr/>
        </p:nvSpPr>
        <p:spPr>
          <a:xfrm>
            <a:off x="4716664" y="32261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4" name="Freeform 5843"/>
          <p:cNvSpPr/>
          <p:nvPr/>
        </p:nvSpPr>
        <p:spPr>
          <a:xfrm>
            <a:off x="4802249" y="34019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5" name="Freeform 5844"/>
          <p:cNvSpPr/>
          <p:nvPr/>
        </p:nvSpPr>
        <p:spPr>
          <a:xfrm>
            <a:off x="4640725" y="22646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6" name="Freeform 5845"/>
          <p:cNvSpPr/>
          <p:nvPr/>
        </p:nvSpPr>
        <p:spPr>
          <a:xfrm>
            <a:off x="4534431" y="28231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7" name="Freeform 5846"/>
          <p:cNvSpPr/>
          <p:nvPr/>
        </p:nvSpPr>
        <p:spPr>
          <a:xfrm>
            <a:off x="4630459" y="27816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8" name="Freeform 5847"/>
          <p:cNvSpPr/>
          <p:nvPr/>
        </p:nvSpPr>
        <p:spPr>
          <a:xfrm>
            <a:off x="4639322" y="26597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9" name="Freeform 5848"/>
          <p:cNvSpPr/>
          <p:nvPr/>
        </p:nvSpPr>
        <p:spPr>
          <a:xfrm>
            <a:off x="4810772" y="27038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0" name="Freeform 5849"/>
          <p:cNvSpPr/>
          <p:nvPr/>
        </p:nvSpPr>
        <p:spPr>
          <a:xfrm>
            <a:off x="4893174" y="31677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1" name="Freeform 5850"/>
          <p:cNvSpPr/>
          <p:nvPr/>
        </p:nvSpPr>
        <p:spPr>
          <a:xfrm>
            <a:off x="4602684" y="28990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2" name="Freeform 5851"/>
          <p:cNvSpPr/>
          <p:nvPr/>
        </p:nvSpPr>
        <p:spPr>
          <a:xfrm>
            <a:off x="4643533" y="31112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3" name="Freeform 5852"/>
          <p:cNvSpPr/>
          <p:nvPr/>
        </p:nvSpPr>
        <p:spPr>
          <a:xfrm>
            <a:off x="4666423" y="28341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4" name="Freeform 5853"/>
          <p:cNvSpPr/>
          <p:nvPr/>
        </p:nvSpPr>
        <p:spPr>
          <a:xfrm>
            <a:off x="4644710" y="28720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5" name="Freeform 5854"/>
          <p:cNvSpPr/>
          <p:nvPr/>
        </p:nvSpPr>
        <p:spPr>
          <a:xfrm>
            <a:off x="4549003" y="31557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6" name="Freeform 5855"/>
          <p:cNvSpPr/>
          <p:nvPr/>
        </p:nvSpPr>
        <p:spPr>
          <a:xfrm>
            <a:off x="4692061" y="35266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7" name="Freeform 5856"/>
          <p:cNvSpPr/>
          <p:nvPr/>
        </p:nvSpPr>
        <p:spPr>
          <a:xfrm>
            <a:off x="4720888" y="29485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8" name="Freeform 5857"/>
          <p:cNvSpPr/>
          <p:nvPr/>
        </p:nvSpPr>
        <p:spPr>
          <a:xfrm>
            <a:off x="4723468" y="30858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9" name="Freeform 5858"/>
          <p:cNvSpPr/>
          <p:nvPr/>
        </p:nvSpPr>
        <p:spPr>
          <a:xfrm>
            <a:off x="4553167" y="37464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0" name="Freeform 5859"/>
          <p:cNvSpPr/>
          <p:nvPr/>
        </p:nvSpPr>
        <p:spPr>
          <a:xfrm>
            <a:off x="4670086" y="28069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1" name="Freeform 5860"/>
          <p:cNvSpPr/>
          <p:nvPr/>
        </p:nvSpPr>
        <p:spPr>
          <a:xfrm>
            <a:off x="4496170" y="26276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2" name="Freeform 5861"/>
          <p:cNvSpPr/>
          <p:nvPr/>
        </p:nvSpPr>
        <p:spPr>
          <a:xfrm>
            <a:off x="4780049" y="20153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3" name="Freeform 5862"/>
          <p:cNvSpPr/>
          <p:nvPr/>
        </p:nvSpPr>
        <p:spPr>
          <a:xfrm>
            <a:off x="4573284" y="31591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4" name="Freeform 5863"/>
          <p:cNvSpPr/>
          <p:nvPr/>
        </p:nvSpPr>
        <p:spPr>
          <a:xfrm>
            <a:off x="4653038" y="32169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5" name="Freeform 5864"/>
          <p:cNvSpPr/>
          <p:nvPr/>
        </p:nvSpPr>
        <p:spPr>
          <a:xfrm>
            <a:off x="4634404" y="3440486"/>
            <a:ext cx="35922" cy="35922"/>
          </a:xfrm>
          <a:custGeom>
            <a:avLst/>
            <a:gdLst/>
            <a:ahLst/>
            <a:cxnLst/>
            <a:rect l="l" t="t" r="r" b="b"/>
            <a:pathLst>
              <a:path w="35922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6" name="Freeform 5865"/>
          <p:cNvSpPr/>
          <p:nvPr/>
        </p:nvSpPr>
        <p:spPr>
          <a:xfrm>
            <a:off x="4620076" y="29241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7" name="Freeform 5866"/>
          <p:cNvSpPr/>
          <p:nvPr/>
        </p:nvSpPr>
        <p:spPr>
          <a:xfrm>
            <a:off x="4569230" y="29266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8" name="Freeform 5867"/>
          <p:cNvSpPr/>
          <p:nvPr/>
        </p:nvSpPr>
        <p:spPr>
          <a:xfrm>
            <a:off x="4493468" y="33236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9" name="Freeform 5868"/>
          <p:cNvSpPr/>
          <p:nvPr/>
        </p:nvSpPr>
        <p:spPr>
          <a:xfrm>
            <a:off x="4867974" y="30743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0" name="Freeform 5869"/>
          <p:cNvSpPr/>
          <p:nvPr/>
        </p:nvSpPr>
        <p:spPr>
          <a:xfrm>
            <a:off x="4709983" y="37810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1" name="Freeform 5870"/>
          <p:cNvSpPr/>
          <p:nvPr/>
        </p:nvSpPr>
        <p:spPr>
          <a:xfrm>
            <a:off x="4711072" y="2642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2" name="Freeform 5871"/>
          <p:cNvSpPr/>
          <p:nvPr/>
        </p:nvSpPr>
        <p:spPr>
          <a:xfrm>
            <a:off x="4907237" y="33077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3" name="Freeform 5872"/>
          <p:cNvSpPr/>
          <p:nvPr/>
        </p:nvSpPr>
        <p:spPr>
          <a:xfrm>
            <a:off x="4671967" y="30194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4" name="Freeform 5873"/>
          <p:cNvSpPr/>
          <p:nvPr/>
        </p:nvSpPr>
        <p:spPr>
          <a:xfrm>
            <a:off x="4741869" y="35647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5" name="Freeform 5874"/>
          <p:cNvSpPr/>
          <p:nvPr/>
        </p:nvSpPr>
        <p:spPr>
          <a:xfrm>
            <a:off x="4685022" y="32340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6" name="Freeform 5875"/>
          <p:cNvSpPr/>
          <p:nvPr/>
        </p:nvSpPr>
        <p:spPr>
          <a:xfrm>
            <a:off x="4809815" y="31154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7" name="Freeform 5876"/>
          <p:cNvSpPr/>
          <p:nvPr/>
        </p:nvSpPr>
        <p:spPr>
          <a:xfrm>
            <a:off x="4736514" y="301029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8" name="Freeform 5877"/>
          <p:cNvSpPr/>
          <p:nvPr/>
        </p:nvSpPr>
        <p:spPr>
          <a:xfrm>
            <a:off x="4716495" y="28179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9" name="Freeform 5878"/>
          <p:cNvSpPr/>
          <p:nvPr/>
        </p:nvSpPr>
        <p:spPr>
          <a:xfrm>
            <a:off x="4655572" y="24421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0" name="Freeform 5879"/>
          <p:cNvSpPr/>
          <p:nvPr/>
        </p:nvSpPr>
        <p:spPr>
          <a:xfrm>
            <a:off x="4712827" y="27188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1" name="Freeform 5880"/>
          <p:cNvSpPr/>
          <p:nvPr/>
        </p:nvSpPr>
        <p:spPr>
          <a:xfrm>
            <a:off x="4807420" y="26289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2" name="Freeform 5881"/>
          <p:cNvSpPr/>
          <p:nvPr/>
        </p:nvSpPr>
        <p:spPr>
          <a:xfrm>
            <a:off x="4460776" y="24393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3" name="Freeform 5882"/>
          <p:cNvSpPr/>
          <p:nvPr/>
        </p:nvSpPr>
        <p:spPr>
          <a:xfrm>
            <a:off x="4669155" y="27826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4" name="Freeform 5883"/>
          <p:cNvSpPr/>
          <p:nvPr/>
        </p:nvSpPr>
        <p:spPr>
          <a:xfrm>
            <a:off x="4638280" y="30202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5" name="Freeform 5884"/>
          <p:cNvSpPr/>
          <p:nvPr/>
        </p:nvSpPr>
        <p:spPr>
          <a:xfrm>
            <a:off x="4650870" y="26105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6" name="Freeform 5885"/>
          <p:cNvSpPr/>
          <p:nvPr/>
        </p:nvSpPr>
        <p:spPr>
          <a:xfrm>
            <a:off x="4471629" y="25855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7" name="Freeform 5886"/>
          <p:cNvSpPr/>
          <p:nvPr/>
        </p:nvSpPr>
        <p:spPr>
          <a:xfrm>
            <a:off x="4761254" y="27517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8" name="Freeform 5887"/>
          <p:cNvSpPr/>
          <p:nvPr/>
        </p:nvSpPr>
        <p:spPr>
          <a:xfrm>
            <a:off x="4592583" y="35757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9" name="Freeform 5888"/>
          <p:cNvSpPr/>
          <p:nvPr/>
        </p:nvSpPr>
        <p:spPr>
          <a:xfrm>
            <a:off x="4658762" y="33355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0" name="Freeform 5889"/>
          <p:cNvSpPr/>
          <p:nvPr/>
        </p:nvSpPr>
        <p:spPr>
          <a:xfrm>
            <a:off x="4629150" y="31135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1" name="Freeform 5890"/>
          <p:cNvSpPr/>
          <p:nvPr/>
        </p:nvSpPr>
        <p:spPr>
          <a:xfrm>
            <a:off x="4504406" y="27004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2" name="Freeform 5891"/>
          <p:cNvSpPr/>
          <p:nvPr/>
        </p:nvSpPr>
        <p:spPr>
          <a:xfrm>
            <a:off x="4635329" y="30142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3" name="Freeform 5892"/>
          <p:cNvSpPr/>
          <p:nvPr/>
        </p:nvSpPr>
        <p:spPr>
          <a:xfrm>
            <a:off x="4486032" y="256050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4" name="Freeform 5893"/>
          <p:cNvSpPr/>
          <p:nvPr/>
        </p:nvSpPr>
        <p:spPr>
          <a:xfrm>
            <a:off x="4582238" y="24906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5" name="Freeform 5894"/>
          <p:cNvSpPr/>
          <p:nvPr/>
        </p:nvSpPr>
        <p:spPr>
          <a:xfrm>
            <a:off x="4649358" y="25360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6" name="Freeform 5895"/>
          <p:cNvSpPr/>
          <p:nvPr/>
        </p:nvSpPr>
        <p:spPr>
          <a:xfrm>
            <a:off x="4682587" y="25335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7" name="Freeform 5896"/>
          <p:cNvSpPr/>
          <p:nvPr/>
        </p:nvSpPr>
        <p:spPr>
          <a:xfrm>
            <a:off x="4689006" y="34121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8" name="Freeform 5897"/>
          <p:cNvSpPr/>
          <p:nvPr/>
        </p:nvSpPr>
        <p:spPr>
          <a:xfrm>
            <a:off x="4668371" y="28167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9" name="Freeform 5898"/>
          <p:cNvSpPr/>
          <p:nvPr/>
        </p:nvSpPr>
        <p:spPr>
          <a:xfrm>
            <a:off x="4911782" y="32438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0" name="Freeform 5899"/>
          <p:cNvSpPr/>
          <p:nvPr/>
        </p:nvSpPr>
        <p:spPr>
          <a:xfrm>
            <a:off x="4729680" y="36518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1" name="Freeform 5900"/>
          <p:cNvSpPr/>
          <p:nvPr/>
        </p:nvSpPr>
        <p:spPr>
          <a:xfrm>
            <a:off x="4552417" y="31184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2" name="Freeform 5901"/>
          <p:cNvSpPr/>
          <p:nvPr/>
        </p:nvSpPr>
        <p:spPr>
          <a:xfrm>
            <a:off x="4617618" y="24869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3" name="Freeform 5902"/>
          <p:cNvSpPr/>
          <p:nvPr/>
        </p:nvSpPr>
        <p:spPr>
          <a:xfrm>
            <a:off x="4612786" y="28253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4" name="Freeform 5903"/>
          <p:cNvSpPr/>
          <p:nvPr/>
        </p:nvSpPr>
        <p:spPr>
          <a:xfrm>
            <a:off x="4664139" y="22153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5" name="Freeform 5904"/>
          <p:cNvSpPr/>
          <p:nvPr/>
        </p:nvSpPr>
        <p:spPr>
          <a:xfrm>
            <a:off x="4618570" y="29364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6" name="Freeform 5905"/>
          <p:cNvSpPr/>
          <p:nvPr/>
        </p:nvSpPr>
        <p:spPr>
          <a:xfrm>
            <a:off x="4591614" y="204694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7" name="Freeform 5906"/>
          <p:cNvSpPr/>
          <p:nvPr/>
        </p:nvSpPr>
        <p:spPr>
          <a:xfrm>
            <a:off x="4859537" y="29363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8" name="Freeform 5907"/>
          <p:cNvSpPr/>
          <p:nvPr/>
        </p:nvSpPr>
        <p:spPr>
          <a:xfrm>
            <a:off x="4687833" y="29970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9" name="Freeform 5908"/>
          <p:cNvSpPr/>
          <p:nvPr/>
        </p:nvSpPr>
        <p:spPr>
          <a:xfrm>
            <a:off x="4647065" y="35070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0" name="Freeform 5909"/>
          <p:cNvSpPr/>
          <p:nvPr/>
        </p:nvSpPr>
        <p:spPr>
          <a:xfrm>
            <a:off x="4656149" y="25708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1" name="Freeform 5910"/>
          <p:cNvSpPr/>
          <p:nvPr/>
        </p:nvSpPr>
        <p:spPr>
          <a:xfrm>
            <a:off x="4659945" y="32025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2" name="Freeform 5911"/>
          <p:cNvSpPr/>
          <p:nvPr/>
        </p:nvSpPr>
        <p:spPr>
          <a:xfrm>
            <a:off x="4832147" y="325935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3" name="Freeform 5912"/>
          <p:cNvSpPr/>
          <p:nvPr/>
        </p:nvSpPr>
        <p:spPr>
          <a:xfrm>
            <a:off x="4734335" y="25039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4" name="Freeform 5913"/>
          <p:cNvSpPr/>
          <p:nvPr/>
        </p:nvSpPr>
        <p:spPr>
          <a:xfrm>
            <a:off x="4803325" y="25521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5" name="Freeform 5914"/>
          <p:cNvSpPr/>
          <p:nvPr/>
        </p:nvSpPr>
        <p:spPr>
          <a:xfrm>
            <a:off x="4349622" y="25623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6" name="Freeform 5915"/>
          <p:cNvSpPr/>
          <p:nvPr/>
        </p:nvSpPr>
        <p:spPr>
          <a:xfrm>
            <a:off x="4718104" y="31477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7" name="Freeform 5916"/>
          <p:cNvSpPr/>
          <p:nvPr/>
        </p:nvSpPr>
        <p:spPr>
          <a:xfrm>
            <a:off x="4796539" y="302584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8" name="Freeform 5917"/>
          <p:cNvSpPr/>
          <p:nvPr/>
        </p:nvSpPr>
        <p:spPr>
          <a:xfrm>
            <a:off x="4894355" y="30293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9" name="Freeform 5918"/>
          <p:cNvSpPr/>
          <p:nvPr/>
        </p:nvSpPr>
        <p:spPr>
          <a:xfrm>
            <a:off x="4686412" y="26993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0" name="Freeform 5919"/>
          <p:cNvSpPr/>
          <p:nvPr/>
        </p:nvSpPr>
        <p:spPr>
          <a:xfrm>
            <a:off x="4499617" y="23972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1" name="Freeform 5920"/>
          <p:cNvSpPr/>
          <p:nvPr/>
        </p:nvSpPr>
        <p:spPr>
          <a:xfrm>
            <a:off x="4746296" y="28616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2" name="Freeform 5921"/>
          <p:cNvSpPr/>
          <p:nvPr/>
        </p:nvSpPr>
        <p:spPr>
          <a:xfrm>
            <a:off x="4619215" y="22322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3" name="Freeform 5922"/>
          <p:cNvSpPr/>
          <p:nvPr/>
        </p:nvSpPr>
        <p:spPr>
          <a:xfrm>
            <a:off x="4491627" y="26543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4" name="Freeform 5923"/>
          <p:cNvSpPr/>
          <p:nvPr/>
        </p:nvSpPr>
        <p:spPr>
          <a:xfrm>
            <a:off x="4617133" y="30978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5" name="Freeform 5924"/>
          <p:cNvSpPr/>
          <p:nvPr/>
        </p:nvSpPr>
        <p:spPr>
          <a:xfrm>
            <a:off x="4796311" y="26812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6" name="Freeform 5925"/>
          <p:cNvSpPr/>
          <p:nvPr/>
        </p:nvSpPr>
        <p:spPr>
          <a:xfrm>
            <a:off x="4811927" y="23375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7" name="Freeform 5926"/>
          <p:cNvSpPr/>
          <p:nvPr/>
        </p:nvSpPr>
        <p:spPr>
          <a:xfrm>
            <a:off x="4760559" y="222304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8" name="Freeform 5927"/>
          <p:cNvSpPr/>
          <p:nvPr/>
        </p:nvSpPr>
        <p:spPr>
          <a:xfrm>
            <a:off x="4571272" y="25409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9" name="Freeform 5928"/>
          <p:cNvSpPr/>
          <p:nvPr/>
        </p:nvSpPr>
        <p:spPr>
          <a:xfrm>
            <a:off x="4952669" y="29958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0" name="Freeform 5929"/>
          <p:cNvSpPr/>
          <p:nvPr/>
        </p:nvSpPr>
        <p:spPr>
          <a:xfrm>
            <a:off x="4558336" y="30907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1" name="Freeform 5930"/>
          <p:cNvSpPr/>
          <p:nvPr/>
        </p:nvSpPr>
        <p:spPr>
          <a:xfrm>
            <a:off x="4675144" y="27801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2" name="Freeform 5931"/>
          <p:cNvSpPr/>
          <p:nvPr/>
        </p:nvSpPr>
        <p:spPr>
          <a:xfrm>
            <a:off x="4528911" y="23500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3" name="Freeform 5932"/>
          <p:cNvSpPr/>
          <p:nvPr/>
        </p:nvSpPr>
        <p:spPr>
          <a:xfrm>
            <a:off x="4824417" y="28359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4" name="Freeform 5933"/>
          <p:cNvSpPr/>
          <p:nvPr/>
        </p:nvSpPr>
        <p:spPr>
          <a:xfrm>
            <a:off x="4731244" y="28278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5" name="Freeform 5934"/>
          <p:cNvSpPr/>
          <p:nvPr/>
        </p:nvSpPr>
        <p:spPr>
          <a:xfrm>
            <a:off x="4778580" y="29857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6" name="Freeform 5935"/>
          <p:cNvSpPr/>
          <p:nvPr/>
        </p:nvSpPr>
        <p:spPr>
          <a:xfrm>
            <a:off x="4693259" y="31343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7" name="Freeform 5936"/>
          <p:cNvSpPr/>
          <p:nvPr/>
        </p:nvSpPr>
        <p:spPr>
          <a:xfrm>
            <a:off x="4676333" y="30693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8" name="Freeform 5937"/>
          <p:cNvSpPr/>
          <p:nvPr/>
        </p:nvSpPr>
        <p:spPr>
          <a:xfrm>
            <a:off x="4702320" y="29528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9" name="Freeform 5938"/>
          <p:cNvSpPr/>
          <p:nvPr/>
        </p:nvSpPr>
        <p:spPr>
          <a:xfrm>
            <a:off x="4481684" y="23328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0" name="Freeform 5939"/>
          <p:cNvSpPr/>
          <p:nvPr/>
        </p:nvSpPr>
        <p:spPr>
          <a:xfrm>
            <a:off x="4790064" y="30997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1" name="Freeform 5940"/>
          <p:cNvSpPr/>
          <p:nvPr/>
        </p:nvSpPr>
        <p:spPr>
          <a:xfrm>
            <a:off x="4781461" y="298525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2" name="Freeform 5941"/>
          <p:cNvSpPr/>
          <p:nvPr/>
        </p:nvSpPr>
        <p:spPr>
          <a:xfrm>
            <a:off x="4641802" y="33448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3" name="Freeform 5942"/>
          <p:cNvSpPr/>
          <p:nvPr/>
        </p:nvSpPr>
        <p:spPr>
          <a:xfrm>
            <a:off x="4682475" y="27251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4" name="Freeform 5943"/>
          <p:cNvSpPr/>
          <p:nvPr/>
        </p:nvSpPr>
        <p:spPr>
          <a:xfrm>
            <a:off x="4715903" y="24704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5" name="Freeform 5944"/>
          <p:cNvSpPr/>
          <p:nvPr/>
        </p:nvSpPr>
        <p:spPr>
          <a:xfrm>
            <a:off x="4851848" y="23694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6" name="Freeform 5945"/>
          <p:cNvSpPr/>
          <p:nvPr/>
        </p:nvSpPr>
        <p:spPr>
          <a:xfrm>
            <a:off x="4730119" y="29262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7" name="Freeform 5946"/>
          <p:cNvSpPr/>
          <p:nvPr/>
        </p:nvSpPr>
        <p:spPr>
          <a:xfrm>
            <a:off x="4688499" y="27808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8" name="Freeform 5947"/>
          <p:cNvSpPr/>
          <p:nvPr/>
        </p:nvSpPr>
        <p:spPr>
          <a:xfrm>
            <a:off x="4629530" y="30660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9" name="Freeform 5948"/>
          <p:cNvSpPr/>
          <p:nvPr/>
        </p:nvSpPr>
        <p:spPr>
          <a:xfrm>
            <a:off x="4523190" y="27990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0" name="Freeform 5949"/>
          <p:cNvSpPr/>
          <p:nvPr/>
        </p:nvSpPr>
        <p:spPr>
          <a:xfrm>
            <a:off x="4620276" y="28828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1" name="Freeform 5950"/>
          <p:cNvSpPr/>
          <p:nvPr/>
        </p:nvSpPr>
        <p:spPr>
          <a:xfrm>
            <a:off x="4691740" y="29830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2" name="Freeform 5951"/>
          <p:cNvSpPr/>
          <p:nvPr/>
        </p:nvSpPr>
        <p:spPr>
          <a:xfrm>
            <a:off x="4657161" y="29519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3" name="Freeform 5952"/>
          <p:cNvSpPr/>
          <p:nvPr/>
        </p:nvSpPr>
        <p:spPr>
          <a:xfrm>
            <a:off x="4692264" y="28288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4" name="Freeform 5953"/>
          <p:cNvSpPr/>
          <p:nvPr/>
        </p:nvSpPr>
        <p:spPr>
          <a:xfrm>
            <a:off x="4763956" y="31211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5" name="Freeform 5954"/>
          <p:cNvSpPr/>
          <p:nvPr/>
        </p:nvSpPr>
        <p:spPr>
          <a:xfrm>
            <a:off x="4730832" y="31008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6" name="Freeform 5955"/>
          <p:cNvSpPr/>
          <p:nvPr/>
        </p:nvSpPr>
        <p:spPr>
          <a:xfrm>
            <a:off x="4713742" y="23370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7" name="Freeform 5956"/>
          <p:cNvSpPr/>
          <p:nvPr/>
        </p:nvSpPr>
        <p:spPr>
          <a:xfrm>
            <a:off x="4754533" y="19440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8" name="Freeform 5957"/>
          <p:cNvSpPr/>
          <p:nvPr/>
        </p:nvSpPr>
        <p:spPr>
          <a:xfrm>
            <a:off x="4704295" y="34776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9" name="Freeform 5958"/>
          <p:cNvSpPr/>
          <p:nvPr/>
        </p:nvSpPr>
        <p:spPr>
          <a:xfrm>
            <a:off x="4681088" y="34992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0" name="Freeform 5959"/>
          <p:cNvSpPr/>
          <p:nvPr/>
        </p:nvSpPr>
        <p:spPr>
          <a:xfrm>
            <a:off x="4734670" y="33808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1" name="Freeform 5960"/>
          <p:cNvSpPr/>
          <p:nvPr/>
        </p:nvSpPr>
        <p:spPr>
          <a:xfrm>
            <a:off x="4499623" y="30463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2" name="Freeform 5961"/>
          <p:cNvSpPr/>
          <p:nvPr/>
        </p:nvSpPr>
        <p:spPr>
          <a:xfrm>
            <a:off x="4818497" y="26549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3" name="Freeform 5962"/>
          <p:cNvSpPr/>
          <p:nvPr/>
        </p:nvSpPr>
        <p:spPr>
          <a:xfrm>
            <a:off x="4546601" y="27742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4" name="Freeform 5963"/>
          <p:cNvSpPr/>
          <p:nvPr/>
        </p:nvSpPr>
        <p:spPr>
          <a:xfrm>
            <a:off x="4774087" y="29384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5" name="Freeform 5964"/>
          <p:cNvSpPr/>
          <p:nvPr/>
        </p:nvSpPr>
        <p:spPr>
          <a:xfrm>
            <a:off x="4685966" y="27986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6" name="Freeform 5965"/>
          <p:cNvSpPr/>
          <p:nvPr/>
        </p:nvSpPr>
        <p:spPr>
          <a:xfrm>
            <a:off x="4803161" y="32769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7" name="Freeform 5966"/>
          <p:cNvSpPr/>
          <p:nvPr/>
        </p:nvSpPr>
        <p:spPr>
          <a:xfrm>
            <a:off x="4688435" y="310150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8" name="Freeform 5967"/>
          <p:cNvSpPr/>
          <p:nvPr/>
        </p:nvSpPr>
        <p:spPr>
          <a:xfrm>
            <a:off x="4583691" y="30137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9" name="Freeform 5968"/>
          <p:cNvSpPr/>
          <p:nvPr/>
        </p:nvSpPr>
        <p:spPr>
          <a:xfrm>
            <a:off x="4799569" y="36264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0" name="Freeform 5969"/>
          <p:cNvSpPr/>
          <p:nvPr/>
        </p:nvSpPr>
        <p:spPr>
          <a:xfrm>
            <a:off x="4704528" y="34608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1" name="Freeform 5970"/>
          <p:cNvSpPr/>
          <p:nvPr/>
        </p:nvSpPr>
        <p:spPr>
          <a:xfrm>
            <a:off x="4697492" y="34452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2" name="Freeform 5971"/>
          <p:cNvSpPr/>
          <p:nvPr/>
        </p:nvSpPr>
        <p:spPr>
          <a:xfrm>
            <a:off x="4693525" y="27065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3" name="Freeform 5972"/>
          <p:cNvSpPr/>
          <p:nvPr/>
        </p:nvSpPr>
        <p:spPr>
          <a:xfrm>
            <a:off x="4791994" y="29097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4" name="Freeform 5973"/>
          <p:cNvSpPr/>
          <p:nvPr/>
        </p:nvSpPr>
        <p:spPr>
          <a:xfrm>
            <a:off x="4772393" y="27664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5" name="Freeform 5974"/>
          <p:cNvSpPr/>
          <p:nvPr/>
        </p:nvSpPr>
        <p:spPr>
          <a:xfrm>
            <a:off x="4709580" y="37265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6" name="Freeform 5975"/>
          <p:cNvSpPr/>
          <p:nvPr/>
        </p:nvSpPr>
        <p:spPr>
          <a:xfrm>
            <a:off x="4519081" y="35870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7" name="Freeform 5976"/>
          <p:cNvSpPr/>
          <p:nvPr/>
        </p:nvSpPr>
        <p:spPr>
          <a:xfrm>
            <a:off x="4641796" y="27460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8" name="Freeform 5977"/>
          <p:cNvSpPr/>
          <p:nvPr/>
        </p:nvSpPr>
        <p:spPr>
          <a:xfrm>
            <a:off x="4696364" y="40944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9" name="Freeform 5978"/>
          <p:cNvSpPr/>
          <p:nvPr/>
        </p:nvSpPr>
        <p:spPr>
          <a:xfrm>
            <a:off x="4877111" y="25261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0" name="Freeform 5979"/>
          <p:cNvSpPr/>
          <p:nvPr/>
        </p:nvSpPr>
        <p:spPr>
          <a:xfrm>
            <a:off x="4726260" y="37201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1" name="Freeform 5980"/>
          <p:cNvSpPr/>
          <p:nvPr/>
        </p:nvSpPr>
        <p:spPr>
          <a:xfrm>
            <a:off x="4675320" y="26754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2" name="Freeform 5981"/>
          <p:cNvSpPr/>
          <p:nvPr/>
        </p:nvSpPr>
        <p:spPr>
          <a:xfrm>
            <a:off x="4813138" y="33539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3" name="Freeform 5982"/>
          <p:cNvSpPr/>
          <p:nvPr/>
        </p:nvSpPr>
        <p:spPr>
          <a:xfrm>
            <a:off x="4673310" y="2594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4" name="Freeform 5983"/>
          <p:cNvSpPr/>
          <p:nvPr/>
        </p:nvSpPr>
        <p:spPr>
          <a:xfrm>
            <a:off x="4682257" y="17490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5" name="Freeform 5984"/>
          <p:cNvSpPr/>
          <p:nvPr/>
        </p:nvSpPr>
        <p:spPr>
          <a:xfrm>
            <a:off x="4702083" y="38963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6" name="Freeform 5985"/>
          <p:cNvSpPr/>
          <p:nvPr/>
        </p:nvSpPr>
        <p:spPr>
          <a:xfrm>
            <a:off x="4525063" y="27334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7" name="Freeform 5986"/>
          <p:cNvSpPr/>
          <p:nvPr/>
        </p:nvSpPr>
        <p:spPr>
          <a:xfrm>
            <a:off x="4787749" y="37142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8" name="Freeform 5987"/>
          <p:cNvSpPr/>
          <p:nvPr/>
        </p:nvSpPr>
        <p:spPr>
          <a:xfrm>
            <a:off x="4730888" y="28386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9" name="Freeform 5988"/>
          <p:cNvSpPr/>
          <p:nvPr/>
        </p:nvSpPr>
        <p:spPr>
          <a:xfrm>
            <a:off x="4655131" y="30868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0" name="Freeform 5989"/>
          <p:cNvSpPr/>
          <p:nvPr/>
        </p:nvSpPr>
        <p:spPr>
          <a:xfrm>
            <a:off x="4563192" y="29550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1" name="Freeform 5990"/>
          <p:cNvSpPr/>
          <p:nvPr/>
        </p:nvSpPr>
        <p:spPr>
          <a:xfrm>
            <a:off x="4708253" y="33630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2" name="Freeform 5991"/>
          <p:cNvSpPr/>
          <p:nvPr/>
        </p:nvSpPr>
        <p:spPr>
          <a:xfrm>
            <a:off x="4835187" y="27000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3" name="Freeform 5992"/>
          <p:cNvSpPr/>
          <p:nvPr/>
        </p:nvSpPr>
        <p:spPr>
          <a:xfrm>
            <a:off x="4616842" y="35732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4" name="Freeform 5993"/>
          <p:cNvSpPr/>
          <p:nvPr/>
        </p:nvSpPr>
        <p:spPr>
          <a:xfrm>
            <a:off x="4571885" y="25194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5" name="Freeform 5994"/>
          <p:cNvSpPr/>
          <p:nvPr/>
        </p:nvSpPr>
        <p:spPr>
          <a:xfrm>
            <a:off x="4730412" y="31661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6" name="Freeform 5995"/>
          <p:cNvSpPr/>
          <p:nvPr/>
        </p:nvSpPr>
        <p:spPr>
          <a:xfrm>
            <a:off x="4514700" y="35553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7" name="Freeform 5996"/>
          <p:cNvSpPr/>
          <p:nvPr/>
        </p:nvSpPr>
        <p:spPr>
          <a:xfrm>
            <a:off x="4447900" y="23810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8" name="Freeform 5997"/>
          <p:cNvSpPr/>
          <p:nvPr/>
        </p:nvSpPr>
        <p:spPr>
          <a:xfrm>
            <a:off x="4637973" y="30322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9" name="Freeform 5998"/>
          <p:cNvSpPr/>
          <p:nvPr/>
        </p:nvSpPr>
        <p:spPr>
          <a:xfrm>
            <a:off x="4611731" y="22585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0" name="Freeform 5999"/>
          <p:cNvSpPr/>
          <p:nvPr/>
        </p:nvSpPr>
        <p:spPr>
          <a:xfrm>
            <a:off x="4655947" y="252740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1" name="Freeform 6000"/>
          <p:cNvSpPr/>
          <p:nvPr/>
        </p:nvSpPr>
        <p:spPr>
          <a:xfrm>
            <a:off x="4626613" y="33185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2" name="Freeform 6001"/>
          <p:cNvSpPr/>
          <p:nvPr/>
        </p:nvSpPr>
        <p:spPr>
          <a:xfrm>
            <a:off x="4721171" y="30391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3" name="Freeform 6002"/>
          <p:cNvSpPr/>
          <p:nvPr/>
        </p:nvSpPr>
        <p:spPr>
          <a:xfrm>
            <a:off x="4661999" y="295845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4" name="Freeform 6003"/>
          <p:cNvSpPr/>
          <p:nvPr/>
        </p:nvSpPr>
        <p:spPr>
          <a:xfrm>
            <a:off x="4621582" y="24079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5" name="Freeform 6004"/>
          <p:cNvSpPr/>
          <p:nvPr/>
        </p:nvSpPr>
        <p:spPr>
          <a:xfrm>
            <a:off x="4636708" y="28344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6" name="Freeform 6005"/>
          <p:cNvSpPr/>
          <p:nvPr/>
        </p:nvSpPr>
        <p:spPr>
          <a:xfrm>
            <a:off x="4753247" y="29368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7" name="Freeform 6006"/>
          <p:cNvSpPr/>
          <p:nvPr/>
        </p:nvSpPr>
        <p:spPr>
          <a:xfrm>
            <a:off x="4788255" y="30841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8" name="Freeform 6007"/>
          <p:cNvSpPr/>
          <p:nvPr/>
        </p:nvSpPr>
        <p:spPr>
          <a:xfrm>
            <a:off x="4782459" y="30256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9" name="Freeform 6008"/>
          <p:cNvSpPr/>
          <p:nvPr/>
        </p:nvSpPr>
        <p:spPr>
          <a:xfrm>
            <a:off x="4760329" y="2494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0" name="Freeform 6009"/>
          <p:cNvSpPr/>
          <p:nvPr/>
        </p:nvSpPr>
        <p:spPr>
          <a:xfrm>
            <a:off x="4332960" y="30044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1" name="Freeform 6010"/>
          <p:cNvSpPr/>
          <p:nvPr/>
        </p:nvSpPr>
        <p:spPr>
          <a:xfrm>
            <a:off x="4578602" y="31606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2" name="Freeform 6011"/>
          <p:cNvSpPr/>
          <p:nvPr/>
        </p:nvSpPr>
        <p:spPr>
          <a:xfrm>
            <a:off x="4652148" y="32270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3" name="Freeform 6012"/>
          <p:cNvSpPr/>
          <p:nvPr/>
        </p:nvSpPr>
        <p:spPr>
          <a:xfrm>
            <a:off x="4707839" y="32228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4" name="Freeform 6013"/>
          <p:cNvSpPr/>
          <p:nvPr/>
        </p:nvSpPr>
        <p:spPr>
          <a:xfrm>
            <a:off x="4512812" y="35551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5" name="Freeform 6014"/>
          <p:cNvSpPr/>
          <p:nvPr/>
        </p:nvSpPr>
        <p:spPr>
          <a:xfrm>
            <a:off x="4838005" y="32998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6" name="Freeform 6015"/>
          <p:cNvSpPr/>
          <p:nvPr/>
        </p:nvSpPr>
        <p:spPr>
          <a:xfrm>
            <a:off x="4718337" y="241886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7" name="Freeform 6016"/>
          <p:cNvSpPr/>
          <p:nvPr/>
        </p:nvSpPr>
        <p:spPr>
          <a:xfrm>
            <a:off x="4619450" y="30868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8" name="Freeform 6017"/>
          <p:cNvSpPr/>
          <p:nvPr/>
        </p:nvSpPr>
        <p:spPr>
          <a:xfrm>
            <a:off x="4703411" y="27299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9" name="Freeform 6018"/>
          <p:cNvSpPr/>
          <p:nvPr/>
        </p:nvSpPr>
        <p:spPr>
          <a:xfrm>
            <a:off x="4648874" y="39769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0" name="Freeform 6019"/>
          <p:cNvSpPr/>
          <p:nvPr/>
        </p:nvSpPr>
        <p:spPr>
          <a:xfrm>
            <a:off x="4604674" y="27832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1" name="Freeform 6020"/>
          <p:cNvSpPr/>
          <p:nvPr/>
        </p:nvSpPr>
        <p:spPr>
          <a:xfrm>
            <a:off x="4740098" y="306908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2" name="Freeform 6021"/>
          <p:cNvSpPr/>
          <p:nvPr/>
        </p:nvSpPr>
        <p:spPr>
          <a:xfrm>
            <a:off x="4637440" y="31944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3" name="Freeform 6022"/>
          <p:cNvSpPr/>
          <p:nvPr/>
        </p:nvSpPr>
        <p:spPr>
          <a:xfrm>
            <a:off x="4534981" y="29349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4" name="Freeform 6023"/>
          <p:cNvSpPr/>
          <p:nvPr/>
        </p:nvSpPr>
        <p:spPr>
          <a:xfrm>
            <a:off x="4618075" y="32001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5" name="Freeform 6024"/>
          <p:cNvSpPr/>
          <p:nvPr/>
        </p:nvSpPr>
        <p:spPr>
          <a:xfrm>
            <a:off x="4673769" y="38378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6" name="Freeform 6025"/>
          <p:cNvSpPr/>
          <p:nvPr/>
        </p:nvSpPr>
        <p:spPr>
          <a:xfrm>
            <a:off x="4570537" y="26445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7" name="Freeform 6026"/>
          <p:cNvSpPr/>
          <p:nvPr/>
        </p:nvSpPr>
        <p:spPr>
          <a:xfrm>
            <a:off x="4820989" y="29106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8" name="Freeform 6027"/>
          <p:cNvSpPr/>
          <p:nvPr/>
        </p:nvSpPr>
        <p:spPr>
          <a:xfrm>
            <a:off x="4569561" y="31288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9" name="Freeform 6028"/>
          <p:cNvSpPr/>
          <p:nvPr/>
        </p:nvSpPr>
        <p:spPr>
          <a:xfrm>
            <a:off x="4874106" y="33843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0" name="Freeform 6029"/>
          <p:cNvSpPr/>
          <p:nvPr/>
        </p:nvSpPr>
        <p:spPr>
          <a:xfrm>
            <a:off x="4781830" y="35816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1" name="Freeform 6030"/>
          <p:cNvSpPr/>
          <p:nvPr/>
        </p:nvSpPr>
        <p:spPr>
          <a:xfrm>
            <a:off x="4585454" y="29181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2" name="Freeform 6031"/>
          <p:cNvSpPr/>
          <p:nvPr/>
        </p:nvSpPr>
        <p:spPr>
          <a:xfrm>
            <a:off x="4700127" y="23738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3" name="Freeform 6032"/>
          <p:cNvSpPr/>
          <p:nvPr/>
        </p:nvSpPr>
        <p:spPr>
          <a:xfrm>
            <a:off x="4812681" y="29262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4" name="Freeform 6033"/>
          <p:cNvSpPr/>
          <p:nvPr/>
        </p:nvSpPr>
        <p:spPr>
          <a:xfrm>
            <a:off x="4665833" y="35475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5" name="Freeform 6034"/>
          <p:cNvSpPr/>
          <p:nvPr/>
        </p:nvSpPr>
        <p:spPr>
          <a:xfrm>
            <a:off x="4558691" y="29176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6" name="Freeform 6035"/>
          <p:cNvSpPr/>
          <p:nvPr/>
        </p:nvSpPr>
        <p:spPr>
          <a:xfrm>
            <a:off x="4698306" y="30267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7" name="Freeform 6036"/>
          <p:cNvSpPr/>
          <p:nvPr/>
        </p:nvSpPr>
        <p:spPr>
          <a:xfrm>
            <a:off x="4899261" y="26673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8" name="Freeform 6037"/>
          <p:cNvSpPr/>
          <p:nvPr/>
        </p:nvSpPr>
        <p:spPr>
          <a:xfrm>
            <a:off x="4527003" y="27681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9" name="Freeform 6038"/>
          <p:cNvSpPr/>
          <p:nvPr/>
        </p:nvSpPr>
        <p:spPr>
          <a:xfrm>
            <a:off x="4745785" y="41755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0" name="Freeform 6039"/>
          <p:cNvSpPr/>
          <p:nvPr/>
        </p:nvSpPr>
        <p:spPr>
          <a:xfrm>
            <a:off x="4687546" y="27922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1" name="Freeform 6040"/>
          <p:cNvSpPr/>
          <p:nvPr/>
        </p:nvSpPr>
        <p:spPr>
          <a:xfrm>
            <a:off x="4673934" y="33989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2" name="Freeform 6041"/>
          <p:cNvSpPr/>
          <p:nvPr/>
        </p:nvSpPr>
        <p:spPr>
          <a:xfrm>
            <a:off x="4644884" y="35628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3" name="Freeform 6042"/>
          <p:cNvSpPr/>
          <p:nvPr/>
        </p:nvSpPr>
        <p:spPr>
          <a:xfrm>
            <a:off x="4652460" y="30797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4" name="Freeform 6043"/>
          <p:cNvSpPr/>
          <p:nvPr/>
        </p:nvSpPr>
        <p:spPr>
          <a:xfrm>
            <a:off x="4797687" y="28448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5" name="Freeform 6044"/>
          <p:cNvSpPr/>
          <p:nvPr/>
        </p:nvSpPr>
        <p:spPr>
          <a:xfrm>
            <a:off x="4750547" y="36486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6" name="Freeform 6045"/>
          <p:cNvSpPr/>
          <p:nvPr/>
        </p:nvSpPr>
        <p:spPr>
          <a:xfrm>
            <a:off x="4580054" y="272985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7" name="Freeform 6046"/>
          <p:cNvSpPr/>
          <p:nvPr/>
        </p:nvSpPr>
        <p:spPr>
          <a:xfrm>
            <a:off x="4853536" y="27068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8" name="Freeform 6047"/>
          <p:cNvSpPr/>
          <p:nvPr/>
        </p:nvSpPr>
        <p:spPr>
          <a:xfrm>
            <a:off x="4548056" y="29874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9" name="Freeform 6048"/>
          <p:cNvSpPr/>
          <p:nvPr/>
        </p:nvSpPr>
        <p:spPr>
          <a:xfrm>
            <a:off x="4757763" y="33457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0" name="Freeform 6049"/>
          <p:cNvSpPr/>
          <p:nvPr/>
        </p:nvSpPr>
        <p:spPr>
          <a:xfrm>
            <a:off x="4706560" y="33895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1" name="Freeform 6050"/>
          <p:cNvSpPr/>
          <p:nvPr/>
        </p:nvSpPr>
        <p:spPr>
          <a:xfrm>
            <a:off x="4815145" y="26039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2" name="Freeform 6051"/>
          <p:cNvSpPr/>
          <p:nvPr/>
        </p:nvSpPr>
        <p:spPr>
          <a:xfrm>
            <a:off x="4725063" y="35978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3" name="Freeform 6052"/>
          <p:cNvSpPr/>
          <p:nvPr/>
        </p:nvSpPr>
        <p:spPr>
          <a:xfrm>
            <a:off x="4799980" y="25888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4" name="Freeform 6053"/>
          <p:cNvSpPr/>
          <p:nvPr/>
        </p:nvSpPr>
        <p:spPr>
          <a:xfrm>
            <a:off x="4684433" y="30705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5" name="Freeform 6054"/>
          <p:cNvSpPr/>
          <p:nvPr/>
        </p:nvSpPr>
        <p:spPr>
          <a:xfrm>
            <a:off x="4791139" y="304341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6" name="Freeform 6055"/>
          <p:cNvSpPr/>
          <p:nvPr/>
        </p:nvSpPr>
        <p:spPr>
          <a:xfrm>
            <a:off x="4723953" y="36750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7" name="Freeform 6056"/>
          <p:cNvSpPr/>
          <p:nvPr/>
        </p:nvSpPr>
        <p:spPr>
          <a:xfrm>
            <a:off x="4917022" y="30633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8" name="Freeform 6057"/>
          <p:cNvSpPr/>
          <p:nvPr/>
        </p:nvSpPr>
        <p:spPr>
          <a:xfrm>
            <a:off x="4612733" y="27654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9" name="Freeform 6058"/>
          <p:cNvSpPr/>
          <p:nvPr/>
        </p:nvSpPr>
        <p:spPr>
          <a:xfrm>
            <a:off x="4814936" y="35294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0" name="Freeform 6059"/>
          <p:cNvSpPr/>
          <p:nvPr/>
        </p:nvSpPr>
        <p:spPr>
          <a:xfrm>
            <a:off x="4736907" y="281052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1" name="Freeform 6060"/>
          <p:cNvSpPr/>
          <p:nvPr/>
        </p:nvSpPr>
        <p:spPr>
          <a:xfrm>
            <a:off x="4706118" y="2971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2" name="Freeform 6061"/>
          <p:cNvSpPr/>
          <p:nvPr/>
        </p:nvSpPr>
        <p:spPr>
          <a:xfrm>
            <a:off x="4626668" y="32580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3" name="Freeform 6062"/>
          <p:cNvSpPr/>
          <p:nvPr/>
        </p:nvSpPr>
        <p:spPr>
          <a:xfrm>
            <a:off x="4735141" y="26710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4" name="Freeform 6063"/>
          <p:cNvSpPr/>
          <p:nvPr/>
        </p:nvSpPr>
        <p:spPr>
          <a:xfrm>
            <a:off x="4529660" y="38686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5" name="Freeform 6064"/>
          <p:cNvSpPr/>
          <p:nvPr/>
        </p:nvSpPr>
        <p:spPr>
          <a:xfrm>
            <a:off x="4540926" y="28700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6" name="Freeform 6065"/>
          <p:cNvSpPr/>
          <p:nvPr/>
        </p:nvSpPr>
        <p:spPr>
          <a:xfrm>
            <a:off x="4763514" y="23714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7" name="Freeform 6066"/>
          <p:cNvSpPr/>
          <p:nvPr/>
        </p:nvSpPr>
        <p:spPr>
          <a:xfrm>
            <a:off x="4521037" y="24417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8" name="Freeform 6067"/>
          <p:cNvSpPr/>
          <p:nvPr/>
        </p:nvSpPr>
        <p:spPr>
          <a:xfrm>
            <a:off x="4841117" y="28531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9" name="Freeform 6068"/>
          <p:cNvSpPr/>
          <p:nvPr/>
        </p:nvSpPr>
        <p:spPr>
          <a:xfrm>
            <a:off x="4658071" y="31240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0" name="Freeform 6069"/>
          <p:cNvSpPr/>
          <p:nvPr/>
        </p:nvSpPr>
        <p:spPr>
          <a:xfrm>
            <a:off x="4714163" y="32549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1" name="Freeform 6070"/>
          <p:cNvSpPr/>
          <p:nvPr/>
        </p:nvSpPr>
        <p:spPr>
          <a:xfrm>
            <a:off x="4695532" y="31245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2" name="Freeform 6071"/>
          <p:cNvSpPr/>
          <p:nvPr/>
        </p:nvSpPr>
        <p:spPr>
          <a:xfrm>
            <a:off x="4732470" y="27928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3" name="Freeform 6072"/>
          <p:cNvSpPr/>
          <p:nvPr/>
        </p:nvSpPr>
        <p:spPr>
          <a:xfrm>
            <a:off x="4657670" y="33221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4" name="Freeform 6073"/>
          <p:cNvSpPr/>
          <p:nvPr/>
        </p:nvSpPr>
        <p:spPr>
          <a:xfrm>
            <a:off x="4648234" y="27091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5" name="Freeform 6074"/>
          <p:cNvSpPr/>
          <p:nvPr/>
        </p:nvSpPr>
        <p:spPr>
          <a:xfrm>
            <a:off x="4674087" y="21702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6" name="Freeform 6075"/>
          <p:cNvSpPr/>
          <p:nvPr/>
        </p:nvSpPr>
        <p:spPr>
          <a:xfrm>
            <a:off x="4799836" y="30301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7" name="Freeform 6076"/>
          <p:cNvSpPr/>
          <p:nvPr/>
        </p:nvSpPr>
        <p:spPr>
          <a:xfrm>
            <a:off x="4808841" y="35325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8" name="Freeform 6077"/>
          <p:cNvSpPr/>
          <p:nvPr/>
        </p:nvSpPr>
        <p:spPr>
          <a:xfrm>
            <a:off x="4823895" y="35326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9" name="Freeform 6078"/>
          <p:cNvSpPr/>
          <p:nvPr/>
        </p:nvSpPr>
        <p:spPr>
          <a:xfrm>
            <a:off x="4726717" y="27016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0" name="Freeform 6079"/>
          <p:cNvSpPr/>
          <p:nvPr/>
        </p:nvSpPr>
        <p:spPr>
          <a:xfrm>
            <a:off x="4666191" y="30292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1" name="Freeform 6080"/>
          <p:cNvSpPr/>
          <p:nvPr/>
        </p:nvSpPr>
        <p:spPr>
          <a:xfrm>
            <a:off x="4507970" y="26623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2" name="Freeform 6081"/>
          <p:cNvSpPr/>
          <p:nvPr/>
        </p:nvSpPr>
        <p:spPr>
          <a:xfrm>
            <a:off x="4756451" y="32149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3" name="Freeform 6082"/>
          <p:cNvSpPr/>
          <p:nvPr/>
        </p:nvSpPr>
        <p:spPr>
          <a:xfrm>
            <a:off x="4777603" y="26804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4" name="Freeform 6083"/>
          <p:cNvSpPr/>
          <p:nvPr/>
        </p:nvSpPr>
        <p:spPr>
          <a:xfrm>
            <a:off x="4644559" y="30678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5" name="Freeform 6084"/>
          <p:cNvSpPr/>
          <p:nvPr/>
        </p:nvSpPr>
        <p:spPr>
          <a:xfrm>
            <a:off x="4774032" y="329282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6" name="Freeform 6085"/>
          <p:cNvSpPr/>
          <p:nvPr/>
        </p:nvSpPr>
        <p:spPr>
          <a:xfrm>
            <a:off x="4825595" y="3162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7" name="Freeform 6086"/>
          <p:cNvSpPr/>
          <p:nvPr/>
        </p:nvSpPr>
        <p:spPr>
          <a:xfrm>
            <a:off x="4697822" y="34748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8" name="Freeform 6087"/>
          <p:cNvSpPr/>
          <p:nvPr/>
        </p:nvSpPr>
        <p:spPr>
          <a:xfrm>
            <a:off x="4800777" y="22265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9" name="Freeform 6088"/>
          <p:cNvSpPr/>
          <p:nvPr/>
        </p:nvSpPr>
        <p:spPr>
          <a:xfrm>
            <a:off x="4720651" y="30436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0" name="Freeform 6089"/>
          <p:cNvSpPr/>
          <p:nvPr/>
        </p:nvSpPr>
        <p:spPr>
          <a:xfrm>
            <a:off x="4502151" y="27533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1" name="Freeform 6090"/>
          <p:cNvSpPr/>
          <p:nvPr/>
        </p:nvSpPr>
        <p:spPr>
          <a:xfrm>
            <a:off x="4637193" y="32161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2" name="Freeform 6091"/>
          <p:cNvSpPr/>
          <p:nvPr/>
        </p:nvSpPr>
        <p:spPr>
          <a:xfrm>
            <a:off x="4643890" y="341796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3" name="Freeform 6092"/>
          <p:cNvSpPr/>
          <p:nvPr/>
        </p:nvSpPr>
        <p:spPr>
          <a:xfrm>
            <a:off x="4744396" y="30974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4" name="Freeform 6093"/>
          <p:cNvSpPr/>
          <p:nvPr/>
        </p:nvSpPr>
        <p:spPr>
          <a:xfrm>
            <a:off x="4595407" y="25744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5" name="Freeform 6094"/>
          <p:cNvSpPr/>
          <p:nvPr/>
        </p:nvSpPr>
        <p:spPr>
          <a:xfrm>
            <a:off x="4640826" y="32098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6" name="Freeform 6095"/>
          <p:cNvSpPr/>
          <p:nvPr/>
        </p:nvSpPr>
        <p:spPr>
          <a:xfrm>
            <a:off x="4584827" y="33469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7" name="Freeform 6096"/>
          <p:cNvSpPr/>
          <p:nvPr/>
        </p:nvSpPr>
        <p:spPr>
          <a:xfrm>
            <a:off x="4683647" y="29449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8" name="Freeform 6097"/>
          <p:cNvSpPr/>
          <p:nvPr/>
        </p:nvSpPr>
        <p:spPr>
          <a:xfrm>
            <a:off x="4695239" y="28103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9" name="Freeform 6098"/>
          <p:cNvSpPr/>
          <p:nvPr/>
        </p:nvSpPr>
        <p:spPr>
          <a:xfrm>
            <a:off x="4792045" y="23622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0" name="Freeform 6099"/>
          <p:cNvSpPr/>
          <p:nvPr/>
        </p:nvSpPr>
        <p:spPr>
          <a:xfrm>
            <a:off x="4773053" y="28672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1" name="Freeform 6100"/>
          <p:cNvSpPr/>
          <p:nvPr/>
        </p:nvSpPr>
        <p:spPr>
          <a:xfrm>
            <a:off x="4705392" y="27535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2" name="Freeform 6101"/>
          <p:cNvSpPr/>
          <p:nvPr/>
        </p:nvSpPr>
        <p:spPr>
          <a:xfrm>
            <a:off x="4713595" y="27240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3" name="Freeform 6102"/>
          <p:cNvSpPr/>
          <p:nvPr/>
        </p:nvSpPr>
        <p:spPr>
          <a:xfrm>
            <a:off x="4699435" y="34575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4" name="Freeform 6103"/>
          <p:cNvSpPr/>
          <p:nvPr/>
        </p:nvSpPr>
        <p:spPr>
          <a:xfrm>
            <a:off x="4699849" y="33832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5" name="Freeform 6104"/>
          <p:cNvSpPr/>
          <p:nvPr/>
        </p:nvSpPr>
        <p:spPr>
          <a:xfrm>
            <a:off x="4853262" y="34304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6" name="Freeform 6105"/>
          <p:cNvSpPr/>
          <p:nvPr/>
        </p:nvSpPr>
        <p:spPr>
          <a:xfrm>
            <a:off x="4421844" y="35277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7" name="Freeform 6106"/>
          <p:cNvSpPr/>
          <p:nvPr/>
        </p:nvSpPr>
        <p:spPr>
          <a:xfrm>
            <a:off x="4669021" y="26942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8" name="Freeform 6107"/>
          <p:cNvSpPr/>
          <p:nvPr/>
        </p:nvSpPr>
        <p:spPr>
          <a:xfrm>
            <a:off x="4721267" y="28922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9" name="Freeform 6108"/>
          <p:cNvSpPr/>
          <p:nvPr/>
        </p:nvSpPr>
        <p:spPr>
          <a:xfrm>
            <a:off x="4808681" y="29747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0" name="Freeform 6109"/>
          <p:cNvSpPr/>
          <p:nvPr/>
        </p:nvSpPr>
        <p:spPr>
          <a:xfrm>
            <a:off x="4570752" y="40215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1" name="Freeform 6110"/>
          <p:cNvSpPr/>
          <p:nvPr/>
        </p:nvSpPr>
        <p:spPr>
          <a:xfrm>
            <a:off x="4724921" y="22006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2" name="Freeform 6111"/>
          <p:cNvSpPr/>
          <p:nvPr/>
        </p:nvSpPr>
        <p:spPr>
          <a:xfrm>
            <a:off x="4780022" y="33562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3" name="Freeform 6112"/>
          <p:cNvSpPr/>
          <p:nvPr/>
        </p:nvSpPr>
        <p:spPr>
          <a:xfrm>
            <a:off x="4640172" y="22020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4" name="Freeform 6113"/>
          <p:cNvSpPr/>
          <p:nvPr/>
        </p:nvSpPr>
        <p:spPr>
          <a:xfrm>
            <a:off x="4483622" y="35736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5" name="Freeform 6114"/>
          <p:cNvSpPr/>
          <p:nvPr/>
        </p:nvSpPr>
        <p:spPr>
          <a:xfrm>
            <a:off x="4649327" y="33241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6" name="Freeform 6115"/>
          <p:cNvSpPr/>
          <p:nvPr/>
        </p:nvSpPr>
        <p:spPr>
          <a:xfrm>
            <a:off x="4559363" y="38688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7" name="Freeform 6116"/>
          <p:cNvSpPr/>
          <p:nvPr/>
        </p:nvSpPr>
        <p:spPr>
          <a:xfrm>
            <a:off x="4757457" y="28640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8" name="Freeform 6117"/>
          <p:cNvSpPr/>
          <p:nvPr/>
        </p:nvSpPr>
        <p:spPr>
          <a:xfrm>
            <a:off x="4596800" y="34372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9" name="Freeform 6118"/>
          <p:cNvSpPr/>
          <p:nvPr/>
        </p:nvSpPr>
        <p:spPr>
          <a:xfrm>
            <a:off x="4878299" y="34262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0" name="Freeform 6119"/>
          <p:cNvSpPr/>
          <p:nvPr/>
        </p:nvSpPr>
        <p:spPr>
          <a:xfrm>
            <a:off x="4702959" y="35435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1" name="Freeform 6120"/>
          <p:cNvSpPr/>
          <p:nvPr/>
        </p:nvSpPr>
        <p:spPr>
          <a:xfrm>
            <a:off x="4601665" y="27013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2" name="Freeform 6121"/>
          <p:cNvSpPr/>
          <p:nvPr/>
        </p:nvSpPr>
        <p:spPr>
          <a:xfrm>
            <a:off x="4633843" y="27271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3" name="Freeform 6122"/>
          <p:cNvSpPr/>
          <p:nvPr/>
        </p:nvSpPr>
        <p:spPr>
          <a:xfrm>
            <a:off x="4570987" y="22960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4" name="Freeform 6123"/>
          <p:cNvSpPr/>
          <p:nvPr/>
        </p:nvSpPr>
        <p:spPr>
          <a:xfrm>
            <a:off x="4729494" y="32744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5" name="Freeform 6124"/>
          <p:cNvSpPr/>
          <p:nvPr/>
        </p:nvSpPr>
        <p:spPr>
          <a:xfrm>
            <a:off x="4847344" y="29201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6" name="Freeform 6125"/>
          <p:cNvSpPr/>
          <p:nvPr/>
        </p:nvSpPr>
        <p:spPr>
          <a:xfrm>
            <a:off x="4664770" y="35109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7" name="Freeform 6126"/>
          <p:cNvSpPr/>
          <p:nvPr/>
        </p:nvSpPr>
        <p:spPr>
          <a:xfrm>
            <a:off x="4786761" y="31371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8" name="Freeform 6127"/>
          <p:cNvSpPr/>
          <p:nvPr/>
        </p:nvSpPr>
        <p:spPr>
          <a:xfrm>
            <a:off x="4587014" y="32091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9" name="Freeform 6128"/>
          <p:cNvSpPr/>
          <p:nvPr/>
        </p:nvSpPr>
        <p:spPr>
          <a:xfrm>
            <a:off x="4720779" y="28239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0" name="Freeform 6129"/>
          <p:cNvSpPr/>
          <p:nvPr/>
        </p:nvSpPr>
        <p:spPr>
          <a:xfrm>
            <a:off x="4934284" y="26074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1" name="Freeform 6130"/>
          <p:cNvSpPr/>
          <p:nvPr/>
        </p:nvSpPr>
        <p:spPr>
          <a:xfrm>
            <a:off x="4537456" y="261761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2" name="Freeform 6131"/>
          <p:cNvSpPr/>
          <p:nvPr/>
        </p:nvSpPr>
        <p:spPr>
          <a:xfrm>
            <a:off x="4819649" y="33360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3" name="Freeform 6132"/>
          <p:cNvSpPr/>
          <p:nvPr/>
        </p:nvSpPr>
        <p:spPr>
          <a:xfrm>
            <a:off x="4813377" y="26147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4" name="Freeform 6133"/>
          <p:cNvSpPr/>
          <p:nvPr/>
        </p:nvSpPr>
        <p:spPr>
          <a:xfrm>
            <a:off x="4486706" y="30231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5" name="Freeform 6134"/>
          <p:cNvSpPr/>
          <p:nvPr/>
        </p:nvSpPr>
        <p:spPr>
          <a:xfrm>
            <a:off x="4534374" y="31330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6" name="Freeform 6135"/>
          <p:cNvSpPr/>
          <p:nvPr/>
        </p:nvSpPr>
        <p:spPr>
          <a:xfrm>
            <a:off x="4583392" y="32834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7" name="Freeform 6136"/>
          <p:cNvSpPr/>
          <p:nvPr/>
        </p:nvSpPr>
        <p:spPr>
          <a:xfrm>
            <a:off x="4791444" y="322522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8" name="Freeform 6137"/>
          <p:cNvSpPr/>
          <p:nvPr/>
        </p:nvSpPr>
        <p:spPr>
          <a:xfrm>
            <a:off x="4641928" y="23233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9" name="Freeform 6138"/>
          <p:cNvSpPr/>
          <p:nvPr/>
        </p:nvSpPr>
        <p:spPr>
          <a:xfrm>
            <a:off x="4669892" y="28854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0" name="Freeform 6139"/>
          <p:cNvSpPr/>
          <p:nvPr/>
        </p:nvSpPr>
        <p:spPr>
          <a:xfrm>
            <a:off x="4763473" y="29374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1" name="Freeform 6140"/>
          <p:cNvSpPr/>
          <p:nvPr/>
        </p:nvSpPr>
        <p:spPr>
          <a:xfrm>
            <a:off x="4700401" y="31086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2" name="Freeform 6141"/>
          <p:cNvSpPr/>
          <p:nvPr/>
        </p:nvSpPr>
        <p:spPr>
          <a:xfrm>
            <a:off x="4711927" y="20476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3" name="Freeform 6142"/>
          <p:cNvSpPr/>
          <p:nvPr/>
        </p:nvSpPr>
        <p:spPr>
          <a:xfrm>
            <a:off x="4653402" y="24946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4" name="Freeform 6143"/>
          <p:cNvSpPr/>
          <p:nvPr/>
        </p:nvSpPr>
        <p:spPr>
          <a:xfrm>
            <a:off x="4808015" y="32883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5" name="Freeform 6144"/>
          <p:cNvSpPr/>
          <p:nvPr/>
        </p:nvSpPr>
        <p:spPr>
          <a:xfrm>
            <a:off x="4604531" y="31130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6" name="Freeform 6145"/>
          <p:cNvSpPr/>
          <p:nvPr/>
        </p:nvSpPr>
        <p:spPr>
          <a:xfrm>
            <a:off x="4866926" y="30898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7" name="Freeform 6146"/>
          <p:cNvSpPr/>
          <p:nvPr/>
        </p:nvSpPr>
        <p:spPr>
          <a:xfrm>
            <a:off x="4651563" y="29487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8" name="Freeform 6147"/>
          <p:cNvSpPr/>
          <p:nvPr/>
        </p:nvSpPr>
        <p:spPr>
          <a:xfrm>
            <a:off x="4602365" y="32805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9" name="Freeform 6148"/>
          <p:cNvSpPr/>
          <p:nvPr/>
        </p:nvSpPr>
        <p:spPr>
          <a:xfrm>
            <a:off x="4756862" y="28339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0" name="Freeform 6149"/>
          <p:cNvSpPr/>
          <p:nvPr/>
        </p:nvSpPr>
        <p:spPr>
          <a:xfrm>
            <a:off x="4735918" y="24370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1" name="Freeform 6150"/>
          <p:cNvSpPr/>
          <p:nvPr/>
        </p:nvSpPr>
        <p:spPr>
          <a:xfrm>
            <a:off x="4475811" y="35204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2" name="Freeform 6151"/>
          <p:cNvSpPr/>
          <p:nvPr/>
        </p:nvSpPr>
        <p:spPr>
          <a:xfrm>
            <a:off x="4711302" y="34478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3" name="Freeform 6152"/>
          <p:cNvSpPr/>
          <p:nvPr/>
        </p:nvSpPr>
        <p:spPr>
          <a:xfrm>
            <a:off x="4543199" y="31951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4" name="Freeform 6153"/>
          <p:cNvSpPr/>
          <p:nvPr/>
        </p:nvSpPr>
        <p:spPr>
          <a:xfrm>
            <a:off x="4598858" y="31769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5" name="Freeform 6154"/>
          <p:cNvSpPr/>
          <p:nvPr/>
        </p:nvSpPr>
        <p:spPr>
          <a:xfrm>
            <a:off x="4771729" y="22229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6" name="Freeform 6155"/>
          <p:cNvSpPr/>
          <p:nvPr/>
        </p:nvSpPr>
        <p:spPr>
          <a:xfrm>
            <a:off x="4595284" y="26134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7" name="Freeform 6156"/>
          <p:cNvSpPr/>
          <p:nvPr/>
        </p:nvSpPr>
        <p:spPr>
          <a:xfrm>
            <a:off x="4725515" y="26359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8" name="Freeform 6157"/>
          <p:cNvSpPr/>
          <p:nvPr/>
        </p:nvSpPr>
        <p:spPr>
          <a:xfrm>
            <a:off x="4646853" y="31094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9" name="Freeform 6158"/>
          <p:cNvSpPr/>
          <p:nvPr/>
        </p:nvSpPr>
        <p:spPr>
          <a:xfrm>
            <a:off x="4894224" y="31180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0" name="Freeform 6159"/>
          <p:cNvSpPr/>
          <p:nvPr/>
        </p:nvSpPr>
        <p:spPr>
          <a:xfrm>
            <a:off x="4677123" y="35745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1" name="Freeform 6160"/>
          <p:cNvSpPr/>
          <p:nvPr/>
        </p:nvSpPr>
        <p:spPr>
          <a:xfrm>
            <a:off x="4561656" y="26996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2" name="Freeform 6161"/>
          <p:cNvSpPr/>
          <p:nvPr/>
        </p:nvSpPr>
        <p:spPr>
          <a:xfrm>
            <a:off x="4569137" y="28134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3" name="Freeform 6162"/>
          <p:cNvSpPr/>
          <p:nvPr/>
        </p:nvSpPr>
        <p:spPr>
          <a:xfrm>
            <a:off x="4590363" y="25020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4" name="Freeform 6163"/>
          <p:cNvSpPr/>
          <p:nvPr/>
        </p:nvSpPr>
        <p:spPr>
          <a:xfrm>
            <a:off x="4700822" y="30884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5" name="Freeform 6164"/>
          <p:cNvSpPr/>
          <p:nvPr/>
        </p:nvSpPr>
        <p:spPr>
          <a:xfrm>
            <a:off x="4686815" y="30614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6" name="Freeform 6165"/>
          <p:cNvSpPr/>
          <p:nvPr/>
        </p:nvSpPr>
        <p:spPr>
          <a:xfrm>
            <a:off x="4790765" y="29392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7" name="Freeform 6166"/>
          <p:cNvSpPr/>
          <p:nvPr/>
        </p:nvSpPr>
        <p:spPr>
          <a:xfrm>
            <a:off x="4704906" y="26564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8" name="Freeform 6167"/>
          <p:cNvSpPr/>
          <p:nvPr/>
        </p:nvSpPr>
        <p:spPr>
          <a:xfrm>
            <a:off x="4700727" y="358182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9" name="Freeform 6168"/>
          <p:cNvSpPr/>
          <p:nvPr/>
        </p:nvSpPr>
        <p:spPr>
          <a:xfrm>
            <a:off x="4721563" y="27175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0" name="Freeform 6169"/>
          <p:cNvSpPr/>
          <p:nvPr/>
        </p:nvSpPr>
        <p:spPr>
          <a:xfrm>
            <a:off x="4673007" y="30138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1" name="Freeform 6170"/>
          <p:cNvSpPr/>
          <p:nvPr/>
        </p:nvSpPr>
        <p:spPr>
          <a:xfrm>
            <a:off x="4718083" y="34205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2" name="Freeform 6171"/>
          <p:cNvSpPr/>
          <p:nvPr/>
        </p:nvSpPr>
        <p:spPr>
          <a:xfrm>
            <a:off x="4770542" y="38225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3" name="Freeform 6172"/>
          <p:cNvSpPr/>
          <p:nvPr/>
        </p:nvSpPr>
        <p:spPr>
          <a:xfrm>
            <a:off x="4770524" y="30593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4" name="Freeform 6173"/>
          <p:cNvSpPr/>
          <p:nvPr/>
        </p:nvSpPr>
        <p:spPr>
          <a:xfrm>
            <a:off x="4628369" y="24387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5" name="Freeform 6174"/>
          <p:cNvSpPr/>
          <p:nvPr/>
        </p:nvSpPr>
        <p:spPr>
          <a:xfrm>
            <a:off x="4497522" y="23498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6" name="Freeform 6175"/>
          <p:cNvSpPr/>
          <p:nvPr/>
        </p:nvSpPr>
        <p:spPr>
          <a:xfrm>
            <a:off x="4600141" y="28666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7" name="Freeform 6176"/>
          <p:cNvSpPr/>
          <p:nvPr/>
        </p:nvSpPr>
        <p:spPr>
          <a:xfrm>
            <a:off x="4716700" y="22372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8" name="Freeform 6177"/>
          <p:cNvSpPr/>
          <p:nvPr/>
        </p:nvSpPr>
        <p:spPr>
          <a:xfrm>
            <a:off x="4420289" y="302269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9" name="Freeform 6178"/>
          <p:cNvSpPr/>
          <p:nvPr/>
        </p:nvSpPr>
        <p:spPr>
          <a:xfrm>
            <a:off x="4635580" y="26324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0" name="Freeform 6179"/>
          <p:cNvSpPr/>
          <p:nvPr/>
        </p:nvSpPr>
        <p:spPr>
          <a:xfrm>
            <a:off x="4734459" y="31826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1" name="Freeform 6180"/>
          <p:cNvSpPr/>
          <p:nvPr/>
        </p:nvSpPr>
        <p:spPr>
          <a:xfrm>
            <a:off x="4626041" y="32074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2" name="Freeform 6181"/>
          <p:cNvSpPr/>
          <p:nvPr/>
        </p:nvSpPr>
        <p:spPr>
          <a:xfrm>
            <a:off x="4566701" y="32712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3" name="Freeform 6182"/>
          <p:cNvSpPr/>
          <p:nvPr/>
        </p:nvSpPr>
        <p:spPr>
          <a:xfrm>
            <a:off x="4873886" y="38130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4" name="Freeform 6183"/>
          <p:cNvSpPr/>
          <p:nvPr/>
        </p:nvSpPr>
        <p:spPr>
          <a:xfrm>
            <a:off x="4834364" y="25016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5" name="Freeform 6184"/>
          <p:cNvSpPr/>
          <p:nvPr/>
        </p:nvSpPr>
        <p:spPr>
          <a:xfrm>
            <a:off x="4658539" y="32572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6" name="Freeform 6185"/>
          <p:cNvSpPr/>
          <p:nvPr/>
        </p:nvSpPr>
        <p:spPr>
          <a:xfrm>
            <a:off x="4827615" y="33198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7" name="Freeform 6186"/>
          <p:cNvSpPr/>
          <p:nvPr/>
        </p:nvSpPr>
        <p:spPr>
          <a:xfrm>
            <a:off x="4824996" y="34681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8" name="Freeform 6187"/>
          <p:cNvSpPr/>
          <p:nvPr/>
        </p:nvSpPr>
        <p:spPr>
          <a:xfrm>
            <a:off x="4565171" y="30859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9" name="Freeform 6188"/>
          <p:cNvSpPr/>
          <p:nvPr/>
        </p:nvSpPr>
        <p:spPr>
          <a:xfrm>
            <a:off x="4972722" y="23150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0" name="Freeform 6189"/>
          <p:cNvSpPr/>
          <p:nvPr/>
        </p:nvSpPr>
        <p:spPr>
          <a:xfrm>
            <a:off x="4585710" y="218563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1" name="Freeform 6190"/>
          <p:cNvSpPr/>
          <p:nvPr/>
        </p:nvSpPr>
        <p:spPr>
          <a:xfrm>
            <a:off x="4657753" y="36565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2" name="Freeform 6191"/>
          <p:cNvSpPr/>
          <p:nvPr/>
        </p:nvSpPr>
        <p:spPr>
          <a:xfrm>
            <a:off x="4568655" y="31447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3" name="Freeform 6192"/>
          <p:cNvSpPr/>
          <p:nvPr/>
        </p:nvSpPr>
        <p:spPr>
          <a:xfrm>
            <a:off x="4694099" y="34110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4" name="Freeform 6193"/>
          <p:cNvSpPr/>
          <p:nvPr/>
        </p:nvSpPr>
        <p:spPr>
          <a:xfrm>
            <a:off x="4545085" y="26186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5" name="Freeform 6194"/>
          <p:cNvSpPr/>
          <p:nvPr/>
        </p:nvSpPr>
        <p:spPr>
          <a:xfrm>
            <a:off x="4684924" y="28935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6" name="Freeform 6195"/>
          <p:cNvSpPr/>
          <p:nvPr/>
        </p:nvSpPr>
        <p:spPr>
          <a:xfrm>
            <a:off x="4801429" y="32552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7" name="Freeform 6196"/>
          <p:cNvSpPr/>
          <p:nvPr/>
        </p:nvSpPr>
        <p:spPr>
          <a:xfrm>
            <a:off x="4708421" y="29774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8" name="Freeform 6197"/>
          <p:cNvSpPr/>
          <p:nvPr/>
        </p:nvSpPr>
        <p:spPr>
          <a:xfrm>
            <a:off x="4657253" y="31928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9" name="Freeform 6198"/>
          <p:cNvSpPr/>
          <p:nvPr/>
        </p:nvSpPr>
        <p:spPr>
          <a:xfrm>
            <a:off x="4850826" y="23734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0" name="Freeform 6199"/>
          <p:cNvSpPr/>
          <p:nvPr/>
        </p:nvSpPr>
        <p:spPr>
          <a:xfrm>
            <a:off x="4589542" y="27915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1" name="Freeform 6200"/>
          <p:cNvSpPr/>
          <p:nvPr/>
        </p:nvSpPr>
        <p:spPr>
          <a:xfrm>
            <a:off x="4788954" y="27434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2" name="Freeform 6201"/>
          <p:cNvSpPr/>
          <p:nvPr/>
        </p:nvSpPr>
        <p:spPr>
          <a:xfrm>
            <a:off x="4653016" y="40506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3" name="Freeform 6202"/>
          <p:cNvSpPr/>
          <p:nvPr/>
        </p:nvSpPr>
        <p:spPr>
          <a:xfrm>
            <a:off x="4708374" y="30320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4" name="Freeform 6203"/>
          <p:cNvSpPr/>
          <p:nvPr/>
        </p:nvSpPr>
        <p:spPr>
          <a:xfrm>
            <a:off x="4688598" y="218977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5" name="Freeform 6204"/>
          <p:cNvSpPr/>
          <p:nvPr/>
        </p:nvSpPr>
        <p:spPr>
          <a:xfrm>
            <a:off x="4698874" y="24863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6" name="Freeform 6205"/>
          <p:cNvSpPr/>
          <p:nvPr/>
        </p:nvSpPr>
        <p:spPr>
          <a:xfrm>
            <a:off x="4679431" y="37294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7" name="Freeform 6206"/>
          <p:cNvSpPr/>
          <p:nvPr/>
        </p:nvSpPr>
        <p:spPr>
          <a:xfrm>
            <a:off x="4601410" y="31286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8" name="Freeform 6207"/>
          <p:cNvSpPr/>
          <p:nvPr/>
        </p:nvSpPr>
        <p:spPr>
          <a:xfrm>
            <a:off x="4624191" y="34765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9" name="Freeform 6208"/>
          <p:cNvSpPr/>
          <p:nvPr/>
        </p:nvSpPr>
        <p:spPr>
          <a:xfrm>
            <a:off x="4732161" y="233554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0" name="Freeform 6209"/>
          <p:cNvSpPr/>
          <p:nvPr/>
        </p:nvSpPr>
        <p:spPr>
          <a:xfrm>
            <a:off x="4673317" y="29101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1" name="Freeform 6210"/>
          <p:cNvSpPr/>
          <p:nvPr/>
        </p:nvSpPr>
        <p:spPr>
          <a:xfrm>
            <a:off x="4560392" y="33066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2" name="Freeform 6211"/>
          <p:cNvSpPr/>
          <p:nvPr/>
        </p:nvSpPr>
        <p:spPr>
          <a:xfrm>
            <a:off x="4609275" y="29924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3" name="Freeform 6212"/>
          <p:cNvSpPr/>
          <p:nvPr/>
        </p:nvSpPr>
        <p:spPr>
          <a:xfrm>
            <a:off x="4610543" y="40273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4" name="Freeform 6213"/>
          <p:cNvSpPr/>
          <p:nvPr/>
        </p:nvSpPr>
        <p:spPr>
          <a:xfrm>
            <a:off x="4678679" y="34309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5" name="Freeform 6214"/>
          <p:cNvSpPr/>
          <p:nvPr/>
        </p:nvSpPr>
        <p:spPr>
          <a:xfrm>
            <a:off x="4703558" y="29915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6" name="Freeform 6215"/>
          <p:cNvSpPr/>
          <p:nvPr/>
        </p:nvSpPr>
        <p:spPr>
          <a:xfrm>
            <a:off x="4694126" y="26745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7" name="Freeform 6216"/>
          <p:cNvSpPr/>
          <p:nvPr/>
        </p:nvSpPr>
        <p:spPr>
          <a:xfrm>
            <a:off x="4614379" y="37663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8" name="Freeform 6217"/>
          <p:cNvSpPr/>
          <p:nvPr/>
        </p:nvSpPr>
        <p:spPr>
          <a:xfrm>
            <a:off x="4686125" y="31551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9" name="Freeform 6218"/>
          <p:cNvSpPr/>
          <p:nvPr/>
        </p:nvSpPr>
        <p:spPr>
          <a:xfrm>
            <a:off x="4537753" y="26103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0" name="Freeform 6219"/>
          <p:cNvSpPr/>
          <p:nvPr/>
        </p:nvSpPr>
        <p:spPr>
          <a:xfrm>
            <a:off x="4375608" y="35744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1" name="Freeform 6220"/>
          <p:cNvSpPr/>
          <p:nvPr/>
        </p:nvSpPr>
        <p:spPr>
          <a:xfrm>
            <a:off x="4678114" y="29160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2" name="Freeform 6221"/>
          <p:cNvSpPr/>
          <p:nvPr/>
        </p:nvSpPr>
        <p:spPr>
          <a:xfrm>
            <a:off x="4507011" y="29800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3" name="Freeform 6222"/>
          <p:cNvSpPr/>
          <p:nvPr/>
        </p:nvSpPr>
        <p:spPr>
          <a:xfrm>
            <a:off x="4582540" y="23342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4" name="Freeform 6223"/>
          <p:cNvSpPr/>
          <p:nvPr/>
        </p:nvSpPr>
        <p:spPr>
          <a:xfrm>
            <a:off x="4554726" y="30960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5" name="Freeform 6224"/>
          <p:cNvSpPr/>
          <p:nvPr/>
        </p:nvSpPr>
        <p:spPr>
          <a:xfrm>
            <a:off x="4750850" y="30730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6" name="Freeform 6225"/>
          <p:cNvSpPr/>
          <p:nvPr/>
        </p:nvSpPr>
        <p:spPr>
          <a:xfrm>
            <a:off x="4554074" y="26709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7" name="Freeform 6226"/>
          <p:cNvSpPr/>
          <p:nvPr/>
        </p:nvSpPr>
        <p:spPr>
          <a:xfrm>
            <a:off x="4712850" y="35254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8" name="Freeform 6227"/>
          <p:cNvSpPr/>
          <p:nvPr/>
        </p:nvSpPr>
        <p:spPr>
          <a:xfrm>
            <a:off x="4630928" y="30924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9" name="Freeform 6228"/>
          <p:cNvSpPr/>
          <p:nvPr/>
        </p:nvSpPr>
        <p:spPr>
          <a:xfrm>
            <a:off x="4550852" y="31844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0" name="Freeform 6229"/>
          <p:cNvSpPr/>
          <p:nvPr/>
        </p:nvSpPr>
        <p:spPr>
          <a:xfrm>
            <a:off x="4514525" y="30602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1" name="Freeform 6230"/>
          <p:cNvSpPr/>
          <p:nvPr/>
        </p:nvSpPr>
        <p:spPr>
          <a:xfrm>
            <a:off x="4732213" y="26735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2" name="Freeform 6231"/>
          <p:cNvSpPr/>
          <p:nvPr/>
        </p:nvSpPr>
        <p:spPr>
          <a:xfrm>
            <a:off x="4724009" y="27887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3" name="Freeform 6232"/>
          <p:cNvSpPr/>
          <p:nvPr/>
        </p:nvSpPr>
        <p:spPr>
          <a:xfrm>
            <a:off x="4765371" y="32991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4" name="Freeform 6233"/>
          <p:cNvSpPr/>
          <p:nvPr/>
        </p:nvSpPr>
        <p:spPr>
          <a:xfrm>
            <a:off x="4878366" y="29523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5" name="Freeform 6234"/>
          <p:cNvSpPr/>
          <p:nvPr/>
        </p:nvSpPr>
        <p:spPr>
          <a:xfrm>
            <a:off x="4711436" y="24219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6" name="Freeform 6235"/>
          <p:cNvSpPr/>
          <p:nvPr/>
        </p:nvSpPr>
        <p:spPr>
          <a:xfrm>
            <a:off x="4712329" y="33315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7" name="Freeform 6236"/>
          <p:cNvSpPr/>
          <p:nvPr/>
        </p:nvSpPr>
        <p:spPr>
          <a:xfrm>
            <a:off x="4668930" y="29490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8" name="Freeform 6237"/>
          <p:cNvSpPr/>
          <p:nvPr/>
        </p:nvSpPr>
        <p:spPr>
          <a:xfrm>
            <a:off x="4693329" y="30815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9" name="Freeform 6238"/>
          <p:cNvSpPr/>
          <p:nvPr/>
        </p:nvSpPr>
        <p:spPr>
          <a:xfrm>
            <a:off x="4644460" y="30305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0" name="Freeform 6239"/>
          <p:cNvSpPr/>
          <p:nvPr/>
        </p:nvSpPr>
        <p:spPr>
          <a:xfrm>
            <a:off x="4586161" y="36446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1" name="Freeform 6240"/>
          <p:cNvSpPr/>
          <p:nvPr/>
        </p:nvSpPr>
        <p:spPr>
          <a:xfrm>
            <a:off x="4894992" y="24532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2" name="Freeform 6241"/>
          <p:cNvSpPr/>
          <p:nvPr/>
        </p:nvSpPr>
        <p:spPr>
          <a:xfrm>
            <a:off x="4482449" y="33092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3" name="Freeform 6242"/>
          <p:cNvSpPr/>
          <p:nvPr/>
        </p:nvSpPr>
        <p:spPr>
          <a:xfrm>
            <a:off x="4708669" y="26039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4" name="Freeform 6243"/>
          <p:cNvSpPr/>
          <p:nvPr/>
        </p:nvSpPr>
        <p:spPr>
          <a:xfrm>
            <a:off x="4728770" y="32492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5" name="Freeform 6244"/>
          <p:cNvSpPr/>
          <p:nvPr/>
        </p:nvSpPr>
        <p:spPr>
          <a:xfrm>
            <a:off x="4697396" y="32509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6" name="Freeform 6245"/>
          <p:cNvSpPr/>
          <p:nvPr/>
        </p:nvSpPr>
        <p:spPr>
          <a:xfrm>
            <a:off x="4578349" y="25306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7" name="Freeform 6246"/>
          <p:cNvSpPr/>
          <p:nvPr/>
        </p:nvSpPr>
        <p:spPr>
          <a:xfrm>
            <a:off x="4660620" y="26165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8" name="Freeform 6247"/>
          <p:cNvSpPr/>
          <p:nvPr/>
        </p:nvSpPr>
        <p:spPr>
          <a:xfrm>
            <a:off x="4631658" y="29241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9" name="Freeform 6248"/>
          <p:cNvSpPr/>
          <p:nvPr/>
        </p:nvSpPr>
        <p:spPr>
          <a:xfrm>
            <a:off x="4565938" y="27076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0" name="Freeform 6249"/>
          <p:cNvSpPr/>
          <p:nvPr/>
        </p:nvSpPr>
        <p:spPr>
          <a:xfrm>
            <a:off x="4675794" y="31189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1" name="Freeform 6250"/>
          <p:cNvSpPr/>
          <p:nvPr/>
        </p:nvSpPr>
        <p:spPr>
          <a:xfrm>
            <a:off x="4637031" y="30091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2" name="Freeform 6251"/>
          <p:cNvSpPr/>
          <p:nvPr/>
        </p:nvSpPr>
        <p:spPr>
          <a:xfrm>
            <a:off x="4621446" y="32650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3" name="Freeform 6252"/>
          <p:cNvSpPr/>
          <p:nvPr/>
        </p:nvSpPr>
        <p:spPr>
          <a:xfrm>
            <a:off x="4753454" y="26517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4" name="Freeform 6253"/>
          <p:cNvSpPr/>
          <p:nvPr/>
        </p:nvSpPr>
        <p:spPr>
          <a:xfrm>
            <a:off x="4566962" y="32775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5" name="Freeform 6254"/>
          <p:cNvSpPr/>
          <p:nvPr/>
        </p:nvSpPr>
        <p:spPr>
          <a:xfrm>
            <a:off x="4727232" y="24240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6" name="Freeform 6255"/>
          <p:cNvSpPr/>
          <p:nvPr/>
        </p:nvSpPr>
        <p:spPr>
          <a:xfrm>
            <a:off x="4614720" y="3129598"/>
            <a:ext cx="35922" cy="35922"/>
          </a:xfrm>
          <a:custGeom>
            <a:avLst/>
            <a:gdLst/>
            <a:ahLst/>
            <a:cxnLst/>
            <a:rect l="l" t="t" r="r" b="b"/>
            <a:pathLst>
              <a:path w="35922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7" name="Freeform 6256"/>
          <p:cNvSpPr/>
          <p:nvPr/>
        </p:nvSpPr>
        <p:spPr>
          <a:xfrm>
            <a:off x="4725608" y="29978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8" name="Freeform 6257"/>
          <p:cNvSpPr/>
          <p:nvPr/>
        </p:nvSpPr>
        <p:spPr>
          <a:xfrm>
            <a:off x="4687255" y="27086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9" name="Freeform 6258"/>
          <p:cNvSpPr/>
          <p:nvPr/>
        </p:nvSpPr>
        <p:spPr>
          <a:xfrm>
            <a:off x="4705498" y="29965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0" name="Freeform 6259"/>
          <p:cNvSpPr/>
          <p:nvPr/>
        </p:nvSpPr>
        <p:spPr>
          <a:xfrm>
            <a:off x="4574925" y="31225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1" name="Freeform 6260"/>
          <p:cNvSpPr/>
          <p:nvPr/>
        </p:nvSpPr>
        <p:spPr>
          <a:xfrm>
            <a:off x="4596710" y="30176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2" name="Freeform 6261"/>
          <p:cNvSpPr/>
          <p:nvPr/>
        </p:nvSpPr>
        <p:spPr>
          <a:xfrm>
            <a:off x="4587966" y="26557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3" name="Freeform 6262"/>
          <p:cNvSpPr/>
          <p:nvPr/>
        </p:nvSpPr>
        <p:spPr>
          <a:xfrm>
            <a:off x="4697968" y="32655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4" name="Freeform 6263"/>
          <p:cNvSpPr/>
          <p:nvPr/>
        </p:nvSpPr>
        <p:spPr>
          <a:xfrm>
            <a:off x="4759145" y="30553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5" name="Freeform 6264"/>
          <p:cNvSpPr/>
          <p:nvPr/>
        </p:nvSpPr>
        <p:spPr>
          <a:xfrm>
            <a:off x="4794560" y="300184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6" name="Freeform 6265"/>
          <p:cNvSpPr/>
          <p:nvPr/>
        </p:nvSpPr>
        <p:spPr>
          <a:xfrm>
            <a:off x="4625676" y="26671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7" name="Freeform 6266"/>
          <p:cNvSpPr/>
          <p:nvPr/>
        </p:nvSpPr>
        <p:spPr>
          <a:xfrm>
            <a:off x="4688188" y="30449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8" name="Freeform 6267"/>
          <p:cNvSpPr/>
          <p:nvPr/>
        </p:nvSpPr>
        <p:spPr>
          <a:xfrm>
            <a:off x="4506245" y="22974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9" name="Freeform 6268"/>
          <p:cNvSpPr/>
          <p:nvPr/>
        </p:nvSpPr>
        <p:spPr>
          <a:xfrm>
            <a:off x="4442090" y="30671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0" name="Freeform 6269"/>
          <p:cNvSpPr/>
          <p:nvPr/>
        </p:nvSpPr>
        <p:spPr>
          <a:xfrm>
            <a:off x="4586389" y="30989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1" name="Freeform 6270"/>
          <p:cNvSpPr/>
          <p:nvPr/>
        </p:nvSpPr>
        <p:spPr>
          <a:xfrm>
            <a:off x="4607711" y="307287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2" name="Freeform 6271"/>
          <p:cNvSpPr/>
          <p:nvPr/>
        </p:nvSpPr>
        <p:spPr>
          <a:xfrm>
            <a:off x="4512899" y="35216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3" name="Freeform 6272"/>
          <p:cNvSpPr/>
          <p:nvPr/>
        </p:nvSpPr>
        <p:spPr>
          <a:xfrm>
            <a:off x="4488774" y="341200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4" name="Freeform 6273"/>
          <p:cNvSpPr/>
          <p:nvPr/>
        </p:nvSpPr>
        <p:spPr>
          <a:xfrm>
            <a:off x="4735553" y="32137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5" name="Freeform 6274"/>
          <p:cNvSpPr/>
          <p:nvPr/>
        </p:nvSpPr>
        <p:spPr>
          <a:xfrm>
            <a:off x="4592729" y="25609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6" name="Freeform 6275"/>
          <p:cNvSpPr/>
          <p:nvPr/>
        </p:nvSpPr>
        <p:spPr>
          <a:xfrm>
            <a:off x="4498978" y="30188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7" name="Freeform 6276"/>
          <p:cNvSpPr/>
          <p:nvPr/>
        </p:nvSpPr>
        <p:spPr>
          <a:xfrm>
            <a:off x="4926140" y="31957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8" name="Freeform 6277"/>
          <p:cNvSpPr/>
          <p:nvPr/>
        </p:nvSpPr>
        <p:spPr>
          <a:xfrm>
            <a:off x="4696576" y="25253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9" name="Freeform 6278"/>
          <p:cNvSpPr/>
          <p:nvPr/>
        </p:nvSpPr>
        <p:spPr>
          <a:xfrm>
            <a:off x="4644177" y="23981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0" name="Freeform 6279"/>
          <p:cNvSpPr/>
          <p:nvPr/>
        </p:nvSpPr>
        <p:spPr>
          <a:xfrm>
            <a:off x="4750324" y="25140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1" name="Freeform 6280"/>
          <p:cNvSpPr/>
          <p:nvPr/>
        </p:nvSpPr>
        <p:spPr>
          <a:xfrm>
            <a:off x="4596834" y="33400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2" name="Freeform 6281"/>
          <p:cNvSpPr/>
          <p:nvPr/>
        </p:nvSpPr>
        <p:spPr>
          <a:xfrm>
            <a:off x="4847226" y="31998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3" name="Freeform 6282"/>
          <p:cNvSpPr/>
          <p:nvPr/>
        </p:nvSpPr>
        <p:spPr>
          <a:xfrm>
            <a:off x="4513488" y="22953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4" name="Freeform 6283"/>
          <p:cNvSpPr/>
          <p:nvPr/>
        </p:nvSpPr>
        <p:spPr>
          <a:xfrm>
            <a:off x="4538173" y="29114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5" name="Freeform 6284"/>
          <p:cNvSpPr/>
          <p:nvPr/>
        </p:nvSpPr>
        <p:spPr>
          <a:xfrm>
            <a:off x="4662855" y="31107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6" name="Freeform 6285"/>
          <p:cNvSpPr/>
          <p:nvPr/>
        </p:nvSpPr>
        <p:spPr>
          <a:xfrm>
            <a:off x="4595776" y="27244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7" name="Freeform 6286"/>
          <p:cNvSpPr/>
          <p:nvPr/>
        </p:nvSpPr>
        <p:spPr>
          <a:xfrm>
            <a:off x="4827770" y="26112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8" name="Freeform 6287"/>
          <p:cNvSpPr/>
          <p:nvPr/>
        </p:nvSpPr>
        <p:spPr>
          <a:xfrm>
            <a:off x="4506221" y="32297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9" name="Freeform 6288"/>
          <p:cNvSpPr/>
          <p:nvPr/>
        </p:nvSpPr>
        <p:spPr>
          <a:xfrm>
            <a:off x="4599130" y="29199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0" name="Freeform 6289"/>
          <p:cNvSpPr/>
          <p:nvPr/>
        </p:nvSpPr>
        <p:spPr>
          <a:xfrm>
            <a:off x="4702391" y="26428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1" name="Freeform 6290"/>
          <p:cNvSpPr/>
          <p:nvPr/>
        </p:nvSpPr>
        <p:spPr>
          <a:xfrm>
            <a:off x="4736897" y="34604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2" name="Freeform 6291"/>
          <p:cNvSpPr/>
          <p:nvPr/>
        </p:nvSpPr>
        <p:spPr>
          <a:xfrm>
            <a:off x="4783696" y="30010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3" name="Freeform 6292"/>
          <p:cNvSpPr/>
          <p:nvPr/>
        </p:nvSpPr>
        <p:spPr>
          <a:xfrm>
            <a:off x="4713326" y="34424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4" name="Freeform 6293"/>
          <p:cNvSpPr/>
          <p:nvPr/>
        </p:nvSpPr>
        <p:spPr>
          <a:xfrm>
            <a:off x="4911639" y="33911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5" name="Freeform 6294"/>
          <p:cNvSpPr/>
          <p:nvPr/>
        </p:nvSpPr>
        <p:spPr>
          <a:xfrm>
            <a:off x="4625961" y="32264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6" name="Freeform 6295"/>
          <p:cNvSpPr/>
          <p:nvPr/>
        </p:nvSpPr>
        <p:spPr>
          <a:xfrm>
            <a:off x="4695145" y="281895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7" name="Freeform 6296"/>
          <p:cNvSpPr/>
          <p:nvPr/>
        </p:nvSpPr>
        <p:spPr>
          <a:xfrm>
            <a:off x="4767672" y="31320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8" name="Freeform 6297"/>
          <p:cNvSpPr/>
          <p:nvPr/>
        </p:nvSpPr>
        <p:spPr>
          <a:xfrm>
            <a:off x="4642551" y="32598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9" name="Freeform 6298"/>
          <p:cNvSpPr/>
          <p:nvPr/>
        </p:nvSpPr>
        <p:spPr>
          <a:xfrm>
            <a:off x="4644914" y="29856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0" name="Freeform 6299"/>
          <p:cNvSpPr/>
          <p:nvPr/>
        </p:nvSpPr>
        <p:spPr>
          <a:xfrm>
            <a:off x="4626576" y="34551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1" name="Freeform 6300"/>
          <p:cNvSpPr/>
          <p:nvPr/>
        </p:nvSpPr>
        <p:spPr>
          <a:xfrm>
            <a:off x="4607330" y="28378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2" name="Freeform 6301"/>
          <p:cNvSpPr/>
          <p:nvPr/>
        </p:nvSpPr>
        <p:spPr>
          <a:xfrm>
            <a:off x="4555531" y="25626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3" name="Freeform 6302"/>
          <p:cNvSpPr/>
          <p:nvPr/>
        </p:nvSpPr>
        <p:spPr>
          <a:xfrm>
            <a:off x="4616668" y="30368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4" name="Freeform 6303"/>
          <p:cNvSpPr/>
          <p:nvPr/>
        </p:nvSpPr>
        <p:spPr>
          <a:xfrm>
            <a:off x="4510574" y="30852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5" name="Freeform 6304"/>
          <p:cNvSpPr/>
          <p:nvPr/>
        </p:nvSpPr>
        <p:spPr>
          <a:xfrm>
            <a:off x="4716139" y="28595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6" name="Freeform 6305"/>
          <p:cNvSpPr/>
          <p:nvPr/>
        </p:nvSpPr>
        <p:spPr>
          <a:xfrm>
            <a:off x="4505798" y="38005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7" name="Freeform 6306"/>
          <p:cNvSpPr/>
          <p:nvPr/>
        </p:nvSpPr>
        <p:spPr>
          <a:xfrm>
            <a:off x="4895581" y="27955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8" name="Freeform 6307"/>
          <p:cNvSpPr/>
          <p:nvPr/>
        </p:nvSpPr>
        <p:spPr>
          <a:xfrm>
            <a:off x="4856609" y="17907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9" name="Freeform 6308"/>
          <p:cNvSpPr/>
          <p:nvPr/>
        </p:nvSpPr>
        <p:spPr>
          <a:xfrm>
            <a:off x="4793114" y="30539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0" name="Freeform 6309"/>
          <p:cNvSpPr/>
          <p:nvPr/>
        </p:nvSpPr>
        <p:spPr>
          <a:xfrm>
            <a:off x="4652708" y="30525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1" name="Freeform 6310"/>
          <p:cNvSpPr/>
          <p:nvPr/>
        </p:nvSpPr>
        <p:spPr>
          <a:xfrm>
            <a:off x="4612576" y="27145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2" name="Freeform 6311"/>
          <p:cNvSpPr/>
          <p:nvPr/>
        </p:nvSpPr>
        <p:spPr>
          <a:xfrm>
            <a:off x="4805585" y="236131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3" name="Freeform 6312"/>
          <p:cNvSpPr/>
          <p:nvPr/>
        </p:nvSpPr>
        <p:spPr>
          <a:xfrm>
            <a:off x="4694317" y="26239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4" name="Freeform 6313"/>
          <p:cNvSpPr/>
          <p:nvPr/>
        </p:nvSpPr>
        <p:spPr>
          <a:xfrm>
            <a:off x="4734604" y="38503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5" name="Freeform 6314"/>
          <p:cNvSpPr/>
          <p:nvPr/>
        </p:nvSpPr>
        <p:spPr>
          <a:xfrm>
            <a:off x="4598168" y="27851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6" name="Freeform 6315"/>
          <p:cNvSpPr/>
          <p:nvPr/>
        </p:nvSpPr>
        <p:spPr>
          <a:xfrm>
            <a:off x="4788489" y="199831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7" name="Freeform 6316"/>
          <p:cNvSpPr/>
          <p:nvPr/>
        </p:nvSpPr>
        <p:spPr>
          <a:xfrm>
            <a:off x="4589552" y="27620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8" name="Freeform 6317"/>
          <p:cNvSpPr/>
          <p:nvPr/>
        </p:nvSpPr>
        <p:spPr>
          <a:xfrm>
            <a:off x="4686123" y="34581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9" name="Freeform 6318"/>
          <p:cNvSpPr/>
          <p:nvPr/>
        </p:nvSpPr>
        <p:spPr>
          <a:xfrm>
            <a:off x="4490250" y="28954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0" name="Freeform 6319"/>
          <p:cNvSpPr/>
          <p:nvPr/>
        </p:nvSpPr>
        <p:spPr>
          <a:xfrm>
            <a:off x="4604795" y="35075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1" name="Freeform 6320"/>
          <p:cNvSpPr/>
          <p:nvPr/>
        </p:nvSpPr>
        <p:spPr>
          <a:xfrm>
            <a:off x="4727973" y="25229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2" name="Freeform 6321"/>
          <p:cNvSpPr/>
          <p:nvPr/>
        </p:nvSpPr>
        <p:spPr>
          <a:xfrm>
            <a:off x="4626520" y="33803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3" name="Freeform 6322"/>
          <p:cNvSpPr/>
          <p:nvPr/>
        </p:nvSpPr>
        <p:spPr>
          <a:xfrm>
            <a:off x="4626862" y="29767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4" name="Freeform 6323"/>
          <p:cNvSpPr/>
          <p:nvPr/>
        </p:nvSpPr>
        <p:spPr>
          <a:xfrm>
            <a:off x="4758497" y="33419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5" name="Freeform 6324"/>
          <p:cNvSpPr/>
          <p:nvPr/>
        </p:nvSpPr>
        <p:spPr>
          <a:xfrm>
            <a:off x="4666587" y="32199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6" name="Freeform 6325"/>
          <p:cNvSpPr/>
          <p:nvPr/>
        </p:nvSpPr>
        <p:spPr>
          <a:xfrm>
            <a:off x="4806678" y="24236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7" name="Freeform 6326"/>
          <p:cNvSpPr/>
          <p:nvPr/>
        </p:nvSpPr>
        <p:spPr>
          <a:xfrm>
            <a:off x="4416765" y="29653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8" name="Freeform 6327"/>
          <p:cNvSpPr/>
          <p:nvPr/>
        </p:nvSpPr>
        <p:spPr>
          <a:xfrm>
            <a:off x="4734819" y="32249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9" name="Freeform 6328"/>
          <p:cNvSpPr/>
          <p:nvPr/>
        </p:nvSpPr>
        <p:spPr>
          <a:xfrm>
            <a:off x="4728249" y="34545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0" name="Freeform 6329"/>
          <p:cNvSpPr/>
          <p:nvPr/>
        </p:nvSpPr>
        <p:spPr>
          <a:xfrm>
            <a:off x="4509656" y="37391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1" name="Freeform 6330"/>
          <p:cNvSpPr/>
          <p:nvPr/>
        </p:nvSpPr>
        <p:spPr>
          <a:xfrm>
            <a:off x="4535833" y="34960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2" name="Freeform 6331"/>
          <p:cNvSpPr/>
          <p:nvPr/>
        </p:nvSpPr>
        <p:spPr>
          <a:xfrm>
            <a:off x="4767705" y="29620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3" name="Freeform 6332"/>
          <p:cNvSpPr/>
          <p:nvPr/>
        </p:nvSpPr>
        <p:spPr>
          <a:xfrm>
            <a:off x="4560404" y="26218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4" name="Freeform 6333"/>
          <p:cNvSpPr/>
          <p:nvPr/>
        </p:nvSpPr>
        <p:spPr>
          <a:xfrm>
            <a:off x="4606271" y="32253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5" name="Freeform 6334"/>
          <p:cNvSpPr/>
          <p:nvPr/>
        </p:nvSpPr>
        <p:spPr>
          <a:xfrm>
            <a:off x="4737801" y="23906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6" name="Freeform 6335"/>
          <p:cNvSpPr/>
          <p:nvPr/>
        </p:nvSpPr>
        <p:spPr>
          <a:xfrm>
            <a:off x="4638665" y="32869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7" name="Freeform 6336"/>
          <p:cNvSpPr/>
          <p:nvPr/>
        </p:nvSpPr>
        <p:spPr>
          <a:xfrm>
            <a:off x="4724835" y="309911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8" name="Freeform 6337"/>
          <p:cNvSpPr/>
          <p:nvPr/>
        </p:nvSpPr>
        <p:spPr>
          <a:xfrm>
            <a:off x="4581522" y="34287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9" name="Freeform 6338"/>
          <p:cNvSpPr/>
          <p:nvPr/>
        </p:nvSpPr>
        <p:spPr>
          <a:xfrm>
            <a:off x="4705631" y="26177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0" name="Freeform 6339"/>
          <p:cNvSpPr/>
          <p:nvPr/>
        </p:nvSpPr>
        <p:spPr>
          <a:xfrm>
            <a:off x="4789279" y="21841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1" name="Freeform 6340"/>
          <p:cNvSpPr/>
          <p:nvPr/>
        </p:nvSpPr>
        <p:spPr>
          <a:xfrm>
            <a:off x="4708593" y="36960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2" name="Freeform 6341"/>
          <p:cNvSpPr/>
          <p:nvPr/>
        </p:nvSpPr>
        <p:spPr>
          <a:xfrm>
            <a:off x="4440155" y="31414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3" name="Freeform 6342"/>
          <p:cNvSpPr/>
          <p:nvPr/>
        </p:nvSpPr>
        <p:spPr>
          <a:xfrm>
            <a:off x="4743317" y="25103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4" name="Freeform 6343"/>
          <p:cNvSpPr/>
          <p:nvPr/>
        </p:nvSpPr>
        <p:spPr>
          <a:xfrm>
            <a:off x="4680114" y="35727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5" name="Freeform 6344"/>
          <p:cNvSpPr/>
          <p:nvPr/>
        </p:nvSpPr>
        <p:spPr>
          <a:xfrm>
            <a:off x="4577409" y="27838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6" name="Freeform 6345"/>
          <p:cNvSpPr/>
          <p:nvPr/>
        </p:nvSpPr>
        <p:spPr>
          <a:xfrm>
            <a:off x="4822296" y="25273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7" name="Freeform 6346"/>
          <p:cNvSpPr/>
          <p:nvPr/>
        </p:nvSpPr>
        <p:spPr>
          <a:xfrm>
            <a:off x="4488144" y="297522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8" name="Freeform 6347"/>
          <p:cNvSpPr/>
          <p:nvPr/>
        </p:nvSpPr>
        <p:spPr>
          <a:xfrm>
            <a:off x="4873539" y="279030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9" name="Freeform 6348"/>
          <p:cNvSpPr/>
          <p:nvPr/>
        </p:nvSpPr>
        <p:spPr>
          <a:xfrm>
            <a:off x="4606467" y="23160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0" name="Freeform 6349"/>
          <p:cNvSpPr/>
          <p:nvPr/>
        </p:nvSpPr>
        <p:spPr>
          <a:xfrm>
            <a:off x="4841539" y="22425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1" name="Freeform 6350"/>
          <p:cNvSpPr/>
          <p:nvPr/>
        </p:nvSpPr>
        <p:spPr>
          <a:xfrm>
            <a:off x="4669112" y="30301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2" name="Freeform 6351"/>
          <p:cNvSpPr/>
          <p:nvPr/>
        </p:nvSpPr>
        <p:spPr>
          <a:xfrm>
            <a:off x="4532126" y="32144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3" name="Freeform 6352"/>
          <p:cNvSpPr/>
          <p:nvPr/>
        </p:nvSpPr>
        <p:spPr>
          <a:xfrm>
            <a:off x="4683956" y="33662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4" name="Freeform 6353"/>
          <p:cNvSpPr/>
          <p:nvPr/>
        </p:nvSpPr>
        <p:spPr>
          <a:xfrm>
            <a:off x="4709168" y="26231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5" name="Freeform 6354"/>
          <p:cNvSpPr/>
          <p:nvPr/>
        </p:nvSpPr>
        <p:spPr>
          <a:xfrm>
            <a:off x="4731526" y="35432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6" name="Freeform 6355"/>
          <p:cNvSpPr/>
          <p:nvPr/>
        </p:nvSpPr>
        <p:spPr>
          <a:xfrm>
            <a:off x="4786825" y="31048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7" name="Freeform 6356"/>
          <p:cNvSpPr/>
          <p:nvPr/>
        </p:nvSpPr>
        <p:spPr>
          <a:xfrm>
            <a:off x="4578235" y="29656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8" name="Freeform 6357"/>
          <p:cNvSpPr/>
          <p:nvPr/>
        </p:nvSpPr>
        <p:spPr>
          <a:xfrm>
            <a:off x="4726237" y="32029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9" name="Freeform 6358"/>
          <p:cNvSpPr/>
          <p:nvPr/>
        </p:nvSpPr>
        <p:spPr>
          <a:xfrm>
            <a:off x="4752269" y="28962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0" name="Freeform 6359"/>
          <p:cNvSpPr/>
          <p:nvPr/>
        </p:nvSpPr>
        <p:spPr>
          <a:xfrm>
            <a:off x="4644835" y="20012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1" name="Freeform 6360"/>
          <p:cNvSpPr/>
          <p:nvPr/>
        </p:nvSpPr>
        <p:spPr>
          <a:xfrm>
            <a:off x="4574032" y="30535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2" name="Freeform 6361"/>
          <p:cNvSpPr/>
          <p:nvPr/>
        </p:nvSpPr>
        <p:spPr>
          <a:xfrm>
            <a:off x="4571911" y="31764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3" name="Freeform 6362"/>
          <p:cNvSpPr/>
          <p:nvPr/>
        </p:nvSpPr>
        <p:spPr>
          <a:xfrm>
            <a:off x="4753598" y="26081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4" name="Freeform 6363"/>
          <p:cNvSpPr/>
          <p:nvPr/>
        </p:nvSpPr>
        <p:spPr>
          <a:xfrm>
            <a:off x="4758866" y="29120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5" name="Freeform 6364"/>
          <p:cNvSpPr/>
          <p:nvPr/>
        </p:nvSpPr>
        <p:spPr>
          <a:xfrm>
            <a:off x="4585430" y="24420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6" name="Freeform 6365"/>
          <p:cNvSpPr/>
          <p:nvPr/>
        </p:nvSpPr>
        <p:spPr>
          <a:xfrm>
            <a:off x="4531121" y="29413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7" name="Freeform 6366"/>
          <p:cNvSpPr/>
          <p:nvPr/>
        </p:nvSpPr>
        <p:spPr>
          <a:xfrm>
            <a:off x="4805677" y="31031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8" name="Freeform 6367"/>
          <p:cNvSpPr/>
          <p:nvPr/>
        </p:nvSpPr>
        <p:spPr>
          <a:xfrm>
            <a:off x="4508253" y="370464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9" name="Freeform 6368"/>
          <p:cNvSpPr/>
          <p:nvPr/>
        </p:nvSpPr>
        <p:spPr>
          <a:xfrm>
            <a:off x="4690679" y="36404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0" name="Freeform 6369"/>
          <p:cNvSpPr/>
          <p:nvPr/>
        </p:nvSpPr>
        <p:spPr>
          <a:xfrm>
            <a:off x="4587888" y="37250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1" name="Freeform 6370"/>
          <p:cNvSpPr/>
          <p:nvPr/>
        </p:nvSpPr>
        <p:spPr>
          <a:xfrm>
            <a:off x="4486722" y="28572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2" name="Freeform 6371"/>
          <p:cNvSpPr/>
          <p:nvPr/>
        </p:nvSpPr>
        <p:spPr>
          <a:xfrm>
            <a:off x="4686881" y="35395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3" name="Freeform 6372"/>
          <p:cNvSpPr/>
          <p:nvPr/>
        </p:nvSpPr>
        <p:spPr>
          <a:xfrm>
            <a:off x="4653391" y="25139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4" name="Freeform 6373"/>
          <p:cNvSpPr/>
          <p:nvPr/>
        </p:nvSpPr>
        <p:spPr>
          <a:xfrm>
            <a:off x="4826931" y="29940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5" name="Freeform 6374"/>
          <p:cNvSpPr/>
          <p:nvPr/>
        </p:nvSpPr>
        <p:spPr>
          <a:xfrm>
            <a:off x="4915566" y="31015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6" name="Freeform 6375"/>
          <p:cNvSpPr/>
          <p:nvPr/>
        </p:nvSpPr>
        <p:spPr>
          <a:xfrm>
            <a:off x="4653595" y="33364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7" name="Freeform 6376"/>
          <p:cNvSpPr/>
          <p:nvPr/>
        </p:nvSpPr>
        <p:spPr>
          <a:xfrm>
            <a:off x="4782821" y="27621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8" name="Freeform 6377"/>
          <p:cNvSpPr/>
          <p:nvPr/>
        </p:nvSpPr>
        <p:spPr>
          <a:xfrm>
            <a:off x="4784893" y="33210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9" name="Freeform 6378"/>
          <p:cNvSpPr/>
          <p:nvPr/>
        </p:nvSpPr>
        <p:spPr>
          <a:xfrm>
            <a:off x="4617890" y="33918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0" name="Freeform 6379"/>
          <p:cNvSpPr/>
          <p:nvPr/>
        </p:nvSpPr>
        <p:spPr>
          <a:xfrm>
            <a:off x="4581310" y="25403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1" name="Freeform 6380"/>
          <p:cNvSpPr/>
          <p:nvPr/>
        </p:nvSpPr>
        <p:spPr>
          <a:xfrm>
            <a:off x="4845082" y="28669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2" name="Freeform 6381"/>
          <p:cNvSpPr/>
          <p:nvPr/>
        </p:nvSpPr>
        <p:spPr>
          <a:xfrm>
            <a:off x="4634710" y="30979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3" name="Freeform 6382"/>
          <p:cNvSpPr/>
          <p:nvPr/>
        </p:nvSpPr>
        <p:spPr>
          <a:xfrm>
            <a:off x="4670861" y="27545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4" name="Freeform 6383"/>
          <p:cNvSpPr/>
          <p:nvPr/>
        </p:nvSpPr>
        <p:spPr>
          <a:xfrm>
            <a:off x="4642600" y="30023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5" name="Freeform 6384"/>
          <p:cNvSpPr/>
          <p:nvPr/>
        </p:nvSpPr>
        <p:spPr>
          <a:xfrm>
            <a:off x="4659406" y="28558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6" name="Freeform 6385"/>
          <p:cNvSpPr/>
          <p:nvPr/>
        </p:nvSpPr>
        <p:spPr>
          <a:xfrm>
            <a:off x="4609278" y="33258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7" name="Freeform 6386"/>
          <p:cNvSpPr/>
          <p:nvPr/>
        </p:nvSpPr>
        <p:spPr>
          <a:xfrm>
            <a:off x="4753288" y="21947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8" name="Freeform 6387"/>
          <p:cNvSpPr/>
          <p:nvPr/>
        </p:nvSpPr>
        <p:spPr>
          <a:xfrm>
            <a:off x="4807293" y="32329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9" name="Freeform 6388"/>
          <p:cNvSpPr/>
          <p:nvPr/>
        </p:nvSpPr>
        <p:spPr>
          <a:xfrm>
            <a:off x="4633850" y="2396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0" name="Freeform 6389"/>
          <p:cNvSpPr/>
          <p:nvPr/>
        </p:nvSpPr>
        <p:spPr>
          <a:xfrm>
            <a:off x="4526642" y="30798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1" name="Freeform 6390"/>
          <p:cNvSpPr/>
          <p:nvPr/>
        </p:nvSpPr>
        <p:spPr>
          <a:xfrm>
            <a:off x="4678968" y="26896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2" name="Freeform 6391"/>
          <p:cNvSpPr/>
          <p:nvPr/>
        </p:nvSpPr>
        <p:spPr>
          <a:xfrm>
            <a:off x="4515218" y="27182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3" name="Freeform 6392"/>
          <p:cNvSpPr/>
          <p:nvPr/>
        </p:nvSpPr>
        <p:spPr>
          <a:xfrm>
            <a:off x="4605491" y="25565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4" name="Freeform 6393"/>
          <p:cNvSpPr/>
          <p:nvPr/>
        </p:nvSpPr>
        <p:spPr>
          <a:xfrm>
            <a:off x="4804592" y="33351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5" name="Freeform 6394"/>
          <p:cNvSpPr/>
          <p:nvPr/>
        </p:nvSpPr>
        <p:spPr>
          <a:xfrm>
            <a:off x="4920680" y="25844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6" name="Freeform 6395"/>
          <p:cNvSpPr/>
          <p:nvPr/>
        </p:nvSpPr>
        <p:spPr>
          <a:xfrm>
            <a:off x="4713610" y="22825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7" name="Freeform 6396"/>
          <p:cNvSpPr/>
          <p:nvPr/>
        </p:nvSpPr>
        <p:spPr>
          <a:xfrm>
            <a:off x="4560173" y="31072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8" name="Freeform 6397"/>
          <p:cNvSpPr/>
          <p:nvPr/>
        </p:nvSpPr>
        <p:spPr>
          <a:xfrm>
            <a:off x="4756618" y="29922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9" name="Freeform 6398"/>
          <p:cNvSpPr/>
          <p:nvPr/>
        </p:nvSpPr>
        <p:spPr>
          <a:xfrm>
            <a:off x="4434420" y="32109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0" name="Freeform 6399"/>
          <p:cNvSpPr/>
          <p:nvPr/>
        </p:nvSpPr>
        <p:spPr>
          <a:xfrm>
            <a:off x="4599623" y="31415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1" name="Freeform 6400"/>
          <p:cNvSpPr/>
          <p:nvPr/>
        </p:nvSpPr>
        <p:spPr>
          <a:xfrm>
            <a:off x="4835745" y="23354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2" name="Freeform 6401"/>
          <p:cNvSpPr/>
          <p:nvPr/>
        </p:nvSpPr>
        <p:spPr>
          <a:xfrm>
            <a:off x="4752897" y="33992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3" name="Freeform 6402"/>
          <p:cNvSpPr/>
          <p:nvPr/>
        </p:nvSpPr>
        <p:spPr>
          <a:xfrm>
            <a:off x="4526624" y="33749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4" name="Freeform 6403"/>
          <p:cNvSpPr/>
          <p:nvPr/>
        </p:nvSpPr>
        <p:spPr>
          <a:xfrm>
            <a:off x="4496508" y="23747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5" name="Freeform 6404"/>
          <p:cNvSpPr/>
          <p:nvPr/>
        </p:nvSpPr>
        <p:spPr>
          <a:xfrm>
            <a:off x="4764612" y="27612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6" name="Freeform 6405"/>
          <p:cNvSpPr/>
          <p:nvPr/>
        </p:nvSpPr>
        <p:spPr>
          <a:xfrm>
            <a:off x="4668508" y="21752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7" name="Freeform 6406"/>
          <p:cNvSpPr/>
          <p:nvPr/>
        </p:nvSpPr>
        <p:spPr>
          <a:xfrm>
            <a:off x="4610389" y="31823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8" name="Freeform 6407"/>
          <p:cNvSpPr/>
          <p:nvPr/>
        </p:nvSpPr>
        <p:spPr>
          <a:xfrm>
            <a:off x="4717474" y="29564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9" name="Freeform 6408"/>
          <p:cNvSpPr/>
          <p:nvPr/>
        </p:nvSpPr>
        <p:spPr>
          <a:xfrm>
            <a:off x="4612454" y="32646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0" name="Freeform 6409"/>
          <p:cNvSpPr/>
          <p:nvPr/>
        </p:nvSpPr>
        <p:spPr>
          <a:xfrm>
            <a:off x="4469007" y="29497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1" name="Freeform 6410"/>
          <p:cNvSpPr/>
          <p:nvPr/>
        </p:nvSpPr>
        <p:spPr>
          <a:xfrm>
            <a:off x="4759644" y="3700873"/>
            <a:ext cx="35922" cy="35922"/>
          </a:xfrm>
          <a:custGeom>
            <a:avLst/>
            <a:gdLst/>
            <a:ahLst/>
            <a:cxnLst/>
            <a:rect l="l" t="t" r="r" b="b"/>
            <a:pathLst>
              <a:path w="35922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2" name="Freeform 6411"/>
          <p:cNvSpPr/>
          <p:nvPr/>
        </p:nvSpPr>
        <p:spPr>
          <a:xfrm>
            <a:off x="4604593" y="27375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3" name="Freeform 6412"/>
          <p:cNvSpPr/>
          <p:nvPr/>
        </p:nvSpPr>
        <p:spPr>
          <a:xfrm>
            <a:off x="4566793" y="28791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4" name="Freeform 6413"/>
          <p:cNvSpPr/>
          <p:nvPr/>
        </p:nvSpPr>
        <p:spPr>
          <a:xfrm>
            <a:off x="4531625" y="30284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5" name="Freeform 6414"/>
          <p:cNvSpPr/>
          <p:nvPr/>
        </p:nvSpPr>
        <p:spPr>
          <a:xfrm>
            <a:off x="4700184" y="3158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6" name="Freeform 6415"/>
          <p:cNvSpPr/>
          <p:nvPr/>
        </p:nvSpPr>
        <p:spPr>
          <a:xfrm>
            <a:off x="4587901" y="33563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7" name="Freeform 6416"/>
          <p:cNvSpPr/>
          <p:nvPr/>
        </p:nvSpPr>
        <p:spPr>
          <a:xfrm>
            <a:off x="4740024" y="27207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8" name="Freeform 6417"/>
          <p:cNvSpPr/>
          <p:nvPr/>
        </p:nvSpPr>
        <p:spPr>
          <a:xfrm>
            <a:off x="4645120" y="34646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9" name="Freeform 6418"/>
          <p:cNvSpPr/>
          <p:nvPr/>
        </p:nvSpPr>
        <p:spPr>
          <a:xfrm>
            <a:off x="4788616" y="28053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0" name="Freeform 6419"/>
          <p:cNvSpPr/>
          <p:nvPr/>
        </p:nvSpPr>
        <p:spPr>
          <a:xfrm>
            <a:off x="4632453" y="21932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1" name="Freeform 6420"/>
          <p:cNvSpPr/>
          <p:nvPr/>
        </p:nvSpPr>
        <p:spPr>
          <a:xfrm>
            <a:off x="4603991" y="24239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2" name="Freeform 6421"/>
          <p:cNvSpPr/>
          <p:nvPr/>
        </p:nvSpPr>
        <p:spPr>
          <a:xfrm>
            <a:off x="4463948" y="35955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3" name="Freeform 6422"/>
          <p:cNvSpPr/>
          <p:nvPr/>
        </p:nvSpPr>
        <p:spPr>
          <a:xfrm>
            <a:off x="4556644" y="32161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4" name="Freeform 6423"/>
          <p:cNvSpPr/>
          <p:nvPr/>
        </p:nvSpPr>
        <p:spPr>
          <a:xfrm>
            <a:off x="4750256" y="28407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5" name="Freeform 6424"/>
          <p:cNvSpPr/>
          <p:nvPr/>
        </p:nvSpPr>
        <p:spPr>
          <a:xfrm>
            <a:off x="4998812" y="30334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6" name="Freeform 6425"/>
          <p:cNvSpPr/>
          <p:nvPr/>
        </p:nvSpPr>
        <p:spPr>
          <a:xfrm>
            <a:off x="4540370" y="35540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7" name="Freeform 6426"/>
          <p:cNvSpPr/>
          <p:nvPr/>
        </p:nvSpPr>
        <p:spPr>
          <a:xfrm>
            <a:off x="4563159" y="28549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8" name="Freeform 6427"/>
          <p:cNvSpPr/>
          <p:nvPr/>
        </p:nvSpPr>
        <p:spPr>
          <a:xfrm>
            <a:off x="4709577" y="30097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9" name="Freeform 6428"/>
          <p:cNvSpPr/>
          <p:nvPr/>
        </p:nvSpPr>
        <p:spPr>
          <a:xfrm>
            <a:off x="4724421" y="22559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0" name="Freeform 6429"/>
          <p:cNvSpPr/>
          <p:nvPr/>
        </p:nvSpPr>
        <p:spPr>
          <a:xfrm>
            <a:off x="4601559" y="31050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1" name="Freeform 6430"/>
          <p:cNvSpPr/>
          <p:nvPr/>
        </p:nvSpPr>
        <p:spPr>
          <a:xfrm>
            <a:off x="4682008" y="25483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2" name="Freeform 6431"/>
          <p:cNvSpPr/>
          <p:nvPr/>
        </p:nvSpPr>
        <p:spPr>
          <a:xfrm>
            <a:off x="4502522" y="35022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3" name="Freeform 6432"/>
          <p:cNvSpPr/>
          <p:nvPr/>
        </p:nvSpPr>
        <p:spPr>
          <a:xfrm>
            <a:off x="4641938" y="34085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4" name="Freeform 6433"/>
          <p:cNvSpPr/>
          <p:nvPr/>
        </p:nvSpPr>
        <p:spPr>
          <a:xfrm>
            <a:off x="4769520" y="27231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5" name="Freeform 6434"/>
          <p:cNvSpPr/>
          <p:nvPr/>
        </p:nvSpPr>
        <p:spPr>
          <a:xfrm>
            <a:off x="4847592" y="25813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6" name="Freeform 6435"/>
          <p:cNvSpPr/>
          <p:nvPr/>
        </p:nvSpPr>
        <p:spPr>
          <a:xfrm>
            <a:off x="4655826" y="33809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7" name="Freeform 6436"/>
          <p:cNvSpPr/>
          <p:nvPr/>
        </p:nvSpPr>
        <p:spPr>
          <a:xfrm>
            <a:off x="4646076" y="299643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8" name="Freeform 6437"/>
          <p:cNvSpPr/>
          <p:nvPr/>
        </p:nvSpPr>
        <p:spPr>
          <a:xfrm>
            <a:off x="4721837" y="35471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9" name="Freeform 6438"/>
          <p:cNvSpPr/>
          <p:nvPr/>
        </p:nvSpPr>
        <p:spPr>
          <a:xfrm>
            <a:off x="4791510" y="30768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0" name="Freeform 6439"/>
          <p:cNvSpPr/>
          <p:nvPr/>
        </p:nvSpPr>
        <p:spPr>
          <a:xfrm>
            <a:off x="4725547" y="26780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1" name="Freeform 6440"/>
          <p:cNvSpPr/>
          <p:nvPr/>
        </p:nvSpPr>
        <p:spPr>
          <a:xfrm>
            <a:off x="4593791" y="317626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2" name="Freeform 6441"/>
          <p:cNvSpPr/>
          <p:nvPr/>
        </p:nvSpPr>
        <p:spPr>
          <a:xfrm>
            <a:off x="4711659" y="31034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3" name="Freeform 6442"/>
          <p:cNvSpPr/>
          <p:nvPr/>
        </p:nvSpPr>
        <p:spPr>
          <a:xfrm>
            <a:off x="4776722" y="34484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4" name="Freeform 6443"/>
          <p:cNvSpPr/>
          <p:nvPr/>
        </p:nvSpPr>
        <p:spPr>
          <a:xfrm>
            <a:off x="4597861" y="32598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5" name="Freeform 6444"/>
          <p:cNvSpPr/>
          <p:nvPr/>
        </p:nvSpPr>
        <p:spPr>
          <a:xfrm>
            <a:off x="4531541" y="231713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6" name="Freeform 6445"/>
          <p:cNvSpPr/>
          <p:nvPr/>
        </p:nvSpPr>
        <p:spPr>
          <a:xfrm>
            <a:off x="4727941" y="29773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7" name="Freeform 6446"/>
          <p:cNvSpPr/>
          <p:nvPr/>
        </p:nvSpPr>
        <p:spPr>
          <a:xfrm>
            <a:off x="4712733" y="33985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8" name="Freeform 6447"/>
          <p:cNvSpPr/>
          <p:nvPr/>
        </p:nvSpPr>
        <p:spPr>
          <a:xfrm>
            <a:off x="4776643" y="31291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9" name="Freeform 6448"/>
          <p:cNvSpPr/>
          <p:nvPr/>
        </p:nvSpPr>
        <p:spPr>
          <a:xfrm>
            <a:off x="4683231" y="36316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0" name="Freeform 6449"/>
          <p:cNvSpPr/>
          <p:nvPr/>
        </p:nvSpPr>
        <p:spPr>
          <a:xfrm>
            <a:off x="4605229" y="34031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1" name="Freeform 6450"/>
          <p:cNvSpPr/>
          <p:nvPr/>
        </p:nvSpPr>
        <p:spPr>
          <a:xfrm>
            <a:off x="4627319" y="2472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2" name="Freeform 6451"/>
          <p:cNvSpPr/>
          <p:nvPr/>
        </p:nvSpPr>
        <p:spPr>
          <a:xfrm>
            <a:off x="4564364" y="30616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3" name="Freeform 6452"/>
          <p:cNvSpPr/>
          <p:nvPr/>
        </p:nvSpPr>
        <p:spPr>
          <a:xfrm>
            <a:off x="4573119" y="22651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4" name="Freeform 6453"/>
          <p:cNvSpPr/>
          <p:nvPr/>
        </p:nvSpPr>
        <p:spPr>
          <a:xfrm>
            <a:off x="4614172" y="30432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5" name="Freeform 6454"/>
          <p:cNvSpPr/>
          <p:nvPr/>
        </p:nvSpPr>
        <p:spPr>
          <a:xfrm>
            <a:off x="4622476" y="30199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6" name="Freeform 6455"/>
          <p:cNvSpPr/>
          <p:nvPr/>
        </p:nvSpPr>
        <p:spPr>
          <a:xfrm>
            <a:off x="4792526" y="27548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7" name="Freeform 6456"/>
          <p:cNvSpPr/>
          <p:nvPr/>
        </p:nvSpPr>
        <p:spPr>
          <a:xfrm>
            <a:off x="4543431" y="40528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8" name="Freeform 6457"/>
          <p:cNvSpPr/>
          <p:nvPr/>
        </p:nvSpPr>
        <p:spPr>
          <a:xfrm>
            <a:off x="4668919" y="29255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9" name="Freeform 6458"/>
          <p:cNvSpPr/>
          <p:nvPr/>
        </p:nvSpPr>
        <p:spPr>
          <a:xfrm>
            <a:off x="4611346" y="3025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0" name="Freeform 6459"/>
          <p:cNvSpPr/>
          <p:nvPr/>
        </p:nvSpPr>
        <p:spPr>
          <a:xfrm>
            <a:off x="4832413" y="24237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1" name="Freeform 6460"/>
          <p:cNvSpPr/>
          <p:nvPr/>
        </p:nvSpPr>
        <p:spPr>
          <a:xfrm>
            <a:off x="4702001" y="2627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2" name="Freeform 6461"/>
          <p:cNvSpPr/>
          <p:nvPr/>
        </p:nvSpPr>
        <p:spPr>
          <a:xfrm>
            <a:off x="4634408" y="34499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3" name="Freeform 6462"/>
          <p:cNvSpPr/>
          <p:nvPr/>
        </p:nvSpPr>
        <p:spPr>
          <a:xfrm>
            <a:off x="4760862" y="25192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4" name="Freeform 6463"/>
          <p:cNvSpPr/>
          <p:nvPr/>
        </p:nvSpPr>
        <p:spPr>
          <a:xfrm>
            <a:off x="4681302" y="31086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5" name="Freeform 6464"/>
          <p:cNvSpPr/>
          <p:nvPr/>
        </p:nvSpPr>
        <p:spPr>
          <a:xfrm>
            <a:off x="4623594" y="33601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6" name="Freeform 6465"/>
          <p:cNvSpPr/>
          <p:nvPr/>
        </p:nvSpPr>
        <p:spPr>
          <a:xfrm>
            <a:off x="4837593" y="29286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7" name="Freeform 6466"/>
          <p:cNvSpPr/>
          <p:nvPr/>
        </p:nvSpPr>
        <p:spPr>
          <a:xfrm>
            <a:off x="4749927" y="30853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8" name="Freeform 6467"/>
          <p:cNvSpPr/>
          <p:nvPr/>
        </p:nvSpPr>
        <p:spPr>
          <a:xfrm>
            <a:off x="4858334" y="24031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9" name="Freeform 6468"/>
          <p:cNvSpPr/>
          <p:nvPr/>
        </p:nvSpPr>
        <p:spPr>
          <a:xfrm>
            <a:off x="4797450" y="28724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0" name="Freeform 6469"/>
          <p:cNvSpPr/>
          <p:nvPr/>
        </p:nvSpPr>
        <p:spPr>
          <a:xfrm>
            <a:off x="4756879" y="29253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1" name="Freeform 6470"/>
          <p:cNvSpPr/>
          <p:nvPr/>
        </p:nvSpPr>
        <p:spPr>
          <a:xfrm>
            <a:off x="4688501" y="26530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2" name="Freeform 6471"/>
          <p:cNvSpPr/>
          <p:nvPr/>
        </p:nvSpPr>
        <p:spPr>
          <a:xfrm>
            <a:off x="4559098" y="25777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3" name="Freeform 6472"/>
          <p:cNvSpPr/>
          <p:nvPr/>
        </p:nvSpPr>
        <p:spPr>
          <a:xfrm>
            <a:off x="4749971" y="26988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4" name="Freeform 6473"/>
          <p:cNvSpPr/>
          <p:nvPr/>
        </p:nvSpPr>
        <p:spPr>
          <a:xfrm>
            <a:off x="4682263" y="24497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5" name="Freeform 6474"/>
          <p:cNvSpPr/>
          <p:nvPr/>
        </p:nvSpPr>
        <p:spPr>
          <a:xfrm>
            <a:off x="4746446" y="276741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6" name="Freeform 6475"/>
          <p:cNvSpPr/>
          <p:nvPr/>
        </p:nvSpPr>
        <p:spPr>
          <a:xfrm>
            <a:off x="4673759" y="29401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7" name="Freeform 6476"/>
          <p:cNvSpPr/>
          <p:nvPr/>
        </p:nvSpPr>
        <p:spPr>
          <a:xfrm>
            <a:off x="4601300" y="25204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8" name="Freeform 6477"/>
          <p:cNvSpPr/>
          <p:nvPr/>
        </p:nvSpPr>
        <p:spPr>
          <a:xfrm>
            <a:off x="4567684" y="304147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9" name="Freeform 6478"/>
          <p:cNvSpPr/>
          <p:nvPr/>
        </p:nvSpPr>
        <p:spPr>
          <a:xfrm>
            <a:off x="4749119" y="29928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0" name="Freeform 6479"/>
          <p:cNvSpPr/>
          <p:nvPr/>
        </p:nvSpPr>
        <p:spPr>
          <a:xfrm>
            <a:off x="4812166" y="23314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1" name="Freeform 6480"/>
          <p:cNvSpPr/>
          <p:nvPr/>
        </p:nvSpPr>
        <p:spPr>
          <a:xfrm>
            <a:off x="4644173" y="23704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2" name="Freeform 6481"/>
          <p:cNvSpPr/>
          <p:nvPr/>
        </p:nvSpPr>
        <p:spPr>
          <a:xfrm>
            <a:off x="4723143" y="30090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3" name="Freeform 6482"/>
          <p:cNvSpPr/>
          <p:nvPr/>
        </p:nvSpPr>
        <p:spPr>
          <a:xfrm>
            <a:off x="4821973" y="31835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4" name="Freeform 6483"/>
          <p:cNvSpPr/>
          <p:nvPr/>
        </p:nvSpPr>
        <p:spPr>
          <a:xfrm>
            <a:off x="4586129" y="24326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5" name="Freeform 6484"/>
          <p:cNvSpPr/>
          <p:nvPr/>
        </p:nvSpPr>
        <p:spPr>
          <a:xfrm>
            <a:off x="4638712" y="26923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6" name="Freeform 6485"/>
          <p:cNvSpPr/>
          <p:nvPr/>
        </p:nvSpPr>
        <p:spPr>
          <a:xfrm>
            <a:off x="4555904" y="28822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7" name="Freeform 6486"/>
          <p:cNvSpPr/>
          <p:nvPr/>
        </p:nvSpPr>
        <p:spPr>
          <a:xfrm>
            <a:off x="4800296" y="31319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8" name="Freeform 6487"/>
          <p:cNvSpPr/>
          <p:nvPr/>
        </p:nvSpPr>
        <p:spPr>
          <a:xfrm>
            <a:off x="4702859" y="28759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9" name="Freeform 6488"/>
          <p:cNvSpPr/>
          <p:nvPr/>
        </p:nvSpPr>
        <p:spPr>
          <a:xfrm>
            <a:off x="4625918" y="30143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0" name="Freeform 6489"/>
          <p:cNvSpPr/>
          <p:nvPr/>
        </p:nvSpPr>
        <p:spPr>
          <a:xfrm>
            <a:off x="4499017" y="32661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1" name="Freeform 6490"/>
          <p:cNvSpPr/>
          <p:nvPr/>
        </p:nvSpPr>
        <p:spPr>
          <a:xfrm>
            <a:off x="4655942" y="29553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2" name="Freeform 6491"/>
          <p:cNvSpPr/>
          <p:nvPr/>
        </p:nvSpPr>
        <p:spPr>
          <a:xfrm>
            <a:off x="4781134" y="29018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3" name="Freeform 6492"/>
          <p:cNvSpPr/>
          <p:nvPr/>
        </p:nvSpPr>
        <p:spPr>
          <a:xfrm>
            <a:off x="4643693" y="315293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4" name="Freeform 6493"/>
          <p:cNvSpPr/>
          <p:nvPr/>
        </p:nvSpPr>
        <p:spPr>
          <a:xfrm>
            <a:off x="4630047" y="2651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5" name="Freeform 6494"/>
          <p:cNvSpPr/>
          <p:nvPr/>
        </p:nvSpPr>
        <p:spPr>
          <a:xfrm>
            <a:off x="4743282" y="25009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6" name="Freeform 6495"/>
          <p:cNvSpPr/>
          <p:nvPr/>
        </p:nvSpPr>
        <p:spPr>
          <a:xfrm>
            <a:off x="4544177" y="26259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7" name="Freeform 6496"/>
          <p:cNvSpPr/>
          <p:nvPr/>
        </p:nvSpPr>
        <p:spPr>
          <a:xfrm>
            <a:off x="4680774" y="31140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8" name="Freeform 6497"/>
          <p:cNvSpPr/>
          <p:nvPr/>
        </p:nvSpPr>
        <p:spPr>
          <a:xfrm>
            <a:off x="4738817" y="27097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9" name="Freeform 6498"/>
          <p:cNvSpPr/>
          <p:nvPr/>
        </p:nvSpPr>
        <p:spPr>
          <a:xfrm>
            <a:off x="4592456" y="29753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0" name="Freeform 6499"/>
          <p:cNvSpPr/>
          <p:nvPr/>
        </p:nvSpPr>
        <p:spPr>
          <a:xfrm>
            <a:off x="4587192" y="34899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1" name="Freeform 6500"/>
          <p:cNvSpPr/>
          <p:nvPr/>
        </p:nvSpPr>
        <p:spPr>
          <a:xfrm>
            <a:off x="4701657" y="27423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2" name="Freeform 6501"/>
          <p:cNvSpPr/>
          <p:nvPr/>
        </p:nvSpPr>
        <p:spPr>
          <a:xfrm>
            <a:off x="4664783" y="29486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3" name="Freeform 6502"/>
          <p:cNvSpPr/>
          <p:nvPr/>
        </p:nvSpPr>
        <p:spPr>
          <a:xfrm>
            <a:off x="4650307" y="19898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4" name="Freeform 6503"/>
          <p:cNvSpPr/>
          <p:nvPr/>
        </p:nvSpPr>
        <p:spPr>
          <a:xfrm>
            <a:off x="4697403" y="24349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5" name="Freeform 6504"/>
          <p:cNvSpPr/>
          <p:nvPr/>
        </p:nvSpPr>
        <p:spPr>
          <a:xfrm>
            <a:off x="4699043" y="272727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6" name="Freeform 6505"/>
          <p:cNvSpPr/>
          <p:nvPr/>
        </p:nvSpPr>
        <p:spPr>
          <a:xfrm>
            <a:off x="4577110" y="29082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7" name="Freeform 6506"/>
          <p:cNvSpPr/>
          <p:nvPr/>
        </p:nvSpPr>
        <p:spPr>
          <a:xfrm>
            <a:off x="4604647" y="29417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8" name="Freeform 6507"/>
          <p:cNvSpPr/>
          <p:nvPr/>
        </p:nvSpPr>
        <p:spPr>
          <a:xfrm>
            <a:off x="4723154" y="33990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9" name="Freeform 6508"/>
          <p:cNvSpPr/>
          <p:nvPr/>
        </p:nvSpPr>
        <p:spPr>
          <a:xfrm>
            <a:off x="4794613" y="36871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0" name="Freeform 6509"/>
          <p:cNvSpPr/>
          <p:nvPr/>
        </p:nvSpPr>
        <p:spPr>
          <a:xfrm>
            <a:off x="4819342" y="33476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1" name="Freeform 6510"/>
          <p:cNvSpPr/>
          <p:nvPr/>
        </p:nvSpPr>
        <p:spPr>
          <a:xfrm>
            <a:off x="4585633" y="30245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2" name="Freeform 6511"/>
          <p:cNvSpPr/>
          <p:nvPr/>
        </p:nvSpPr>
        <p:spPr>
          <a:xfrm>
            <a:off x="4791785" y="38307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3" name="Freeform 6512"/>
          <p:cNvSpPr/>
          <p:nvPr/>
        </p:nvSpPr>
        <p:spPr>
          <a:xfrm>
            <a:off x="4756160" y="32191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4" name="Freeform 6513"/>
          <p:cNvSpPr/>
          <p:nvPr/>
        </p:nvSpPr>
        <p:spPr>
          <a:xfrm>
            <a:off x="4672450" y="31028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5" name="Freeform 6514"/>
          <p:cNvSpPr/>
          <p:nvPr/>
        </p:nvSpPr>
        <p:spPr>
          <a:xfrm>
            <a:off x="4727526" y="30902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6" name="Freeform 6515"/>
          <p:cNvSpPr/>
          <p:nvPr/>
        </p:nvSpPr>
        <p:spPr>
          <a:xfrm>
            <a:off x="4763804" y="32651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7" name="Freeform 6516"/>
          <p:cNvSpPr/>
          <p:nvPr/>
        </p:nvSpPr>
        <p:spPr>
          <a:xfrm>
            <a:off x="4865515" y="313965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8" name="Freeform 6517"/>
          <p:cNvSpPr/>
          <p:nvPr/>
        </p:nvSpPr>
        <p:spPr>
          <a:xfrm>
            <a:off x="4563808" y="23305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9" name="Freeform 6518"/>
          <p:cNvSpPr/>
          <p:nvPr/>
        </p:nvSpPr>
        <p:spPr>
          <a:xfrm>
            <a:off x="4739622" y="27464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0" name="Freeform 6519"/>
          <p:cNvSpPr/>
          <p:nvPr/>
        </p:nvSpPr>
        <p:spPr>
          <a:xfrm>
            <a:off x="4661044" y="3225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1" name="Freeform 6520"/>
          <p:cNvSpPr/>
          <p:nvPr/>
        </p:nvSpPr>
        <p:spPr>
          <a:xfrm>
            <a:off x="4653940" y="30326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2" name="Freeform 6521"/>
          <p:cNvSpPr/>
          <p:nvPr/>
        </p:nvSpPr>
        <p:spPr>
          <a:xfrm>
            <a:off x="4797625" y="3016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3" name="Freeform 6522"/>
          <p:cNvSpPr/>
          <p:nvPr/>
        </p:nvSpPr>
        <p:spPr>
          <a:xfrm>
            <a:off x="4762772" y="33067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4" name="Freeform 6523"/>
          <p:cNvSpPr/>
          <p:nvPr/>
        </p:nvSpPr>
        <p:spPr>
          <a:xfrm>
            <a:off x="4568287" y="33071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5" name="Freeform 6524"/>
          <p:cNvSpPr/>
          <p:nvPr/>
        </p:nvSpPr>
        <p:spPr>
          <a:xfrm>
            <a:off x="4645952" y="26099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6" name="Freeform 6525"/>
          <p:cNvSpPr/>
          <p:nvPr/>
        </p:nvSpPr>
        <p:spPr>
          <a:xfrm>
            <a:off x="4700155" y="31703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7" name="Freeform 6526"/>
          <p:cNvSpPr/>
          <p:nvPr/>
        </p:nvSpPr>
        <p:spPr>
          <a:xfrm>
            <a:off x="4526213" y="34347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8" name="Freeform 6527"/>
          <p:cNvSpPr/>
          <p:nvPr/>
        </p:nvSpPr>
        <p:spPr>
          <a:xfrm>
            <a:off x="4767670" y="30227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9" name="Freeform 6528"/>
          <p:cNvSpPr/>
          <p:nvPr/>
        </p:nvSpPr>
        <p:spPr>
          <a:xfrm>
            <a:off x="4668145" y="29596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0" name="Freeform 6529"/>
          <p:cNvSpPr/>
          <p:nvPr/>
        </p:nvSpPr>
        <p:spPr>
          <a:xfrm>
            <a:off x="4693335" y="37786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1" name="Freeform 6530"/>
          <p:cNvSpPr/>
          <p:nvPr/>
        </p:nvSpPr>
        <p:spPr>
          <a:xfrm>
            <a:off x="4711701" y="30218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2" name="Freeform 6531"/>
          <p:cNvSpPr/>
          <p:nvPr/>
        </p:nvSpPr>
        <p:spPr>
          <a:xfrm>
            <a:off x="4867680" y="26658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3" name="Freeform 6532"/>
          <p:cNvSpPr/>
          <p:nvPr/>
        </p:nvSpPr>
        <p:spPr>
          <a:xfrm>
            <a:off x="4680035" y="28291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4" name="Freeform 6533"/>
          <p:cNvSpPr/>
          <p:nvPr/>
        </p:nvSpPr>
        <p:spPr>
          <a:xfrm>
            <a:off x="4638323" y="21323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5" name="Freeform 6534"/>
          <p:cNvSpPr/>
          <p:nvPr/>
        </p:nvSpPr>
        <p:spPr>
          <a:xfrm>
            <a:off x="4860495" y="25157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6" name="Freeform 6535"/>
          <p:cNvSpPr/>
          <p:nvPr/>
        </p:nvSpPr>
        <p:spPr>
          <a:xfrm>
            <a:off x="4623071" y="24382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7" name="Freeform 6536"/>
          <p:cNvSpPr/>
          <p:nvPr/>
        </p:nvSpPr>
        <p:spPr>
          <a:xfrm>
            <a:off x="4620623" y="19089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8" name="Freeform 6537"/>
          <p:cNvSpPr/>
          <p:nvPr/>
        </p:nvSpPr>
        <p:spPr>
          <a:xfrm>
            <a:off x="4529303" y="27088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9" name="Freeform 6538"/>
          <p:cNvSpPr/>
          <p:nvPr/>
        </p:nvSpPr>
        <p:spPr>
          <a:xfrm>
            <a:off x="4790765" y="29419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0" name="Freeform 6539"/>
          <p:cNvSpPr/>
          <p:nvPr/>
        </p:nvSpPr>
        <p:spPr>
          <a:xfrm>
            <a:off x="4705096" y="26244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1" name="Freeform 6540"/>
          <p:cNvSpPr/>
          <p:nvPr/>
        </p:nvSpPr>
        <p:spPr>
          <a:xfrm>
            <a:off x="4726208" y="32249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2" name="Freeform 6541"/>
          <p:cNvSpPr/>
          <p:nvPr/>
        </p:nvSpPr>
        <p:spPr>
          <a:xfrm>
            <a:off x="4693902" y="29636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3" name="Freeform 6542"/>
          <p:cNvSpPr/>
          <p:nvPr/>
        </p:nvSpPr>
        <p:spPr>
          <a:xfrm>
            <a:off x="4662016" y="32596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4" name="Freeform 6543"/>
          <p:cNvSpPr/>
          <p:nvPr/>
        </p:nvSpPr>
        <p:spPr>
          <a:xfrm>
            <a:off x="4593212" y="28499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5" name="Freeform 6544"/>
          <p:cNvSpPr/>
          <p:nvPr/>
        </p:nvSpPr>
        <p:spPr>
          <a:xfrm>
            <a:off x="4593711" y="32612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6" name="Freeform 6545"/>
          <p:cNvSpPr/>
          <p:nvPr/>
        </p:nvSpPr>
        <p:spPr>
          <a:xfrm>
            <a:off x="4722121" y="32749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7" name="Freeform 6546"/>
          <p:cNvSpPr/>
          <p:nvPr/>
        </p:nvSpPr>
        <p:spPr>
          <a:xfrm>
            <a:off x="4689513" y="28438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8" name="Freeform 6547"/>
          <p:cNvSpPr/>
          <p:nvPr/>
        </p:nvSpPr>
        <p:spPr>
          <a:xfrm>
            <a:off x="4849147" y="30598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9" name="Freeform 6548"/>
          <p:cNvSpPr/>
          <p:nvPr/>
        </p:nvSpPr>
        <p:spPr>
          <a:xfrm>
            <a:off x="4595991" y="37609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0" name="Freeform 6549"/>
          <p:cNvSpPr/>
          <p:nvPr/>
        </p:nvSpPr>
        <p:spPr>
          <a:xfrm>
            <a:off x="4624898" y="35760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1" name="Freeform 6550"/>
          <p:cNvSpPr/>
          <p:nvPr/>
        </p:nvSpPr>
        <p:spPr>
          <a:xfrm>
            <a:off x="4568449" y="34553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2" name="Freeform 6551"/>
          <p:cNvSpPr/>
          <p:nvPr/>
        </p:nvSpPr>
        <p:spPr>
          <a:xfrm>
            <a:off x="4822380" y="33517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3" name="Freeform 6552"/>
          <p:cNvSpPr/>
          <p:nvPr/>
        </p:nvSpPr>
        <p:spPr>
          <a:xfrm>
            <a:off x="4546027" y="28435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4" name="Freeform 6553"/>
          <p:cNvSpPr/>
          <p:nvPr/>
        </p:nvSpPr>
        <p:spPr>
          <a:xfrm>
            <a:off x="4758188" y="29201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5" name="Freeform 6554"/>
          <p:cNvSpPr/>
          <p:nvPr/>
        </p:nvSpPr>
        <p:spPr>
          <a:xfrm>
            <a:off x="4828741" y="25885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6" name="Freeform 6555"/>
          <p:cNvSpPr/>
          <p:nvPr/>
        </p:nvSpPr>
        <p:spPr>
          <a:xfrm>
            <a:off x="4661717" y="27109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7" name="Freeform 6556"/>
          <p:cNvSpPr/>
          <p:nvPr/>
        </p:nvSpPr>
        <p:spPr>
          <a:xfrm>
            <a:off x="4753280" y="25859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8" name="Freeform 6557"/>
          <p:cNvSpPr/>
          <p:nvPr/>
        </p:nvSpPr>
        <p:spPr>
          <a:xfrm>
            <a:off x="4451479" y="27675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9" name="Freeform 6558"/>
          <p:cNvSpPr/>
          <p:nvPr/>
        </p:nvSpPr>
        <p:spPr>
          <a:xfrm>
            <a:off x="4635696" y="29237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0" name="Freeform 6559"/>
          <p:cNvSpPr/>
          <p:nvPr/>
        </p:nvSpPr>
        <p:spPr>
          <a:xfrm>
            <a:off x="4501147" y="25751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1" name="Freeform 6560"/>
          <p:cNvSpPr/>
          <p:nvPr/>
        </p:nvSpPr>
        <p:spPr>
          <a:xfrm>
            <a:off x="4694814" y="264569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2" name="Freeform 6561"/>
          <p:cNvSpPr/>
          <p:nvPr/>
        </p:nvSpPr>
        <p:spPr>
          <a:xfrm>
            <a:off x="4677596" y="28585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3" name="Freeform 6562"/>
          <p:cNvSpPr/>
          <p:nvPr/>
        </p:nvSpPr>
        <p:spPr>
          <a:xfrm>
            <a:off x="4595304" y="25079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4" name="Freeform 6563"/>
          <p:cNvSpPr/>
          <p:nvPr/>
        </p:nvSpPr>
        <p:spPr>
          <a:xfrm>
            <a:off x="4776607" y="39248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5" name="Freeform 6564"/>
          <p:cNvSpPr/>
          <p:nvPr/>
        </p:nvSpPr>
        <p:spPr>
          <a:xfrm>
            <a:off x="4714292" y="31196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6" name="Freeform 6565"/>
          <p:cNvSpPr/>
          <p:nvPr/>
        </p:nvSpPr>
        <p:spPr>
          <a:xfrm>
            <a:off x="4621349" y="31256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7" name="Freeform 6566"/>
          <p:cNvSpPr/>
          <p:nvPr/>
        </p:nvSpPr>
        <p:spPr>
          <a:xfrm>
            <a:off x="4622481" y="25543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8" name="Freeform 6567"/>
          <p:cNvSpPr/>
          <p:nvPr/>
        </p:nvSpPr>
        <p:spPr>
          <a:xfrm>
            <a:off x="4521231" y="23902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9" name="Freeform 6568"/>
          <p:cNvSpPr/>
          <p:nvPr/>
        </p:nvSpPr>
        <p:spPr>
          <a:xfrm>
            <a:off x="4657115" y="35739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0" name="Freeform 6569"/>
          <p:cNvSpPr/>
          <p:nvPr/>
        </p:nvSpPr>
        <p:spPr>
          <a:xfrm>
            <a:off x="4900892" y="24530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1" name="Freeform 6570"/>
          <p:cNvSpPr/>
          <p:nvPr/>
        </p:nvSpPr>
        <p:spPr>
          <a:xfrm>
            <a:off x="4601599" y="346478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2" name="Freeform 6571"/>
          <p:cNvSpPr/>
          <p:nvPr/>
        </p:nvSpPr>
        <p:spPr>
          <a:xfrm>
            <a:off x="4721280" y="34529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3" name="Freeform 6572"/>
          <p:cNvSpPr/>
          <p:nvPr/>
        </p:nvSpPr>
        <p:spPr>
          <a:xfrm>
            <a:off x="4618780" y="30976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4" name="Freeform 6573"/>
          <p:cNvSpPr/>
          <p:nvPr/>
        </p:nvSpPr>
        <p:spPr>
          <a:xfrm>
            <a:off x="4761787" y="31305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5" name="Freeform 6574"/>
          <p:cNvSpPr/>
          <p:nvPr/>
        </p:nvSpPr>
        <p:spPr>
          <a:xfrm>
            <a:off x="4723339" y="36163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6" name="Freeform 6575"/>
          <p:cNvSpPr/>
          <p:nvPr/>
        </p:nvSpPr>
        <p:spPr>
          <a:xfrm>
            <a:off x="4652164" y="27512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7" name="Freeform 6576"/>
          <p:cNvSpPr/>
          <p:nvPr/>
        </p:nvSpPr>
        <p:spPr>
          <a:xfrm>
            <a:off x="4488271" y="27397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8" name="Freeform 6577"/>
          <p:cNvSpPr/>
          <p:nvPr/>
        </p:nvSpPr>
        <p:spPr>
          <a:xfrm>
            <a:off x="4622505" y="25929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9" name="Freeform 6578"/>
          <p:cNvSpPr/>
          <p:nvPr/>
        </p:nvSpPr>
        <p:spPr>
          <a:xfrm>
            <a:off x="4803750" y="31756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0" name="Freeform 6579"/>
          <p:cNvSpPr/>
          <p:nvPr/>
        </p:nvSpPr>
        <p:spPr>
          <a:xfrm>
            <a:off x="4651066" y="30213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1" name="Freeform 6580"/>
          <p:cNvSpPr/>
          <p:nvPr/>
        </p:nvSpPr>
        <p:spPr>
          <a:xfrm>
            <a:off x="4743382" y="3017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2" name="Freeform 6581"/>
          <p:cNvSpPr/>
          <p:nvPr/>
        </p:nvSpPr>
        <p:spPr>
          <a:xfrm>
            <a:off x="4626077" y="23445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3" name="Freeform 6582"/>
          <p:cNvSpPr/>
          <p:nvPr/>
        </p:nvSpPr>
        <p:spPr>
          <a:xfrm>
            <a:off x="4479546" y="411618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4" name="Freeform 6583"/>
          <p:cNvSpPr/>
          <p:nvPr/>
        </p:nvSpPr>
        <p:spPr>
          <a:xfrm>
            <a:off x="4721977" y="33807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5" name="Freeform 6584"/>
          <p:cNvSpPr/>
          <p:nvPr/>
        </p:nvSpPr>
        <p:spPr>
          <a:xfrm>
            <a:off x="4710745" y="30037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6" name="Freeform 6585"/>
          <p:cNvSpPr/>
          <p:nvPr/>
        </p:nvSpPr>
        <p:spPr>
          <a:xfrm>
            <a:off x="4615746" y="34311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7" name="Freeform 6586"/>
          <p:cNvSpPr/>
          <p:nvPr/>
        </p:nvSpPr>
        <p:spPr>
          <a:xfrm>
            <a:off x="4637737" y="31070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8" name="Freeform 6587"/>
          <p:cNvSpPr/>
          <p:nvPr/>
        </p:nvSpPr>
        <p:spPr>
          <a:xfrm>
            <a:off x="4707579" y="30552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9" name="Freeform 6588"/>
          <p:cNvSpPr/>
          <p:nvPr/>
        </p:nvSpPr>
        <p:spPr>
          <a:xfrm>
            <a:off x="4614282" y="32635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0" name="Freeform 6589"/>
          <p:cNvSpPr/>
          <p:nvPr/>
        </p:nvSpPr>
        <p:spPr>
          <a:xfrm>
            <a:off x="4713532" y="29806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1" name="Freeform 6590"/>
          <p:cNvSpPr/>
          <p:nvPr/>
        </p:nvSpPr>
        <p:spPr>
          <a:xfrm>
            <a:off x="4655440" y="27597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2" name="Freeform 6591"/>
          <p:cNvSpPr/>
          <p:nvPr/>
        </p:nvSpPr>
        <p:spPr>
          <a:xfrm>
            <a:off x="4427707" y="30984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3" name="Freeform 6592"/>
          <p:cNvSpPr/>
          <p:nvPr/>
        </p:nvSpPr>
        <p:spPr>
          <a:xfrm>
            <a:off x="4661742" y="31834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4" name="Freeform 6593"/>
          <p:cNvSpPr/>
          <p:nvPr/>
        </p:nvSpPr>
        <p:spPr>
          <a:xfrm>
            <a:off x="4613875" y="30708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5" name="Freeform 6594"/>
          <p:cNvSpPr/>
          <p:nvPr/>
        </p:nvSpPr>
        <p:spPr>
          <a:xfrm>
            <a:off x="4588517" y="300878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6" name="Freeform 6595"/>
          <p:cNvSpPr/>
          <p:nvPr/>
        </p:nvSpPr>
        <p:spPr>
          <a:xfrm>
            <a:off x="4719575" y="36876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7" name="Freeform 6596"/>
          <p:cNvSpPr/>
          <p:nvPr/>
        </p:nvSpPr>
        <p:spPr>
          <a:xfrm>
            <a:off x="4625383" y="28250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8" name="Freeform 6597"/>
          <p:cNvSpPr/>
          <p:nvPr/>
        </p:nvSpPr>
        <p:spPr>
          <a:xfrm>
            <a:off x="4734119" y="31825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9" name="Freeform 6598"/>
          <p:cNvSpPr/>
          <p:nvPr/>
        </p:nvSpPr>
        <p:spPr>
          <a:xfrm>
            <a:off x="4792674" y="25116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0" name="Freeform 6599"/>
          <p:cNvSpPr/>
          <p:nvPr/>
        </p:nvSpPr>
        <p:spPr>
          <a:xfrm>
            <a:off x="4692215" y="27743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1" name="Freeform 6600"/>
          <p:cNvSpPr/>
          <p:nvPr/>
        </p:nvSpPr>
        <p:spPr>
          <a:xfrm>
            <a:off x="4513411" y="25474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2" name="Freeform 6601"/>
          <p:cNvSpPr/>
          <p:nvPr/>
        </p:nvSpPr>
        <p:spPr>
          <a:xfrm>
            <a:off x="4599763" y="340193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3" name="Freeform 6602"/>
          <p:cNvSpPr/>
          <p:nvPr/>
        </p:nvSpPr>
        <p:spPr>
          <a:xfrm>
            <a:off x="4773653" y="31513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4" name="Freeform 6603"/>
          <p:cNvSpPr/>
          <p:nvPr/>
        </p:nvSpPr>
        <p:spPr>
          <a:xfrm>
            <a:off x="4649802" y="34926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5" name="Freeform 6604"/>
          <p:cNvSpPr/>
          <p:nvPr/>
        </p:nvSpPr>
        <p:spPr>
          <a:xfrm>
            <a:off x="4591845" y="32821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6" name="Freeform 6605"/>
          <p:cNvSpPr/>
          <p:nvPr/>
        </p:nvSpPr>
        <p:spPr>
          <a:xfrm>
            <a:off x="4667651" y="25153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7" name="Freeform 6606"/>
          <p:cNvSpPr/>
          <p:nvPr/>
        </p:nvSpPr>
        <p:spPr>
          <a:xfrm>
            <a:off x="4730417" y="24231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8" name="Freeform 6607"/>
          <p:cNvSpPr/>
          <p:nvPr/>
        </p:nvSpPr>
        <p:spPr>
          <a:xfrm>
            <a:off x="4704616" y="34556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9" name="Freeform 6608"/>
          <p:cNvSpPr/>
          <p:nvPr/>
        </p:nvSpPr>
        <p:spPr>
          <a:xfrm>
            <a:off x="4745517" y="31854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0" name="Freeform 6609"/>
          <p:cNvSpPr/>
          <p:nvPr/>
        </p:nvSpPr>
        <p:spPr>
          <a:xfrm>
            <a:off x="4590045" y="30357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1" name="Freeform 6610"/>
          <p:cNvSpPr/>
          <p:nvPr/>
        </p:nvSpPr>
        <p:spPr>
          <a:xfrm>
            <a:off x="4648232" y="27764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2" name="Freeform 6611"/>
          <p:cNvSpPr/>
          <p:nvPr/>
        </p:nvSpPr>
        <p:spPr>
          <a:xfrm>
            <a:off x="4650645" y="369527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3" name="Freeform 6612"/>
          <p:cNvSpPr/>
          <p:nvPr/>
        </p:nvSpPr>
        <p:spPr>
          <a:xfrm>
            <a:off x="4674999" y="36338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4" name="Freeform 6613"/>
          <p:cNvSpPr/>
          <p:nvPr/>
        </p:nvSpPr>
        <p:spPr>
          <a:xfrm>
            <a:off x="4455733" y="28140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5" name="Freeform 6614"/>
          <p:cNvSpPr/>
          <p:nvPr/>
        </p:nvSpPr>
        <p:spPr>
          <a:xfrm>
            <a:off x="4652344" y="37694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6" name="Freeform 6615"/>
          <p:cNvSpPr/>
          <p:nvPr/>
        </p:nvSpPr>
        <p:spPr>
          <a:xfrm>
            <a:off x="4535501" y="31809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7" name="Freeform 6616"/>
          <p:cNvSpPr/>
          <p:nvPr/>
        </p:nvSpPr>
        <p:spPr>
          <a:xfrm>
            <a:off x="4824354" y="29423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8" name="Freeform 6617"/>
          <p:cNvSpPr/>
          <p:nvPr/>
        </p:nvSpPr>
        <p:spPr>
          <a:xfrm>
            <a:off x="4841935" y="28430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9" name="Freeform 6618"/>
          <p:cNvSpPr/>
          <p:nvPr/>
        </p:nvSpPr>
        <p:spPr>
          <a:xfrm>
            <a:off x="4855142" y="30613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0" name="Freeform 6619"/>
          <p:cNvSpPr/>
          <p:nvPr/>
        </p:nvSpPr>
        <p:spPr>
          <a:xfrm>
            <a:off x="4763060" y="314915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1" name="Freeform 6620"/>
          <p:cNvSpPr/>
          <p:nvPr/>
        </p:nvSpPr>
        <p:spPr>
          <a:xfrm>
            <a:off x="4626096" y="26750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2" name="Freeform 6621"/>
          <p:cNvSpPr/>
          <p:nvPr/>
        </p:nvSpPr>
        <p:spPr>
          <a:xfrm>
            <a:off x="4778923" y="28941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3" name="Freeform 6622"/>
          <p:cNvSpPr/>
          <p:nvPr/>
        </p:nvSpPr>
        <p:spPr>
          <a:xfrm>
            <a:off x="4656270" y="32593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4" name="Freeform 6623"/>
          <p:cNvSpPr/>
          <p:nvPr/>
        </p:nvSpPr>
        <p:spPr>
          <a:xfrm>
            <a:off x="4742172" y="29910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5" name="Freeform 6624"/>
          <p:cNvSpPr/>
          <p:nvPr/>
        </p:nvSpPr>
        <p:spPr>
          <a:xfrm>
            <a:off x="4582103" y="28557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6" name="Freeform 6625"/>
          <p:cNvSpPr/>
          <p:nvPr/>
        </p:nvSpPr>
        <p:spPr>
          <a:xfrm>
            <a:off x="4615440" y="23327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7" name="Freeform 6626"/>
          <p:cNvSpPr/>
          <p:nvPr/>
        </p:nvSpPr>
        <p:spPr>
          <a:xfrm>
            <a:off x="4726736" y="26978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8" name="Freeform 6627"/>
          <p:cNvSpPr/>
          <p:nvPr/>
        </p:nvSpPr>
        <p:spPr>
          <a:xfrm>
            <a:off x="4865018" y="25300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9" name="Freeform 6628"/>
          <p:cNvSpPr/>
          <p:nvPr/>
        </p:nvSpPr>
        <p:spPr>
          <a:xfrm>
            <a:off x="4674967" y="32450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0" name="Freeform 6629"/>
          <p:cNvSpPr/>
          <p:nvPr/>
        </p:nvSpPr>
        <p:spPr>
          <a:xfrm>
            <a:off x="4915956" y="32112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1" name="Freeform 6630"/>
          <p:cNvSpPr/>
          <p:nvPr/>
        </p:nvSpPr>
        <p:spPr>
          <a:xfrm>
            <a:off x="4969068" y="30980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2" name="Freeform 6631"/>
          <p:cNvSpPr/>
          <p:nvPr/>
        </p:nvSpPr>
        <p:spPr>
          <a:xfrm>
            <a:off x="4542086" y="30621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3" name="Freeform 6632"/>
          <p:cNvSpPr/>
          <p:nvPr/>
        </p:nvSpPr>
        <p:spPr>
          <a:xfrm>
            <a:off x="4674792" y="34007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4" name="Freeform 6633"/>
          <p:cNvSpPr/>
          <p:nvPr/>
        </p:nvSpPr>
        <p:spPr>
          <a:xfrm>
            <a:off x="4577024" y="25099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5" name="Freeform 6634"/>
          <p:cNvSpPr/>
          <p:nvPr/>
        </p:nvSpPr>
        <p:spPr>
          <a:xfrm>
            <a:off x="4663005" y="26598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6" name="Freeform 6635"/>
          <p:cNvSpPr/>
          <p:nvPr/>
        </p:nvSpPr>
        <p:spPr>
          <a:xfrm>
            <a:off x="4621239" y="31256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7" name="Freeform 6636"/>
          <p:cNvSpPr/>
          <p:nvPr/>
        </p:nvSpPr>
        <p:spPr>
          <a:xfrm>
            <a:off x="4670660" y="27544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8" name="Freeform 6637"/>
          <p:cNvSpPr/>
          <p:nvPr/>
        </p:nvSpPr>
        <p:spPr>
          <a:xfrm>
            <a:off x="4779770" y="29185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9" name="Freeform 6638"/>
          <p:cNvSpPr/>
          <p:nvPr/>
        </p:nvSpPr>
        <p:spPr>
          <a:xfrm>
            <a:off x="4777091" y="27238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0" name="Freeform 6639"/>
          <p:cNvSpPr/>
          <p:nvPr/>
        </p:nvSpPr>
        <p:spPr>
          <a:xfrm>
            <a:off x="4705289" y="35325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1" name="Freeform 6640"/>
          <p:cNvSpPr/>
          <p:nvPr/>
        </p:nvSpPr>
        <p:spPr>
          <a:xfrm>
            <a:off x="4678116" y="30629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2" name="Freeform 6641"/>
          <p:cNvSpPr/>
          <p:nvPr/>
        </p:nvSpPr>
        <p:spPr>
          <a:xfrm>
            <a:off x="4690372" y="30286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3" name="Freeform 6642"/>
          <p:cNvSpPr/>
          <p:nvPr/>
        </p:nvSpPr>
        <p:spPr>
          <a:xfrm>
            <a:off x="4691282" y="27615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4" name="Freeform 6643"/>
          <p:cNvSpPr/>
          <p:nvPr/>
        </p:nvSpPr>
        <p:spPr>
          <a:xfrm>
            <a:off x="4738551" y="3252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5" name="Freeform 6644"/>
          <p:cNvSpPr/>
          <p:nvPr/>
        </p:nvSpPr>
        <p:spPr>
          <a:xfrm>
            <a:off x="4678441" y="39852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6" name="Freeform 6645"/>
          <p:cNvSpPr/>
          <p:nvPr/>
        </p:nvSpPr>
        <p:spPr>
          <a:xfrm>
            <a:off x="4731077" y="34296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7" name="Freeform 6646"/>
          <p:cNvSpPr/>
          <p:nvPr/>
        </p:nvSpPr>
        <p:spPr>
          <a:xfrm>
            <a:off x="4539429" y="302978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8" name="Freeform 6647"/>
          <p:cNvSpPr/>
          <p:nvPr/>
        </p:nvSpPr>
        <p:spPr>
          <a:xfrm>
            <a:off x="4761803" y="29808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9" name="Freeform 6648"/>
          <p:cNvSpPr/>
          <p:nvPr/>
        </p:nvSpPr>
        <p:spPr>
          <a:xfrm>
            <a:off x="4862748" y="23462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0" name="Freeform 6649"/>
          <p:cNvSpPr/>
          <p:nvPr/>
        </p:nvSpPr>
        <p:spPr>
          <a:xfrm>
            <a:off x="4697364" y="27775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1" name="Freeform 6650"/>
          <p:cNvSpPr/>
          <p:nvPr/>
        </p:nvSpPr>
        <p:spPr>
          <a:xfrm>
            <a:off x="4528462" y="29739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2" name="Freeform 6651"/>
          <p:cNvSpPr/>
          <p:nvPr/>
        </p:nvSpPr>
        <p:spPr>
          <a:xfrm>
            <a:off x="4820875" y="30185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3" name="Freeform 6652"/>
          <p:cNvSpPr/>
          <p:nvPr/>
        </p:nvSpPr>
        <p:spPr>
          <a:xfrm>
            <a:off x="4643169" y="25733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4" name="Freeform 6653"/>
          <p:cNvSpPr/>
          <p:nvPr/>
        </p:nvSpPr>
        <p:spPr>
          <a:xfrm>
            <a:off x="4361844" y="32370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5" name="Freeform 6654"/>
          <p:cNvSpPr/>
          <p:nvPr/>
        </p:nvSpPr>
        <p:spPr>
          <a:xfrm>
            <a:off x="4654942" y="30608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6" name="Freeform 6655"/>
          <p:cNvSpPr/>
          <p:nvPr/>
        </p:nvSpPr>
        <p:spPr>
          <a:xfrm>
            <a:off x="4742114" y="34325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7" name="Freeform 6656"/>
          <p:cNvSpPr/>
          <p:nvPr/>
        </p:nvSpPr>
        <p:spPr>
          <a:xfrm>
            <a:off x="4718688" y="24500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8" name="Freeform 6657"/>
          <p:cNvSpPr/>
          <p:nvPr/>
        </p:nvSpPr>
        <p:spPr>
          <a:xfrm>
            <a:off x="4809328" y="28521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9" name="Freeform 6658"/>
          <p:cNvSpPr/>
          <p:nvPr/>
        </p:nvSpPr>
        <p:spPr>
          <a:xfrm>
            <a:off x="4743780" y="32830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0" name="Freeform 6659"/>
          <p:cNvSpPr/>
          <p:nvPr/>
        </p:nvSpPr>
        <p:spPr>
          <a:xfrm>
            <a:off x="4691289" y="30507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1" name="Freeform 6660"/>
          <p:cNvSpPr/>
          <p:nvPr/>
        </p:nvSpPr>
        <p:spPr>
          <a:xfrm>
            <a:off x="4469062" y="28062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2" name="Freeform 6661"/>
          <p:cNvSpPr/>
          <p:nvPr/>
        </p:nvSpPr>
        <p:spPr>
          <a:xfrm>
            <a:off x="4560253" y="31040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3" name="Freeform 6662"/>
          <p:cNvSpPr/>
          <p:nvPr/>
        </p:nvSpPr>
        <p:spPr>
          <a:xfrm>
            <a:off x="4697120" y="32152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4" name="Freeform 6663"/>
          <p:cNvSpPr/>
          <p:nvPr/>
        </p:nvSpPr>
        <p:spPr>
          <a:xfrm>
            <a:off x="4749807" y="326218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5" name="Freeform 6664"/>
          <p:cNvSpPr/>
          <p:nvPr/>
        </p:nvSpPr>
        <p:spPr>
          <a:xfrm>
            <a:off x="4569460" y="28730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6" name="Freeform 6665"/>
          <p:cNvSpPr/>
          <p:nvPr/>
        </p:nvSpPr>
        <p:spPr>
          <a:xfrm>
            <a:off x="4613407" y="31461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7" name="Freeform 6666"/>
          <p:cNvSpPr/>
          <p:nvPr/>
        </p:nvSpPr>
        <p:spPr>
          <a:xfrm>
            <a:off x="4727906" y="31836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8" name="Freeform 6667"/>
          <p:cNvSpPr/>
          <p:nvPr/>
        </p:nvSpPr>
        <p:spPr>
          <a:xfrm>
            <a:off x="4476070" y="35292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9" name="Freeform 6668"/>
          <p:cNvSpPr/>
          <p:nvPr/>
        </p:nvSpPr>
        <p:spPr>
          <a:xfrm>
            <a:off x="4472180" y="29754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0" name="Freeform 6669"/>
          <p:cNvSpPr/>
          <p:nvPr/>
        </p:nvSpPr>
        <p:spPr>
          <a:xfrm>
            <a:off x="4653843" y="30768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1" name="Freeform 6670"/>
          <p:cNvSpPr/>
          <p:nvPr/>
        </p:nvSpPr>
        <p:spPr>
          <a:xfrm>
            <a:off x="4704881" y="31318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2" name="Freeform 6671"/>
          <p:cNvSpPr/>
          <p:nvPr/>
        </p:nvSpPr>
        <p:spPr>
          <a:xfrm>
            <a:off x="4627499" y="292800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3" name="Freeform 6672"/>
          <p:cNvSpPr/>
          <p:nvPr/>
        </p:nvSpPr>
        <p:spPr>
          <a:xfrm>
            <a:off x="4435410" y="27128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4" name="Freeform 6673"/>
          <p:cNvSpPr/>
          <p:nvPr/>
        </p:nvSpPr>
        <p:spPr>
          <a:xfrm>
            <a:off x="4680660" y="27310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5" name="Freeform 6674"/>
          <p:cNvSpPr/>
          <p:nvPr/>
        </p:nvSpPr>
        <p:spPr>
          <a:xfrm>
            <a:off x="4537594" y="27893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6" name="Freeform 6675"/>
          <p:cNvSpPr/>
          <p:nvPr/>
        </p:nvSpPr>
        <p:spPr>
          <a:xfrm>
            <a:off x="4747436" y="31001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7" name="Freeform 6676"/>
          <p:cNvSpPr/>
          <p:nvPr/>
        </p:nvSpPr>
        <p:spPr>
          <a:xfrm>
            <a:off x="4667535" y="32279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8" name="Freeform 6677"/>
          <p:cNvSpPr/>
          <p:nvPr/>
        </p:nvSpPr>
        <p:spPr>
          <a:xfrm>
            <a:off x="4706216" y="34148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9" name="Freeform 6678"/>
          <p:cNvSpPr/>
          <p:nvPr/>
        </p:nvSpPr>
        <p:spPr>
          <a:xfrm>
            <a:off x="4746129" y="32382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0" name="Freeform 6679"/>
          <p:cNvSpPr/>
          <p:nvPr/>
        </p:nvSpPr>
        <p:spPr>
          <a:xfrm>
            <a:off x="4622497" y="29981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1" name="Freeform 6680"/>
          <p:cNvSpPr/>
          <p:nvPr/>
        </p:nvSpPr>
        <p:spPr>
          <a:xfrm>
            <a:off x="4765823" y="3313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2" name="Freeform 6681"/>
          <p:cNvSpPr/>
          <p:nvPr/>
        </p:nvSpPr>
        <p:spPr>
          <a:xfrm>
            <a:off x="4809886" y="29682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3" name="Freeform 6682"/>
          <p:cNvSpPr/>
          <p:nvPr/>
        </p:nvSpPr>
        <p:spPr>
          <a:xfrm>
            <a:off x="4720251" y="33840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4" name="Freeform 6683"/>
          <p:cNvSpPr/>
          <p:nvPr/>
        </p:nvSpPr>
        <p:spPr>
          <a:xfrm>
            <a:off x="4819050" y="36565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5" name="Freeform 6684"/>
          <p:cNvSpPr/>
          <p:nvPr/>
        </p:nvSpPr>
        <p:spPr>
          <a:xfrm>
            <a:off x="4611916" y="26848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6" name="Freeform 6685"/>
          <p:cNvSpPr/>
          <p:nvPr/>
        </p:nvSpPr>
        <p:spPr>
          <a:xfrm>
            <a:off x="4775258" y="31917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7" name="Freeform 6686"/>
          <p:cNvSpPr/>
          <p:nvPr/>
        </p:nvSpPr>
        <p:spPr>
          <a:xfrm>
            <a:off x="4706775" y="33337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8" name="Freeform 6687"/>
          <p:cNvSpPr/>
          <p:nvPr/>
        </p:nvSpPr>
        <p:spPr>
          <a:xfrm>
            <a:off x="4573810" y="34343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9" name="Freeform 6688"/>
          <p:cNvSpPr/>
          <p:nvPr/>
        </p:nvSpPr>
        <p:spPr>
          <a:xfrm>
            <a:off x="4669992" y="28401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0" name="Freeform 6689"/>
          <p:cNvSpPr/>
          <p:nvPr/>
        </p:nvSpPr>
        <p:spPr>
          <a:xfrm>
            <a:off x="4622172" y="24672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1" name="Freeform 6690"/>
          <p:cNvSpPr/>
          <p:nvPr/>
        </p:nvSpPr>
        <p:spPr>
          <a:xfrm>
            <a:off x="4619816" y="31637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2" name="Freeform 6691"/>
          <p:cNvSpPr/>
          <p:nvPr/>
        </p:nvSpPr>
        <p:spPr>
          <a:xfrm>
            <a:off x="4687495" y="30903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3" name="Freeform 6692"/>
          <p:cNvSpPr/>
          <p:nvPr/>
        </p:nvSpPr>
        <p:spPr>
          <a:xfrm>
            <a:off x="4790760" y="25860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4" name="Freeform 6693"/>
          <p:cNvSpPr/>
          <p:nvPr/>
        </p:nvSpPr>
        <p:spPr>
          <a:xfrm>
            <a:off x="4644697" y="37151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5" name="Freeform 6694"/>
          <p:cNvSpPr/>
          <p:nvPr/>
        </p:nvSpPr>
        <p:spPr>
          <a:xfrm>
            <a:off x="4691540" y="22353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6" name="Freeform 6695"/>
          <p:cNvSpPr/>
          <p:nvPr/>
        </p:nvSpPr>
        <p:spPr>
          <a:xfrm>
            <a:off x="4522869" y="20483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7" name="Freeform 6696"/>
          <p:cNvSpPr/>
          <p:nvPr/>
        </p:nvSpPr>
        <p:spPr>
          <a:xfrm>
            <a:off x="4689646" y="40660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8" name="Freeform 6697"/>
          <p:cNvSpPr/>
          <p:nvPr/>
        </p:nvSpPr>
        <p:spPr>
          <a:xfrm>
            <a:off x="4800531" y="30440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9" name="Freeform 6698"/>
          <p:cNvSpPr/>
          <p:nvPr/>
        </p:nvSpPr>
        <p:spPr>
          <a:xfrm>
            <a:off x="4764136" y="32875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0" name="Freeform 6699"/>
          <p:cNvSpPr/>
          <p:nvPr/>
        </p:nvSpPr>
        <p:spPr>
          <a:xfrm>
            <a:off x="4728624" y="31095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1" name="Freeform 6700"/>
          <p:cNvSpPr/>
          <p:nvPr/>
        </p:nvSpPr>
        <p:spPr>
          <a:xfrm>
            <a:off x="4622582" y="31697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2" name="Freeform 6701"/>
          <p:cNvSpPr/>
          <p:nvPr/>
        </p:nvSpPr>
        <p:spPr>
          <a:xfrm>
            <a:off x="4575110" y="26878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3" name="Freeform 6702"/>
          <p:cNvSpPr/>
          <p:nvPr/>
        </p:nvSpPr>
        <p:spPr>
          <a:xfrm>
            <a:off x="4668420" y="30499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4" name="Freeform 6703"/>
          <p:cNvSpPr/>
          <p:nvPr/>
        </p:nvSpPr>
        <p:spPr>
          <a:xfrm>
            <a:off x="4536627" y="33627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5" name="Freeform 6704"/>
          <p:cNvSpPr/>
          <p:nvPr/>
        </p:nvSpPr>
        <p:spPr>
          <a:xfrm>
            <a:off x="4547662" y="30733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6" name="Freeform 6705"/>
          <p:cNvSpPr/>
          <p:nvPr/>
        </p:nvSpPr>
        <p:spPr>
          <a:xfrm>
            <a:off x="4778180" y="28042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7" name="Freeform 6706"/>
          <p:cNvSpPr/>
          <p:nvPr/>
        </p:nvSpPr>
        <p:spPr>
          <a:xfrm>
            <a:off x="4581192" y="34695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8" name="Freeform 6707"/>
          <p:cNvSpPr/>
          <p:nvPr/>
        </p:nvSpPr>
        <p:spPr>
          <a:xfrm>
            <a:off x="4868595" y="36507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9" name="Freeform 6708"/>
          <p:cNvSpPr/>
          <p:nvPr/>
        </p:nvSpPr>
        <p:spPr>
          <a:xfrm>
            <a:off x="4526996" y="22252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0" name="Freeform 6709"/>
          <p:cNvSpPr/>
          <p:nvPr/>
        </p:nvSpPr>
        <p:spPr>
          <a:xfrm>
            <a:off x="4723921" y="32575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1" name="Freeform 6710"/>
          <p:cNvSpPr/>
          <p:nvPr/>
        </p:nvSpPr>
        <p:spPr>
          <a:xfrm>
            <a:off x="4554246" y="30596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2" name="Freeform 6711"/>
          <p:cNvSpPr/>
          <p:nvPr/>
        </p:nvSpPr>
        <p:spPr>
          <a:xfrm>
            <a:off x="4696848" y="31617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3" name="Freeform 6712"/>
          <p:cNvSpPr/>
          <p:nvPr/>
        </p:nvSpPr>
        <p:spPr>
          <a:xfrm>
            <a:off x="4568165" y="27911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4" name="Freeform 6713"/>
          <p:cNvSpPr/>
          <p:nvPr/>
        </p:nvSpPr>
        <p:spPr>
          <a:xfrm>
            <a:off x="4682676" y="23113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5" name="Freeform 6714"/>
          <p:cNvSpPr/>
          <p:nvPr/>
        </p:nvSpPr>
        <p:spPr>
          <a:xfrm>
            <a:off x="4661805" y="27786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6" name="Freeform 6715"/>
          <p:cNvSpPr/>
          <p:nvPr/>
        </p:nvSpPr>
        <p:spPr>
          <a:xfrm>
            <a:off x="4630524" y="36006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7" name="Freeform 6716"/>
          <p:cNvSpPr/>
          <p:nvPr/>
        </p:nvSpPr>
        <p:spPr>
          <a:xfrm>
            <a:off x="4732582" y="35481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8" name="Freeform 6717"/>
          <p:cNvSpPr/>
          <p:nvPr/>
        </p:nvSpPr>
        <p:spPr>
          <a:xfrm>
            <a:off x="4838222" y="31621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9" name="Freeform 6718"/>
          <p:cNvSpPr/>
          <p:nvPr/>
        </p:nvSpPr>
        <p:spPr>
          <a:xfrm>
            <a:off x="4615710" y="31109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0" name="Freeform 6719"/>
          <p:cNvSpPr/>
          <p:nvPr/>
        </p:nvSpPr>
        <p:spPr>
          <a:xfrm>
            <a:off x="4772057" y="368044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1" name="Freeform 6720"/>
          <p:cNvSpPr/>
          <p:nvPr/>
        </p:nvSpPr>
        <p:spPr>
          <a:xfrm>
            <a:off x="4687310" y="26848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2" name="Freeform 6721"/>
          <p:cNvSpPr/>
          <p:nvPr/>
        </p:nvSpPr>
        <p:spPr>
          <a:xfrm>
            <a:off x="4675160" y="34314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3" name="Freeform 6722"/>
          <p:cNvSpPr/>
          <p:nvPr/>
        </p:nvSpPr>
        <p:spPr>
          <a:xfrm>
            <a:off x="4910687" y="24208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4" name="Freeform 6723"/>
          <p:cNvSpPr/>
          <p:nvPr/>
        </p:nvSpPr>
        <p:spPr>
          <a:xfrm>
            <a:off x="4448360" y="229263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5" name="Freeform 6724"/>
          <p:cNvSpPr/>
          <p:nvPr/>
        </p:nvSpPr>
        <p:spPr>
          <a:xfrm>
            <a:off x="4606212" y="31031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6" name="Freeform 6725"/>
          <p:cNvSpPr/>
          <p:nvPr/>
        </p:nvSpPr>
        <p:spPr>
          <a:xfrm>
            <a:off x="4486507" y="28339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7" name="Freeform 6726"/>
          <p:cNvSpPr/>
          <p:nvPr/>
        </p:nvSpPr>
        <p:spPr>
          <a:xfrm>
            <a:off x="4645124" y="34884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8" name="Freeform 6727"/>
          <p:cNvSpPr/>
          <p:nvPr/>
        </p:nvSpPr>
        <p:spPr>
          <a:xfrm>
            <a:off x="4654059" y="27615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9" name="Freeform 6728"/>
          <p:cNvSpPr/>
          <p:nvPr/>
        </p:nvSpPr>
        <p:spPr>
          <a:xfrm>
            <a:off x="5082141" y="32010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0" name="Freeform 6729"/>
          <p:cNvSpPr/>
          <p:nvPr/>
        </p:nvSpPr>
        <p:spPr>
          <a:xfrm>
            <a:off x="4715042" y="34317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1" name="Freeform 6730"/>
          <p:cNvSpPr/>
          <p:nvPr/>
        </p:nvSpPr>
        <p:spPr>
          <a:xfrm>
            <a:off x="4868581" y="31192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2" name="Freeform 6731"/>
          <p:cNvSpPr/>
          <p:nvPr/>
        </p:nvSpPr>
        <p:spPr>
          <a:xfrm>
            <a:off x="4815922" y="31883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3" name="Freeform 6732"/>
          <p:cNvSpPr/>
          <p:nvPr/>
        </p:nvSpPr>
        <p:spPr>
          <a:xfrm>
            <a:off x="4631662" y="31332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4" name="Freeform 6733"/>
          <p:cNvSpPr/>
          <p:nvPr/>
        </p:nvSpPr>
        <p:spPr>
          <a:xfrm>
            <a:off x="4729109" y="26338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5" name="Freeform 6734"/>
          <p:cNvSpPr/>
          <p:nvPr/>
        </p:nvSpPr>
        <p:spPr>
          <a:xfrm>
            <a:off x="4855203" y="33135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6" name="Freeform 6735"/>
          <p:cNvSpPr/>
          <p:nvPr/>
        </p:nvSpPr>
        <p:spPr>
          <a:xfrm>
            <a:off x="4696692" y="23261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7" name="Freeform 6736"/>
          <p:cNvSpPr/>
          <p:nvPr/>
        </p:nvSpPr>
        <p:spPr>
          <a:xfrm>
            <a:off x="4700465" y="35249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8" name="Freeform 6737"/>
          <p:cNvSpPr/>
          <p:nvPr/>
        </p:nvSpPr>
        <p:spPr>
          <a:xfrm>
            <a:off x="4731611" y="23730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9" name="Freeform 6738"/>
          <p:cNvSpPr/>
          <p:nvPr/>
        </p:nvSpPr>
        <p:spPr>
          <a:xfrm>
            <a:off x="4518903" y="34040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0" name="Freeform 6739"/>
          <p:cNvSpPr/>
          <p:nvPr/>
        </p:nvSpPr>
        <p:spPr>
          <a:xfrm>
            <a:off x="4592240" y="30062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1" name="Freeform 6740"/>
          <p:cNvSpPr/>
          <p:nvPr/>
        </p:nvSpPr>
        <p:spPr>
          <a:xfrm>
            <a:off x="4713989" y="31979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2" name="Freeform 6741"/>
          <p:cNvSpPr/>
          <p:nvPr/>
        </p:nvSpPr>
        <p:spPr>
          <a:xfrm>
            <a:off x="4736133" y="31405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3" name="Freeform 6742"/>
          <p:cNvSpPr/>
          <p:nvPr/>
        </p:nvSpPr>
        <p:spPr>
          <a:xfrm>
            <a:off x="4580933" y="26919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4" name="Freeform 6743"/>
          <p:cNvSpPr/>
          <p:nvPr/>
        </p:nvSpPr>
        <p:spPr>
          <a:xfrm>
            <a:off x="4644022" y="241831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5" name="Freeform 6744"/>
          <p:cNvSpPr/>
          <p:nvPr/>
        </p:nvSpPr>
        <p:spPr>
          <a:xfrm>
            <a:off x="4665259" y="25394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6" name="Freeform 6745"/>
          <p:cNvSpPr/>
          <p:nvPr/>
        </p:nvSpPr>
        <p:spPr>
          <a:xfrm>
            <a:off x="4662216" y="31644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7" name="Freeform 6746"/>
          <p:cNvSpPr/>
          <p:nvPr/>
        </p:nvSpPr>
        <p:spPr>
          <a:xfrm>
            <a:off x="4751746" y="29336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8" name="Freeform 6747"/>
          <p:cNvSpPr/>
          <p:nvPr/>
        </p:nvSpPr>
        <p:spPr>
          <a:xfrm>
            <a:off x="4689512" y="33122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9" name="Freeform 6748"/>
          <p:cNvSpPr/>
          <p:nvPr/>
        </p:nvSpPr>
        <p:spPr>
          <a:xfrm>
            <a:off x="4695807" y="33943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0" name="Freeform 6749"/>
          <p:cNvSpPr/>
          <p:nvPr/>
        </p:nvSpPr>
        <p:spPr>
          <a:xfrm>
            <a:off x="4528215" y="345493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1" name="Freeform 6750"/>
          <p:cNvSpPr/>
          <p:nvPr/>
        </p:nvSpPr>
        <p:spPr>
          <a:xfrm>
            <a:off x="4566506" y="31772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2" name="Freeform 6751"/>
          <p:cNvSpPr/>
          <p:nvPr/>
        </p:nvSpPr>
        <p:spPr>
          <a:xfrm>
            <a:off x="4712265" y="29080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3" name="Freeform 6752"/>
          <p:cNvSpPr/>
          <p:nvPr/>
        </p:nvSpPr>
        <p:spPr>
          <a:xfrm>
            <a:off x="4509098" y="37548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4" name="Freeform 6753"/>
          <p:cNvSpPr/>
          <p:nvPr/>
        </p:nvSpPr>
        <p:spPr>
          <a:xfrm>
            <a:off x="4706701" y="30240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5" name="Freeform 6754"/>
          <p:cNvSpPr/>
          <p:nvPr/>
        </p:nvSpPr>
        <p:spPr>
          <a:xfrm>
            <a:off x="4608002" y="24119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6" name="Freeform 6755"/>
          <p:cNvSpPr/>
          <p:nvPr/>
        </p:nvSpPr>
        <p:spPr>
          <a:xfrm>
            <a:off x="4591938" y="25663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7" name="Freeform 6756"/>
          <p:cNvSpPr/>
          <p:nvPr/>
        </p:nvSpPr>
        <p:spPr>
          <a:xfrm>
            <a:off x="4746725" y="32351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8" name="Freeform 6757"/>
          <p:cNvSpPr/>
          <p:nvPr/>
        </p:nvSpPr>
        <p:spPr>
          <a:xfrm>
            <a:off x="4606231" y="35530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9" name="Freeform 6758"/>
          <p:cNvSpPr/>
          <p:nvPr/>
        </p:nvSpPr>
        <p:spPr>
          <a:xfrm>
            <a:off x="4586949" y="28257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0" name="Freeform 6759"/>
          <p:cNvSpPr/>
          <p:nvPr/>
        </p:nvSpPr>
        <p:spPr>
          <a:xfrm>
            <a:off x="4606301" y="391372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1" name="Freeform 6760"/>
          <p:cNvSpPr/>
          <p:nvPr/>
        </p:nvSpPr>
        <p:spPr>
          <a:xfrm>
            <a:off x="4684011" y="25709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2" name="Freeform 6761"/>
          <p:cNvSpPr/>
          <p:nvPr/>
        </p:nvSpPr>
        <p:spPr>
          <a:xfrm>
            <a:off x="4969402" y="30895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3" name="Freeform 6762"/>
          <p:cNvSpPr/>
          <p:nvPr/>
        </p:nvSpPr>
        <p:spPr>
          <a:xfrm>
            <a:off x="4452959" y="22884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4" name="Freeform 6763"/>
          <p:cNvSpPr/>
          <p:nvPr/>
        </p:nvSpPr>
        <p:spPr>
          <a:xfrm>
            <a:off x="4675707" y="36824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5" name="Freeform 6764"/>
          <p:cNvSpPr/>
          <p:nvPr/>
        </p:nvSpPr>
        <p:spPr>
          <a:xfrm>
            <a:off x="4652103" y="26461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6" name="Freeform 6765"/>
          <p:cNvSpPr/>
          <p:nvPr/>
        </p:nvSpPr>
        <p:spPr>
          <a:xfrm>
            <a:off x="4778740" y="30452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7" name="Freeform 6766"/>
          <p:cNvSpPr/>
          <p:nvPr/>
        </p:nvSpPr>
        <p:spPr>
          <a:xfrm>
            <a:off x="4638339" y="313555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8" name="Freeform 6767"/>
          <p:cNvSpPr/>
          <p:nvPr/>
        </p:nvSpPr>
        <p:spPr>
          <a:xfrm>
            <a:off x="4415304" y="35425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9" name="Freeform 6768"/>
          <p:cNvSpPr/>
          <p:nvPr/>
        </p:nvSpPr>
        <p:spPr>
          <a:xfrm>
            <a:off x="4818307" y="27724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0" name="Freeform 6769"/>
          <p:cNvSpPr/>
          <p:nvPr/>
        </p:nvSpPr>
        <p:spPr>
          <a:xfrm>
            <a:off x="4561738" y="27409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1" name="Freeform 6770"/>
          <p:cNvSpPr/>
          <p:nvPr/>
        </p:nvSpPr>
        <p:spPr>
          <a:xfrm>
            <a:off x="4671081" y="23065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2" name="Freeform 6771"/>
          <p:cNvSpPr/>
          <p:nvPr/>
        </p:nvSpPr>
        <p:spPr>
          <a:xfrm>
            <a:off x="4532117" y="26109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3" name="Freeform 6772"/>
          <p:cNvSpPr/>
          <p:nvPr/>
        </p:nvSpPr>
        <p:spPr>
          <a:xfrm>
            <a:off x="4561062" y="32385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4" name="Freeform 6773"/>
          <p:cNvSpPr/>
          <p:nvPr/>
        </p:nvSpPr>
        <p:spPr>
          <a:xfrm>
            <a:off x="4624596" y="33991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5" name="Freeform 6774"/>
          <p:cNvSpPr/>
          <p:nvPr/>
        </p:nvSpPr>
        <p:spPr>
          <a:xfrm>
            <a:off x="4768365" y="35419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6" name="Freeform 6775"/>
          <p:cNvSpPr/>
          <p:nvPr/>
        </p:nvSpPr>
        <p:spPr>
          <a:xfrm>
            <a:off x="4766783" y="24287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7" name="Freeform 6776"/>
          <p:cNvSpPr/>
          <p:nvPr/>
        </p:nvSpPr>
        <p:spPr>
          <a:xfrm>
            <a:off x="4613682" y="33107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8" name="Freeform 6777"/>
          <p:cNvSpPr/>
          <p:nvPr/>
        </p:nvSpPr>
        <p:spPr>
          <a:xfrm>
            <a:off x="4730496" y="24259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9" name="Freeform 6778"/>
          <p:cNvSpPr/>
          <p:nvPr/>
        </p:nvSpPr>
        <p:spPr>
          <a:xfrm>
            <a:off x="4637553" y="28001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0" name="Freeform 6779"/>
          <p:cNvSpPr/>
          <p:nvPr/>
        </p:nvSpPr>
        <p:spPr>
          <a:xfrm>
            <a:off x="4688993" y="28766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1" name="Freeform 6780"/>
          <p:cNvSpPr/>
          <p:nvPr/>
        </p:nvSpPr>
        <p:spPr>
          <a:xfrm>
            <a:off x="4693478" y="31260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2" name="Freeform 6781"/>
          <p:cNvSpPr/>
          <p:nvPr/>
        </p:nvSpPr>
        <p:spPr>
          <a:xfrm>
            <a:off x="4742894" y="27470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3" name="Freeform 6782"/>
          <p:cNvSpPr/>
          <p:nvPr/>
        </p:nvSpPr>
        <p:spPr>
          <a:xfrm>
            <a:off x="4611588" y="30119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4" name="Freeform 6783"/>
          <p:cNvSpPr/>
          <p:nvPr/>
        </p:nvSpPr>
        <p:spPr>
          <a:xfrm>
            <a:off x="4662893" y="31505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5" name="Freeform 6784"/>
          <p:cNvSpPr/>
          <p:nvPr/>
        </p:nvSpPr>
        <p:spPr>
          <a:xfrm>
            <a:off x="4700042" y="27332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6" name="Freeform 6785"/>
          <p:cNvSpPr/>
          <p:nvPr/>
        </p:nvSpPr>
        <p:spPr>
          <a:xfrm>
            <a:off x="4686449" y="30622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7" name="Freeform 6786"/>
          <p:cNvSpPr/>
          <p:nvPr/>
        </p:nvSpPr>
        <p:spPr>
          <a:xfrm>
            <a:off x="4592100" y="33186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8" name="Freeform 6787"/>
          <p:cNvSpPr/>
          <p:nvPr/>
        </p:nvSpPr>
        <p:spPr>
          <a:xfrm>
            <a:off x="4859778" y="27708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9" name="Freeform 6788"/>
          <p:cNvSpPr/>
          <p:nvPr/>
        </p:nvSpPr>
        <p:spPr>
          <a:xfrm>
            <a:off x="4627766" y="30309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0" name="Freeform 6789"/>
          <p:cNvSpPr/>
          <p:nvPr/>
        </p:nvSpPr>
        <p:spPr>
          <a:xfrm>
            <a:off x="4757223" y="28143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1" name="Freeform 6790"/>
          <p:cNvSpPr/>
          <p:nvPr/>
        </p:nvSpPr>
        <p:spPr>
          <a:xfrm>
            <a:off x="4698367" y="31836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2" name="Freeform 6791"/>
          <p:cNvSpPr/>
          <p:nvPr/>
        </p:nvSpPr>
        <p:spPr>
          <a:xfrm>
            <a:off x="4806503" y="34795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3" name="Freeform 6792"/>
          <p:cNvSpPr/>
          <p:nvPr/>
        </p:nvSpPr>
        <p:spPr>
          <a:xfrm>
            <a:off x="4444531" y="23261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4" name="Freeform 6793"/>
          <p:cNvSpPr/>
          <p:nvPr/>
        </p:nvSpPr>
        <p:spPr>
          <a:xfrm>
            <a:off x="4894618" y="23999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5" name="Freeform 6794"/>
          <p:cNvSpPr/>
          <p:nvPr/>
        </p:nvSpPr>
        <p:spPr>
          <a:xfrm>
            <a:off x="4653951" y="26596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6" name="Freeform 6795"/>
          <p:cNvSpPr/>
          <p:nvPr/>
        </p:nvSpPr>
        <p:spPr>
          <a:xfrm>
            <a:off x="4545685" y="31577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7" name="Freeform 6796"/>
          <p:cNvSpPr/>
          <p:nvPr/>
        </p:nvSpPr>
        <p:spPr>
          <a:xfrm>
            <a:off x="4690285" y="31235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8" name="Freeform 6797"/>
          <p:cNvSpPr/>
          <p:nvPr/>
        </p:nvSpPr>
        <p:spPr>
          <a:xfrm>
            <a:off x="4916457" y="24643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9" name="Freeform 6798"/>
          <p:cNvSpPr/>
          <p:nvPr/>
        </p:nvSpPr>
        <p:spPr>
          <a:xfrm>
            <a:off x="4730282" y="31444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0" name="Freeform 6799"/>
          <p:cNvSpPr/>
          <p:nvPr/>
        </p:nvSpPr>
        <p:spPr>
          <a:xfrm>
            <a:off x="4545618" y="32536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1" name="Freeform 6800"/>
          <p:cNvSpPr/>
          <p:nvPr/>
        </p:nvSpPr>
        <p:spPr>
          <a:xfrm>
            <a:off x="4627292" y="22724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2" name="Freeform 6801"/>
          <p:cNvSpPr/>
          <p:nvPr/>
        </p:nvSpPr>
        <p:spPr>
          <a:xfrm>
            <a:off x="4818414" y="30245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3" name="Freeform 6802"/>
          <p:cNvSpPr/>
          <p:nvPr/>
        </p:nvSpPr>
        <p:spPr>
          <a:xfrm>
            <a:off x="4527237" y="23130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4" name="Freeform 6803"/>
          <p:cNvSpPr/>
          <p:nvPr/>
        </p:nvSpPr>
        <p:spPr>
          <a:xfrm>
            <a:off x="4657273" y="35536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5" name="Freeform 6804"/>
          <p:cNvSpPr/>
          <p:nvPr/>
        </p:nvSpPr>
        <p:spPr>
          <a:xfrm>
            <a:off x="4645129" y="28028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6" name="Freeform 6805"/>
          <p:cNvSpPr/>
          <p:nvPr/>
        </p:nvSpPr>
        <p:spPr>
          <a:xfrm>
            <a:off x="4906749" y="21945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7" name="Freeform 6806"/>
          <p:cNvSpPr/>
          <p:nvPr/>
        </p:nvSpPr>
        <p:spPr>
          <a:xfrm>
            <a:off x="4645372" y="299421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8" name="Freeform 6807"/>
          <p:cNvSpPr/>
          <p:nvPr/>
        </p:nvSpPr>
        <p:spPr>
          <a:xfrm>
            <a:off x="4816013" y="31092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9" name="Freeform 6808"/>
          <p:cNvSpPr/>
          <p:nvPr/>
        </p:nvSpPr>
        <p:spPr>
          <a:xfrm>
            <a:off x="4604357" y="34633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0" name="Freeform 6809"/>
          <p:cNvSpPr/>
          <p:nvPr/>
        </p:nvSpPr>
        <p:spPr>
          <a:xfrm>
            <a:off x="4590964" y="25818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1" name="Freeform 6810"/>
          <p:cNvSpPr/>
          <p:nvPr/>
        </p:nvSpPr>
        <p:spPr>
          <a:xfrm>
            <a:off x="4783092" y="33075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2" name="Freeform 6811"/>
          <p:cNvSpPr/>
          <p:nvPr/>
        </p:nvSpPr>
        <p:spPr>
          <a:xfrm>
            <a:off x="4742522" y="30430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3" name="Freeform 6812"/>
          <p:cNvSpPr/>
          <p:nvPr/>
        </p:nvSpPr>
        <p:spPr>
          <a:xfrm>
            <a:off x="4492656" y="34894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4" name="Freeform 6813"/>
          <p:cNvSpPr/>
          <p:nvPr/>
        </p:nvSpPr>
        <p:spPr>
          <a:xfrm>
            <a:off x="4744323" y="23959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5" name="Freeform 6814"/>
          <p:cNvSpPr/>
          <p:nvPr/>
        </p:nvSpPr>
        <p:spPr>
          <a:xfrm>
            <a:off x="4744643" y="25534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6" name="Freeform 6815"/>
          <p:cNvSpPr/>
          <p:nvPr/>
        </p:nvSpPr>
        <p:spPr>
          <a:xfrm>
            <a:off x="4611068" y="30182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7" name="Freeform 6816"/>
          <p:cNvSpPr/>
          <p:nvPr/>
        </p:nvSpPr>
        <p:spPr>
          <a:xfrm>
            <a:off x="4699692" y="34580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8" name="Freeform 6817"/>
          <p:cNvSpPr/>
          <p:nvPr/>
        </p:nvSpPr>
        <p:spPr>
          <a:xfrm>
            <a:off x="4704882" y="24041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9" name="Freeform 6818"/>
          <p:cNvSpPr/>
          <p:nvPr/>
        </p:nvSpPr>
        <p:spPr>
          <a:xfrm>
            <a:off x="4624599" y="31492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0" name="Freeform 6819"/>
          <p:cNvSpPr/>
          <p:nvPr/>
        </p:nvSpPr>
        <p:spPr>
          <a:xfrm>
            <a:off x="4614094" y="343883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1" name="Freeform 6820"/>
          <p:cNvSpPr/>
          <p:nvPr/>
        </p:nvSpPr>
        <p:spPr>
          <a:xfrm>
            <a:off x="4604919" y="36961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2" name="Freeform 6821"/>
          <p:cNvSpPr/>
          <p:nvPr/>
        </p:nvSpPr>
        <p:spPr>
          <a:xfrm>
            <a:off x="4647353" y="32589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3" name="Freeform 6822"/>
          <p:cNvSpPr/>
          <p:nvPr/>
        </p:nvSpPr>
        <p:spPr>
          <a:xfrm>
            <a:off x="4534953" y="35757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4" name="Freeform 6823"/>
          <p:cNvSpPr/>
          <p:nvPr/>
        </p:nvSpPr>
        <p:spPr>
          <a:xfrm>
            <a:off x="4671654" y="32498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5" name="Freeform 6824"/>
          <p:cNvSpPr/>
          <p:nvPr/>
        </p:nvSpPr>
        <p:spPr>
          <a:xfrm>
            <a:off x="4517335" y="27142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6" name="Freeform 6825"/>
          <p:cNvSpPr/>
          <p:nvPr/>
        </p:nvSpPr>
        <p:spPr>
          <a:xfrm>
            <a:off x="4684095" y="315293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7" name="Freeform 6826"/>
          <p:cNvSpPr/>
          <p:nvPr/>
        </p:nvSpPr>
        <p:spPr>
          <a:xfrm>
            <a:off x="4667133" y="28665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8" name="Freeform 6827"/>
          <p:cNvSpPr/>
          <p:nvPr/>
        </p:nvSpPr>
        <p:spPr>
          <a:xfrm>
            <a:off x="4566081" y="32892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9" name="Freeform 6828"/>
          <p:cNvSpPr/>
          <p:nvPr/>
        </p:nvSpPr>
        <p:spPr>
          <a:xfrm>
            <a:off x="4766665" y="298034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0" name="Freeform 6829"/>
          <p:cNvSpPr/>
          <p:nvPr/>
        </p:nvSpPr>
        <p:spPr>
          <a:xfrm>
            <a:off x="4881810" y="22533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1" name="Freeform 6830"/>
          <p:cNvSpPr/>
          <p:nvPr/>
        </p:nvSpPr>
        <p:spPr>
          <a:xfrm>
            <a:off x="4816836" y="31423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2" name="Freeform 6831"/>
          <p:cNvSpPr/>
          <p:nvPr/>
        </p:nvSpPr>
        <p:spPr>
          <a:xfrm>
            <a:off x="4530941" y="28552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3" name="Freeform 6832"/>
          <p:cNvSpPr/>
          <p:nvPr/>
        </p:nvSpPr>
        <p:spPr>
          <a:xfrm>
            <a:off x="4811318" y="36191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4" name="Freeform 6833"/>
          <p:cNvSpPr/>
          <p:nvPr/>
        </p:nvSpPr>
        <p:spPr>
          <a:xfrm>
            <a:off x="4699263" y="2410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5" name="Freeform 6834"/>
          <p:cNvSpPr/>
          <p:nvPr/>
        </p:nvSpPr>
        <p:spPr>
          <a:xfrm>
            <a:off x="4670425" y="31928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6" name="Freeform 6835"/>
          <p:cNvSpPr/>
          <p:nvPr/>
        </p:nvSpPr>
        <p:spPr>
          <a:xfrm>
            <a:off x="4612772" y="25943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7" name="Freeform 6836"/>
          <p:cNvSpPr/>
          <p:nvPr/>
        </p:nvSpPr>
        <p:spPr>
          <a:xfrm>
            <a:off x="4675286" y="30541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8" name="Freeform 6837"/>
          <p:cNvSpPr/>
          <p:nvPr/>
        </p:nvSpPr>
        <p:spPr>
          <a:xfrm>
            <a:off x="4823475" y="27662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9" name="Freeform 6838"/>
          <p:cNvSpPr/>
          <p:nvPr/>
        </p:nvSpPr>
        <p:spPr>
          <a:xfrm>
            <a:off x="4733793" y="27430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0" name="Freeform 6839"/>
          <p:cNvSpPr/>
          <p:nvPr/>
        </p:nvSpPr>
        <p:spPr>
          <a:xfrm>
            <a:off x="4632010" y="31831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1" name="Freeform 6840"/>
          <p:cNvSpPr/>
          <p:nvPr/>
        </p:nvSpPr>
        <p:spPr>
          <a:xfrm>
            <a:off x="4604842" y="25781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2" name="Freeform 6841"/>
          <p:cNvSpPr/>
          <p:nvPr/>
        </p:nvSpPr>
        <p:spPr>
          <a:xfrm>
            <a:off x="4631774" y="33032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3" name="Freeform 6842"/>
          <p:cNvSpPr/>
          <p:nvPr/>
        </p:nvSpPr>
        <p:spPr>
          <a:xfrm>
            <a:off x="4738236" y="27011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4" name="Freeform 6843"/>
          <p:cNvSpPr/>
          <p:nvPr/>
        </p:nvSpPr>
        <p:spPr>
          <a:xfrm>
            <a:off x="4874128" y="31587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5" name="Freeform 6844"/>
          <p:cNvSpPr/>
          <p:nvPr/>
        </p:nvSpPr>
        <p:spPr>
          <a:xfrm>
            <a:off x="4563653" y="28689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6" name="Freeform 6845"/>
          <p:cNvSpPr/>
          <p:nvPr/>
        </p:nvSpPr>
        <p:spPr>
          <a:xfrm>
            <a:off x="4675726" y="31868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7" name="Freeform 6846"/>
          <p:cNvSpPr/>
          <p:nvPr/>
        </p:nvSpPr>
        <p:spPr>
          <a:xfrm>
            <a:off x="4635050" y="29862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8" name="Freeform 6847"/>
          <p:cNvSpPr/>
          <p:nvPr/>
        </p:nvSpPr>
        <p:spPr>
          <a:xfrm>
            <a:off x="4596000" y="34268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9" name="Freeform 6848"/>
          <p:cNvSpPr/>
          <p:nvPr/>
        </p:nvSpPr>
        <p:spPr>
          <a:xfrm>
            <a:off x="4718171" y="29088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0" name="Freeform 6849"/>
          <p:cNvSpPr/>
          <p:nvPr/>
        </p:nvSpPr>
        <p:spPr>
          <a:xfrm>
            <a:off x="4734430" y="29885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1" name="Freeform 6850"/>
          <p:cNvSpPr/>
          <p:nvPr/>
        </p:nvSpPr>
        <p:spPr>
          <a:xfrm>
            <a:off x="4525489" y="32174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2" name="Freeform 6851"/>
          <p:cNvSpPr/>
          <p:nvPr/>
        </p:nvSpPr>
        <p:spPr>
          <a:xfrm>
            <a:off x="4566007" y="30274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3" name="Freeform 6852"/>
          <p:cNvSpPr/>
          <p:nvPr/>
        </p:nvSpPr>
        <p:spPr>
          <a:xfrm>
            <a:off x="4802677" y="29533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4" name="Freeform 6853"/>
          <p:cNvSpPr/>
          <p:nvPr/>
        </p:nvSpPr>
        <p:spPr>
          <a:xfrm>
            <a:off x="4709578" y="32473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5" name="Freeform 6854"/>
          <p:cNvSpPr/>
          <p:nvPr/>
        </p:nvSpPr>
        <p:spPr>
          <a:xfrm>
            <a:off x="4731263" y="30563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6" name="Freeform 6855"/>
          <p:cNvSpPr/>
          <p:nvPr/>
        </p:nvSpPr>
        <p:spPr>
          <a:xfrm>
            <a:off x="4622725" y="3399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7" name="Freeform 6856"/>
          <p:cNvSpPr/>
          <p:nvPr/>
        </p:nvSpPr>
        <p:spPr>
          <a:xfrm>
            <a:off x="4635566" y="20869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8" name="Freeform 6857"/>
          <p:cNvSpPr/>
          <p:nvPr/>
        </p:nvSpPr>
        <p:spPr>
          <a:xfrm>
            <a:off x="4724568" y="25909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9" name="Freeform 6858"/>
          <p:cNvSpPr/>
          <p:nvPr/>
        </p:nvSpPr>
        <p:spPr>
          <a:xfrm>
            <a:off x="4623184" y="28988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0" name="Freeform 6859"/>
          <p:cNvSpPr/>
          <p:nvPr/>
        </p:nvSpPr>
        <p:spPr>
          <a:xfrm>
            <a:off x="4558217" y="25466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1" name="Freeform 6860"/>
          <p:cNvSpPr/>
          <p:nvPr/>
        </p:nvSpPr>
        <p:spPr>
          <a:xfrm>
            <a:off x="4675933" y="37812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2" name="Freeform 6861"/>
          <p:cNvSpPr/>
          <p:nvPr/>
        </p:nvSpPr>
        <p:spPr>
          <a:xfrm>
            <a:off x="4771885" y="400784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3" name="Freeform 6862"/>
          <p:cNvSpPr/>
          <p:nvPr/>
        </p:nvSpPr>
        <p:spPr>
          <a:xfrm>
            <a:off x="4566642" y="31622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4" name="Freeform 6863"/>
          <p:cNvSpPr/>
          <p:nvPr/>
        </p:nvSpPr>
        <p:spPr>
          <a:xfrm>
            <a:off x="4787978" y="35459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5" name="Freeform 6864"/>
          <p:cNvSpPr/>
          <p:nvPr/>
        </p:nvSpPr>
        <p:spPr>
          <a:xfrm>
            <a:off x="4750307" y="30985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6" name="Freeform 6865"/>
          <p:cNvSpPr/>
          <p:nvPr/>
        </p:nvSpPr>
        <p:spPr>
          <a:xfrm>
            <a:off x="4584425" y="29253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7" name="Freeform 6866"/>
          <p:cNvSpPr/>
          <p:nvPr/>
        </p:nvSpPr>
        <p:spPr>
          <a:xfrm>
            <a:off x="4676690" y="26452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8" name="Freeform 6867"/>
          <p:cNvSpPr/>
          <p:nvPr/>
        </p:nvSpPr>
        <p:spPr>
          <a:xfrm>
            <a:off x="4671479" y="34517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9" name="Freeform 6868"/>
          <p:cNvSpPr/>
          <p:nvPr/>
        </p:nvSpPr>
        <p:spPr>
          <a:xfrm>
            <a:off x="4743071" y="28493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0" name="Freeform 6869"/>
          <p:cNvSpPr/>
          <p:nvPr/>
        </p:nvSpPr>
        <p:spPr>
          <a:xfrm>
            <a:off x="4746540" y="30002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1" name="Freeform 6870"/>
          <p:cNvSpPr/>
          <p:nvPr/>
        </p:nvSpPr>
        <p:spPr>
          <a:xfrm>
            <a:off x="4537874" y="28697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2" name="Freeform 6871"/>
          <p:cNvSpPr/>
          <p:nvPr/>
        </p:nvSpPr>
        <p:spPr>
          <a:xfrm>
            <a:off x="4533079" y="32094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3" name="Freeform 6872"/>
          <p:cNvSpPr/>
          <p:nvPr/>
        </p:nvSpPr>
        <p:spPr>
          <a:xfrm>
            <a:off x="4784989" y="246402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4" name="Freeform 6873"/>
          <p:cNvSpPr/>
          <p:nvPr/>
        </p:nvSpPr>
        <p:spPr>
          <a:xfrm>
            <a:off x="4687906" y="30464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5" name="Freeform 6874"/>
          <p:cNvSpPr/>
          <p:nvPr/>
        </p:nvSpPr>
        <p:spPr>
          <a:xfrm>
            <a:off x="4720125" y="23108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6" name="Freeform 6875"/>
          <p:cNvSpPr/>
          <p:nvPr/>
        </p:nvSpPr>
        <p:spPr>
          <a:xfrm>
            <a:off x="4711299" y="33155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7" name="Freeform 6876"/>
          <p:cNvSpPr/>
          <p:nvPr/>
        </p:nvSpPr>
        <p:spPr>
          <a:xfrm>
            <a:off x="4838177" y="271486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8" name="Freeform 6877"/>
          <p:cNvSpPr/>
          <p:nvPr/>
        </p:nvSpPr>
        <p:spPr>
          <a:xfrm>
            <a:off x="4548086" y="30292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9" name="Freeform 6878"/>
          <p:cNvSpPr/>
          <p:nvPr/>
        </p:nvSpPr>
        <p:spPr>
          <a:xfrm>
            <a:off x="4791329" y="31342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0" name="Freeform 6879"/>
          <p:cNvSpPr/>
          <p:nvPr/>
        </p:nvSpPr>
        <p:spPr>
          <a:xfrm>
            <a:off x="4589220" y="275816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1" name="Freeform 6880"/>
          <p:cNvSpPr/>
          <p:nvPr/>
        </p:nvSpPr>
        <p:spPr>
          <a:xfrm>
            <a:off x="4752991" y="31230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2" name="Freeform 6881"/>
          <p:cNvSpPr/>
          <p:nvPr/>
        </p:nvSpPr>
        <p:spPr>
          <a:xfrm>
            <a:off x="4817924" y="40486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3" name="Freeform 6882"/>
          <p:cNvSpPr/>
          <p:nvPr/>
        </p:nvSpPr>
        <p:spPr>
          <a:xfrm>
            <a:off x="4529507" y="42057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4" name="Freeform 6883"/>
          <p:cNvSpPr/>
          <p:nvPr/>
        </p:nvSpPr>
        <p:spPr>
          <a:xfrm>
            <a:off x="4718591" y="25073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5" name="Freeform 6884"/>
          <p:cNvSpPr/>
          <p:nvPr/>
        </p:nvSpPr>
        <p:spPr>
          <a:xfrm>
            <a:off x="4646570" y="25239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6" name="Freeform 6885"/>
          <p:cNvSpPr/>
          <p:nvPr/>
        </p:nvSpPr>
        <p:spPr>
          <a:xfrm>
            <a:off x="4645174" y="22665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7" name="Freeform 6886"/>
          <p:cNvSpPr/>
          <p:nvPr/>
        </p:nvSpPr>
        <p:spPr>
          <a:xfrm>
            <a:off x="4680443" y="30127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8" name="Freeform 6887"/>
          <p:cNvSpPr/>
          <p:nvPr/>
        </p:nvSpPr>
        <p:spPr>
          <a:xfrm>
            <a:off x="4564606" y="35122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9" name="Freeform 6888"/>
          <p:cNvSpPr/>
          <p:nvPr/>
        </p:nvSpPr>
        <p:spPr>
          <a:xfrm>
            <a:off x="4573940" y="31702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0" name="Freeform 6889"/>
          <p:cNvSpPr/>
          <p:nvPr/>
        </p:nvSpPr>
        <p:spPr>
          <a:xfrm>
            <a:off x="4745524" y="30013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1" name="Freeform 6890"/>
          <p:cNvSpPr/>
          <p:nvPr/>
        </p:nvSpPr>
        <p:spPr>
          <a:xfrm>
            <a:off x="4765368" y="34003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2" name="Freeform 6891"/>
          <p:cNvSpPr/>
          <p:nvPr/>
        </p:nvSpPr>
        <p:spPr>
          <a:xfrm>
            <a:off x="4615853" y="23600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3" name="Freeform 6892"/>
          <p:cNvSpPr/>
          <p:nvPr/>
        </p:nvSpPr>
        <p:spPr>
          <a:xfrm>
            <a:off x="4521939" y="21285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4" name="Freeform 6893"/>
          <p:cNvSpPr/>
          <p:nvPr/>
        </p:nvSpPr>
        <p:spPr>
          <a:xfrm>
            <a:off x="4920963" y="28185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5" name="Freeform 6894"/>
          <p:cNvSpPr/>
          <p:nvPr/>
        </p:nvSpPr>
        <p:spPr>
          <a:xfrm>
            <a:off x="4792224" y="30101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6" name="Freeform 6895"/>
          <p:cNvSpPr/>
          <p:nvPr/>
        </p:nvSpPr>
        <p:spPr>
          <a:xfrm>
            <a:off x="4713969" y="35131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7" name="Freeform 6896"/>
          <p:cNvSpPr/>
          <p:nvPr/>
        </p:nvSpPr>
        <p:spPr>
          <a:xfrm>
            <a:off x="4566987" y="24000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8" name="Freeform 6897"/>
          <p:cNvSpPr/>
          <p:nvPr/>
        </p:nvSpPr>
        <p:spPr>
          <a:xfrm>
            <a:off x="4614327" y="29759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9" name="Freeform 6898"/>
          <p:cNvSpPr/>
          <p:nvPr/>
        </p:nvSpPr>
        <p:spPr>
          <a:xfrm>
            <a:off x="4701578" y="31191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0" name="Freeform 6899"/>
          <p:cNvSpPr/>
          <p:nvPr/>
        </p:nvSpPr>
        <p:spPr>
          <a:xfrm>
            <a:off x="4574400" y="28173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1" name="Freeform 6900"/>
          <p:cNvSpPr/>
          <p:nvPr/>
        </p:nvSpPr>
        <p:spPr>
          <a:xfrm>
            <a:off x="4845358" y="32353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2" name="Freeform 6901"/>
          <p:cNvSpPr/>
          <p:nvPr/>
        </p:nvSpPr>
        <p:spPr>
          <a:xfrm>
            <a:off x="4690381" y="29483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3" name="Freeform 6902"/>
          <p:cNvSpPr/>
          <p:nvPr/>
        </p:nvSpPr>
        <p:spPr>
          <a:xfrm>
            <a:off x="4717444" y="3570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4" name="Freeform 6903"/>
          <p:cNvSpPr/>
          <p:nvPr/>
        </p:nvSpPr>
        <p:spPr>
          <a:xfrm>
            <a:off x="4567183" y="25800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5" name="Freeform 6904"/>
          <p:cNvSpPr/>
          <p:nvPr/>
        </p:nvSpPr>
        <p:spPr>
          <a:xfrm>
            <a:off x="4580043" y="30467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6" name="Freeform 6905"/>
          <p:cNvSpPr/>
          <p:nvPr/>
        </p:nvSpPr>
        <p:spPr>
          <a:xfrm>
            <a:off x="4592637" y="25519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7" name="Freeform 6906"/>
          <p:cNvSpPr/>
          <p:nvPr/>
        </p:nvSpPr>
        <p:spPr>
          <a:xfrm>
            <a:off x="4705112" y="308466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8" name="Freeform 6907"/>
          <p:cNvSpPr/>
          <p:nvPr/>
        </p:nvSpPr>
        <p:spPr>
          <a:xfrm>
            <a:off x="4647894" y="30592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9" name="Freeform 6908"/>
          <p:cNvSpPr/>
          <p:nvPr/>
        </p:nvSpPr>
        <p:spPr>
          <a:xfrm>
            <a:off x="4645419" y="3480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0" name="Freeform 6909"/>
          <p:cNvSpPr/>
          <p:nvPr/>
        </p:nvSpPr>
        <p:spPr>
          <a:xfrm>
            <a:off x="4709205" y="27082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1" name="Freeform 6910"/>
          <p:cNvSpPr/>
          <p:nvPr/>
        </p:nvSpPr>
        <p:spPr>
          <a:xfrm>
            <a:off x="4699703" y="33489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2" name="Freeform 6911"/>
          <p:cNvSpPr/>
          <p:nvPr/>
        </p:nvSpPr>
        <p:spPr>
          <a:xfrm>
            <a:off x="4832489" y="319642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3" name="Freeform 6912"/>
          <p:cNvSpPr/>
          <p:nvPr/>
        </p:nvSpPr>
        <p:spPr>
          <a:xfrm>
            <a:off x="4655158" y="30054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4" name="Freeform 6913"/>
          <p:cNvSpPr/>
          <p:nvPr/>
        </p:nvSpPr>
        <p:spPr>
          <a:xfrm>
            <a:off x="4569070" y="29583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5" name="Freeform 6914"/>
          <p:cNvSpPr/>
          <p:nvPr/>
        </p:nvSpPr>
        <p:spPr>
          <a:xfrm>
            <a:off x="4674695" y="36742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6" name="Freeform 6915"/>
          <p:cNvSpPr/>
          <p:nvPr/>
        </p:nvSpPr>
        <p:spPr>
          <a:xfrm>
            <a:off x="4830275" y="30962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7" name="Freeform 6916"/>
          <p:cNvSpPr/>
          <p:nvPr/>
        </p:nvSpPr>
        <p:spPr>
          <a:xfrm>
            <a:off x="4617560" y="269433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8" name="Freeform 6917"/>
          <p:cNvSpPr/>
          <p:nvPr/>
        </p:nvSpPr>
        <p:spPr>
          <a:xfrm>
            <a:off x="4681083" y="315408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9" name="Freeform 6918"/>
          <p:cNvSpPr/>
          <p:nvPr/>
        </p:nvSpPr>
        <p:spPr>
          <a:xfrm>
            <a:off x="4638244" y="30939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0" name="Freeform 6919"/>
          <p:cNvSpPr/>
          <p:nvPr/>
        </p:nvSpPr>
        <p:spPr>
          <a:xfrm>
            <a:off x="4718621" y="29422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1" name="Freeform 6920"/>
          <p:cNvSpPr/>
          <p:nvPr/>
        </p:nvSpPr>
        <p:spPr>
          <a:xfrm>
            <a:off x="4703022" y="30552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2" name="Freeform 6921"/>
          <p:cNvSpPr/>
          <p:nvPr/>
        </p:nvSpPr>
        <p:spPr>
          <a:xfrm>
            <a:off x="4590531" y="34095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3" name="Freeform 6922"/>
          <p:cNvSpPr/>
          <p:nvPr/>
        </p:nvSpPr>
        <p:spPr>
          <a:xfrm>
            <a:off x="4651924" y="30201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4" name="Freeform 6923"/>
          <p:cNvSpPr/>
          <p:nvPr/>
        </p:nvSpPr>
        <p:spPr>
          <a:xfrm>
            <a:off x="4775129" y="26164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5" name="Freeform 6924"/>
          <p:cNvSpPr/>
          <p:nvPr/>
        </p:nvSpPr>
        <p:spPr>
          <a:xfrm>
            <a:off x="4791313" y="34176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6" name="Freeform 6925"/>
          <p:cNvSpPr/>
          <p:nvPr/>
        </p:nvSpPr>
        <p:spPr>
          <a:xfrm>
            <a:off x="4773138" y="31525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7" name="Freeform 6926"/>
          <p:cNvSpPr/>
          <p:nvPr/>
        </p:nvSpPr>
        <p:spPr>
          <a:xfrm>
            <a:off x="4766817" y="35471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8" name="Freeform 6927"/>
          <p:cNvSpPr/>
          <p:nvPr/>
        </p:nvSpPr>
        <p:spPr>
          <a:xfrm>
            <a:off x="4640934" y="263708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9" name="Freeform 6928"/>
          <p:cNvSpPr/>
          <p:nvPr/>
        </p:nvSpPr>
        <p:spPr>
          <a:xfrm>
            <a:off x="4637692" y="30420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0" name="Freeform 6929"/>
          <p:cNvSpPr/>
          <p:nvPr/>
        </p:nvSpPr>
        <p:spPr>
          <a:xfrm>
            <a:off x="4773810" y="33389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1" name="Freeform 6930"/>
          <p:cNvSpPr/>
          <p:nvPr/>
        </p:nvSpPr>
        <p:spPr>
          <a:xfrm>
            <a:off x="4552636" y="29697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2" name="Freeform 6931"/>
          <p:cNvSpPr/>
          <p:nvPr/>
        </p:nvSpPr>
        <p:spPr>
          <a:xfrm>
            <a:off x="4669924" y="34773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3" name="Freeform 6932"/>
          <p:cNvSpPr/>
          <p:nvPr/>
        </p:nvSpPr>
        <p:spPr>
          <a:xfrm>
            <a:off x="4480651" y="34107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4" name="Freeform 6933"/>
          <p:cNvSpPr/>
          <p:nvPr/>
        </p:nvSpPr>
        <p:spPr>
          <a:xfrm>
            <a:off x="4636106" y="35778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5" name="Freeform 6934"/>
          <p:cNvSpPr/>
          <p:nvPr/>
        </p:nvSpPr>
        <p:spPr>
          <a:xfrm>
            <a:off x="4601747" y="34237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6" name="Freeform 6935"/>
          <p:cNvSpPr/>
          <p:nvPr/>
        </p:nvSpPr>
        <p:spPr>
          <a:xfrm>
            <a:off x="4549277" y="24741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7" name="Freeform 6936"/>
          <p:cNvSpPr/>
          <p:nvPr/>
        </p:nvSpPr>
        <p:spPr>
          <a:xfrm>
            <a:off x="4736972" y="32930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8" name="Freeform 6937"/>
          <p:cNvSpPr/>
          <p:nvPr/>
        </p:nvSpPr>
        <p:spPr>
          <a:xfrm>
            <a:off x="4598686" y="28232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9" name="Freeform 6938"/>
          <p:cNvSpPr/>
          <p:nvPr/>
        </p:nvSpPr>
        <p:spPr>
          <a:xfrm>
            <a:off x="4637409" y="33334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0" name="Freeform 6939"/>
          <p:cNvSpPr/>
          <p:nvPr/>
        </p:nvSpPr>
        <p:spPr>
          <a:xfrm>
            <a:off x="4648950" y="27083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1" name="Freeform 6940"/>
          <p:cNvSpPr/>
          <p:nvPr/>
        </p:nvSpPr>
        <p:spPr>
          <a:xfrm>
            <a:off x="4598643" y="34078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2" name="Freeform 6941"/>
          <p:cNvSpPr/>
          <p:nvPr/>
        </p:nvSpPr>
        <p:spPr>
          <a:xfrm>
            <a:off x="4825579" y="29905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3" name="Freeform 6942"/>
          <p:cNvSpPr/>
          <p:nvPr/>
        </p:nvSpPr>
        <p:spPr>
          <a:xfrm>
            <a:off x="4624128" y="29851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4" name="Freeform 6943"/>
          <p:cNvSpPr/>
          <p:nvPr/>
        </p:nvSpPr>
        <p:spPr>
          <a:xfrm>
            <a:off x="4696760" y="20939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5" name="Freeform 6944"/>
          <p:cNvSpPr/>
          <p:nvPr/>
        </p:nvSpPr>
        <p:spPr>
          <a:xfrm>
            <a:off x="4538769" y="27589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6" name="Freeform 6945"/>
          <p:cNvSpPr/>
          <p:nvPr/>
        </p:nvSpPr>
        <p:spPr>
          <a:xfrm>
            <a:off x="4626327" y="32381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7" name="Freeform 6946"/>
          <p:cNvSpPr/>
          <p:nvPr/>
        </p:nvSpPr>
        <p:spPr>
          <a:xfrm>
            <a:off x="4642073" y="27375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8" name="Freeform 6947"/>
          <p:cNvSpPr/>
          <p:nvPr/>
        </p:nvSpPr>
        <p:spPr>
          <a:xfrm>
            <a:off x="4643821" y="216823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9" name="Freeform 6948"/>
          <p:cNvSpPr/>
          <p:nvPr/>
        </p:nvSpPr>
        <p:spPr>
          <a:xfrm>
            <a:off x="4614679" y="36442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0" name="Freeform 6949"/>
          <p:cNvSpPr/>
          <p:nvPr/>
        </p:nvSpPr>
        <p:spPr>
          <a:xfrm>
            <a:off x="4691151" y="33359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1" name="Freeform 6950"/>
          <p:cNvSpPr/>
          <p:nvPr/>
        </p:nvSpPr>
        <p:spPr>
          <a:xfrm>
            <a:off x="4839895" y="30986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2" name="Freeform 6951"/>
          <p:cNvSpPr/>
          <p:nvPr/>
        </p:nvSpPr>
        <p:spPr>
          <a:xfrm>
            <a:off x="4662167" y="31692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3" name="Freeform 6952"/>
          <p:cNvSpPr/>
          <p:nvPr/>
        </p:nvSpPr>
        <p:spPr>
          <a:xfrm>
            <a:off x="4661478" y="31362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4" name="Freeform 6953"/>
          <p:cNvSpPr/>
          <p:nvPr/>
        </p:nvSpPr>
        <p:spPr>
          <a:xfrm>
            <a:off x="4635097" y="35168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5" name="Freeform 6954"/>
          <p:cNvSpPr/>
          <p:nvPr/>
        </p:nvSpPr>
        <p:spPr>
          <a:xfrm>
            <a:off x="4942589" y="24558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6" name="Freeform 6955"/>
          <p:cNvSpPr/>
          <p:nvPr/>
        </p:nvSpPr>
        <p:spPr>
          <a:xfrm>
            <a:off x="4845635" y="35631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7" name="Freeform 6956"/>
          <p:cNvSpPr/>
          <p:nvPr/>
        </p:nvSpPr>
        <p:spPr>
          <a:xfrm>
            <a:off x="4734650" y="30843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8" name="Freeform 6957"/>
          <p:cNvSpPr/>
          <p:nvPr/>
        </p:nvSpPr>
        <p:spPr>
          <a:xfrm>
            <a:off x="4750136" y="25961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9" name="Freeform 6958"/>
          <p:cNvSpPr/>
          <p:nvPr/>
        </p:nvSpPr>
        <p:spPr>
          <a:xfrm>
            <a:off x="4601556" y="30176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0" name="Freeform 6959"/>
          <p:cNvSpPr/>
          <p:nvPr/>
        </p:nvSpPr>
        <p:spPr>
          <a:xfrm>
            <a:off x="4660098" y="33895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1" name="Freeform 6960"/>
          <p:cNvSpPr/>
          <p:nvPr/>
        </p:nvSpPr>
        <p:spPr>
          <a:xfrm>
            <a:off x="4698276" y="35342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2" name="Freeform 6961"/>
          <p:cNvSpPr/>
          <p:nvPr/>
        </p:nvSpPr>
        <p:spPr>
          <a:xfrm>
            <a:off x="4688719" y="30959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3" name="Freeform 6962"/>
          <p:cNvSpPr/>
          <p:nvPr/>
        </p:nvSpPr>
        <p:spPr>
          <a:xfrm>
            <a:off x="4586233" y="33024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4" name="Freeform 6963"/>
          <p:cNvSpPr/>
          <p:nvPr/>
        </p:nvSpPr>
        <p:spPr>
          <a:xfrm>
            <a:off x="4594305" y="29254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5" name="Freeform 6964"/>
          <p:cNvSpPr/>
          <p:nvPr/>
        </p:nvSpPr>
        <p:spPr>
          <a:xfrm>
            <a:off x="4730323" y="35548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6" name="Freeform 6965"/>
          <p:cNvSpPr/>
          <p:nvPr/>
        </p:nvSpPr>
        <p:spPr>
          <a:xfrm>
            <a:off x="4709002" y="268736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7" name="Freeform 6966"/>
          <p:cNvSpPr/>
          <p:nvPr/>
        </p:nvSpPr>
        <p:spPr>
          <a:xfrm>
            <a:off x="4454942" y="29606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8" name="Freeform 6967"/>
          <p:cNvSpPr/>
          <p:nvPr/>
        </p:nvSpPr>
        <p:spPr>
          <a:xfrm>
            <a:off x="4685901" y="29315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9" name="Freeform 6968"/>
          <p:cNvSpPr/>
          <p:nvPr/>
        </p:nvSpPr>
        <p:spPr>
          <a:xfrm>
            <a:off x="4809682" y="244132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0" name="Freeform 6969"/>
          <p:cNvSpPr/>
          <p:nvPr/>
        </p:nvSpPr>
        <p:spPr>
          <a:xfrm>
            <a:off x="4608498" y="31773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1" name="Freeform 6970"/>
          <p:cNvSpPr/>
          <p:nvPr/>
        </p:nvSpPr>
        <p:spPr>
          <a:xfrm>
            <a:off x="4701443" y="32902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2" name="Freeform 6971"/>
          <p:cNvSpPr/>
          <p:nvPr/>
        </p:nvSpPr>
        <p:spPr>
          <a:xfrm>
            <a:off x="4523572" y="32204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3" name="Freeform 6972"/>
          <p:cNvSpPr/>
          <p:nvPr/>
        </p:nvSpPr>
        <p:spPr>
          <a:xfrm>
            <a:off x="4763623" y="30812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4" name="Freeform 6973"/>
          <p:cNvSpPr/>
          <p:nvPr/>
        </p:nvSpPr>
        <p:spPr>
          <a:xfrm>
            <a:off x="4559260" y="304150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5" name="Freeform 6974"/>
          <p:cNvSpPr/>
          <p:nvPr/>
        </p:nvSpPr>
        <p:spPr>
          <a:xfrm>
            <a:off x="4544907" y="333129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6" name="Freeform 6975"/>
          <p:cNvSpPr/>
          <p:nvPr/>
        </p:nvSpPr>
        <p:spPr>
          <a:xfrm>
            <a:off x="4643000" y="37984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7" name="Freeform 6976"/>
          <p:cNvSpPr/>
          <p:nvPr/>
        </p:nvSpPr>
        <p:spPr>
          <a:xfrm>
            <a:off x="4924968" y="322561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8" name="Freeform 6977"/>
          <p:cNvSpPr/>
          <p:nvPr/>
        </p:nvSpPr>
        <p:spPr>
          <a:xfrm>
            <a:off x="4612173" y="28649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9" name="Freeform 6978"/>
          <p:cNvSpPr/>
          <p:nvPr/>
        </p:nvSpPr>
        <p:spPr>
          <a:xfrm>
            <a:off x="4543833" y="29524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0" name="Freeform 6979"/>
          <p:cNvSpPr/>
          <p:nvPr/>
        </p:nvSpPr>
        <p:spPr>
          <a:xfrm>
            <a:off x="4724722" y="25359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1" name="Freeform 6980"/>
          <p:cNvSpPr/>
          <p:nvPr/>
        </p:nvSpPr>
        <p:spPr>
          <a:xfrm>
            <a:off x="4700329" y="22398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2" name="Freeform 6981"/>
          <p:cNvSpPr/>
          <p:nvPr/>
        </p:nvSpPr>
        <p:spPr>
          <a:xfrm>
            <a:off x="4850239" y="27084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3" name="Freeform 6982"/>
          <p:cNvSpPr/>
          <p:nvPr/>
        </p:nvSpPr>
        <p:spPr>
          <a:xfrm>
            <a:off x="4543216" y="24642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4" name="Freeform 6983"/>
          <p:cNvSpPr/>
          <p:nvPr/>
        </p:nvSpPr>
        <p:spPr>
          <a:xfrm>
            <a:off x="4509078" y="270548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5" name="Freeform 6984"/>
          <p:cNvSpPr/>
          <p:nvPr/>
        </p:nvSpPr>
        <p:spPr>
          <a:xfrm>
            <a:off x="4643221" y="233601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6" name="Freeform 6985"/>
          <p:cNvSpPr/>
          <p:nvPr/>
        </p:nvSpPr>
        <p:spPr>
          <a:xfrm>
            <a:off x="4716019" y="22807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7" name="Freeform 6986"/>
          <p:cNvSpPr/>
          <p:nvPr/>
        </p:nvSpPr>
        <p:spPr>
          <a:xfrm>
            <a:off x="4713779" y="26332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8" name="Freeform 6987"/>
          <p:cNvSpPr/>
          <p:nvPr/>
        </p:nvSpPr>
        <p:spPr>
          <a:xfrm>
            <a:off x="4790108" y="27291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9" name="Freeform 6988"/>
          <p:cNvSpPr/>
          <p:nvPr/>
        </p:nvSpPr>
        <p:spPr>
          <a:xfrm>
            <a:off x="4519619" y="30862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0" name="Freeform 6989"/>
          <p:cNvSpPr/>
          <p:nvPr/>
        </p:nvSpPr>
        <p:spPr>
          <a:xfrm>
            <a:off x="4589783" y="302206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1" name="Freeform 6990"/>
          <p:cNvSpPr/>
          <p:nvPr/>
        </p:nvSpPr>
        <p:spPr>
          <a:xfrm>
            <a:off x="4662518" y="31382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2" name="Freeform 6991"/>
          <p:cNvSpPr/>
          <p:nvPr/>
        </p:nvSpPr>
        <p:spPr>
          <a:xfrm>
            <a:off x="4764397" y="27624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3" name="Freeform 6992"/>
          <p:cNvSpPr/>
          <p:nvPr/>
        </p:nvSpPr>
        <p:spPr>
          <a:xfrm>
            <a:off x="4726258" y="32880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4" name="Freeform 6993"/>
          <p:cNvSpPr/>
          <p:nvPr/>
        </p:nvSpPr>
        <p:spPr>
          <a:xfrm>
            <a:off x="4632117" y="308073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5" name="Freeform 6994"/>
          <p:cNvSpPr/>
          <p:nvPr/>
        </p:nvSpPr>
        <p:spPr>
          <a:xfrm>
            <a:off x="4569254" y="39285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6" name="Freeform 6995"/>
          <p:cNvSpPr/>
          <p:nvPr/>
        </p:nvSpPr>
        <p:spPr>
          <a:xfrm>
            <a:off x="4768904" y="23308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7" name="Freeform 6996"/>
          <p:cNvSpPr/>
          <p:nvPr/>
        </p:nvSpPr>
        <p:spPr>
          <a:xfrm>
            <a:off x="4775949" y="30922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8" name="Freeform 6997"/>
          <p:cNvSpPr/>
          <p:nvPr/>
        </p:nvSpPr>
        <p:spPr>
          <a:xfrm>
            <a:off x="4960938" y="28273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9" name="Freeform 6998"/>
          <p:cNvSpPr/>
          <p:nvPr/>
        </p:nvSpPr>
        <p:spPr>
          <a:xfrm>
            <a:off x="4657712" y="24347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0" name="Freeform 6999"/>
          <p:cNvSpPr/>
          <p:nvPr/>
        </p:nvSpPr>
        <p:spPr>
          <a:xfrm>
            <a:off x="4846664" y="28882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1" name="Freeform 7000"/>
          <p:cNvSpPr/>
          <p:nvPr/>
        </p:nvSpPr>
        <p:spPr>
          <a:xfrm>
            <a:off x="4549513" y="24400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2" name="Freeform 7001"/>
          <p:cNvSpPr/>
          <p:nvPr/>
        </p:nvSpPr>
        <p:spPr>
          <a:xfrm>
            <a:off x="4619367" y="34923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3" name="Freeform 7002"/>
          <p:cNvSpPr/>
          <p:nvPr/>
        </p:nvSpPr>
        <p:spPr>
          <a:xfrm>
            <a:off x="4605375" y="20666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4" name="Freeform 7003"/>
          <p:cNvSpPr/>
          <p:nvPr/>
        </p:nvSpPr>
        <p:spPr>
          <a:xfrm>
            <a:off x="4627766" y="25799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5" name="Freeform 7004"/>
          <p:cNvSpPr/>
          <p:nvPr/>
        </p:nvSpPr>
        <p:spPr>
          <a:xfrm>
            <a:off x="4584524" y="29239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6" name="Freeform 7005"/>
          <p:cNvSpPr/>
          <p:nvPr/>
        </p:nvSpPr>
        <p:spPr>
          <a:xfrm>
            <a:off x="4619405" y="24475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7" name="Freeform 7006"/>
          <p:cNvSpPr/>
          <p:nvPr/>
        </p:nvSpPr>
        <p:spPr>
          <a:xfrm>
            <a:off x="4670673" y="34636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8" name="Freeform 7007"/>
          <p:cNvSpPr/>
          <p:nvPr/>
        </p:nvSpPr>
        <p:spPr>
          <a:xfrm>
            <a:off x="4629207" y="31189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9" name="Freeform 7008"/>
          <p:cNvSpPr/>
          <p:nvPr/>
        </p:nvSpPr>
        <p:spPr>
          <a:xfrm>
            <a:off x="4745598" y="24400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0" name="Freeform 7009"/>
          <p:cNvSpPr/>
          <p:nvPr/>
        </p:nvSpPr>
        <p:spPr>
          <a:xfrm>
            <a:off x="4667624" y="37372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1" name="Freeform 7010"/>
          <p:cNvSpPr/>
          <p:nvPr/>
        </p:nvSpPr>
        <p:spPr>
          <a:xfrm>
            <a:off x="4676235" y="27863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2" name="Freeform 7011"/>
          <p:cNvSpPr/>
          <p:nvPr/>
        </p:nvSpPr>
        <p:spPr>
          <a:xfrm>
            <a:off x="4830887" y="27973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3" name="Freeform 7012"/>
          <p:cNvSpPr/>
          <p:nvPr/>
        </p:nvSpPr>
        <p:spPr>
          <a:xfrm>
            <a:off x="4709433" y="22344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4" name="Freeform 7013"/>
          <p:cNvSpPr/>
          <p:nvPr/>
        </p:nvSpPr>
        <p:spPr>
          <a:xfrm>
            <a:off x="4692624" y="36259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5" name="Freeform 7014"/>
          <p:cNvSpPr/>
          <p:nvPr/>
        </p:nvSpPr>
        <p:spPr>
          <a:xfrm>
            <a:off x="4674399" y="23752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6" name="Freeform 7015"/>
          <p:cNvSpPr/>
          <p:nvPr/>
        </p:nvSpPr>
        <p:spPr>
          <a:xfrm>
            <a:off x="4682974" y="32250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7" name="Freeform 7016"/>
          <p:cNvSpPr/>
          <p:nvPr/>
        </p:nvSpPr>
        <p:spPr>
          <a:xfrm>
            <a:off x="4736517" y="31809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8" name="Freeform 7017"/>
          <p:cNvSpPr/>
          <p:nvPr/>
        </p:nvSpPr>
        <p:spPr>
          <a:xfrm>
            <a:off x="4592355" y="34845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9" name="Freeform 7018"/>
          <p:cNvSpPr/>
          <p:nvPr/>
        </p:nvSpPr>
        <p:spPr>
          <a:xfrm>
            <a:off x="4796433" y="34320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0" name="Freeform 7019"/>
          <p:cNvSpPr/>
          <p:nvPr/>
        </p:nvSpPr>
        <p:spPr>
          <a:xfrm>
            <a:off x="4841144" y="2847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1" name="Freeform 7020"/>
          <p:cNvSpPr/>
          <p:nvPr/>
        </p:nvSpPr>
        <p:spPr>
          <a:xfrm>
            <a:off x="4797343" y="34416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2" name="Freeform 7021"/>
          <p:cNvSpPr/>
          <p:nvPr/>
        </p:nvSpPr>
        <p:spPr>
          <a:xfrm>
            <a:off x="4624894" y="27158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3" name="Freeform 7022"/>
          <p:cNvSpPr/>
          <p:nvPr/>
        </p:nvSpPr>
        <p:spPr>
          <a:xfrm>
            <a:off x="4509490" y="32655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4" name="Freeform 7023"/>
          <p:cNvSpPr/>
          <p:nvPr/>
        </p:nvSpPr>
        <p:spPr>
          <a:xfrm>
            <a:off x="4630640" y="34810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5" name="Freeform 7024"/>
          <p:cNvSpPr/>
          <p:nvPr/>
        </p:nvSpPr>
        <p:spPr>
          <a:xfrm>
            <a:off x="4692549" y="32126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6" name="Freeform 7025"/>
          <p:cNvSpPr/>
          <p:nvPr/>
        </p:nvSpPr>
        <p:spPr>
          <a:xfrm>
            <a:off x="4763223" y="28739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7" name="Freeform 7026"/>
          <p:cNvSpPr/>
          <p:nvPr/>
        </p:nvSpPr>
        <p:spPr>
          <a:xfrm>
            <a:off x="4657319" y="31145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8" name="Freeform 7027"/>
          <p:cNvSpPr/>
          <p:nvPr/>
        </p:nvSpPr>
        <p:spPr>
          <a:xfrm>
            <a:off x="4644641" y="29924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9" name="Freeform 7028"/>
          <p:cNvSpPr/>
          <p:nvPr/>
        </p:nvSpPr>
        <p:spPr>
          <a:xfrm>
            <a:off x="4835837" y="27331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0" name="Freeform 7029"/>
          <p:cNvSpPr/>
          <p:nvPr/>
        </p:nvSpPr>
        <p:spPr>
          <a:xfrm>
            <a:off x="4606243" y="25818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1" name="Freeform 7030"/>
          <p:cNvSpPr/>
          <p:nvPr/>
        </p:nvSpPr>
        <p:spPr>
          <a:xfrm>
            <a:off x="4788126" y="31273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2" name="Freeform 7031"/>
          <p:cNvSpPr/>
          <p:nvPr/>
        </p:nvSpPr>
        <p:spPr>
          <a:xfrm>
            <a:off x="4771294" y="34149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3" name="Freeform 7032"/>
          <p:cNvSpPr/>
          <p:nvPr/>
        </p:nvSpPr>
        <p:spPr>
          <a:xfrm>
            <a:off x="4537081" y="29760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4" name="Freeform 7033"/>
          <p:cNvSpPr/>
          <p:nvPr/>
        </p:nvSpPr>
        <p:spPr>
          <a:xfrm>
            <a:off x="4705618" y="28214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5" name="Freeform 7034"/>
          <p:cNvSpPr/>
          <p:nvPr/>
        </p:nvSpPr>
        <p:spPr>
          <a:xfrm>
            <a:off x="4618058" y="357811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6" name="Freeform 7035"/>
          <p:cNvSpPr/>
          <p:nvPr/>
        </p:nvSpPr>
        <p:spPr>
          <a:xfrm>
            <a:off x="4577055" y="335476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7" name="Freeform 7036"/>
          <p:cNvSpPr/>
          <p:nvPr/>
        </p:nvSpPr>
        <p:spPr>
          <a:xfrm>
            <a:off x="4482545" y="32876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8" name="Freeform 7037"/>
          <p:cNvSpPr/>
          <p:nvPr/>
        </p:nvSpPr>
        <p:spPr>
          <a:xfrm>
            <a:off x="4512250" y="30872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9" name="Freeform 7038"/>
          <p:cNvSpPr/>
          <p:nvPr/>
        </p:nvSpPr>
        <p:spPr>
          <a:xfrm>
            <a:off x="4719895" y="33040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0" name="Freeform 7039"/>
          <p:cNvSpPr/>
          <p:nvPr/>
        </p:nvSpPr>
        <p:spPr>
          <a:xfrm>
            <a:off x="4635756" y="27288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1" name="Freeform 7040"/>
          <p:cNvSpPr/>
          <p:nvPr/>
        </p:nvSpPr>
        <p:spPr>
          <a:xfrm>
            <a:off x="4705076" y="36346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2" name="Freeform 7041"/>
          <p:cNvSpPr/>
          <p:nvPr/>
        </p:nvSpPr>
        <p:spPr>
          <a:xfrm>
            <a:off x="4565064" y="36247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3" name="Freeform 7042"/>
          <p:cNvSpPr/>
          <p:nvPr/>
        </p:nvSpPr>
        <p:spPr>
          <a:xfrm>
            <a:off x="4642859" y="31366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4" name="Freeform 7043"/>
          <p:cNvSpPr/>
          <p:nvPr/>
        </p:nvSpPr>
        <p:spPr>
          <a:xfrm>
            <a:off x="4647991" y="30746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5" name="Freeform 7044"/>
          <p:cNvSpPr/>
          <p:nvPr/>
        </p:nvSpPr>
        <p:spPr>
          <a:xfrm>
            <a:off x="4514560" y="35757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6" name="Freeform 7045"/>
          <p:cNvSpPr/>
          <p:nvPr/>
        </p:nvSpPr>
        <p:spPr>
          <a:xfrm>
            <a:off x="4502243" y="32435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7" name="Freeform 7046"/>
          <p:cNvSpPr/>
          <p:nvPr/>
        </p:nvSpPr>
        <p:spPr>
          <a:xfrm>
            <a:off x="4722600" y="31629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8" name="Freeform 7047"/>
          <p:cNvSpPr/>
          <p:nvPr/>
        </p:nvSpPr>
        <p:spPr>
          <a:xfrm>
            <a:off x="4691904" y="31599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9" name="Freeform 7048"/>
          <p:cNvSpPr/>
          <p:nvPr/>
        </p:nvSpPr>
        <p:spPr>
          <a:xfrm>
            <a:off x="4578684" y="29463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0" name="Freeform 7049"/>
          <p:cNvSpPr/>
          <p:nvPr/>
        </p:nvSpPr>
        <p:spPr>
          <a:xfrm>
            <a:off x="4665832" y="32650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1" name="Freeform 7050"/>
          <p:cNvSpPr/>
          <p:nvPr/>
        </p:nvSpPr>
        <p:spPr>
          <a:xfrm>
            <a:off x="4745890" y="24269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2" name="Freeform 7051"/>
          <p:cNvSpPr/>
          <p:nvPr/>
        </p:nvSpPr>
        <p:spPr>
          <a:xfrm>
            <a:off x="4868369" y="28146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3" name="Freeform 7052"/>
          <p:cNvSpPr/>
          <p:nvPr/>
        </p:nvSpPr>
        <p:spPr>
          <a:xfrm>
            <a:off x="4583426" y="33220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4" name="Freeform 7053"/>
          <p:cNvSpPr/>
          <p:nvPr/>
        </p:nvSpPr>
        <p:spPr>
          <a:xfrm>
            <a:off x="4741092" y="29688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5" name="Freeform 7054"/>
          <p:cNvSpPr/>
          <p:nvPr/>
        </p:nvSpPr>
        <p:spPr>
          <a:xfrm>
            <a:off x="4898456" y="29572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6" name="Freeform 7055"/>
          <p:cNvSpPr/>
          <p:nvPr/>
        </p:nvSpPr>
        <p:spPr>
          <a:xfrm>
            <a:off x="4683387" y="25300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7" name="Freeform 7056"/>
          <p:cNvSpPr/>
          <p:nvPr/>
        </p:nvSpPr>
        <p:spPr>
          <a:xfrm>
            <a:off x="4830232" y="32410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8" name="Freeform 7057"/>
          <p:cNvSpPr/>
          <p:nvPr/>
        </p:nvSpPr>
        <p:spPr>
          <a:xfrm>
            <a:off x="4405431" y="27052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9" name="Freeform 7058"/>
          <p:cNvSpPr/>
          <p:nvPr/>
        </p:nvSpPr>
        <p:spPr>
          <a:xfrm>
            <a:off x="4828316" y="29894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0" name="Freeform 7059"/>
          <p:cNvSpPr/>
          <p:nvPr/>
        </p:nvSpPr>
        <p:spPr>
          <a:xfrm>
            <a:off x="4675374" y="24215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1" name="Freeform 7060"/>
          <p:cNvSpPr/>
          <p:nvPr/>
        </p:nvSpPr>
        <p:spPr>
          <a:xfrm>
            <a:off x="4479753" y="25001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2" name="Freeform 7061"/>
          <p:cNvSpPr/>
          <p:nvPr/>
        </p:nvSpPr>
        <p:spPr>
          <a:xfrm>
            <a:off x="4758175" y="29287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3" name="Freeform 7062"/>
          <p:cNvSpPr/>
          <p:nvPr/>
        </p:nvSpPr>
        <p:spPr>
          <a:xfrm>
            <a:off x="4786465" y="31086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4" name="Freeform 7063"/>
          <p:cNvSpPr/>
          <p:nvPr/>
        </p:nvSpPr>
        <p:spPr>
          <a:xfrm>
            <a:off x="4803145" y="28074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5" name="Freeform 7064"/>
          <p:cNvSpPr/>
          <p:nvPr/>
        </p:nvSpPr>
        <p:spPr>
          <a:xfrm>
            <a:off x="4802198" y="30765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6" name="Freeform 7065"/>
          <p:cNvSpPr/>
          <p:nvPr/>
        </p:nvSpPr>
        <p:spPr>
          <a:xfrm>
            <a:off x="4673323" y="23476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7" name="Freeform 7066"/>
          <p:cNvSpPr/>
          <p:nvPr/>
        </p:nvSpPr>
        <p:spPr>
          <a:xfrm>
            <a:off x="4598027" y="29751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8" name="Freeform 7067"/>
          <p:cNvSpPr/>
          <p:nvPr/>
        </p:nvSpPr>
        <p:spPr>
          <a:xfrm>
            <a:off x="4628112" y="31647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9" name="Freeform 7068"/>
          <p:cNvSpPr/>
          <p:nvPr/>
        </p:nvSpPr>
        <p:spPr>
          <a:xfrm>
            <a:off x="4672804" y="31859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0" name="Freeform 7069"/>
          <p:cNvSpPr/>
          <p:nvPr/>
        </p:nvSpPr>
        <p:spPr>
          <a:xfrm>
            <a:off x="4719017" y="34810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1" name="Freeform 7070"/>
          <p:cNvSpPr/>
          <p:nvPr/>
        </p:nvSpPr>
        <p:spPr>
          <a:xfrm>
            <a:off x="4625986" y="27878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2" name="Freeform 7071"/>
          <p:cNvSpPr/>
          <p:nvPr/>
        </p:nvSpPr>
        <p:spPr>
          <a:xfrm>
            <a:off x="4681549" y="33271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3" name="Freeform 7072"/>
          <p:cNvSpPr/>
          <p:nvPr/>
        </p:nvSpPr>
        <p:spPr>
          <a:xfrm>
            <a:off x="4768409" y="25756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4" name="Freeform 7073"/>
          <p:cNvSpPr/>
          <p:nvPr/>
        </p:nvSpPr>
        <p:spPr>
          <a:xfrm>
            <a:off x="4710565" y="35123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5" name="Freeform 7074"/>
          <p:cNvSpPr/>
          <p:nvPr/>
        </p:nvSpPr>
        <p:spPr>
          <a:xfrm>
            <a:off x="4917063" y="29560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6" name="Freeform 7075"/>
          <p:cNvSpPr/>
          <p:nvPr/>
        </p:nvSpPr>
        <p:spPr>
          <a:xfrm>
            <a:off x="4902750" y="25552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7" name="Freeform 7076"/>
          <p:cNvSpPr/>
          <p:nvPr/>
        </p:nvSpPr>
        <p:spPr>
          <a:xfrm>
            <a:off x="4556023" y="38490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8" name="Freeform 7077"/>
          <p:cNvSpPr/>
          <p:nvPr/>
        </p:nvSpPr>
        <p:spPr>
          <a:xfrm>
            <a:off x="4616896" y="22152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9" name="Freeform 7078"/>
          <p:cNvSpPr/>
          <p:nvPr/>
        </p:nvSpPr>
        <p:spPr>
          <a:xfrm>
            <a:off x="4539090" y="31724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0" name="Freeform 7079"/>
          <p:cNvSpPr/>
          <p:nvPr/>
        </p:nvSpPr>
        <p:spPr>
          <a:xfrm>
            <a:off x="4554255" y="29505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1" name="Freeform 7080"/>
          <p:cNvSpPr/>
          <p:nvPr/>
        </p:nvSpPr>
        <p:spPr>
          <a:xfrm>
            <a:off x="4733747" y="27820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2" name="Freeform 7081"/>
          <p:cNvSpPr/>
          <p:nvPr/>
        </p:nvSpPr>
        <p:spPr>
          <a:xfrm>
            <a:off x="4572302" y="27214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3" name="Freeform 7082"/>
          <p:cNvSpPr/>
          <p:nvPr/>
        </p:nvSpPr>
        <p:spPr>
          <a:xfrm>
            <a:off x="4566549" y="28985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4" name="Freeform 7083"/>
          <p:cNvSpPr/>
          <p:nvPr/>
        </p:nvSpPr>
        <p:spPr>
          <a:xfrm>
            <a:off x="4648113" y="26151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5" name="Freeform 7084"/>
          <p:cNvSpPr/>
          <p:nvPr/>
        </p:nvSpPr>
        <p:spPr>
          <a:xfrm>
            <a:off x="4760497" y="28025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6" name="Freeform 7085"/>
          <p:cNvSpPr/>
          <p:nvPr/>
        </p:nvSpPr>
        <p:spPr>
          <a:xfrm>
            <a:off x="4639152" y="23160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7" name="Freeform 7086"/>
          <p:cNvSpPr/>
          <p:nvPr/>
        </p:nvSpPr>
        <p:spPr>
          <a:xfrm>
            <a:off x="4638938" y="28012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8" name="Freeform 7087"/>
          <p:cNvSpPr/>
          <p:nvPr/>
        </p:nvSpPr>
        <p:spPr>
          <a:xfrm>
            <a:off x="4772884" y="22362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9" name="Freeform 7088"/>
          <p:cNvSpPr/>
          <p:nvPr/>
        </p:nvSpPr>
        <p:spPr>
          <a:xfrm>
            <a:off x="4725999" y="26528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0" name="Freeform 7089"/>
          <p:cNvSpPr/>
          <p:nvPr/>
        </p:nvSpPr>
        <p:spPr>
          <a:xfrm>
            <a:off x="4724353" y="37132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1" name="Freeform 7090"/>
          <p:cNvSpPr/>
          <p:nvPr/>
        </p:nvSpPr>
        <p:spPr>
          <a:xfrm>
            <a:off x="4776012" y="19829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2" name="Freeform 7091"/>
          <p:cNvSpPr/>
          <p:nvPr/>
        </p:nvSpPr>
        <p:spPr>
          <a:xfrm>
            <a:off x="4570136" y="32308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3" name="Freeform 7092"/>
          <p:cNvSpPr/>
          <p:nvPr/>
        </p:nvSpPr>
        <p:spPr>
          <a:xfrm>
            <a:off x="4699074" y="24199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4" name="Freeform 7093"/>
          <p:cNvSpPr/>
          <p:nvPr/>
        </p:nvSpPr>
        <p:spPr>
          <a:xfrm>
            <a:off x="4609855" y="29953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5" name="Freeform 7094"/>
          <p:cNvSpPr/>
          <p:nvPr/>
        </p:nvSpPr>
        <p:spPr>
          <a:xfrm>
            <a:off x="4784307" y="25901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6" name="Freeform 7095"/>
          <p:cNvSpPr/>
          <p:nvPr/>
        </p:nvSpPr>
        <p:spPr>
          <a:xfrm>
            <a:off x="4762161" y="32755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7" name="Freeform 7096"/>
          <p:cNvSpPr/>
          <p:nvPr/>
        </p:nvSpPr>
        <p:spPr>
          <a:xfrm>
            <a:off x="4566709" y="27607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8" name="Freeform 7097"/>
          <p:cNvSpPr/>
          <p:nvPr/>
        </p:nvSpPr>
        <p:spPr>
          <a:xfrm>
            <a:off x="4817032" y="31050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9" name="Freeform 7098"/>
          <p:cNvSpPr/>
          <p:nvPr/>
        </p:nvSpPr>
        <p:spPr>
          <a:xfrm>
            <a:off x="4553651" y="23872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0" name="Freeform 7099"/>
          <p:cNvSpPr/>
          <p:nvPr/>
        </p:nvSpPr>
        <p:spPr>
          <a:xfrm>
            <a:off x="4799418" y="28340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1" name="Freeform 7100"/>
          <p:cNvSpPr/>
          <p:nvPr/>
        </p:nvSpPr>
        <p:spPr>
          <a:xfrm>
            <a:off x="4697999" y="26392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2" name="Freeform 7101"/>
          <p:cNvSpPr/>
          <p:nvPr/>
        </p:nvSpPr>
        <p:spPr>
          <a:xfrm>
            <a:off x="4584815" y="38536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3" name="Freeform 7102"/>
          <p:cNvSpPr/>
          <p:nvPr/>
        </p:nvSpPr>
        <p:spPr>
          <a:xfrm>
            <a:off x="4558846" y="30393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4" name="Freeform 7103"/>
          <p:cNvSpPr/>
          <p:nvPr/>
        </p:nvSpPr>
        <p:spPr>
          <a:xfrm>
            <a:off x="4644431" y="284503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5" name="Freeform 7104"/>
          <p:cNvSpPr/>
          <p:nvPr/>
        </p:nvSpPr>
        <p:spPr>
          <a:xfrm>
            <a:off x="4673907" y="29182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6" name="Freeform 7105"/>
          <p:cNvSpPr/>
          <p:nvPr/>
        </p:nvSpPr>
        <p:spPr>
          <a:xfrm>
            <a:off x="4601717" y="26293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7" name="Freeform 7106"/>
          <p:cNvSpPr/>
          <p:nvPr/>
        </p:nvSpPr>
        <p:spPr>
          <a:xfrm>
            <a:off x="4735646" y="31492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8" name="Freeform 7107"/>
          <p:cNvSpPr/>
          <p:nvPr/>
        </p:nvSpPr>
        <p:spPr>
          <a:xfrm>
            <a:off x="4529117" y="29867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9" name="Freeform 7108"/>
          <p:cNvSpPr/>
          <p:nvPr/>
        </p:nvSpPr>
        <p:spPr>
          <a:xfrm>
            <a:off x="4675661" y="25431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0" name="Freeform 7109"/>
          <p:cNvSpPr/>
          <p:nvPr/>
        </p:nvSpPr>
        <p:spPr>
          <a:xfrm>
            <a:off x="4676504" y="38985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1" name="Freeform 7110"/>
          <p:cNvSpPr/>
          <p:nvPr/>
        </p:nvSpPr>
        <p:spPr>
          <a:xfrm>
            <a:off x="4479522" y="27749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2" name="Freeform 7111"/>
          <p:cNvSpPr/>
          <p:nvPr/>
        </p:nvSpPr>
        <p:spPr>
          <a:xfrm>
            <a:off x="4708977" y="31366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3" name="Freeform 7112"/>
          <p:cNvSpPr/>
          <p:nvPr/>
        </p:nvSpPr>
        <p:spPr>
          <a:xfrm>
            <a:off x="4543482" y="33632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4" name="Freeform 7113"/>
          <p:cNvSpPr/>
          <p:nvPr/>
        </p:nvSpPr>
        <p:spPr>
          <a:xfrm>
            <a:off x="4413564" y="28740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5" name="Freeform 7114"/>
          <p:cNvSpPr/>
          <p:nvPr/>
        </p:nvSpPr>
        <p:spPr>
          <a:xfrm>
            <a:off x="4611799" y="25250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6" name="Freeform 7115"/>
          <p:cNvSpPr/>
          <p:nvPr/>
        </p:nvSpPr>
        <p:spPr>
          <a:xfrm>
            <a:off x="4652324" y="25987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7" name="Freeform 7116"/>
          <p:cNvSpPr/>
          <p:nvPr/>
        </p:nvSpPr>
        <p:spPr>
          <a:xfrm>
            <a:off x="4771590" y="30588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8" name="Freeform 7117"/>
          <p:cNvSpPr/>
          <p:nvPr/>
        </p:nvSpPr>
        <p:spPr>
          <a:xfrm>
            <a:off x="4625194" y="26627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9" name="Freeform 7118"/>
          <p:cNvSpPr/>
          <p:nvPr/>
        </p:nvSpPr>
        <p:spPr>
          <a:xfrm>
            <a:off x="4831518" y="26658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0" name="Freeform 7119"/>
          <p:cNvSpPr/>
          <p:nvPr/>
        </p:nvSpPr>
        <p:spPr>
          <a:xfrm>
            <a:off x="4827870" y="304009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1" name="Freeform 7120"/>
          <p:cNvSpPr/>
          <p:nvPr/>
        </p:nvSpPr>
        <p:spPr>
          <a:xfrm>
            <a:off x="4791479" y="32773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2" name="Freeform 7121"/>
          <p:cNvSpPr/>
          <p:nvPr/>
        </p:nvSpPr>
        <p:spPr>
          <a:xfrm>
            <a:off x="4815768" y="32547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3" name="Freeform 7122"/>
          <p:cNvSpPr/>
          <p:nvPr/>
        </p:nvSpPr>
        <p:spPr>
          <a:xfrm>
            <a:off x="4713282" y="26776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4" name="Freeform 7123"/>
          <p:cNvSpPr/>
          <p:nvPr/>
        </p:nvSpPr>
        <p:spPr>
          <a:xfrm>
            <a:off x="4617702" y="30223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5" name="Freeform 7124"/>
          <p:cNvSpPr/>
          <p:nvPr/>
        </p:nvSpPr>
        <p:spPr>
          <a:xfrm>
            <a:off x="4744663" y="34157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6" name="Freeform 7125"/>
          <p:cNvSpPr/>
          <p:nvPr/>
        </p:nvSpPr>
        <p:spPr>
          <a:xfrm>
            <a:off x="4778337" y="36659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7" name="Freeform 7126"/>
          <p:cNvSpPr/>
          <p:nvPr/>
        </p:nvSpPr>
        <p:spPr>
          <a:xfrm>
            <a:off x="4701533" y="2680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8" name="Freeform 7127"/>
          <p:cNvSpPr/>
          <p:nvPr/>
        </p:nvSpPr>
        <p:spPr>
          <a:xfrm>
            <a:off x="4650539" y="32200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9" name="Freeform 7128"/>
          <p:cNvSpPr/>
          <p:nvPr/>
        </p:nvSpPr>
        <p:spPr>
          <a:xfrm>
            <a:off x="4511104" y="28764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0" name="Freeform 7129"/>
          <p:cNvSpPr/>
          <p:nvPr/>
        </p:nvSpPr>
        <p:spPr>
          <a:xfrm>
            <a:off x="4747612" y="252021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1" name="Freeform 7130"/>
          <p:cNvSpPr/>
          <p:nvPr/>
        </p:nvSpPr>
        <p:spPr>
          <a:xfrm>
            <a:off x="4713434" y="35186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2" name="Freeform 7131"/>
          <p:cNvSpPr/>
          <p:nvPr/>
        </p:nvSpPr>
        <p:spPr>
          <a:xfrm>
            <a:off x="4539130" y="30235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3" name="Freeform 7132"/>
          <p:cNvSpPr/>
          <p:nvPr/>
        </p:nvSpPr>
        <p:spPr>
          <a:xfrm>
            <a:off x="4686844" y="30727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4" name="Freeform 7133"/>
          <p:cNvSpPr/>
          <p:nvPr/>
        </p:nvSpPr>
        <p:spPr>
          <a:xfrm>
            <a:off x="4752531" y="2857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5" name="Freeform 7134"/>
          <p:cNvSpPr/>
          <p:nvPr/>
        </p:nvSpPr>
        <p:spPr>
          <a:xfrm>
            <a:off x="4664836" y="25204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6" name="Freeform 7135"/>
          <p:cNvSpPr/>
          <p:nvPr/>
        </p:nvSpPr>
        <p:spPr>
          <a:xfrm>
            <a:off x="4758983" y="35266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7" name="Freeform 7136"/>
          <p:cNvSpPr/>
          <p:nvPr/>
        </p:nvSpPr>
        <p:spPr>
          <a:xfrm>
            <a:off x="4755913" y="27826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8" name="Freeform 7137"/>
          <p:cNvSpPr/>
          <p:nvPr/>
        </p:nvSpPr>
        <p:spPr>
          <a:xfrm>
            <a:off x="4520594" y="26017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9" name="Freeform 7138"/>
          <p:cNvSpPr/>
          <p:nvPr/>
        </p:nvSpPr>
        <p:spPr>
          <a:xfrm>
            <a:off x="4644568" y="30788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0" name="Freeform 7139"/>
          <p:cNvSpPr/>
          <p:nvPr/>
        </p:nvSpPr>
        <p:spPr>
          <a:xfrm>
            <a:off x="4727463" y="30597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1" name="Freeform 7140"/>
          <p:cNvSpPr/>
          <p:nvPr/>
        </p:nvSpPr>
        <p:spPr>
          <a:xfrm>
            <a:off x="4773040" y="28419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2" name="Freeform 7141"/>
          <p:cNvSpPr/>
          <p:nvPr/>
        </p:nvSpPr>
        <p:spPr>
          <a:xfrm>
            <a:off x="4825118" y="28707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3" name="Freeform 7142"/>
          <p:cNvSpPr/>
          <p:nvPr/>
        </p:nvSpPr>
        <p:spPr>
          <a:xfrm>
            <a:off x="4473951" y="27777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4" name="Freeform 7143"/>
          <p:cNvSpPr/>
          <p:nvPr/>
        </p:nvSpPr>
        <p:spPr>
          <a:xfrm>
            <a:off x="4669344" y="27859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5" name="Freeform 7144"/>
          <p:cNvSpPr/>
          <p:nvPr/>
        </p:nvSpPr>
        <p:spPr>
          <a:xfrm>
            <a:off x="4751870" y="33905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6" name="Freeform 7145"/>
          <p:cNvSpPr/>
          <p:nvPr/>
        </p:nvSpPr>
        <p:spPr>
          <a:xfrm>
            <a:off x="4805538" y="26179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7" name="Freeform 7146"/>
          <p:cNvSpPr/>
          <p:nvPr/>
        </p:nvSpPr>
        <p:spPr>
          <a:xfrm>
            <a:off x="4854451" y="2548782"/>
            <a:ext cx="35922" cy="35922"/>
          </a:xfrm>
          <a:custGeom>
            <a:avLst/>
            <a:gdLst/>
            <a:ahLst/>
            <a:cxnLst/>
            <a:rect l="l" t="t" r="r" b="b"/>
            <a:pathLst>
              <a:path w="35922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8" name="Freeform 7147"/>
          <p:cNvSpPr/>
          <p:nvPr/>
        </p:nvSpPr>
        <p:spPr>
          <a:xfrm>
            <a:off x="4577657" y="29329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9" name="Freeform 7148"/>
          <p:cNvSpPr/>
          <p:nvPr/>
        </p:nvSpPr>
        <p:spPr>
          <a:xfrm>
            <a:off x="4636989" y="35912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0" name="Freeform 7149"/>
          <p:cNvSpPr/>
          <p:nvPr/>
        </p:nvSpPr>
        <p:spPr>
          <a:xfrm>
            <a:off x="4565069" y="30508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1" name="Freeform 7150"/>
          <p:cNvSpPr/>
          <p:nvPr/>
        </p:nvSpPr>
        <p:spPr>
          <a:xfrm>
            <a:off x="4762708" y="29297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2" name="Freeform 7151"/>
          <p:cNvSpPr/>
          <p:nvPr/>
        </p:nvSpPr>
        <p:spPr>
          <a:xfrm>
            <a:off x="4536528" y="34542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3" name="Freeform 7152"/>
          <p:cNvSpPr/>
          <p:nvPr/>
        </p:nvSpPr>
        <p:spPr>
          <a:xfrm>
            <a:off x="4801344" y="31469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4" name="Freeform 7153"/>
          <p:cNvSpPr/>
          <p:nvPr/>
        </p:nvSpPr>
        <p:spPr>
          <a:xfrm>
            <a:off x="4775226" y="35579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5" name="Freeform 7154"/>
          <p:cNvSpPr/>
          <p:nvPr/>
        </p:nvSpPr>
        <p:spPr>
          <a:xfrm>
            <a:off x="4727797" y="27679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6" name="Freeform 7155"/>
          <p:cNvSpPr/>
          <p:nvPr/>
        </p:nvSpPr>
        <p:spPr>
          <a:xfrm>
            <a:off x="4446990" y="29408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7" name="Freeform 7156"/>
          <p:cNvSpPr/>
          <p:nvPr/>
        </p:nvSpPr>
        <p:spPr>
          <a:xfrm>
            <a:off x="4604758" y="36506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8" name="Freeform 7157"/>
          <p:cNvSpPr/>
          <p:nvPr/>
        </p:nvSpPr>
        <p:spPr>
          <a:xfrm>
            <a:off x="4755442" y="28681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9" name="Freeform 7158"/>
          <p:cNvSpPr/>
          <p:nvPr/>
        </p:nvSpPr>
        <p:spPr>
          <a:xfrm>
            <a:off x="4526623" y="30280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0" name="Freeform 7159"/>
          <p:cNvSpPr/>
          <p:nvPr/>
        </p:nvSpPr>
        <p:spPr>
          <a:xfrm>
            <a:off x="4650984" y="28035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1" name="Freeform 7160"/>
          <p:cNvSpPr/>
          <p:nvPr/>
        </p:nvSpPr>
        <p:spPr>
          <a:xfrm>
            <a:off x="4665282" y="31592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2" name="Freeform 7161"/>
          <p:cNvSpPr/>
          <p:nvPr/>
        </p:nvSpPr>
        <p:spPr>
          <a:xfrm>
            <a:off x="4770330" y="33198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3" name="Freeform 7162"/>
          <p:cNvSpPr/>
          <p:nvPr/>
        </p:nvSpPr>
        <p:spPr>
          <a:xfrm>
            <a:off x="4706162" y="33078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4" name="Freeform 7163"/>
          <p:cNvSpPr/>
          <p:nvPr/>
        </p:nvSpPr>
        <p:spPr>
          <a:xfrm>
            <a:off x="4705302" y="32166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5" name="Freeform 7164"/>
          <p:cNvSpPr/>
          <p:nvPr/>
        </p:nvSpPr>
        <p:spPr>
          <a:xfrm>
            <a:off x="4629773" y="29984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6" name="Freeform 7165"/>
          <p:cNvSpPr/>
          <p:nvPr/>
        </p:nvSpPr>
        <p:spPr>
          <a:xfrm>
            <a:off x="4676856" y="294790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7" name="Freeform 7166"/>
          <p:cNvSpPr/>
          <p:nvPr/>
        </p:nvSpPr>
        <p:spPr>
          <a:xfrm>
            <a:off x="4662095" y="30805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8" name="Freeform 7167"/>
          <p:cNvSpPr/>
          <p:nvPr/>
        </p:nvSpPr>
        <p:spPr>
          <a:xfrm>
            <a:off x="4753217" y="31717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9" name="Freeform 7168"/>
          <p:cNvSpPr/>
          <p:nvPr/>
        </p:nvSpPr>
        <p:spPr>
          <a:xfrm>
            <a:off x="4657318" y="31435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0" name="Freeform 7169"/>
          <p:cNvSpPr/>
          <p:nvPr/>
        </p:nvSpPr>
        <p:spPr>
          <a:xfrm>
            <a:off x="4785487" y="20234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1" name="Freeform 7170"/>
          <p:cNvSpPr/>
          <p:nvPr/>
        </p:nvSpPr>
        <p:spPr>
          <a:xfrm>
            <a:off x="4496815" y="33078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2" name="Freeform 7171"/>
          <p:cNvSpPr/>
          <p:nvPr/>
        </p:nvSpPr>
        <p:spPr>
          <a:xfrm>
            <a:off x="4803113" y="32244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3" name="Freeform 7172"/>
          <p:cNvSpPr/>
          <p:nvPr/>
        </p:nvSpPr>
        <p:spPr>
          <a:xfrm>
            <a:off x="4658262" y="171550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4" name="Freeform 7173"/>
          <p:cNvSpPr/>
          <p:nvPr/>
        </p:nvSpPr>
        <p:spPr>
          <a:xfrm>
            <a:off x="4795474" y="28409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5" name="Freeform 7174"/>
          <p:cNvSpPr/>
          <p:nvPr/>
        </p:nvSpPr>
        <p:spPr>
          <a:xfrm>
            <a:off x="4685068" y="35464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6" name="Freeform 7175"/>
          <p:cNvSpPr/>
          <p:nvPr/>
        </p:nvSpPr>
        <p:spPr>
          <a:xfrm>
            <a:off x="4766550" y="26757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7" name="Freeform 7176"/>
          <p:cNvSpPr/>
          <p:nvPr/>
        </p:nvSpPr>
        <p:spPr>
          <a:xfrm>
            <a:off x="4834111" y="33623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8" name="Freeform 7177"/>
          <p:cNvSpPr/>
          <p:nvPr/>
        </p:nvSpPr>
        <p:spPr>
          <a:xfrm>
            <a:off x="4617645" y="26497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9" name="Freeform 7178"/>
          <p:cNvSpPr/>
          <p:nvPr/>
        </p:nvSpPr>
        <p:spPr>
          <a:xfrm>
            <a:off x="4684657" y="30885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0" name="Freeform 7179"/>
          <p:cNvSpPr/>
          <p:nvPr/>
        </p:nvSpPr>
        <p:spPr>
          <a:xfrm>
            <a:off x="4658228" y="31781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1" name="Freeform 7180"/>
          <p:cNvSpPr/>
          <p:nvPr/>
        </p:nvSpPr>
        <p:spPr>
          <a:xfrm>
            <a:off x="4698201" y="23754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2" name="Freeform 7181"/>
          <p:cNvSpPr/>
          <p:nvPr/>
        </p:nvSpPr>
        <p:spPr>
          <a:xfrm>
            <a:off x="4505013" y="278398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3" name="Freeform 7182"/>
          <p:cNvSpPr/>
          <p:nvPr/>
        </p:nvSpPr>
        <p:spPr>
          <a:xfrm>
            <a:off x="4658076" y="26247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4" name="Freeform 7183"/>
          <p:cNvSpPr/>
          <p:nvPr/>
        </p:nvSpPr>
        <p:spPr>
          <a:xfrm>
            <a:off x="4649823" y="28354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5" name="Freeform 7184"/>
          <p:cNvSpPr/>
          <p:nvPr/>
        </p:nvSpPr>
        <p:spPr>
          <a:xfrm>
            <a:off x="4593056" y="31799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6" name="Freeform 7185"/>
          <p:cNvSpPr/>
          <p:nvPr/>
        </p:nvSpPr>
        <p:spPr>
          <a:xfrm>
            <a:off x="4655584" y="27663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7" name="Freeform 7186"/>
          <p:cNvSpPr/>
          <p:nvPr/>
        </p:nvSpPr>
        <p:spPr>
          <a:xfrm>
            <a:off x="4513105" y="25321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8" name="Freeform 7187"/>
          <p:cNvSpPr/>
          <p:nvPr/>
        </p:nvSpPr>
        <p:spPr>
          <a:xfrm>
            <a:off x="4823911" y="29530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9" name="Freeform 7188"/>
          <p:cNvSpPr/>
          <p:nvPr/>
        </p:nvSpPr>
        <p:spPr>
          <a:xfrm>
            <a:off x="4723374" y="23000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0" name="Freeform 7189"/>
          <p:cNvSpPr/>
          <p:nvPr/>
        </p:nvSpPr>
        <p:spPr>
          <a:xfrm>
            <a:off x="4875251" y="26726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1" name="Freeform 7190"/>
          <p:cNvSpPr/>
          <p:nvPr/>
        </p:nvSpPr>
        <p:spPr>
          <a:xfrm>
            <a:off x="4583736" y="29228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2" name="Freeform 7191"/>
          <p:cNvSpPr/>
          <p:nvPr/>
        </p:nvSpPr>
        <p:spPr>
          <a:xfrm>
            <a:off x="4552754" y="29073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3" name="Freeform 7192"/>
          <p:cNvSpPr/>
          <p:nvPr/>
        </p:nvSpPr>
        <p:spPr>
          <a:xfrm>
            <a:off x="4705912" y="29521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4" name="Freeform 7193"/>
          <p:cNvSpPr/>
          <p:nvPr/>
        </p:nvSpPr>
        <p:spPr>
          <a:xfrm>
            <a:off x="4499772" y="34960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5" name="Freeform 7194"/>
          <p:cNvSpPr/>
          <p:nvPr/>
        </p:nvSpPr>
        <p:spPr>
          <a:xfrm>
            <a:off x="4699943" y="30411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6" name="Freeform 7195"/>
          <p:cNvSpPr/>
          <p:nvPr/>
        </p:nvSpPr>
        <p:spPr>
          <a:xfrm>
            <a:off x="4601735" y="29192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7" name="Freeform 7196"/>
          <p:cNvSpPr/>
          <p:nvPr/>
        </p:nvSpPr>
        <p:spPr>
          <a:xfrm>
            <a:off x="4640679" y="31688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8" name="Freeform 7197"/>
          <p:cNvSpPr/>
          <p:nvPr/>
        </p:nvSpPr>
        <p:spPr>
          <a:xfrm>
            <a:off x="4702850" y="28735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9" name="Freeform 7198"/>
          <p:cNvSpPr/>
          <p:nvPr/>
        </p:nvSpPr>
        <p:spPr>
          <a:xfrm>
            <a:off x="4680827" y="29975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0" name="Freeform 7199"/>
          <p:cNvSpPr/>
          <p:nvPr/>
        </p:nvSpPr>
        <p:spPr>
          <a:xfrm>
            <a:off x="4872760" y="27027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1" name="Freeform 7200"/>
          <p:cNvSpPr/>
          <p:nvPr/>
        </p:nvSpPr>
        <p:spPr>
          <a:xfrm>
            <a:off x="4742749" y="27460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2" name="Freeform 7201"/>
          <p:cNvSpPr/>
          <p:nvPr/>
        </p:nvSpPr>
        <p:spPr>
          <a:xfrm>
            <a:off x="4539402" y="29403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3" name="Freeform 7202"/>
          <p:cNvSpPr/>
          <p:nvPr/>
        </p:nvSpPr>
        <p:spPr>
          <a:xfrm>
            <a:off x="4779515" y="35414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4" name="Freeform 7203"/>
          <p:cNvSpPr/>
          <p:nvPr/>
        </p:nvSpPr>
        <p:spPr>
          <a:xfrm>
            <a:off x="4534356" y="23043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5" name="Freeform 7204"/>
          <p:cNvSpPr/>
          <p:nvPr/>
        </p:nvSpPr>
        <p:spPr>
          <a:xfrm>
            <a:off x="4685029" y="30614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6" name="Freeform 7205"/>
          <p:cNvSpPr/>
          <p:nvPr/>
        </p:nvSpPr>
        <p:spPr>
          <a:xfrm>
            <a:off x="4544047" y="30375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7" name="Freeform 7206"/>
          <p:cNvSpPr/>
          <p:nvPr/>
        </p:nvSpPr>
        <p:spPr>
          <a:xfrm>
            <a:off x="4588342" y="31400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8" name="Freeform 7207"/>
          <p:cNvSpPr/>
          <p:nvPr/>
        </p:nvSpPr>
        <p:spPr>
          <a:xfrm>
            <a:off x="4814710" y="31972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9" name="Freeform 7208"/>
          <p:cNvSpPr/>
          <p:nvPr/>
        </p:nvSpPr>
        <p:spPr>
          <a:xfrm>
            <a:off x="4616940" y="24009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0" name="Freeform 7209"/>
          <p:cNvSpPr/>
          <p:nvPr/>
        </p:nvSpPr>
        <p:spPr>
          <a:xfrm>
            <a:off x="4607707" y="24628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1" name="Freeform 7210"/>
          <p:cNvSpPr/>
          <p:nvPr/>
        </p:nvSpPr>
        <p:spPr>
          <a:xfrm>
            <a:off x="4616357" y="28317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2" name="Freeform 7211"/>
          <p:cNvSpPr/>
          <p:nvPr/>
        </p:nvSpPr>
        <p:spPr>
          <a:xfrm>
            <a:off x="4642720" y="30479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3" name="Freeform 7212"/>
          <p:cNvSpPr/>
          <p:nvPr/>
        </p:nvSpPr>
        <p:spPr>
          <a:xfrm>
            <a:off x="4828084" y="27633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4" name="Freeform 7213"/>
          <p:cNvSpPr/>
          <p:nvPr/>
        </p:nvSpPr>
        <p:spPr>
          <a:xfrm>
            <a:off x="4551072" y="29769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5" name="Freeform 7214"/>
          <p:cNvSpPr/>
          <p:nvPr/>
        </p:nvSpPr>
        <p:spPr>
          <a:xfrm>
            <a:off x="4544966" y="30803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6" name="Freeform 7215"/>
          <p:cNvSpPr/>
          <p:nvPr/>
        </p:nvSpPr>
        <p:spPr>
          <a:xfrm>
            <a:off x="4736885" y="28734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7" name="Freeform 7216"/>
          <p:cNvSpPr/>
          <p:nvPr/>
        </p:nvSpPr>
        <p:spPr>
          <a:xfrm>
            <a:off x="4507009" y="31786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8" name="Freeform 7217"/>
          <p:cNvSpPr/>
          <p:nvPr/>
        </p:nvSpPr>
        <p:spPr>
          <a:xfrm>
            <a:off x="4636899" y="29070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9" name="Freeform 7218"/>
          <p:cNvSpPr/>
          <p:nvPr/>
        </p:nvSpPr>
        <p:spPr>
          <a:xfrm>
            <a:off x="4795118" y="29258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0" name="Freeform 7219"/>
          <p:cNvSpPr/>
          <p:nvPr/>
        </p:nvSpPr>
        <p:spPr>
          <a:xfrm>
            <a:off x="4675621" y="27696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1" name="Freeform 7220"/>
          <p:cNvSpPr/>
          <p:nvPr/>
        </p:nvSpPr>
        <p:spPr>
          <a:xfrm>
            <a:off x="4624732" y="324841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2" name="Freeform 7221"/>
          <p:cNvSpPr/>
          <p:nvPr/>
        </p:nvSpPr>
        <p:spPr>
          <a:xfrm>
            <a:off x="4600352" y="27276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3" name="Freeform 7222"/>
          <p:cNvSpPr/>
          <p:nvPr/>
        </p:nvSpPr>
        <p:spPr>
          <a:xfrm>
            <a:off x="4578481" y="33609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4" name="Freeform 7223"/>
          <p:cNvSpPr/>
          <p:nvPr/>
        </p:nvSpPr>
        <p:spPr>
          <a:xfrm>
            <a:off x="4612860" y="32301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5" name="Freeform 7224"/>
          <p:cNvSpPr/>
          <p:nvPr/>
        </p:nvSpPr>
        <p:spPr>
          <a:xfrm>
            <a:off x="4689643" y="32130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6" name="Freeform 7225"/>
          <p:cNvSpPr/>
          <p:nvPr/>
        </p:nvSpPr>
        <p:spPr>
          <a:xfrm>
            <a:off x="4806644" y="34258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7" name="Freeform 7226"/>
          <p:cNvSpPr/>
          <p:nvPr/>
        </p:nvSpPr>
        <p:spPr>
          <a:xfrm>
            <a:off x="4777235" y="26079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8" name="Freeform 7227"/>
          <p:cNvSpPr/>
          <p:nvPr/>
        </p:nvSpPr>
        <p:spPr>
          <a:xfrm>
            <a:off x="4615315" y="33854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9" name="Freeform 7228"/>
          <p:cNvSpPr/>
          <p:nvPr/>
        </p:nvSpPr>
        <p:spPr>
          <a:xfrm>
            <a:off x="4597718" y="32796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0" name="Freeform 7229"/>
          <p:cNvSpPr/>
          <p:nvPr/>
        </p:nvSpPr>
        <p:spPr>
          <a:xfrm>
            <a:off x="4748441" y="25140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1" name="Freeform 7230"/>
          <p:cNvSpPr/>
          <p:nvPr/>
        </p:nvSpPr>
        <p:spPr>
          <a:xfrm>
            <a:off x="4483029" y="32293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2" name="Freeform 7231"/>
          <p:cNvSpPr/>
          <p:nvPr/>
        </p:nvSpPr>
        <p:spPr>
          <a:xfrm>
            <a:off x="4628442" y="30795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3" name="Freeform 7232"/>
          <p:cNvSpPr/>
          <p:nvPr/>
        </p:nvSpPr>
        <p:spPr>
          <a:xfrm>
            <a:off x="4640419" y="34023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4" name="Freeform 7233"/>
          <p:cNvSpPr/>
          <p:nvPr/>
        </p:nvSpPr>
        <p:spPr>
          <a:xfrm>
            <a:off x="4557304" y="26795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5" name="Freeform 7234"/>
          <p:cNvSpPr/>
          <p:nvPr/>
        </p:nvSpPr>
        <p:spPr>
          <a:xfrm>
            <a:off x="4569445" y="26741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6" name="Freeform 7235"/>
          <p:cNvSpPr/>
          <p:nvPr/>
        </p:nvSpPr>
        <p:spPr>
          <a:xfrm>
            <a:off x="4711280" y="27163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7" name="Freeform 7236"/>
          <p:cNvSpPr/>
          <p:nvPr/>
        </p:nvSpPr>
        <p:spPr>
          <a:xfrm>
            <a:off x="4499629" y="27952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8" name="Freeform 7237"/>
          <p:cNvSpPr/>
          <p:nvPr/>
        </p:nvSpPr>
        <p:spPr>
          <a:xfrm>
            <a:off x="4577720" y="29770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9" name="Freeform 7238"/>
          <p:cNvSpPr/>
          <p:nvPr/>
        </p:nvSpPr>
        <p:spPr>
          <a:xfrm>
            <a:off x="4605741" y="32112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0" name="Freeform 7239"/>
          <p:cNvSpPr/>
          <p:nvPr/>
        </p:nvSpPr>
        <p:spPr>
          <a:xfrm>
            <a:off x="4682753" y="33251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1" name="Freeform 7240"/>
          <p:cNvSpPr/>
          <p:nvPr/>
        </p:nvSpPr>
        <p:spPr>
          <a:xfrm>
            <a:off x="4529157" y="25005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2" name="Freeform 7241"/>
          <p:cNvSpPr/>
          <p:nvPr/>
        </p:nvSpPr>
        <p:spPr>
          <a:xfrm>
            <a:off x="4788721" y="27062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3" name="Freeform 7242"/>
          <p:cNvSpPr/>
          <p:nvPr/>
        </p:nvSpPr>
        <p:spPr>
          <a:xfrm>
            <a:off x="4641291" y="32774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4" name="Freeform 7243"/>
          <p:cNvSpPr/>
          <p:nvPr/>
        </p:nvSpPr>
        <p:spPr>
          <a:xfrm>
            <a:off x="4646266" y="299026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5" name="Freeform 7244"/>
          <p:cNvSpPr/>
          <p:nvPr/>
        </p:nvSpPr>
        <p:spPr>
          <a:xfrm>
            <a:off x="4635372" y="31234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6" name="Freeform 7245"/>
          <p:cNvSpPr/>
          <p:nvPr/>
        </p:nvSpPr>
        <p:spPr>
          <a:xfrm>
            <a:off x="4602443" y="34478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7" name="Freeform 7246"/>
          <p:cNvSpPr/>
          <p:nvPr/>
        </p:nvSpPr>
        <p:spPr>
          <a:xfrm>
            <a:off x="4569895" y="29362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8" name="Freeform 7247"/>
          <p:cNvSpPr/>
          <p:nvPr/>
        </p:nvSpPr>
        <p:spPr>
          <a:xfrm>
            <a:off x="4794606" y="31686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9" name="Freeform 7248"/>
          <p:cNvSpPr/>
          <p:nvPr/>
        </p:nvSpPr>
        <p:spPr>
          <a:xfrm>
            <a:off x="4694739" y="33790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0" name="Freeform 7249"/>
          <p:cNvSpPr/>
          <p:nvPr/>
        </p:nvSpPr>
        <p:spPr>
          <a:xfrm>
            <a:off x="4661604" y="35853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1" name="Freeform 7250"/>
          <p:cNvSpPr/>
          <p:nvPr/>
        </p:nvSpPr>
        <p:spPr>
          <a:xfrm>
            <a:off x="4778196" y="36184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2" name="Freeform 7251"/>
          <p:cNvSpPr/>
          <p:nvPr/>
        </p:nvSpPr>
        <p:spPr>
          <a:xfrm>
            <a:off x="4597925" y="31513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3" name="Freeform 7252"/>
          <p:cNvSpPr/>
          <p:nvPr/>
        </p:nvSpPr>
        <p:spPr>
          <a:xfrm>
            <a:off x="4739404" y="30392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4" name="Freeform 7253"/>
          <p:cNvSpPr/>
          <p:nvPr/>
        </p:nvSpPr>
        <p:spPr>
          <a:xfrm>
            <a:off x="4675208" y="33487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5" name="Freeform 7254"/>
          <p:cNvSpPr/>
          <p:nvPr/>
        </p:nvSpPr>
        <p:spPr>
          <a:xfrm>
            <a:off x="4578895" y="27509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6" name="Freeform 7255"/>
          <p:cNvSpPr/>
          <p:nvPr/>
        </p:nvSpPr>
        <p:spPr>
          <a:xfrm>
            <a:off x="4752873" y="30315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7" name="Freeform 7256"/>
          <p:cNvSpPr/>
          <p:nvPr/>
        </p:nvSpPr>
        <p:spPr>
          <a:xfrm>
            <a:off x="4514885" y="27798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8" name="Freeform 7257"/>
          <p:cNvSpPr/>
          <p:nvPr/>
        </p:nvSpPr>
        <p:spPr>
          <a:xfrm>
            <a:off x="4741230" y="30775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9" name="Freeform 7258"/>
          <p:cNvSpPr/>
          <p:nvPr/>
        </p:nvSpPr>
        <p:spPr>
          <a:xfrm>
            <a:off x="4579158" y="33142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0" name="Freeform 7259"/>
          <p:cNvSpPr/>
          <p:nvPr/>
        </p:nvSpPr>
        <p:spPr>
          <a:xfrm>
            <a:off x="4715517" y="29611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1" name="Freeform 7260"/>
          <p:cNvSpPr/>
          <p:nvPr/>
        </p:nvSpPr>
        <p:spPr>
          <a:xfrm>
            <a:off x="4817935" y="35005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2" name="Freeform 7261"/>
          <p:cNvSpPr/>
          <p:nvPr/>
        </p:nvSpPr>
        <p:spPr>
          <a:xfrm>
            <a:off x="4732112" y="27945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3" name="Freeform 7262"/>
          <p:cNvSpPr/>
          <p:nvPr/>
        </p:nvSpPr>
        <p:spPr>
          <a:xfrm>
            <a:off x="4608646" y="33729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4" name="Freeform 7263"/>
          <p:cNvSpPr/>
          <p:nvPr/>
        </p:nvSpPr>
        <p:spPr>
          <a:xfrm>
            <a:off x="4669034" y="26461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5" name="Freeform 7264"/>
          <p:cNvSpPr/>
          <p:nvPr/>
        </p:nvSpPr>
        <p:spPr>
          <a:xfrm>
            <a:off x="4633224" y="313846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6" name="Freeform 7265"/>
          <p:cNvSpPr/>
          <p:nvPr/>
        </p:nvSpPr>
        <p:spPr>
          <a:xfrm>
            <a:off x="4548263" y="25896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7" name="Freeform 7266"/>
          <p:cNvSpPr/>
          <p:nvPr/>
        </p:nvSpPr>
        <p:spPr>
          <a:xfrm>
            <a:off x="4555161" y="34456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8" name="Freeform 7267"/>
          <p:cNvSpPr/>
          <p:nvPr/>
        </p:nvSpPr>
        <p:spPr>
          <a:xfrm>
            <a:off x="4676317" y="32713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9" name="Freeform 7268"/>
          <p:cNvSpPr/>
          <p:nvPr/>
        </p:nvSpPr>
        <p:spPr>
          <a:xfrm>
            <a:off x="4728252" y="28566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0" name="Freeform 7269"/>
          <p:cNvSpPr/>
          <p:nvPr/>
        </p:nvSpPr>
        <p:spPr>
          <a:xfrm>
            <a:off x="4485639" y="25473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1" name="Freeform 7270"/>
          <p:cNvSpPr/>
          <p:nvPr/>
        </p:nvSpPr>
        <p:spPr>
          <a:xfrm>
            <a:off x="4663844" y="23529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2" name="Freeform 7271"/>
          <p:cNvSpPr/>
          <p:nvPr/>
        </p:nvSpPr>
        <p:spPr>
          <a:xfrm>
            <a:off x="4724726" y="29896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3" name="Freeform 7272"/>
          <p:cNvSpPr/>
          <p:nvPr/>
        </p:nvSpPr>
        <p:spPr>
          <a:xfrm>
            <a:off x="4682796" y="22859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4" name="Freeform 7273"/>
          <p:cNvSpPr/>
          <p:nvPr/>
        </p:nvSpPr>
        <p:spPr>
          <a:xfrm>
            <a:off x="4565558" y="31193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5" name="Freeform 7274"/>
          <p:cNvSpPr/>
          <p:nvPr/>
        </p:nvSpPr>
        <p:spPr>
          <a:xfrm>
            <a:off x="4780075" y="25754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6" name="Freeform 7275"/>
          <p:cNvSpPr/>
          <p:nvPr/>
        </p:nvSpPr>
        <p:spPr>
          <a:xfrm>
            <a:off x="4542953" y="33749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7" name="Freeform 7276"/>
          <p:cNvSpPr/>
          <p:nvPr/>
        </p:nvSpPr>
        <p:spPr>
          <a:xfrm>
            <a:off x="4739121" y="28412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8" name="Freeform 7277"/>
          <p:cNvSpPr/>
          <p:nvPr/>
        </p:nvSpPr>
        <p:spPr>
          <a:xfrm>
            <a:off x="4839363" y="39232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9" name="Freeform 7278"/>
          <p:cNvSpPr/>
          <p:nvPr/>
        </p:nvSpPr>
        <p:spPr>
          <a:xfrm>
            <a:off x="4455945" y="34452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0" name="Freeform 7279"/>
          <p:cNvSpPr/>
          <p:nvPr/>
        </p:nvSpPr>
        <p:spPr>
          <a:xfrm>
            <a:off x="4697747" y="28230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1" name="Freeform 7280"/>
          <p:cNvSpPr/>
          <p:nvPr/>
        </p:nvSpPr>
        <p:spPr>
          <a:xfrm>
            <a:off x="4703581" y="35200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2" name="Freeform 7281"/>
          <p:cNvSpPr/>
          <p:nvPr/>
        </p:nvSpPr>
        <p:spPr>
          <a:xfrm>
            <a:off x="4694323" y="28386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3" name="Freeform 7282"/>
          <p:cNvSpPr/>
          <p:nvPr/>
        </p:nvSpPr>
        <p:spPr>
          <a:xfrm>
            <a:off x="4589695" y="26507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4" name="Freeform 7283"/>
          <p:cNvSpPr/>
          <p:nvPr/>
        </p:nvSpPr>
        <p:spPr>
          <a:xfrm>
            <a:off x="4637566" y="32022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5" name="Freeform 7284"/>
          <p:cNvSpPr/>
          <p:nvPr/>
        </p:nvSpPr>
        <p:spPr>
          <a:xfrm>
            <a:off x="4523367" y="33854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6" name="Freeform 7285"/>
          <p:cNvSpPr/>
          <p:nvPr/>
        </p:nvSpPr>
        <p:spPr>
          <a:xfrm>
            <a:off x="4684142" y="31916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7" name="Freeform 7286"/>
          <p:cNvSpPr/>
          <p:nvPr/>
        </p:nvSpPr>
        <p:spPr>
          <a:xfrm>
            <a:off x="4726672" y="338422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8" name="Freeform 7287"/>
          <p:cNvSpPr/>
          <p:nvPr/>
        </p:nvSpPr>
        <p:spPr>
          <a:xfrm>
            <a:off x="4600158" y="30455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9" name="Freeform 7288"/>
          <p:cNvSpPr/>
          <p:nvPr/>
        </p:nvSpPr>
        <p:spPr>
          <a:xfrm>
            <a:off x="4572753" y="29658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0" name="Freeform 7289"/>
          <p:cNvSpPr/>
          <p:nvPr/>
        </p:nvSpPr>
        <p:spPr>
          <a:xfrm>
            <a:off x="4620298" y="31257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1" name="Freeform 7290"/>
          <p:cNvSpPr/>
          <p:nvPr/>
        </p:nvSpPr>
        <p:spPr>
          <a:xfrm>
            <a:off x="4669065" y="23499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2" name="Freeform 7291"/>
          <p:cNvSpPr/>
          <p:nvPr/>
        </p:nvSpPr>
        <p:spPr>
          <a:xfrm>
            <a:off x="4676283" y="32876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3" name="Freeform 7292"/>
          <p:cNvSpPr/>
          <p:nvPr/>
        </p:nvSpPr>
        <p:spPr>
          <a:xfrm>
            <a:off x="4658913" y="24607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4" name="Freeform 7293"/>
          <p:cNvSpPr/>
          <p:nvPr/>
        </p:nvSpPr>
        <p:spPr>
          <a:xfrm>
            <a:off x="4676995" y="34137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5" name="Freeform 7294"/>
          <p:cNvSpPr/>
          <p:nvPr/>
        </p:nvSpPr>
        <p:spPr>
          <a:xfrm>
            <a:off x="4532043" y="29773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6" name="Freeform 7295"/>
          <p:cNvSpPr/>
          <p:nvPr/>
        </p:nvSpPr>
        <p:spPr>
          <a:xfrm>
            <a:off x="4382929" y="25423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7" name="Freeform 7296"/>
          <p:cNvSpPr/>
          <p:nvPr/>
        </p:nvSpPr>
        <p:spPr>
          <a:xfrm>
            <a:off x="4734455" y="25626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8" name="Freeform 7297"/>
          <p:cNvSpPr/>
          <p:nvPr/>
        </p:nvSpPr>
        <p:spPr>
          <a:xfrm>
            <a:off x="4818956" y="31705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9" name="Freeform 7298"/>
          <p:cNvSpPr/>
          <p:nvPr/>
        </p:nvSpPr>
        <p:spPr>
          <a:xfrm>
            <a:off x="4520780" y="278842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0" name="Freeform 7299"/>
          <p:cNvSpPr/>
          <p:nvPr/>
        </p:nvSpPr>
        <p:spPr>
          <a:xfrm>
            <a:off x="4599618" y="28408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1" name="Freeform 7300"/>
          <p:cNvSpPr/>
          <p:nvPr/>
        </p:nvSpPr>
        <p:spPr>
          <a:xfrm>
            <a:off x="4701017" y="32173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2" name="Freeform 7301"/>
          <p:cNvSpPr/>
          <p:nvPr/>
        </p:nvSpPr>
        <p:spPr>
          <a:xfrm>
            <a:off x="4769562" y="27645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3" name="Freeform 7302"/>
          <p:cNvSpPr/>
          <p:nvPr/>
        </p:nvSpPr>
        <p:spPr>
          <a:xfrm>
            <a:off x="4737504" y="22762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4" name="Freeform 7303"/>
          <p:cNvSpPr/>
          <p:nvPr/>
        </p:nvSpPr>
        <p:spPr>
          <a:xfrm>
            <a:off x="4803565" y="28210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5" name="Freeform 7304"/>
          <p:cNvSpPr/>
          <p:nvPr/>
        </p:nvSpPr>
        <p:spPr>
          <a:xfrm>
            <a:off x="4663704" y="2784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6" name="Freeform 7305"/>
          <p:cNvSpPr/>
          <p:nvPr/>
        </p:nvSpPr>
        <p:spPr>
          <a:xfrm>
            <a:off x="4712808" y="27425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7" name="Freeform 7306"/>
          <p:cNvSpPr/>
          <p:nvPr/>
        </p:nvSpPr>
        <p:spPr>
          <a:xfrm>
            <a:off x="4712510" y="35782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8" name="Freeform 7307"/>
          <p:cNvSpPr/>
          <p:nvPr/>
        </p:nvSpPr>
        <p:spPr>
          <a:xfrm>
            <a:off x="4623982" y="28255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9" name="Freeform 7308"/>
          <p:cNvSpPr/>
          <p:nvPr/>
        </p:nvSpPr>
        <p:spPr>
          <a:xfrm>
            <a:off x="4795390" y="34041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0" name="Freeform 7309"/>
          <p:cNvSpPr/>
          <p:nvPr/>
        </p:nvSpPr>
        <p:spPr>
          <a:xfrm>
            <a:off x="4734669" y="32369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1" name="Freeform 7310"/>
          <p:cNvSpPr/>
          <p:nvPr/>
        </p:nvSpPr>
        <p:spPr>
          <a:xfrm>
            <a:off x="4771886" y="21589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2" name="Freeform 7311"/>
          <p:cNvSpPr/>
          <p:nvPr/>
        </p:nvSpPr>
        <p:spPr>
          <a:xfrm>
            <a:off x="4628314" y="31050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3" name="Freeform 7312"/>
          <p:cNvSpPr/>
          <p:nvPr/>
        </p:nvSpPr>
        <p:spPr>
          <a:xfrm>
            <a:off x="4777286" y="32958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4" name="Freeform 7313"/>
          <p:cNvSpPr/>
          <p:nvPr/>
        </p:nvSpPr>
        <p:spPr>
          <a:xfrm>
            <a:off x="4558672" y="25543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5" name="Freeform 7314"/>
          <p:cNvSpPr/>
          <p:nvPr/>
        </p:nvSpPr>
        <p:spPr>
          <a:xfrm>
            <a:off x="4710432" y="33771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6" name="Freeform 7315"/>
          <p:cNvSpPr/>
          <p:nvPr/>
        </p:nvSpPr>
        <p:spPr>
          <a:xfrm>
            <a:off x="4395110" y="31811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7" name="Freeform 7316"/>
          <p:cNvSpPr/>
          <p:nvPr/>
        </p:nvSpPr>
        <p:spPr>
          <a:xfrm>
            <a:off x="4563295" y="25165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8" name="Freeform 7317"/>
          <p:cNvSpPr/>
          <p:nvPr/>
        </p:nvSpPr>
        <p:spPr>
          <a:xfrm>
            <a:off x="4746307" y="29891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9" name="Freeform 7318"/>
          <p:cNvSpPr/>
          <p:nvPr/>
        </p:nvSpPr>
        <p:spPr>
          <a:xfrm>
            <a:off x="4621843" y="36176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0" name="Freeform 7319"/>
          <p:cNvSpPr/>
          <p:nvPr/>
        </p:nvSpPr>
        <p:spPr>
          <a:xfrm>
            <a:off x="4687231" y="27927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1" name="Freeform 7320"/>
          <p:cNvSpPr/>
          <p:nvPr/>
        </p:nvSpPr>
        <p:spPr>
          <a:xfrm>
            <a:off x="4499062" y="31611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2" name="Freeform 7321"/>
          <p:cNvSpPr/>
          <p:nvPr/>
        </p:nvSpPr>
        <p:spPr>
          <a:xfrm>
            <a:off x="4831175" y="24026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3" name="Freeform 7322"/>
          <p:cNvSpPr/>
          <p:nvPr/>
        </p:nvSpPr>
        <p:spPr>
          <a:xfrm>
            <a:off x="4731450" y="32433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4" name="Freeform 7323"/>
          <p:cNvSpPr/>
          <p:nvPr/>
        </p:nvSpPr>
        <p:spPr>
          <a:xfrm>
            <a:off x="4666259" y="25940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5" name="Freeform 7324"/>
          <p:cNvSpPr/>
          <p:nvPr/>
        </p:nvSpPr>
        <p:spPr>
          <a:xfrm>
            <a:off x="4712515" y="23102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6" name="Freeform 7325"/>
          <p:cNvSpPr/>
          <p:nvPr/>
        </p:nvSpPr>
        <p:spPr>
          <a:xfrm>
            <a:off x="4703303" y="33392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7" name="Freeform 7326"/>
          <p:cNvSpPr/>
          <p:nvPr/>
        </p:nvSpPr>
        <p:spPr>
          <a:xfrm>
            <a:off x="4817188" y="30815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8" name="Freeform 7327"/>
          <p:cNvSpPr/>
          <p:nvPr/>
        </p:nvSpPr>
        <p:spPr>
          <a:xfrm>
            <a:off x="4691389" y="28536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9" name="Freeform 7328"/>
          <p:cNvSpPr/>
          <p:nvPr/>
        </p:nvSpPr>
        <p:spPr>
          <a:xfrm>
            <a:off x="4514817" y="33417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0" name="Freeform 7329"/>
          <p:cNvSpPr/>
          <p:nvPr/>
        </p:nvSpPr>
        <p:spPr>
          <a:xfrm>
            <a:off x="4642152" y="289998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1" name="Freeform 7330"/>
          <p:cNvSpPr/>
          <p:nvPr/>
        </p:nvSpPr>
        <p:spPr>
          <a:xfrm>
            <a:off x="4803323" y="30939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2" name="Freeform 7331"/>
          <p:cNvSpPr/>
          <p:nvPr/>
        </p:nvSpPr>
        <p:spPr>
          <a:xfrm>
            <a:off x="4728526" y="31018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3" name="Freeform 7332"/>
          <p:cNvSpPr/>
          <p:nvPr/>
        </p:nvSpPr>
        <p:spPr>
          <a:xfrm>
            <a:off x="4624870" y="29866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4" name="Freeform 7333"/>
          <p:cNvSpPr/>
          <p:nvPr/>
        </p:nvSpPr>
        <p:spPr>
          <a:xfrm>
            <a:off x="4732782" y="29779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5" name="Freeform 7334"/>
          <p:cNvSpPr/>
          <p:nvPr/>
        </p:nvSpPr>
        <p:spPr>
          <a:xfrm>
            <a:off x="4681102" y="29416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6" name="Freeform 7335"/>
          <p:cNvSpPr/>
          <p:nvPr/>
        </p:nvSpPr>
        <p:spPr>
          <a:xfrm>
            <a:off x="4732705" y="32404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7" name="Freeform 7336"/>
          <p:cNvSpPr/>
          <p:nvPr/>
        </p:nvSpPr>
        <p:spPr>
          <a:xfrm>
            <a:off x="4502851" y="32233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8" name="Freeform 7337"/>
          <p:cNvSpPr/>
          <p:nvPr/>
        </p:nvSpPr>
        <p:spPr>
          <a:xfrm>
            <a:off x="4574939" y="30523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9" name="Freeform 7338"/>
          <p:cNvSpPr/>
          <p:nvPr/>
        </p:nvSpPr>
        <p:spPr>
          <a:xfrm>
            <a:off x="4738634" y="30234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0" name="Freeform 7339"/>
          <p:cNvSpPr/>
          <p:nvPr/>
        </p:nvSpPr>
        <p:spPr>
          <a:xfrm>
            <a:off x="4645589" y="3177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1" name="Freeform 7340"/>
          <p:cNvSpPr/>
          <p:nvPr/>
        </p:nvSpPr>
        <p:spPr>
          <a:xfrm>
            <a:off x="4705703" y="28789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2" name="Freeform 7341"/>
          <p:cNvSpPr/>
          <p:nvPr/>
        </p:nvSpPr>
        <p:spPr>
          <a:xfrm>
            <a:off x="4873864" y="37168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3" name="Freeform 7342"/>
          <p:cNvSpPr/>
          <p:nvPr/>
        </p:nvSpPr>
        <p:spPr>
          <a:xfrm>
            <a:off x="4636297" y="32920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4" name="Freeform 7343"/>
          <p:cNvSpPr/>
          <p:nvPr/>
        </p:nvSpPr>
        <p:spPr>
          <a:xfrm>
            <a:off x="4694178" y="31155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5" name="Freeform 7344"/>
          <p:cNvSpPr/>
          <p:nvPr/>
        </p:nvSpPr>
        <p:spPr>
          <a:xfrm>
            <a:off x="4610621" y="33412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6" name="Freeform 7345"/>
          <p:cNvSpPr/>
          <p:nvPr/>
        </p:nvSpPr>
        <p:spPr>
          <a:xfrm>
            <a:off x="4603533" y="23676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7" name="Freeform 7346"/>
          <p:cNvSpPr/>
          <p:nvPr/>
        </p:nvSpPr>
        <p:spPr>
          <a:xfrm>
            <a:off x="4661088" y="29984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8" name="Freeform 7347"/>
          <p:cNvSpPr/>
          <p:nvPr/>
        </p:nvSpPr>
        <p:spPr>
          <a:xfrm>
            <a:off x="4516949" y="29366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9" name="Freeform 7348"/>
          <p:cNvSpPr/>
          <p:nvPr/>
        </p:nvSpPr>
        <p:spPr>
          <a:xfrm>
            <a:off x="4448809" y="31951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0" name="Freeform 7349"/>
          <p:cNvSpPr/>
          <p:nvPr/>
        </p:nvSpPr>
        <p:spPr>
          <a:xfrm>
            <a:off x="4811698" y="30120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1" name="Freeform 7350"/>
          <p:cNvSpPr/>
          <p:nvPr/>
        </p:nvSpPr>
        <p:spPr>
          <a:xfrm>
            <a:off x="4658080" y="34819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2" name="Freeform 7351"/>
          <p:cNvSpPr/>
          <p:nvPr/>
        </p:nvSpPr>
        <p:spPr>
          <a:xfrm>
            <a:off x="4786423" y="30723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3" name="Freeform 7352"/>
          <p:cNvSpPr/>
          <p:nvPr/>
        </p:nvSpPr>
        <p:spPr>
          <a:xfrm>
            <a:off x="4681697" y="33729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4" name="Freeform 7353"/>
          <p:cNvSpPr/>
          <p:nvPr/>
        </p:nvSpPr>
        <p:spPr>
          <a:xfrm>
            <a:off x="4684496" y="31145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5" name="Freeform 7354"/>
          <p:cNvSpPr/>
          <p:nvPr/>
        </p:nvSpPr>
        <p:spPr>
          <a:xfrm>
            <a:off x="4739031" y="40087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6" name="Freeform 7355"/>
          <p:cNvSpPr/>
          <p:nvPr/>
        </p:nvSpPr>
        <p:spPr>
          <a:xfrm>
            <a:off x="4744010" y="34477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7" name="Freeform 7356"/>
          <p:cNvSpPr/>
          <p:nvPr/>
        </p:nvSpPr>
        <p:spPr>
          <a:xfrm>
            <a:off x="4543117" y="2432376"/>
            <a:ext cx="35922" cy="35922"/>
          </a:xfrm>
          <a:custGeom>
            <a:avLst/>
            <a:gdLst/>
            <a:ahLst/>
            <a:cxnLst/>
            <a:rect l="l" t="t" r="r" b="b"/>
            <a:pathLst>
              <a:path w="35922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8" name="Freeform 7357"/>
          <p:cNvSpPr/>
          <p:nvPr/>
        </p:nvSpPr>
        <p:spPr>
          <a:xfrm>
            <a:off x="4795222" y="26805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9" name="Freeform 7358"/>
          <p:cNvSpPr/>
          <p:nvPr/>
        </p:nvSpPr>
        <p:spPr>
          <a:xfrm>
            <a:off x="4567457" y="24891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0" name="Freeform 7359"/>
          <p:cNvSpPr/>
          <p:nvPr/>
        </p:nvSpPr>
        <p:spPr>
          <a:xfrm>
            <a:off x="4690195" y="24622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1" name="Freeform 7360"/>
          <p:cNvSpPr/>
          <p:nvPr/>
        </p:nvSpPr>
        <p:spPr>
          <a:xfrm>
            <a:off x="4936114" y="27422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2" name="Freeform 7361"/>
          <p:cNvSpPr/>
          <p:nvPr/>
        </p:nvSpPr>
        <p:spPr>
          <a:xfrm>
            <a:off x="4677343" y="31832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3" name="Freeform 7362"/>
          <p:cNvSpPr/>
          <p:nvPr/>
        </p:nvSpPr>
        <p:spPr>
          <a:xfrm>
            <a:off x="4843216" y="34122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4" name="Freeform 7363"/>
          <p:cNvSpPr/>
          <p:nvPr/>
        </p:nvSpPr>
        <p:spPr>
          <a:xfrm>
            <a:off x="4632648" y="25566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5" name="Freeform 7364"/>
          <p:cNvSpPr/>
          <p:nvPr/>
        </p:nvSpPr>
        <p:spPr>
          <a:xfrm>
            <a:off x="4733161" y="29805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6" name="Freeform 7365"/>
          <p:cNvSpPr/>
          <p:nvPr/>
        </p:nvSpPr>
        <p:spPr>
          <a:xfrm>
            <a:off x="4674337" y="20288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7" name="Freeform 7366"/>
          <p:cNvSpPr/>
          <p:nvPr/>
        </p:nvSpPr>
        <p:spPr>
          <a:xfrm>
            <a:off x="4712648" y="3148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8" name="Freeform 7367"/>
          <p:cNvSpPr/>
          <p:nvPr/>
        </p:nvSpPr>
        <p:spPr>
          <a:xfrm>
            <a:off x="4579642" y="22329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9" name="Freeform 7368"/>
          <p:cNvSpPr/>
          <p:nvPr/>
        </p:nvSpPr>
        <p:spPr>
          <a:xfrm>
            <a:off x="4573049" y="30672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0" name="Freeform 7369"/>
          <p:cNvSpPr/>
          <p:nvPr/>
        </p:nvSpPr>
        <p:spPr>
          <a:xfrm>
            <a:off x="4704072" y="24824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1" name="Freeform 7370"/>
          <p:cNvSpPr/>
          <p:nvPr/>
        </p:nvSpPr>
        <p:spPr>
          <a:xfrm>
            <a:off x="4505695" y="23411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2" name="Freeform 7371"/>
          <p:cNvSpPr/>
          <p:nvPr/>
        </p:nvSpPr>
        <p:spPr>
          <a:xfrm>
            <a:off x="4580817" y="34066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3" name="Freeform 7372"/>
          <p:cNvSpPr/>
          <p:nvPr/>
        </p:nvSpPr>
        <p:spPr>
          <a:xfrm>
            <a:off x="4736080" y="31958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4" name="Freeform 7373"/>
          <p:cNvSpPr/>
          <p:nvPr/>
        </p:nvSpPr>
        <p:spPr>
          <a:xfrm>
            <a:off x="4604735" y="34105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5" name="Freeform 7374"/>
          <p:cNvSpPr/>
          <p:nvPr/>
        </p:nvSpPr>
        <p:spPr>
          <a:xfrm>
            <a:off x="4576191" y="34877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6" name="Freeform 7375"/>
          <p:cNvSpPr/>
          <p:nvPr/>
        </p:nvSpPr>
        <p:spPr>
          <a:xfrm>
            <a:off x="4553276" y="274454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7" name="Freeform 7376"/>
          <p:cNvSpPr/>
          <p:nvPr/>
        </p:nvSpPr>
        <p:spPr>
          <a:xfrm>
            <a:off x="4684409" y="30829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8" name="Freeform 7377"/>
          <p:cNvSpPr/>
          <p:nvPr/>
        </p:nvSpPr>
        <p:spPr>
          <a:xfrm>
            <a:off x="4631020" y="29853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9" name="Freeform 7378"/>
          <p:cNvSpPr/>
          <p:nvPr/>
        </p:nvSpPr>
        <p:spPr>
          <a:xfrm>
            <a:off x="4684698" y="27879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0" name="Freeform 7379"/>
          <p:cNvSpPr/>
          <p:nvPr/>
        </p:nvSpPr>
        <p:spPr>
          <a:xfrm>
            <a:off x="4649402" y="37335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1" name="Freeform 7380"/>
          <p:cNvSpPr/>
          <p:nvPr/>
        </p:nvSpPr>
        <p:spPr>
          <a:xfrm>
            <a:off x="4862391" y="25017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2" name="Freeform 7381"/>
          <p:cNvSpPr/>
          <p:nvPr/>
        </p:nvSpPr>
        <p:spPr>
          <a:xfrm>
            <a:off x="4623469" y="31426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3" name="Freeform 7382"/>
          <p:cNvSpPr/>
          <p:nvPr/>
        </p:nvSpPr>
        <p:spPr>
          <a:xfrm>
            <a:off x="4464587" y="27973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4" name="Freeform 7383"/>
          <p:cNvSpPr/>
          <p:nvPr/>
        </p:nvSpPr>
        <p:spPr>
          <a:xfrm>
            <a:off x="4681213" y="27627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5" name="Freeform 7384"/>
          <p:cNvSpPr/>
          <p:nvPr/>
        </p:nvSpPr>
        <p:spPr>
          <a:xfrm>
            <a:off x="4669311" y="24688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6" name="Freeform 7385"/>
          <p:cNvSpPr/>
          <p:nvPr/>
        </p:nvSpPr>
        <p:spPr>
          <a:xfrm>
            <a:off x="4685392" y="30469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7" name="Freeform 7386"/>
          <p:cNvSpPr/>
          <p:nvPr/>
        </p:nvSpPr>
        <p:spPr>
          <a:xfrm>
            <a:off x="4501476" y="38378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8" name="Freeform 7387"/>
          <p:cNvSpPr/>
          <p:nvPr/>
        </p:nvSpPr>
        <p:spPr>
          <a:xfrm>
            <a:off x="4787250" y="29834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9" name="Freeform 7388"/>
          <p:cNvSpPr/>
          <p:nvPr/>
        </p:nvSpPr>
        <p:spPr>
          <a:xfrm>
            <a:off x="4665809" y="29272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0" name="Freeform 7389"/>
          <p:cNvSpPr/>
          <p:nvPr/>
        </p:nvSpPr>
        <p:spPr>
          <a:xfrm>
            <a:off x="4664610" y="34110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1" name="Freeform 7390"/>
          <p:cNvSpPr/>
          <p:nvPr/>
        </p:nvSpPr>
        <p:spPr>
          <a:xfrm>
            <a:off x="4503929" y="29480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2" name="Freeform 7391"/>
          <p:cNvSpPr/>
          <p:nvPr/>
        </p:nvSpPr>
        <p:spPr>
          <a:xfrm>
            <a:off x="4718469" y="31472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3" name="Freeform 7392"/>
          <p:cNvSpPr/>
          <p:nvPr/>
        </p:nvSpPr>
        <p:spPr>
          <a:xfrm>
            <a:off x="4662262" y="35318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4" name="Freeform 7393"/>
          <p:cNvSpPr/>
          <p:nvPr/>
        </p:nvSpPr>
        <p:spPr>
          <a:xfrm>
            <a:off x="4810010" y="27428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5" name="Freeform 7394"/>
          <p:cNvSpPr/>
          <p:nvPr/>
        </p:nvSpPr>
        <p:spPr>
          <a:xfrm>
            <a:off x="4625747" y="32267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6" name="Freeform 7395"/>
          <p:cNvSpPr/>
          <p:nvPr/>
        </p:nvSpPr>
        <p:spPr>
          <a:xfrm>
            <a:off x="4540257" y="316507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7" name="Freeform 7396"/>
          <p:cNvSpPr/>
          <p:nvPr/>
        </p:nvSpPr>
        <p:spPr>
          <a:xfrm>
            <a:off x="4682492" y="31870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8" name="Freeform 7397"/>
          <p:cNvSpPr/>
          <p:nvPr/>
        </p:nvSpPr>
        <p:spPr>
          <a:xfrm>
            <a:off x="4573877" y="25218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9" name="Freeform 7398"/>
          <p:cNvSpPr/>
          <p:nvPr/>
        </p:nvSpPr>
        <p:spPr>
          <a:xfrm>
            <a:off x="4712392" y="30218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0" name="Freeform 7399"/>
          <p:cNvSpPr/>
          <p:nvPr/>
        </p:nvSpPr>
        <p:spPr>
          <a:xfrm>
            <a:off x="4556248" y="29748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1" name="Freeform 7400"/>
          <p:cNvSpPr/>
          <p:nvPr/>
        </p:nvSpPr>
        <p:spPr>
          <a:xfrm>
            <a:off x="4655649" y="31784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2" name="Freeform 7401"/>
          <p:cNvSpPr/>
          <p:nvPr/>
        </p:nvSpPr>
        <p:spPr>
          <a:xfrm>
            <a:off x="4645480" y="28245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3" name="Freeform 7402"/>
          <p:cNvSpPr/>
          <p:nvPr/>
        </p:nvSpPr>
        <p:spPr>
          <a:xfrm>
            <a:off x="4665538" y="24772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4" name="Freeform 7403"/>
          <p:cNvSpPr/>
          <p:nvPr/>
        </p:nvSpPr>
        <p:spPr>
          <a:xfrm>
            <a:off x="4615535" y="27520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5" name="Freeform 7404"/>
          <p:cNvSpPr/>
          <p:nvPr/>
        </p:nvSpPr>
        <p:spPr>
          <a:xfrm>
            <a:off x="4584653" y="2736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6" name="Freeform 7405"/>
          <p:cNvSpPr/>
          <p:nvPr/>
        </p:nvSpPr>
        <p:spPr>
          <a:xfrm>
            <a:off x="4662909" y="27683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7" name="Freeform 7406"/>
          <p:cNvSpPr/>
          <p:nvPr/>
        </p:nvSpPr>
        <p:spPr>
          <a:xfrm>
            <a:off x="4608755" y="35465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8" name="Freeform 7407"/>
          <p:cNvSpPr/>
          <p:nvPr/>
        </p:nvSpPr>
        <p:spPr>
          <a:xfrm>
            <a:off x="4684987" y="33490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9" name="Freeform 7408"/>
          <p:cNvSpPr/>
          <p:nvPr/>
        </p:nvSpPr>
        <p:spPr>
          <a:xfrm>
            <a:off x="4640792" y="30861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0" name="Freeform 7409"/>
          <p:cNvSpPr/>
          <p:nvPr/>
        </p:nvSpPr>
        <p:spPr>
          <a:xfrm>
            <a:off x="4435419" y="32902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1" name="Freeform 7410"/>
          <p:cNvSpPr/>
          <p:nvPr/>
        </p:nvSpPr>
        <p:spPr>
          <a:xfrm>
            <a:off x="4662659" y="34229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2" name="Freeform 7411"/>
          <p:cNvSpPr/>
          <p:nvPr/>
        </p:nvSpPr>
        <p:spPr>
          <a:xfrm>
            <a:off x="4813530" y="37392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3" name="Freeform 7412"/>
          <p:cNvSpPr/>
          <p:nvPr/>
        </p:nvSpPr>
        <p:spPr>
          <a:xfrm>
            <a:off x="4700621" y="35333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4" name="Freeform 7413"/>
          <p:cNvSpPr/>
          <p:nvPr/>
        </p:nvSpPr>
        <p:spPr>
          <a:xfrm>
            <a:off x="4731337" y="31063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5" name="Freeform 7414"/>
          <p:cNvSpPr/>
          <p:nvPr/>
        </p:nvSpPr>
        <p:spPr>
          <a:xfrm>
            <a:off x="4716436" y="30330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6" name="Freeform 7415"/>
          <p:cNvSpPr/>
          <p:nvPr/>
        </p:nvSpPr>
        <p:spPr>
          <a:xfrm>
            <a:off x="4620363" y="33165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7" name="Freeform 7416"/>
          <p:cNvSpPr/>
          <p:nvPr/>
        </p:nvSpPr>
        <p:spPr>
          <a:xfrm>
            <a:off x="4530606" y="29749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8" name="Freeform 7417"/>
          <p:cNvSpPr/>
          <p:nvPr/>
        </p:nvSpPr>
        <p:spPr>
          <a:xfrm>
            <a:off x="4753144" y="31758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9" name="Freeform 7418"/>
          <p:cNvSpPr/>
          <p:nvPr/>
        </p:nvSpPr>
        <p:spPr>
          <a:xfrm>
            <a:off x="4778549" y="25786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0" name="Freeform 7419"/>
          <p:cNvSpPr/>
          <p:nvPr/>
        </p:nvSpPr>
        <p:spPr>
          <a:xfrm>
            <a:off x="4727888" y="30691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1" name="Freeform 7420"/>
          <p:cNvSpPr/>
          <p:nvPr/>
        </p:nvSpPr>
        <p:spPr>
          <a:xfrm>
            <a:off x="4713126" y="27330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2" name="Freeform 7421"/>
          <p:cNvSpPr/>
          <p:nvPr/>
        </p:nvSpPr>
        <p:spPr>
          <a:xfrm>
            <a:off x="4710053" y="29262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3" name="Freeform 7422"/>
          <p:cNvSpPr/>
          <p:nvPr/>
        </p:nvSpPr>
        <p:spPr>
          <a:xfrm>
            <a:off x="4666224" y="35551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4" name="Freeform 7423"/>
          <p:cNvSpPr/>
          <p:nvPr/>
        </p:nvSpPr>
        <p:spPr>
          <a:xfrm>
            <a:off x="4697522" y="30413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5" name="Freeform 7424"/>
          <p:cNvSpPr/>
          <p:nvPr/>
        </p:nvSpPr>
        <p:spPr>
          <a:xfrm>
            <a:off x="4670364" y="34899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6" name="Freeform 7425"/>
          <p:cNvSpPr/>
          <p:nvPr/>
        </p:nvSpPr>
        <p:spPr>
          <a:xfrm>
            <a:off x="4702908" y="30482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7" name="Freeform 7426"/>
          <p:cNvSpPr/>
          <p:nvPr/>
        </p:nvSpPr>
        <p:spPr>
          <a:xfrm>
            <a:off x="4571272" y="32977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8" name="Freeform 7427"/>
          <p:cNvSpPr/>
          <p:nvPr/>
        </p:nvSpPr>
        <p:spPr>
          <a:xfrm>
            <a:off x="4603970" y="28562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9" name="Freeform 7428"/>
          <p:cNvSpPr/>
          <p:nvPr/>
        </p:nvSpPr>
        <p:spPr>
          <a:xfrm>
            <a:off x="4727980" y="35317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0" name="Freeform 7429"/>
          <p:cNvSpPr/>
          <p:nvPr/>
        </p:nvSpPr>
        <p:spPr>
          <a:xfrm>
            <a:off x="4634105" y="30001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1" name="Freeform 7430"/>
          <p:cNvSpPr/>
          <p:nvPr/>
        </p:nvSpPr>
        <p:spPr>
          <a:xfrm>
            <a:off x="4419033" y="27816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2" name="Freeform 7431"/>
          <p:cNvSpPr/>
          <p:nvPr/>
        </p:nvSpPr>
        <p:spPr>
          <a:xfrm>
            <a:off x="4682076" y="26503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3" name="Freeform 7432"/>
          <p:cNvSpPr/>
          <p:nvPr/>
        </p:nvSpPr>
        <p:spPr>
          <a:xfrm>
            <a:off x="4432939" y="33052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4" name="Freeform 7433"/>
          <p:cNvSpPr/>
          <p:nvPr/>
        </p:nvSpPr>
        <p:spPr>
          <a:xfrm>
            <a:off x="4866669" y="29989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5" name="Freeform 7434"/>
          <p:cNvSpPr/>
          <p:nvPr/>
        </p:nvSpPr>
        <p:spPr>
          <a:xfrm>
            <a:off x="4743528" y="29337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6" name="Freeform 7435"/>
          <p:cNvSpPr/>
          <p:nvPr/>
        </p:nvSpPr>
        <p:spPr>
          <a:xfrm>
            <a:off x="4738643" y="23997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7" name="Freeform 7436"/>
          <p:cNvSpPr/>
          <p:nvPr/>
        </p:nvSpPr>
        <p:spPr>
          <a:xfrm>
            <a:off x="4600758" y="35861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8" name="Freeform 7437"/>
          <p:cNvSpPr/>
          <p:nvPr/>
        </p:nvSpPr>
        <p:spPr>
          <a:xfrm>
            <a:off x="4552977" y="33627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9" name="Freeform 7438"/>
          <p:cNvSpPr/>
          <p:nvPr/>
        </p:nvSpPr>
        <p:spPr>
          <a:xfrm>
            <a:off x="4647461" y="19072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0" name="Freeform 7439"/>
          <p:cNvSpPr/>
          <p:nvPr/>
        </p:nvSpPr>
        <p:spPr>
          <a:xfrm>
            <a:off x="4671422" y="31128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1" name="Freeform 7440"/>
          <p:cNvSpPr/>
          <p:nvPr/>
        </p:nvSpPr>
        <p:spPr>
          <a:xfrm>
            <a:off x="4589995" y="37466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2" name="Freeform 7441"/>
          <p:cNvSpPr/>
          <p:nvPr/>
        </p:nvSpPr>
        <p:spPr>
          <a:xfrm>
            <a:off x="4685742" y="32340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3" name="Freeform 7442"/>
          <p:cNvSpPr/>
          <p:nvPr/>
        </p:nvSpPr>
        <p:spPr>
          <a:xfrm>
            <a:off x="4740231" y="40905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4" name="Freeform 7443"/>
          <p:cNvSpPr/>
          <p:nvPr/>
        </p:nvSpPr>
        <p:spPr>
          <a:xfrm>
            <a:off x="4731242" y="291148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5" name="Freeform 7444"/>
          <p:cNvSpPr/>
          <p:nvPr/>
        </p:nvSpPr>
        <p:spPr>
          <a:xfrm>
            <a:off x="4562569" y="26886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6" name="Freeform 7445"/>
          <p:cNvSpPr/>
          <p:nvPr/>
        </p:nvSpPr>
        <p:spPr>
          <a:xfrm>
            <a:off x="4446898" y="33630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7" name="Freeform 7446"/>
          <p:cNvSpPr/>
          <p:nvPr/>
        </p:nvSpPr>
        <p:spPr>
          <a:xfrm>
            <a:off x="4669934" y="31902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8" name="Freeform 7447"/>
          <p:cNvSpPr/>
          <p:nvPr/>
        </p:nvSpPr>
        <p:spPr>
          <a:xfrm>
            <a:off x="4601844" y="26440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9" name="Freeform 7448"/>
          <p:cNvSpPr/>
          <p:nvPr/>
        </p:nvSpPr>
        <p:spPr>
          <a:xfrm>
            <a:off x="4715588" y="36915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0" name="Freeform 7449"/>
          <p:cNvSpPr/>
          <p:nvPr/>
        </p:nvSpPr>
        <p:spPr>
          <a:xfrm>
            <a:off x="4838431" y="35235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1" name="Freeform 7450"/>
          <p:cNvSpPr/>
          <p:nvPr/>
        </p:nvSpPr>
        <p:spPr>
          <a:xfrm>
            <a:off x="4838336" y="309523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2" name="Freeform 7451"/>
          <p:cNvSpPr/>
          <p:nvPr/>
        </p:nvSpPr>
        <p:spPr>
          <a:xfrm>
            <a:off x="4699232" y="33005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3" name="Freeform 7452"/>
          <p:cNvSpPr/>
          <p:nvPr/>
        </p:nvSpPr>
        <p:spPr>
          <a:xfrm>
            <a:off x="4783716" y="31209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4" name="Freeform 7453"/>
          <p:cNvSpPr/>
          <p:nvPr/>
        </p:nvSpPr>
        <p:spPr>
          <a:xfrm>
            <a:off x="4838675" y="35009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5" name="Freeform 7454"/>
          <p:cNvSpPr/>
          <p:nvPr/>
        </p:nvSpPr>
        <p:spPr>
          <a:xfrm>
            <a:off x="4674676" y="29219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6" name="Freeform 7455"/>
          <p:cNvSpPr/>
          <p:nvPr/>
        </p:nvSpPr>
        <p:spPr>
          <a:xfrm>
            <a:off x="4697925" y="30643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7" name="Freeform 7456"/>
          <p:cNvSpPr/>
          <p:nvPr/>
        </p:nvSpPr>
        <p:spPr>
          <a:xfrm>
            <a:off x="4757488" y="27907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8" name="Freeform 7457"/>
          <p:cNvSpPr/>
          <p:nvPr/>
        </p:nvSpPr>
        <p:spPr>
          <a:xfrm>
            <a:off x="4666430" y="29273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9" name="Freeform 7458"/>
          <p:cNvSpPr/>
          <p:nvPr/>
        </p:nvSpPr>
        <p:spPr>
          <a:xfrm>
            <a:off x="4618959" y="29248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0" name="Freeform 7459"/>
          <p:cNvSpPr/>
          <p:nvPr/>
        </p:nvSpPr>
        <p:spPr>
          <a:xfrm>
            <a:off x="4593304" y="35724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1" name="Freeform 7460"/>
          <p:cNvSpPr/>
          <p:nvPr/>
        </p:nvSpPr>
        <p:spPr>
          <a:xfrm>
            <a:off x="4670939" y="28128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2" name="Freeform 7461"/>
          <p:cNvSpPr/>
          <p:nvPr/>
        </p:nvSpPr>
        <p:spPr>
          <a:xfrm>
            <a:off x="4606662" y="31354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3" name="Freeform 7462"/>
          <p:cNvSpPr/>
          <p:nvPr/>
        </p:nvSpPr>
        <p:spPr>
          <a:xfrm>
            <a:off x="4752119" y="30711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4" name="Freeform 7463"/>
          <p:cNvSpPr/>
          <p:nvPr/>
        </p:nvSpPr>
        <p:spPr>
          <a:xfrm>
            <a:off x="4636310" y="25952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5" name="Freeform 7464"/>
          <p:cNvSpPr/>
          <p:nvPr/>
        </p:nvSpPr>
        <p:spPr>
          <a:xfrm>
            <a:off x="4820405" y="328770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6" name="Freeform 7465"/>
          <p:cNvSpPr/>
          <p:nvPr/>
        </p:nvSpPr>
        <p:spPr>
          <a:xfrm>
            <a:off x="4794553" y="24765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7" name="Freeform 7466"/>
          <p:cNvSpPr/>
          <p:nvPr/>
        </p:nvSpPr>
        <p:spPr>
          <a:xfrm>
            <a:off x="4543778" y="24399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8" name="Freeform 7467"/>
          <p:cNvSpPr/>
          <p:nvPr/>
        </p:nvSpPr>
        <p:spPr>
          <a:xfrm>
            <a:off x="4781288" y="27109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9" name="Freeform 7468"/>
          <p:cNvSpPr/>
          <p:nvPr/>
        </p:nvSpPr>
        <p:spPr>
          <a:xfrm>
            <a:off x="4629549" y="33900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0" name="Freeform 7469"/>
          <p:cNvSpPr/>
          <p:nvPr/>
        </p:nvSpPr>
        <p:spPr>
          <a:xfrm>
            <a:off x="4811039" y="38623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1" name="Freeform 7470"/>
          <p:cNvSpPr/>
          <p:nvPr/>
        </p:nvSpPr>
        <p:spPr>
          <a:xfrm>
            <a:off x="4723388" y="25832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2" name="Freeform 7471"/>
          <p:cNvSpPr/>
          <p:nvPr/>
        </p:nvSpPr>
        <p:spPr>
          <a:xfrm>
            <a:off x="4666316" y="29622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3" name="Freeform 7472"/>
          <p:cNvSpPr/>
          <p:nvPr/>
        </p:nvSpPr>
        <p:spPr>
          <a:xfrm>
            <a:off x="4739777" y="32978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4" name="Freeform 7473"/>
          <p:cNvSpPr/>
          <p:nvPr/>
        </p:nvSpPr>
        <p:spPr>
          <a:xfrm>
            <a:off x="4614177" y="25461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5" name="Freeform 7474"/>
          <p:cNvSpPr/>
          <p:nvPr/>
        </p:nvSpPr>
        <p:spPr>
          <a:xfrm>
            <a:off x="4704814" y="33433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6" name="Freeform 7475"/>
          <p:cNvSpPr/>
          <p:nvPr/>
        </p:nvSpPr>
        <p:spPr>
          <a:xfrm>
            <a:off x="4710598" y="31720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7" name="Freeform 7476"/>
          <p:cNvSpPr/>
          <p:nvPr/>
        </p:nvSpPr>
        <p:spPr>
          <a:xfrm>
            <a:off x="4656310" y="28002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8" name="Freeform 7477"/>
          <p:cNvSpPr/>
          <p:nvPr/>
        </p:nvSpPr>
        <p:spPr>
          <a:xfrm>
            <a:off x="4710929" y="34421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9" name="Freeform 7478"/>
          <p:cNvSpPr/>
          <p:nvPr/>
        </p:nvSpPr>
        <p:spPr>
          <a:xfrm>
            <a:off x="4569450" y="304875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0" name="Freeform 7479"/>
          <p:cNvSpPr/>
          <p:nvPr/>
        </p:nvSpPr>
        <p:spPr>
          <a:xfrm>
            <a:off x="4728458" y="25792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1" name="Freeform 7480"/>
          <p:cNvSpPr/>
          <p:nvPr/>
        </p:nvSpPr>
        <p:spPr>
          <a:xfrm>
            <a:off x="4548014" y="29231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2" name="Freeform 7481"/>
          <p:cNvSpPr/>
          <p:nvPr/>
        </p:nvSpPr>
        <p:spPr>
          <a:xfrm>
            <a:off x="4735240" y="25171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3" name="Freeform 7482"/>
          <p:cNvSpPr/>
          <p:nvPr/>
        </p:nvSpPr>
        <p:spPr>
          <a:xfrm>
            <a:off x="4719913" y="25617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4" name="Freeform 7483"/>
          <p:cNvSpPr/>
          <p:nvPr/>
        </p:nvSpPr>
        <p:spPr>
          <a:xfrm>
            <a:off x="4744130" y="30028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5" name="Freeform 7484"/>
          <p:cNvSpPr/>
          <p:nvPr/>
        </p:nvSpPr>
        <p:spPr>
          <a:xfrm>
            <a:off x="4615086" y="39212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6" name="Freeform 7485"/>
          <p:cNvSpPr/>
          <p:nvPr/>
        </p:nvSpPr>
        <p:spPr>
          <a:xfrm>
            <a:off x="4981477" y="34390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7" name="Freeform 7486"/>
          <p:cNvSpPr/>
          <p:nvPr/>
        </p:nvSpPr>
        <p:spPr>
          <a:xfrm>
            <a:off x="4649042" y="27068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8" name="Freeform 7487"/>
          <p:cNvSpPr/>
          <p:nvPr/>
        </p:nvSpPr>
        <p:spPr>
          <a:xfrm>
            <a:off x="4687718" y="36131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9" name="Freeform 7488"/>
          <p:cNvSpPr/>
          <p:nvPr/>
        </p:nvSpPr>
        <p:spPr>
          <a:xfrm>
            <a:off x="4595489" y="31338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0" name="Freeform 7489"/>
          <p:cNvSpPr/>
          <p:nvPr/>
        </p:nvSpPr>
        <p:spPr>
          <a:xfrm>
            <a:off x="4818181" y="28732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1" name="Freeform 7490"/>
          <p:cNvSpPr/>
          <p:nvPr/>
        </p:nvSpPr>
        <p:spPr>
          <a:xfrm>
            <a:off x="4624613" y="24301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2" name="Freeform 7491"/>
          <p:cNvSpPr/>
          <p:nvPr/>
        </p:nvSpPr>
        <p:spPr>
          <a:xfrm>
            <a:off x="4773825" y="32311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3" name="Freeform 7492"/>
          <p:cNvSpPr/>
          <p:nvPr/>
        </p:nvSpPr>
        <p:spPr>
          <a:xfrm>
            <a:off x="4576572" y="3257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4" name="Freeform 7493"/>
          <p:cNvSpPr/>
          <p:nvPr/>
        </p:nvSpPr>
        <p:spPr>
          <a:xfrm>
            <a:off x="4704435" y="30264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5" name="Freeform 7494"/>
          <p:cNvSpPr/>
          <p:nvPr/>
        </p:nvSpPr>
        <p:spPr>
          <a:xfrm>
            <a:off x="4635195" y="28684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6" name="Freeform 7495"/>
          <p:cNvSpPr/>
          <p:nvPr/>
        </p:nvSpPr>
        <p:spPr>
          <a:xfrm>
            <a:off x="4767765" y="30662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7" name="Freeform 7496"/>
          <p:cNvSpPr/>
          <p:nvPr/>
        </p:nvSpPr>
        <p:spPr>
          <a:xfrm>
            <a:off x="4643530" y="25948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8" name="Freeform 7497"/>
          <p:cNvSpPr/>
          <p:nvPr/>
        </p:nvSpPr>
        <p:spPr>
          <a:xfrm>
            <a:off x="4585428" y="33189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9" name="Freeform 7498"/>
          <p:cNvSpPr/>
          <p:nvPr/>
        </p:nvSpPr>
        <p:spPr>
          <a:xfrm>
            <a:off x="4719249" y="29587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0" name="Freeform 7499"/>
          <p:cNvSpPr/>
          <p:nvPr/>
        </p:nvSpPr>
        <p:spPr>
          <a:xfrm>
            <a:off x="4552095" y="28314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1" name="Freeform 7500"/>
          <p:cNvSpPr/>
          <p:nvPr/>
        </p:nvSpPr>
        <p:spPr>
          <a:xfrm>
            <a:off x="4576183" y="31626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2" name="Freeform 7501"/>
          <p:cNvSpPr/>
          <p:nvPr/>
        </p:nvSpPr>
        <p:spPr>
          <a:xfrm>
            <a:off x="4751572" y="26769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3" name="Freeform 7502"/>
          <p:cNvSpPr/>
          <p:nvPr/>
        </p:nvSpPr>
        <p:spPr>
          <a:xfrm>
            <a:off x="4483495" y="29475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4" name="Freeform 7503"/>
          <p:cNvSpPr/>
          <p:nvPr/>
        </p:nvSpPr>
        <p:spPr>
          <a:xfrm>
            <a:off x="4750842" y="26968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5" name="Freeform 7504"/>
          <p:cNvSpPr/>
          <p:nvPr/>
        </p:nvSpPr>
        <p:spPr>
          <a:xfrm>
            <a:off x="4633094" y="29298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6" name="Freeform 7505"/>
          <p:cNvSpPr/>
          <p:nvPr/>
        </p:nvSpPr>
        <p:spPr>
          <a:xfrm>
            <a:off x="4580934" y="28584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7" name="Freeform 7506"/>
          <p:cNvSpPr/>
          <p:nvPr/>
        </p:nvSpPr>
        <p:spPr>
          <a:xfrm>
            <a:off x="4698745" y="32536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8" name="Freeform 7507"/>
          <p:cNvSpPr/>
          <p:nvPr/>
        </p:nvSpPr>
        <p:spPr>
          <a:xfrm>
            <a:off x="4738173" y="32529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9" name="Freeform 7508"/>
          <p:cNvSpPr/>
          <p:nvPr/>
        </p:nvSpPr>
        <p:spPr>
          <a:xfrm>
            <a:off x="4614838" y="25262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0" name="Freeform 7509"/>
          <p:cNvSpPr/>
          <p:nvPr/>
        </p:nvSpPr>
        <p:spPr>
          <a:xfrm>
            <a:off x="4656353" y="27569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1" name="Freeform 7510"/>
          <p:cNvSpPr/>
          <p:nvPr/>
        </p:nvSpPr>
        <p:spPr>
          <a:xfrm>
            <a:off x="4755482" y="34066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2" name="Freeform 7511"/>
          <p:cNvSpPr/>
          <p:nvPr/>
        </p:nvSpPr>
        <p:spPr>
          <a:xfrm>
            <a:off x="4750758" y="29350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3" name="Freeform 7512"/>
          <p:cNvSpPr/>
          <p:nvPr/>
        </p:nvSpPr>
        <p:spPr>
          <a:xfrm>
            <a:off x="4669310" y="39357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4" name="Freeform 7513"/>
          <p:cNvSpPr/>
          <p:nvPr/>
        </p:nvSpPr>
        <p:spPr>
          <a:xfrm>
            <a:off x="4596528" y="32307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5" name="Freeform 7514"/>
          <p:cNvSpPr/>
          <p:nvPr/>
        </p:nvSpPr>
        <p:spPr>
          <a:xfrm>
            <a:off x="4578802" y="26293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6" name="Freeform 7515"/>
          <p:cNvSpPr/>
          <p:nvPr/>
        </p:nvSpPr>
        <p:spPr>
          <a:xfrm>
            <a:off x="4614378" y="30548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7" name="Freeform 7516"/>
          <p:cNvSpPr/>
          <p:nvPr/>
        </p:nvSpPr>
        <p:spPr>
          <a:xfrm>
            <a:off x="4743645" y="29596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8" name="Freeform 7517"/>
          <p:cNvSpPr/>
          <p:nvPr/>
        </p:nvSpPr>
        <p:spPr>
          <a:xfrm>
            <a:off x="4733394" y="41875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9" name="Freeform 7518"/>
          <p:cNvSpPr/>
          <p:nvPr/>
        </p:nvSpPr>
        <p:spPr>
          <a:xfrm>
            <a:off x="4705797" y="31595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0" name="Freeform 7519"/>
          <p:cNvSpPr/>
          <p:nvPr/>
        </p:nvSpPr>
        <p:spPr>
          <a:xfrm>
            <a:off x="4815990" y="28733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1" name="Freeform 7520"/>
          <p:cNvSpPr/>
          <p:nvPr/>
        </p:nvSpPr>
        <p:spPr>
          <a:xfrm>
            <a:off x="4644851" y="28235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2" name="Freeform 7521"/>
          <p:cNvSpPr/>
          <p:nvPr/>
        </p:nvSpPr>
        <p:spPr>
          <a:xfrm>
            <a:off x="4636860" y="26288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3" name="Freeform 7522"/>
          <p:cNvSpPr/>
          <p:nvPr/>
        </p:nvSpPr>
        <p:spPr>
          <a:xfrm>
            <a:off x="4636415" y="30882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4" name="Freeform 7523"/>
          <p:cNvSpPr/>
          <p:nvPr/>
        </p:nvSpPr>
        <p:spPr>
          <a:xfrm>
            <a:off x="4868763" y="30707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5" name="Freeform 7524"/>
          <p:cNvSpPr/>
          <p:nvPr/>
        </p:nvSpPr>
        <p:spPr>
          <a:xfrm>
            <a:off x="4467505" y="35277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6" name="Freeform 7525"/>
          <p:cNvSpPr/>
          <p:nvPr/>
        </p:nvSpPr>
        <p:spPr>
          <a:xfrm>
            <a:off x="4705021" y="30859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7" name="Freeform 7526"/>
          <p:cNvSpPr/>
          <p:nvPr/>
        </p:nvSpPr>
        <p:spPr>
          <a:xfrm>
            <a:off x="4720831" y="35000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8" name="Freeform 7527"/>
          <p:cNvSpPr/>
          <p:nvPr/>
        </p:nvSpPr>
        <p:spPr>
          <a:xfrm>
            <a:off x="4682085" y="3729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9" name="Freeform 7528"/>
          <p:cNvSpPr/>
          <p:nvPr/>
        </p:nvSpPr>
        <p:spPr>
          <a:xfrm>
            <a:off x="4911895" y="34309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0" name="Freeform 7529"/>
          <p:cNvSpPr/>
          <p:nvPr/>
        </p:nvSpPr>
        <p:spPr>
          <a:xfrm>
            <a:off x="4794352" y="24148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1" name="Freeform 7530"/>
          <p:cNvSpPr/>
          <p:nvPr/>
        </p:nvSpPr>
        <p:spPr>
          <a:xfrm>
            <a:off x="4753995" y="31118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2" name="Freeform 7531"/>
          <p:cNvSpPr/>
          <p:nvPr/>
        </p:nvSpPr>
        <p:spPr>
          <a:xfrm>
            <a:off x="4585462" y="29197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3" name="Freeform 7532"/>
          <p:cNvSpPr/>
          <p:nvPr/>
        </p:nvSpPr>
        <p:spPr>
          <a:xfrm>
            <a:off x="4726570" y="32070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4" name="Freeform 7533"/>
          <p:cNvSpPr/>
          <p:nvPr/>
        </p:nvSpPr>
        <p:spPr>
          <a:xfrm>
            <a:off x="4638816" y="37073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5" name="Freeform 7534"/>
          <p:cNvSpPr/>
          <p:nvPr/>
        </p:nvSpPr>
        <p:spPr>
          <a:xfrm>
            <a:off x="4680924" y="26391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6" name="Freeform 7535"/>
          <p:cNvSpPr/>
          <p:nvPr/>
        </p:nvSpPr>
        <p:spPr>
          <a:xfrm>
            <a:off x="4696803" y="38568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7" name="Freeform 7536"/>
          <p:cNvSpPr/>
          <p:nvPr/>
        </p:nvSpPr>
        <p:spPr>
          <a:xfrm>
            <a:off x="4627998" y="32232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8" name="Freeform 7537"/>
          <p:cNvSpPr/>
          <p:nvPr/>
        </p:nvSpPr>
        <p:spPr>
          <a:xfrm>
            <a:off x="4740536" y="30272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9" name="Freeform 7538"/>
          <p:cNvSpPr/>
          <p:nvPr/>
        </p:nvSpPr>
        <p:spPr>
          <a:xfrm>
            <a:off x="4841246" y="29155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0" name="Freeform 7539"/>
          <p:cNvSpPr/>
          <p:nvPr/>
        </p:nvSpPr>
        <p:spPr>
          <a:xfrm>
            <a:off x="4781387" y="32904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1" name="Freeform 7540"/>
          <p:cNvSpPr/>
          <p:nvPr/>
        </p:nvSpPr>
        <p:spPr>
          <a:xfrm>
            <a:off x="4698803" y="37258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2" name="Freeform 7541"/>
          <p:cNvSpPr/>
          <p:nvPr/>
        </p:nvSpPr>
        <p:spPr>
          <a:xfrm>
            <a:off x="4482245" y="33196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3" name="Freeform 7542"/>
          <p:cNvSpPr/>
          <p:nvPr/>
        </p:nvSpPr>
        <p:spPr>
          <a:xfrm>
            <a:off x="4786713" y="32991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4" name="Freeform 7543"/>
          <p:cNvSpPr/>
          <p:nvPr/>
        </p:nvSpPr>
        <p:spPr>
          <a:xfrm>
            <a:off x="4785867" y="33087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5" name="Freeform 7544"/>
          <p:cNvSpPr/>
          <p:nvPr/>
        </p:nvSpPr>
        <p:spPr>
          <a:xfrm>
            <a:off x="4657859" y="26258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6" name="Freeform 7545"/>
          <p:cNvSpPr/>
          <p:nvPr/>
        </p:nvSpPr>
        <p:spPr>
          <a:xfrm>
            <a:off x="4629300" y="3481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7" name="Freeform 7546"/>
          <p:cNvSpPr/>
          <p:nvPr/>
        </p:nvSpPr>
        <p:spPr>
          <a:xfrm>
            <a:off x="4743836" y="2887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8" name="Freeform 7547"/>
          <p:cNvSpPr/>
          <p:nvPr/>
        </p:nvSpPr>
        <p:spPr>
          <a:xfrm>
            <a:off x="4596041" y="29438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9" name="Freeform 7548"/>
          <p:cNvSpPr/>
          <p:nvPr/>
        </p:nvSpPr>
        <p:spPr>
          <a:xfrm>
            <a:off x="4757864" y="26296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0" name="Freeform 7549"/>
          <p:cNvSpPr/>
          <p:nvPr/>
        </p:nvSpPr>
        <p:spPr>
          <a:xfrm>
            <a:off x="4568980" y="30580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1" name="Freeform 7550"/>
          <p:cNvSpPr/>
          <p:nvPr/>
        </p:nvSpPr>
        <p:spPr>
          <a:xfrm>
            <a:off x="4585084" y="26959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2" name="Freeform 7551"/>
          <p:cNvSpPr/>
          <p:nvPr/>
        </p:nvSpPr>
        <p:spPr>
          <a:xfrm>
            <a:off x="4679490" y="30733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3" name="Freeform 7552"/>
          <p:cNvSpPr/>
          <p:nvPr/>
        </p:nvSpPr>
        <p:spPr>
          <a:xfrm>
            <a:off x="4531316" y="28356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4" name="Freeform 7553"/>
          <p:cNvSpPr/>
          <p:nvPr/>
        </p:nvSpPr>
        <p:spPr>
          <a:xfrm>
            <a:off x="4678185" y="35946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5" name="Freeform 7554"/>
          <p:cNvSpPr/>
          <p:nvPr/>
        </p:nvSpPr>
        <p:spPr>
          <a:xfrm>
            <a:off x="4731592" y="40394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6" name="Freeform 7555"/>
          <p:cNvSpPr/>
          <p:nvPr/>
        </p:nvSpPr>
        <p:spPr>
          <a:xfrm>
            <a:off x="4545726" y="28579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7" name="Freeform 7556"/>
          <p:cNvSpPr/>
          <p:nvPr/>
        </p:nvSpPr>
        <p:spPr>
          <a:xfrm>
            <a:off x="4771321" y="28369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8" name="Freeform 7557"/>
          <p:cNvSpPr/>
          <p:nvPr/>
        </p:nvSpPr>
        <p:spPr>
          <a:xfrm>
            <a:off x="4621734" y="28195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9" name="Freeform 7558"/>
          <p:cNvSpPr/>
          <p:nvPr/>
        </p:nvSpPr>
        <p:spPr>
          <a:xfrm>
            <a:off x="4733440" y="32115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0" name="Freeform 7559"/>
          <p:cNvSpPr/>
          <p:nvPr/>
        </p:nvSpPr>
        <p:spPr>
          <a:xfrm>
            <a:off x="4699788" y="24222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1" name="Freeform 7560"/>
          <p:cNvSpPr/>
          <p:nvPr/>
        </p:nvSpPr>
        <p:spPr>
          <a:xfrm>
            <a:off x="4632481" y="31860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2" name="Freeform 7561"/>
          <p:cNvSpPr/>
          <p:nvPr/>
        </p:nvSpPr>
        <p:spPr>
          <a:xfrm>
            <a:off x="4625786" y="28409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3" name="Freeform 7562"/>
          <p:cNvSpPr/>
          <p:nvPr/>
        </p:nvSpPr>
        <p:spPr>
          <a:xfrm>
            <a:off x="4506892" y="27729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4" name="Freeform 7563"/>
          <p:cNvSpPr/>
          <p:nvPr/>
        </p:nvSpPr>
        <p:spPr>
          <a:xfrm>
            <a:off x="4608491" y="23325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5" name="Freeform 7564"/>
          <p:cNvSpPr/>
          <p:nvPr/>
        </p:nvSpPr>
        <p:spPr>
          <a:xfrm>
            <a:off x="4601046" y="31300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6" name="Freeform 7565"/>
          <p:cNvSpPr/>
          <p:nvPr/>
        </p:nvSpPr>
        <p:spPr>
          <a:xfrm>
            <a:off x="4843624" y="32617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7" name="Freeform 7566"/>
          <p:cNvSpPr/>
          <p:nvPr/>
        </p:nvSpPr>
        <p:spPr>
          <a:xfrm>
            <a:off x="4780860" y="35927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8" name="Freeform 7567"/>
          <p:cNvSpPr/>
          <p:nvPr/>
        </p:nvSpPr>
        <p:spPr>
          <a:xfrm>
            <a:off x="4541000" y="23977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9" name="Freeform 7568"/>
          <p:cNvSpPr/>
          <p:nvPr/>
        </p:nvSpPr>
        <p:spPr>
          <a:xfrm>
            <a:off x="4759103" y="28407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0" name="Freeform 7569"/>
          <p:cNvSpPr/>
          <p:nvPr/>
        </p:nvSpPr>
        <p:spPr>
          <a:xfrm>
            <a:off x="4701003" y="28283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1" name="Freeform 7570"/>
          <p:cNvSpPr/>
          <p:nvPr/>
        </p:nvSpPr>
        <p:spPr>
          <a:xfrm>
            <a:off x="4640535" y="17849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2" name="Freeform 7571"/>
          <p:cNvSpPr/>
          <p:nvPr/>
        </p:nvSpPr>
        <p:spPr>
          <a:xfrm>
            <a:off x="4725142" y="28785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3" name="Freeform 7572"/>
          <p:cNvSpPr/>
          <p:nvPr/>
        </p:nvSpPr>
        <p:spPr>
          <a:xfrm>
            <a:off x="4758204" y="35160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4" name="Freeform 7573"/>
          <p:cNvSpPr/>
          <p:nvPr/>
        </p:nvSpPr>
        <p:spPr>
          <a:xfrm>
            <a:off x="4621658" y="30826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5" name="Freeform 7574"/>
          <p:cNvSpPr/>
          <p:nvPr/>
        </p:nvSpPr>
        <p:spPr>
          <a:xfrm>
            <a:off x="4651272" y="33877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6" name="Freeform 7575"/>
          <p:cNvSpPr/>
          <p:nvPr/>
        </p:nvSpPr>
        <p:spPr>
          <a:xfrm>
            <a:off x="4695501" y="31609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7" name="Freeform 7576"/>
          <p:cNvSpPr/>
          <p:nvPr/>
        </p:nvSpPr>
        <p:spPr>
          <a:xfrm>
            <a:off x="4580103" y="31635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8" name="Freeform 7577"/>
          <p:cNvSpPr/>
          <p:nvPr/>
        </p:nvSpPr>
        <p:spPr>
          <a:xfrm>
            <a:off x="4697446" y="32358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9" name="Freeform 7578"/>
          <p:cNvSpPr/>
          <p:nvPr/>
        </p:nvSpPr>
        <p:spPr>
          <a:xfrm>
            <a:off x="4670841" y="35516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0" name="Freeform 7579"/>
          <p:cNvSpPr/>
          <p:nvPr/>
        </p:nvSpPr>
        <p:spPr>
          <a:xfrm>
            <a:off x="4610795" y="23820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1" name="Freeform 7580"/>
          <p:cNvSpPr/>
          <p:nvPr/>
        </p:nvSpPr>
        <p:spPr>
          <a:xfrm>
            <a:off x="4594636" y="2888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2" name="Freeform 7581"/>
          <p:cNvSpPr/>
          <p:nvPr/>
        </p:nvSpPr>
        <p:spPr>
          <a:xfrm>
            <a:off x="4709657" y="30941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3" name="Freeform 7582"/>
          <p:cNvSpPr/>
          <p:nvPr/>
        </p:nvSpPr>
        <p:spPr>
          <a:xfrm>
            <a:off x="4766845" y="27090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4" name="Freeform 7583"/>
          <p:cNvSpPr/>
          <p:nvPr/>
        </p:nvSpPr>
        <p:spPr>
          <a:xfrm>
            <a:off x="4712236" y="282132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5" name="Freeform 7584"/>
          <p:cNvSpPr/>
          <p:nvPr/>
        </p:nvSpPr>
        <p:spPr>
          <a:xfrm>
            <a:off x="4593380" y="28978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6" name="Freeform 7585"/>
          <p:cNvSpPr/>
          <p:nvPr/>
        </p:nvSpPr>
        <p:spPr>
          <a:xfrm>
            <a:off x="4754173" y="27375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7" name="Freeform 7586"/>
          <p:cNvSpPr/>
          <p:nvPr/>
        </p:nvSpPr>
        <p:spPr>
          <a:xfrm>
            <a:off x="4696195" y="29534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8" name="Freeform 7587"/>
          <p:cNvSpPr/>
          <p:nvPr/>
        </p:nvSpPr>
        <p:spPr>
          <a:xfrm>
            <a:off x="4738500" y="27433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9" name="Freeform 7588"/>
          <p:cNvSpPr/>
          <p:nvPr/>
        </p:nvSpPr>
        <p:spPr>
          <a:xfrm>
            <a:off x="4795755" y="27108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0" name="Freeform 7589"/>
          <p:cNvSpPr/>
          <p:nvPr/>
        </p:nvSpPr>
        <p:spPr>
          <a:xfrm>
            <a:off x="4588737" y="294212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1" name="Freeform 7590"/>
          <p:cNvSpPr/>
          <p:nvPr/>
        </p:nvSpPr>
        <p:spPr>
          <a:xfrm>
            <a:off x="4665201" y="30922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2" name="Freeform 7591"/>
          <p:cNvSpPr/>
          <p:nvPr/>
        </p:nvSpPr>
        <p:spPr>
          <a:xfrm>
            <a:off x="4619373" y="24063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3" name="Freeform 7592"/>
          <p:cNvSpPr/>
          <p:nvPr/>
        </p:nvSpPr>
        <p:spPr>
          <a:xfrm>
            <a:off x="4591683" y="31930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4" name="Freeform 7593"/>
          <p:cNvSpPr/>
          <p:nvPr/>
        </p:nvSpPr>
        <p:spPr>
          <a:xfrm>
            <a:off x="4879915" y="28525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5" name="Freeform 7594"/>
          <p:cNvSpPr/>
          <p:nvPr/>
        </p:nvSpPr>
        <p:spPr>
          <a:xfrm>
            <a:off x="4773257" y="284372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6" name="Freeform 7595"/>
          <p:cNvSpPr/>
          <p:nvPr/>
        </p:nvSpPr>
        <p:spPr>
          <a:xfrm>
            <a:off x="4502416" y="32446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7" name="Freeform 7596"/>
          <p:cNvSpPr/>
          <p:nvPr/>
        </p:nvSpPr>
        <p:spPr>
          <a:xfrm>
            <a:off x="4721953" y="33223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8" name="Freeform 7597"/>
          <p:cNvSpPr/>
          <p:nvPr/>
        </p:nvSpPr>
        <p:spPr>
          <a:xfrm>
            <a:off x="4623653" y="31444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9" name="Freeform 7598"/>
          <p:cNvSpPr/>
          <p:nvPr/>
        </p:nvSpPr>
        <p:spPr>
          <a:xfrm>
            <a:off x="4794200" y="31986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0" name="Freeform 7599"/>
          <p:cNvSpPr/>
          <p:nvPr/>
        </p:nvSpPr>
        <p:spPr>
          <a:xfrm>
            <a:off x="4687693" y="357709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1" name="Freeform 7600"/>
          <p:cNvSpPr/>
          <p:nvPr/>
        </p:nvSpPr>
        <p:spPr>
          <a:xfrm>
            <a:off x="4661886" y="32610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2" name="Freeform 7601"/>
          <p:cNvSpPr/>
          <p:nvPr/>
        </p:nvSpPr>
        <p:spPr>
          <a:xfrm>
            <a:off x="4693612" y="29015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3" name="Freeform 7602"/>
          <p:cNvSpPr/>
          <p:nvPr/>
        </p:nvSpPr>
        <p:spPr>
          <a:xfrm>
            <a:off x="4717754" y="250993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4" name="Freeform 7603"/>
          <p:cNvSpPr/>
          <p:nvPr/>
        </p:nvSpPr>
        <p:spPr>
          <a:xfrm>
            <a:off x="4682377" y="27886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5" name="Freeform 7604"/>
          <p:cNvSpPr/>
          <p:nvPr/>
        </p:nvSpPr>
        <p:spPr>
          <a:xfrm>
            <a:off x="4657410" y="40242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6" name="Freeform 7605"/>
          <p:cNvSpPr/>
          <p:nvPr/>
        </p:nvSpPr>
        <p:spPr>
          <a:xfrm>
            <a:off x="4665580" y="27546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7" name="Freeform 7606"/>
          <p:cNvSpPr/>
          <p:nvPr/>
        </p:nvSpPr>
        <p:spPr>
          <a:xfrm>
            <a:off x="4730524" y="32245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8" name="Freeform 7607"/>
          <p:cNvSpPr/>
          <p:nvPr/>
        </p:nvSpPr>
        <p:spPr>
          <a:xfrm>
            <a:off x="4566529" y="28283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9" name="Freeform 7608"/>
          <p:cNvSpPr/>
          <p:nvPr/>
        </p:nvSpPr>
        <p:spPr>
          <a:xfrm>
            <a:off x="4679221" y="30114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0" name="Freeform 7609"/>
          <p:cNvSpPr/>
          <p:nvPr/>
        </p:nvSpPr>
        <p:spPr>
          <a:xfrm>
            <a:off x="4667425" y="30813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1" name="Freeform 7610"/>
          <p:cNvSpPr/>
          <p:nvPr/>
        </p:nvSpPr>
        <p:spPr>
          <a:xfrm>
            <a:off x="4630837" y="30459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2" name="Freeform 7611"/>
          <p:cNvSpPr/>
          <p:nvPr/>
        </p:nvSpPr>
        <p:spPr>
          <a:xfrm>
            <a:off x="4753068" y="30146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3" name="Freeform 7612"/>
          <p:cNvSpPr/>
          <p:nvPr/>
        </p:nvSpPr>
        <p:spPr>
          <a:xfrm>
            <a:off x="4550442" y="24791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4" name="Freeform 7613"/>
          <p:cNvSpPr/>
          <p:nvPr/>
        </p:nvSpPr>
        <p:spPr>
          <a:xfrm>
            <a:off x="4642919" y="30135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5" name="Freeform 7614"/>
          <p:cNvSpPr/>
          <p:nvPr/>
        </p:nvSpPr>
        <p:spPr>
          <a:xfrm>
            <a:off x="4594264" y="25806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6" name="Freeform 7615"/>
          <p:cNvSpPr/>
          <p:nvPr/>
        </p:nvSpPr>
        <p:spPr>
          <a:xfrm>
            <a:off x="4733948" y="26376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7" name="Freeform 7616"/>
          <p:cNvSpPr/>
          <p:nvPr/>
        </p:nvSpPr>
        <p:spPr>
          <a:xfrm>
            <a:off x="4632689" y="27445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8" name="Freeform 7617"/>
          <p:cNvSpPr/>
          <p:nvPr/>
        </p:nvSpPr>
        <p:spPr>
          <a:xfrm>
            <a:off x="4684350" y="37057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9" name="Freeform 7618"/>
          <p:cNvSpPr/>
          <p:nvPr/>
        </p:nvSpPr>
        <p:spPr>
          <a:xfrm>
            <a:off x="4717939" y="25684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0" name="Freeform 7619"/>
          <p:cNvSpPr/>
          <p:nvPr/>
        </p:nvSpPr>
        <p:spPr>
          <a:xfrm>
            <a:off x="4519853" y="31852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1" name="Freeform 7620"/>
          <p:cNvSpPr/>
          <p:nvPr/>
        </p:nvSpPr>
        <p:spPr>
          <a:xfrm>
            <a:off x="4724668" y="27254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2" name="Freeform 7621"/>
          <p:cNvSpPr/>
          <p:nvPr/>
        </p:nvSpPr>
        <p:spPr>
          <a:xfrm>
            <a:off x="4604734" y="33868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3" name="Freeform 7622"/>
          <p:cNvSpPr/>
          <p:nvPr/>
        </p:nvSpPr>
        <p:spPr>
          <a:xfrm>
            <a:off x="4654050" y="347012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4" name="Freeform 7623"/>
          <p:cNvSpPr/>
          <p:nvPr/>
        </p:nvSpPr>
        <p:spPr>
          <a:xfrm>
            <a:off x="4668252" y="22316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5" name="Freeform 7624"/>
          <p:cNvSpPr/>
          <p:nvPr/>
        </p:nvSpPr>
        <p:spPr>
          <a:xfrm>
            <a:off x="4760305" y="33807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6" name="Freeform 7625"/>
          <p:cNvSpPr/>
          <p:nvPr/>
        </p:nvSpPr>
        <p:spPr>
          <a:xfrm>
            <a:off x="4753265" y="25568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7" name="Freeform 7626"/>
          <p:cNvSpPr/>
          <p:nvPr/>
        </p:nvSpPr>
        <p:spPr>
          <a:xfrm>
            <a:off x="4855947" y="29594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8" name="Freeform 7627"/>
          <p:cNvSpPr/>
          <p:nvPr/>
        </p:nvSpPr>
        <p:spPr>
          <a:xfrm>
            <a:off x="4697197" y="31704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9" name="Freeform 7628"/>
          <p:cNvSpPr/>
          <p:nvPr/>
        </p:nvSpPr>
        <p:spPr>
          <a:xfrm>
            <a:off x="4631903" y="30234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0" name="Freeform 7629"/>
          <p:cNvSpPr/>
          <p:nvPr/>
        </p:nvSpPr>
        <p:spPr>
          <a:xfrm>
            <a:off x="4629301" y="35155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1" name="Freeform 7630"/>
          <p:cNvSpPr/>
          <p:nvPr/>
        </p:nvSpPr>
        <p:spPr>
          <a:xfrm>
            <a:off x="4744840" y="30112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2" name="Freeform 7631"/>
          <p:cNvSpPr/>
          <p:nvPr/>
        </p:nvSpPr>
        <p:spPr>
          <a:xfrm>
            <a:off x="4839670" y="34300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3" name="Freeform 7632"/>
          <p:cNvSpPr/>
          <p:nvPr/>
        </p:nvSpPr>
        <p:spPr>
          <a:xfrm>
            <a:off x="4713603" y="31607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4" name="Freeform 7633"/>
          <p:cNvSpPr/>
          <p:nvPr/>
        </p:nvSpPr>
        <p:spPr>
          <a:xfrm>
            <a:off x="4621956" y="26433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5" name="Freeform 7634"/>
          <p:cNvSpPr/>
          <p:nvPr/>
        </p:nvSpPr>
        <p:spPr>
          <a:xfrm>
            <a:off x="4706972" y="29062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6" name="Freeform 7635"/>
          <p:cNvSpPr/>
          <p:nvPr/>
        </p:nvSpPr>
        <p:spPr>
          <a:xfrm>
            <a:off x="4705112" y="35865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7" name="Freeform 7636"/>
          <p:cNvSpPr/>
          <p:nvPr/>
        </p:nvSpPr>
        <p:spPr>
          <a:xfrm>
            <a:off x="4682819" y="26722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8" name="Freeform 7637"/>
          <p:cNvSpPr/>
          <p:nvPr/>
        </p:nvSpPr>
        <p:spPr>
          <a:xfrm>
            <a:off x="4605346" y="30086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9" name="Freeform 7638"/>
          <p:cNvSpPr/>
          <p:nvPr/>
        </p:nvSpPr>
        <p:spPr>
          <a:xfrm>
            <a:off x="4425971" y="32182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0" name="Freeform 7639"/>
          <p:cNvSpPr/>
          <p:nvPr/>
        </p:nvSpPr>
        <p:spPr>
          <a:xfrm>
            <a:off x="4625940" y="27133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1" name="Freeform 7640"/>
          <p:cNvSpPr/>
          <p:nvPr/>
        </p:nvSpPr>
        <p:spPr>
          <a:xfrm>
            <a:off x="4784751" y="30713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2" name="Freeform 7641"/>
          <p:cNvSpPr/>
          <p:nvPr/>
        </p:nvSpPr>
        <p:spPr>
          <a:xfrm>
            <a:off x="4700799" y="34625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3" name="Freeform 7642"/>
          <p:cNvSpPr/>
          <p:nvPr/>
        </p:nvSpPr>
        <p:spPr>
          <a:xfrm>
            <a:off x="4458930" y="22819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4" name="Freeform 7643"/>
          <p:cNvSpPr/>
          <p:nvPr/>
        </p:nvSpPr>
        <p:spPr>
          <a:xfrm>
            <a:off x="4680069" y="30126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5" name="Freeform 7644"/>
          <p:cNvSpPr/>
          <p:nvPr/>
        </p:nvSpPr>
        <p:spPr>
          <a:xfrm>
            <a:off x="4495030" y="30377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6" name="Freeform 7645"/>
          <p:cNvSpPr/>
          <p:nvPr/>
        </p:nvSpPr>
        <p:spPr>
          <a:xfrm>
            <a:off x="4878348" y="31645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7" name="Freeform 7646"/>
          <p:cNvSpPr/>
          <p:nvPr/>
        </p:nvSpPr>
        <p:spPr>
          <a:xfrm>
            <a:off x="4698598" y="25436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8" name="Freeform 7647"/>
          <p:cNvSpPr/>
          <p:nvPr/>
        </p:nvSpPr>
        <p:spPr>
          <a:xfrm>
            <a:off x="4559356" y="32114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9" name="Freeform 7648"/>
          <p:cNvSpPr/>
          <p:nvPr/>
        </p:nvSpPr>
        <p:spPr>
          <a:xfrm>
            <a:off x="4759280" y="36111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0" name="Freeform 7649"/>
          <p:cNvSpPr/>
          <p:nvPr/>
        </p:nvSpPr>
        <p:spPr>
          <a:xfrm>
            <a:off x="4601413" y="32717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1" name="Freeform 7650"/>
          <p:cNvSpPr/>
          <p:nvPr/>
        </p:nvSpPr>
        <p:spPr>
          <a:xfrm>
            <a:off x="4735669" y="2486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2" name="Freeform 7651"/>
          <p:cNvSpPr/>
          <p:nvPr/>
        </p:nvSpPr>
        <p:spPr>
          <a:xfrm>
            <a:off x="4681735" y="26798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3" name="Freeform 7652"/>
          <p:cNvSpPr/>
          <p:nvPr/>
        </p:nvSpPr>
        <p:spPr>
          <a:xfrm>
            <a:off x="4561698" y="31057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4" name="Freeform 7653"/>
          <p:cNvSpPr/>
          <p:nvPr/>
        </p:nvSpPr>
        <p:spPr>
          <a:xfrm>
            <a:off x="4746006" y="24678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5" name="Freeform 7654"/>
          <p:cNvSpPr/>
          <p:nvPr/>
        </p:nvSpPr>
        <p:spPr>
          <a:xfrm>
            <a:off x="4545772" y="27128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6" name="Freeform 7655"/>
          <p:cNvSpPr/>
          <p:nvPr/>
        </p:nvSpPr>
        <p:spPr>
          <a:xfrm>
            <a:off x="4813487" y="31103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7" name="Freeform 7656"/>
          <p:cNvSpPr/>
          <p:nvPr/>
        </p:nvSpPr>
        <p:spPr>
          <a:xfrm>
            <a:off x="4685617" y="30708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8" name="Freeform 7657"/>
          <p:cNvSpPr/>
          <p:nvPr/>
        </p:nvSpPr>
        <p:spPr>
          <a:xfrm>
            <a:off x="4576786" y="28768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9" name="Freeform 7658"/>
          <p:cNvSpPr/>
          <p:nvPr/>
        </p:nvSpPr>
        <p:spPr>
          <a:xfrm>
            <a:off x="4498462" y="33317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0" name="Freeform 7659"/>
          <p:cNvSpPr/>
          <p:nvPr/>
        </p:nvSpPr>
        <p:spPr>
          <a:xfrm>
            <a:off x="4841027" y="30041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1" name="Freeform 7660"/>
          <p:cNvSpPr/>
          <p:nvPr/>
        </p:nvSpPr>
        <p:spPr>
          <a:xfrm>
            <a:off x="4824560" y="28850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2" name="Freeform 7661"/>
          <p:cNvSpPr/>
          <p:nvPr/>
        </p:nvSpPr>
        <p:spPr>
          <a:xfrm>
            <a:off x="4553992" y="36667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3" name="Freeform 7662"/>
          <p:cNvSpPr/>
          <p:nvPr/>
        </p:nvSpPr>
        <p:spPr>
          <a:xfrm>
            <a:off x="4844048" y="30800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4" name="Freeform 7663"/>
          <p:cNvSpPr/>
          <p:nvPr/>
        </p:nvSpPr>
        <p:spPr>
          <a:xfrm>
            <a:off x="4696269" y="31245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5" name="Freeform 7664"/>
          <p:cNvSpPr/>
          <p:nvPr/>
        </p:nvSpPr>
        <p:spPr>
          <a:xfrm>
            <a:off x="4657468" y="26031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6" name="Freeform 7665"/>
          <p:cNvSpPr/>
          <p:nvPr/>
        </p:nvSpPr>
        <p:spPr>
          <a:xfrm>
            <a:off x="4670885" y="37284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7" name="Freeform 7666"/>
          <p:cNvSpPr/>
          <p:nvPr/>
        </p:nvSpPr>
        <p:spPr>
          <a:xfrm>
            <a:off x="4652747" y="31553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8" name="Freeform 7667"/>
          <p:cNvSpPr/>
          <p:nvPr/>
        </p:nvSpPr>
        <p:spPr>
          <a:xfrm>
            <a:off x="4822535" y="31945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9" name="Freeform 7668"/>
          <p:cNvSpPr/>
          <p:nvPr/>
        </p:nvSpPr>
        <p:spPr>
          <a:xfrm>
            <a:off x="4694573" y="26297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0" name="Freeform 7669"/>
          <p:cNvSpPr/>
          <p:nvPr/>
        </p:nvSpPr>
        <p:spPr>
          <a:xfrm>
            <a:off x="4495506" y="30229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1" name="Freeform 7670"/>
          <p:cNvSpPr/>
          <p:nvPr/>
        </p:nvSpPr>
        <p:spPr>
          <a:xfrm>
            <a:off x="4888680" y="23022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2" name="Freeform 7671"/>
          <p:cNvSpPr/>
          <p:nvPr/>
        </p:nvSpPr>
        <p:spPr>
          <a:xfrm>
            <a:off x="4767670" y="27464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3" name="Freeform 7672"/>
          <p:cNvSpPr/>
          <p:nvPr/>
        </p:nvSpPr>
        <p:spPr>
          <a:xfrm>
            <a:off x="4570801" y="31665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4" name="Freeform 7673"/>
          <p:cNvSpPr/>
          <p:nvPr/>
        </p:nvSpPr>
        <p:spPr>
          <a:xfrm>
            <a:off x="4643967" y="29119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5" name="Freeform 7674"/>
          <p:cNvSpPr/>
          <p:nvPr/>
        </p:nvSpPr>
        <p:spPr>
          <a:xfrm>
            <a:off x="4589214" y="31445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6" name="Freeform 7675"/>
          <p:cNvSpPr/>
          <p:nvPr/>
        </p:nvSpPr>
        <p:spPr>
          <a:xfrm>
            <a:off x="4684228" y="266920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7" name="Freeform 7676"/>
          <p:cNvSpPr/>
          <p:nvPr/>
        </p:nvSpPr>
        <p:spPr>
          <a:xfrm>
            <a:off x="4718959" y="35277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8" name="Freeform 7677"/>
          <p:cNvSpPr/>
          <p:nvPr/>
        </p:nvSpPr>
        <p:spPr>
          <a:xfrm>
            <a:off x="4703364" y="33285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9" name="Freeform 7678"/>
          <p:cNvSpPr/>
          <p:nvPr/>
        </p:nvSpPr>
        <p:spPr>
          <a:xfrm>
            <a:off x="4619800" y="28273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0" name="Freeform 7679"/>
          <p:cNvSpPr/>
          <p:nvPr/>
        </p:nvSpPr>
        <p:spPr>
          <a:xfrm>
            <a:off x="4599625" y="25256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1" name="Freeform 7680"/>
          <p:cNvSpPr/>
          <p:nvPr/>
        </p:nvSpPr>
        <p:spPr>
          <a:xfrm>
            <a:off x="4764189" y="386849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2" name="Freeform 7681"/>
          <p:cNvSpPr/>
          <p:nvPr/>
        </p:nvSpPr>
        <p:spPr>
          <a:xfrm>
            <a:off x="4669528" y="24674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3" name="Freeform 7682"/>
          <p:cNvSpPr/>
          <p:nvPr/>
        </p:nvSpPr>
        <p:spPr>
          <a:xfrm>
            <a:off x="4904412" y="30607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4" name="Freeform 7683"/>
          <p:cNvSpPr/>
          <p:nvPr/>
        </p:nvSpPr>
        <p:spPr>
          <a:xfrm>
            <a:off x="4598935" y="37438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5" name="Freeform 7684"/>
          <p:cNvSpPr/>
          <p:nvPr/>
        </p:nvSpPr>
        <p:spPr>
          <a:xfrm>
            <a:off x="4758342" y="41817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6" name="Freeform 7685"/>
          <p:cNvSpPr/>
          <p:nvPr/>
        </p:nvSpPr>
        <p:spPr>
          <a:xfrm>
            <a:off x="4684457" y="36050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7" name="Freeform 7686"/>
          <p:cNvSpPr/>
          <p:nvPr/>
        </p:nvSpPr>
        <p:spPr>
          <a:xfrm>
            <a:off x="4603644" y="30135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8" name="Freeform 7687"/>
          <p:cNvSpPr/>
          <p:nvPr/>
        </p:nvSpPr>
        <p:spPr>
          <a:xfrm>
            <a:off x="4815674" y="30316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9" name="Freeform 7688"/>
          <p:cNvSpPr/>
          <p:nvPr/>
        </p:nvSpPr>
        <p:spPr>
          <a:xfrm>
            <a:off x="4691915" y="27578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0" name="Freeform 7689"/>
          <p:cNvSpPr/>
          <p:nvPr/>
        </p:nvSpPr>
        <p:spPr>
          <a:xfrm>
            <a:off x="4590276" y="32211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1" name="Freeform 7690"/>
          <p:cNvSpPr/>
          <p:nvPr/>
        </p:nvSpPr>
        <p:spPr>
          <a:xfrm>
            <a:off x="4647701" y="34399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2" name="Freeform 7691"/>
          <p:cNvSpPr/>
          <p:nvPr/>
        </p:nvSpPr>
        <p:spPr>
          <a:xfrm>
            <a:off x="4781223" y="31676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3" name="Freeform 7692"/>
          <p:cNvSpPr/>
          <p:nvPr/>
        </p:nvSpPr>
        <p:spPr>
          <a:xfrm>
            <a:off x="4557189" y="299270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4" name="Freeform 7693"/>
          <p:cNvSpPr/>
          <p:nvPr/>
        </p:nvSpPr>
        <p:spPr>
          <a:xfrm>
            <a:off x="4817328" y="29154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5" name="Freeform 7694"/>
          <p:cNvSpPr/>
          <p:nvPr/>
        </p:nvSpPr>
        <p:spPr>
          <a:xfrm>
            <a:off x="4748027" y="33150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6" name="Freeform 7695"/>
          <p:cNvSpPr/>
          <p:nvPr/>
        </p:nvSpPr>
        <p:spPr>
          <a:xfrm>
            <a:off x="4651746" y="26527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7" name="Freeform 7696"/>
          <p:cNvSpPr/>
          <p:nvPr/>
        </p:nvSpPr>
        <p:spPr>
          <a:xfrm>
            <a:off x="4815161" y="32493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8" name="Freeform 7697"/>
          <p:cNvSpPr/>
          <p:nvPr/>
        </p:nvSpPr>
        <p:spPr>
          <a:xfrm>
            <a:off x="4854374" y="33465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9" name="Freeform 7698"/>
          <p:cNvSpPr/>
          <p:nvPr/>
        </p:nvSpPr>
        <p:spPr>
          <a:xfrm>
            <a:off x="4739435" y="32183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0" name="Freeform 7699"/>
          <p:cNvSpPr/>
          <p:nvPr/>
        </p:nvSpPr>
        <p:spPr>
          <a:xfrm>
            <a:off x="4696628" y="25848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1" name="Freeform 7700"/>
          <p:cNvSpPr/>
          <p:nvPr/>
        </p:nvSpPr>
        <p:spPr>
          <a:xfrm>
            <a:off x="4864252" y="30578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2" name="Freeform 7701"/>
          <p:cNvSpPr/>
          <p:nvPr/>
        </p:nvSpPr>
        <p:spPr>
          <a:xfrm>
            <a:off x="4829101" y="32779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3" name="Freeform 7702"/>
          <p:cNvSpPr/>
          <p:nvPr/>
        </p:nvSpPr>
        <p:spPr>
          <a:xfrm>
            <a:off x="4586844" y="26430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4" name="Freeform 7703"/>
          <p:cNvSpPr/>
          <p:nvPr/>
        </p:nvSpPr>
        <p:spPr>
          <a:xfrm>
            <a:off x="4658883" y="21664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5" name="Freeform 7704"/>
          <p:cNvSpPr/>
          <p:nvPr/>
        </p:nvSpPr>
        <p:spPr>
          <a:xfrm>
            <a:off x="4658034" y="29237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6" name="Freeform 7705"/>
          <p:cNvSpPr/>
          <p:nvPr/>
        </p:nvSpPr>
        <p:spPr>
          <a:xfrm>
            <a:off x="4638459" y="25225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7" name="Freeform 7706"/>
          <p:cNvSpPr/>
          <p:nvPr/>
        </p:nvSpPr>
        <p:spPr>
          <a:xfrm>
            <a:off x="4529692" y="25999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8" name="Freeform 7707"/>
          <p:cNvSpPr/>
          <p:nvPr/>
        </p:nvSpPr>
        <p:spPr>
          <a:xfrm>
            <a:off x="4769892" y="32431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9" name="Freeform 7708"/>
          <p:cNvSpPr/>
          <p:nvPr/>
        </p:nvSpPr>
        <p:spPr>
          <a:xfrm>
            <a:off x="4687957" y="29954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0" name="Freeform 7709"/>
          <p:cNvSpPr/>
          <p:nvPr/>
        </p:nvSpPr>
        <p:spPr>
          <a:xfrm>
            <a:off x="4689466" y="35083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1" name="Freeform 7710"/>
          <p:cNvSpPr/>
          <p:nvPr/>
        </p:nvSpPr>
        <p:spPr>
          <a:xfrm>
            <a:off x="4820665" y="30861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2" name="Freeform 7711"/>
          <p:cNvSpPr/>
          <p:nvPr/>
        </p:nvSpPr>
        <p:spPr>
          <a:xfrm>
            <a:off x="4622944" y="32511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3" name="Freeform 7712"/>
          <p:cNvSpPr/>
          <p:nvPr/>
        </p:nvSpPr>
        <p:spPr>
          <a:xfrm>
            <a:off x="4673867" y="31637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4" name="Freeform 7713"/>
          <p:cNvSpPr/>
          <p:nvPr/>
        </p:nvSpPr>
        <p:spPr>
          <a:xfrm>
            <a:off x="4707029" y="32996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5" name="Freeform 7714"/>
          <p:cNvSpPr/>
          <p:nvPr/>
        </p:nvSpPr>
        <p:spPr>
          <a:xfrm>
            <a:off x="4636216" y="31183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6" name="Freeform 7715"/>
          <p:cNvSpPr/>
          <p:nvPr/>
        </p:nvSpPr>
        <p:spPr>
          <a:xfrm>
            <a:off x="4668439" y="2797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7" name="Freeform 7716"/>
          <p:cNvSpPr/>
          <p:nvPr/>
        </p:nvSpPr>
        <p:spPr>
          <a:xfrm>
            <a:off x="4756434" y="30526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8" name="Freeform 7717"/>
          <p:cNvSpPr/>
          <p:nvPr/>
        </p:nvSpPr>
        <p:spPr>
          <a:xfrm>
            <a:off x="4678706" y="37362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9" name="Freeform 7718"/>
          <p:cNvSpPr/>
          <p:nvPr/>
        </p:nvSpPr>
        <p:spPr>
          <a:xfrm>
            <a:off x="4813120" y="32981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0" name="Freeform 7719"/>
          <p:cNvSpPr/>
          <p:nvPr/>
        </p:nvSpPr>
        <p:spPr>
          <a:xfrm>
            <a:off x="4604230" y="36010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1" name="Freeform 7720"/>
          <p:cNvSpPr/>
          <p:nvPr/>
        </p:nvSpPr>
        <p:spPr>
          <a:xfrm>
            <a:off x="4699821" y="29102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2" name="Freeform 7721"/>
          <p:cNvSpPr/>
          <p:nvPr/>
        </p:nvSpPr>
        <p:spPr>
          <a:xfrm>
            <a:off x="4536333" y="280869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3" name="Freeform 7722"/>
          <p:cNvSpPr/>
          <p:nvPr/>
        </p:nvSpPr>
        <p:spPr>
          <a:xfrm>
            <a:off x="4667703" y="29053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4" name="Freeform 7723"/>
          <p:cNvSpPr/>
          <p:nvPr/>
        </p:nvSpPr>
        <p:spPr>
          <a:xfrm>
            <a:off x="4609044" y="331433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5" name="Freeform 7724"/>
          <p:cNvSpPr/>
          <p:nvPr/>
        </p:nvSpPr>
        <p:spPr>
          <a:xfrm>
            <a:off x="4816374" y="29091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6" name="Freeform 7725"/>
          <p:cNvSpPr/>
          <p:nvPr/>
        </p:nvSpPr>
        <p:spPr>
          <a:xfrm>
            <a:off x="4754351" y="31900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7" name="Freeform 7726"/>
          <p:cNvSpPr/>
          <p:nvPr/>
        </p:nvSpPr>
        <p:spPr>
          <a:xfrm>
            <a:off x="4730717" y="34517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8" name="Freeform 7727"/>
          <p:cNvSpPr/>
          <p:nvPr/>
        </p:nvSpPr>
        <p:spPr>
          <a:xfrm>
            <a:off x="4864997" y="27152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9" name="Freeform 7728"/>
          <p:cNvSpPr/>
          <p:nvPr/>
        </p:nvSpPr>
        <p:spPr>
          <a:xfrm>
            <a:off x="4824659" y="26854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0" name="Freeform 7729"/>
          <p:cNvSpPr/>
          <p:nvPr/>
        </p:nvSpPr>
        <p:spPr>
          <a:xfrm>
            <a:off x="4751792" y="26341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1" name="Freeform 7730"/>
          <p:cNvSpPr/>
          <p:nvPr/>
        </p:nvSpPr>
        <p:spPr>
          <a:xfrm>
            <a:off x="4610185" y="32441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2" name="Freeform 7731"/>
          <p:cNvSpPr/>
          <p:nvPr/>
        </p:nvSpPr>
        <p:spPr>
          <a:xfrm>
            <a:off x="4534142" y="25438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3" name="Freeform 7732"/>
          <p:cNvSpPr/>
          <p:nvPr/>
        </p:nvSpPr>
        <p:spPr>
          <a:xfrm>
            <a:off x="4676581" y="319923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4" name="Freeform 7733"/>
          <p:cNvSpPr/>
          <p:nvPr/>
        </p:nvSpPr>
        <p:spPr>
          <a:xfrm>
            <a:off x="4643794" y="27498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5" name="Freeform 7734"/>
          <p:cNvSpPr/>
          <p:nvPr/>
        </p:nvSpPr>
        <p:spPr>
          <a:xfrm>
            <a:off x="4614469" y="32060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6" name="Freeform 7735"/>
          <p:cNvSpPr/>
          <p:nvPr/>
        </p:nvSpPr>
        <p:spPr>
          <a:xfrm>
            <a:off x="4650338" y="30936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7" name="Freeform 7736"/>
          <p:cNvSpPr/>
          <p:nvPr/>
        </p:nvSpPr>
        <p:spPr>
          <a:xfrm>
            <a:off x="4513053" y="3954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8" name="Freeform 7737"/>
          <p:cNvSpPr/>
          <p:nvPr/>
        </p:nvSpPr>
        <p:spPr>
          <a:xfrm>
            <a:off x="4829675" y="31241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9" name="Freeform 7738"/>
          <p:cNvSpPr/>
          <p:nvPr/>
        </p:nvSpPr>
        <p:spPr>
          <a:xfrm>
            <a:off x="4564718" y="29701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0" name="Freeform 7739"/>
          <p:cNvSpPr/>
          <p:nvPr/>
        </p:nvSpPr>
        <p:spPr>
          <a:xfrm>
            <a:off x="4611893" y="31665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1" name="Freeform 7740"/>
          <p:cNvSpPr/>
          <p:nvPr/>
        </p:nvSpPr>
        <p:spPr>
          <a:xfrm>
            <a:off x="4736984" y="23178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2" name="Freeform 7741"/>
          <p:cNvSpPr/>
          <p:nvPr/>
        </p:nvSpPr>
        <p:spPr>
          <a:xfrm>
            <a:off x="4515528" y="34612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3" name="Freeform 7742"/>
          <p:cNvSpPr/>
          <p:nvPr/>
        </p:nvSpPr>
        <p:spPr>
          <a:xfrm>
            <a:off x="4772415" y="322665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4" name="Freeform 7743"/>
          <p:cNvSpPr/>
          <p:nvPr/>
        </p:nvSpPr>
        <p:spPr>
          <a:xfrm>
            <a:off x="4774126" y="33603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5" name="Freeform 7744"/>
          <p:cNvSpPr/>
          <p:nvPr/>
        </p:nvSpPr>
        <p:spPr>
          <a:xfrm>
            <a:off x="4648055" y="32267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6" name="Freeform 7745"/>
          <p:cNvSpPr/>
          <p:nvPr/>
        </p:nvSpPr>
        <p:spPr>
          <a:xfrm>
            <a:off x="4570862" y="26018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7" name="Freeform 7746"/>
          <p:cNvSpPr/>
          <p:nvPr/>
        </p:nvSpPr>
        <p:spPr>
          <a:xfrm>
            <a:off x="4631784" y="24268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8" name="Freeform 7747"/>
          <p:cNvSpPr/>
          <p:nvPr/>
        </p:nvSpPr>
        <p:spPr>
          <a:xfrm>
            <a:off x="4492874" y="32804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9" name="Freeform 7748"/>
          <p:cNvSpPr/>
          <p:nvPr/>
        </p:nvSpPr>
        <p:spPr>
          <a:xfrm>
            <a:off x="4819651" y="32891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0" name="Freeform 7749"/>
          <p:cNvSpPr/>
          <p:nvPr/>
        </p:nvSpPr>
        <p:spPr>
          <a:xfrm>
            <a:off x="4685046" y="34591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1" name="Freeform 7750"/>
          <p:cNvSpPr/>
          <p:nvPr/>
        </p:nvSpPr>
        <p:spPr>
          <a:xfrm>
            <a:off x="4605244" y="24941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2" name="Freeform 7751"/>
          <p:cNvSpPr/>
          <p:nvPr/>
        </p:nvSpPr>
        <p:spPr>
          <a:xfrm>
            <a:off x="4587938" y="25667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3" name="Freeform 7752"/>
          <p:cNvSpPr/>
          <p:nvPr/>
        </p:nvSpPr>
        <p:spPr>
          <a:xfrm>
            <a:off x="4737506" y="30473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4" name="Freeform 7753"/>
          <p:cNvSpPr/>
          <p:nvPr/>
        </p:nvSpPr>
        <p:spPr>
          <a:xfrm>
            <a:off x="4831396" y="35527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5" name="Freeform 7754"/>
          <p:cNvSpPr/>
          <p:nvPr/>
        </p:nvSpPr>
        <p:spPr>
          <a:xfrm>
            <a:off x="4550898" y="35177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6" name="Freeform 7755"/>
          <p:cNvSpPr/>
          <p:nvPr/>
        </p:nvSpPr>
        <p:spPr>
          <a:xfrm>
            <a:off x="4621501" y="29390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7" name="Freeform 7756"/>
          <p:cNvSpPr/>
          <p:nvPr/>
        </p:nvSpPr>
        <p:spPr>
          <a:xfrm>
            <a:off x="4501855" y="27906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8" name="Freeform 7757"/>
          <p:cNvSpPr/>
          <p:nvPr/>
        </p:nvSpPr>
        <p:spPr>
          <a:xfrm>
            <a:off x="4747880" y="38152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9" name="Freeform 7758"/>
          <p:cNvSpPr/>
          <p:nvPr/>
        </p:nvSpPr>
        <p:spPr>
          <a:xfrm>
            <a:off x="4695396" y="31317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0" name="Freeform 7759"/>
          <p:cNvSpPr/>
          <p:nvPr/>
        </p:nvSpPr>
        <p:spPr>
          <a:xfrm>
            <a:off x="4907977" y="23719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1" name="Freeform 7760"/>
          <p:cNvSpPr/>
          <p:nvPr/>
        </p:nvSpPr>
        <p:spPr>
          <a:xfrm>
            <a:off x="4667188" y="30910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2" name="Freeform 7761"/>
          <p:cNvSpPr/>
          <p:nvPr/>
        </p:nvSpPr>
        <p:spPr>
          <a:xfrm>
            <a:off x="4635505" y="24223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3" name="Freeform 7762"/>
          <p:cNvSpPr/>
          <p:nvPr/>
        </p:nvSpPr>
        <p:spPr>
          <a:xfrm>
            <a:off x="4607832" y="27516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4" name="Freeform 7763"/>
          <p:cNvSpPr/>
          <p:nvPr/>
        </p:nvSpPr>
        <p:spPr>
          <a:xfrm>
            <a:off x="4765886" y="34306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5" name="Freeform 7764"/>
          <p:cNvSpPr/>
          <p:nvPr/>
        </p:nvSpPr>
        <p:spPr>
          <a:xfrm>
            <a:off x="4514776" y="31205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6" name="Freeform 7765"/>
          <p:cNvSpPr/>
          <p:nvPr/>
        </p:nvSpPr>
        <p:spPr>
          <a:xfrm>
            <a:off x="4755524" y="30562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7" name="Freeform 7766"/>
          <p:cNvSpPr/>
          <p:nvPr/>
        </p:nvSpPr>
        <p:spPr>
          <a:xfrm>
            <a:off x="4704555" y="33790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8" name="Freeform 7767"/>
          <p:cNvSpPr/>
          <p:nvPr/>
        </p:nvSpPr>
        <p:spPr>
          <a:xfrm>
            <a:off x="4628401" y="33858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9" name="Freeform 7768"/>
          <p:cNvSpPr/>
          <p:nvPr/>
        </p:nvSpPr>
        <p:spPr>
          <a:xfrm>
            <a:off x="4588181" y="24155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0" name="Freeform 7769"/>
          <p:cNvSpPr/>
          <p:nvPr/>
        </p:nvSpPr>
        <p:spPr>
          <a:xfrm>
            <a:off x="4786378" y="33887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1" name="Freeform 7770"/>
          <p:cNvSpPr/>
          <p:nvPr/>
        </p:nvSpPr>
        <p:spPr>
          <a:xfrm>
            <a:off x="4868129" y="258339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2" name="Freeform 7771"/>
          <p:cNvSpPr/>
          <p:nvPr/>
        </p:nvSpPr>
        <p:spPr>
          <a:xfrm>
            <a:off x="4634409" y="31768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3" name="Freeform 7772"/>
          <p:cNvSpPr/>
          <p:nvPr/>
        </p:nvSpPr>
        <p:spPr>
          <a:xfrm>
            <a:off x="4733210" y="30159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4" name="Freeform 7773"/>
          <p:cNvSpPr/>
          <p:nvPr/>
        </p:nvSpPr>
        <p:spPr>
          <a:xfrm>
            <a:off x="4856158" y="278576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5" name="Freeform 7774"/>
          <p:cNvSpPr/>
          <p:nvPr/>
        </p:nvSpPr>
        <p:spPr>
          <a:xfrm>
            <a:off x="4616726" y="32403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6" name="Freeform 7775"/>
          <p:cNvSpPr/>
          <p:nvPr/>
        </p:nvSpPr>
        <p:spPr>
          <a:xfrm>
            <a:off x="4654038" y="27833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7" name="Freeform 7776"/>
          <p:cNvSpPr/>
          <p:nvPr/>
        </p:nvSpPr>
        <p:spPr>
          <a:xfrm>
            <a:off x="4555873" y="38075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8" name="Freeform 7777"/>
          <p:cNvSpPr/>
          <p:nvPr/>
        </p:nvSpPr>
        <p:spPr>
          <a:xfrm>
            <a:off x="4664586" y="28336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9" name="Freeform 7778"/>
          <p:cNvSpPr/>
          <p:nvPr/>
        </p:nvSpPr>
        <p:spPr>
          <a:xfrm>
            <a:off x="4671304" y="39729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0" name="Freeform 7779"/>
          <p:cNvSpPr/>
          <p:nvPr/>
        </p:nvSpPr>
        <p:spPr>
          <a:xfrm>
            <a:off x="4637129" y="30947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1" name="Freeform 7780"/>
          <p:cNvSpPr/>
          <p:nvPr/>
        </p:nvSpPr>
        <p:spPr>
          <a:xfrm>
            <a:off x="4604572" y="26712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2" name="Freeform 7781"/>
          <p:cNvSpPr/>
          <p:nvPr/>
        </p:nvSpPr>
        <p:spPr>
          <a:xfrm>
            <a:off x="4518904" y="27620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3" name="Freeform 7782"/>
          <p:cNvSpPr/>
          <p:nvPr/>
        </p:nvSpPr>
        <p:spPr>
          <a:xfrm>
            <a:off x="4543047" y="35145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4" name="Freeform 7783"/>
          <p:cNvSpPr/>
          <p:nvPr/>
        </p:nvSpPr>
        <p:spPr>
          <a:xfrm>
            <a:off x="4580383" y="34640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5" name="Freeform 7784"/>
          <p:cNvSpPr/>
          <p:nvPr/>
        </p:nvSpPr>
        <p:spPr>
          <a:xfrm>
            <a:off x="4744681" y="32756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6" name="Freeform 7785"/>
          <p:cNvSpPr/>
          <p:nvPr/>
        </p:nvSpPr>
        <p:spPr>
          <a:xfrm>
            <a:off x="4627867" y="29329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7" name="Freeform 7786"/>
          <p:cNvSpPr/>
          <p:nvPr/>
        </p:nvSpPr>
        <p:spPr>
          <a:xfrm>
            <a:off x="4593055" y="38018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8" name="Freeform 7787"/>
          <p:cNvSpPr/>
          <p:nvPr/>
        </p:nvSpPr>
        <p:spPr>
          <a:xfrm>
            <a:off x="4746248" y="30110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9" name="Freeform 7788"/>
          <p:cNvSpPr/>
          <p:nvPr/>
        </p:nvSpPr>
        <p:spPr>
          <a:xfrm>
            <a:off x="4736749" y="28838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0" name="Freeform 7789"/>
          <p:cNvSpPr/>
          <p:nvPr/>
        </p:nvSpPr>
        <p:spPr>
          <a:xfrm>
            <a:off x="4602898" y="31167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1" name="Freeform 7790"/>
          <p:cNvSpPr/>
          <p:nvPr/>
        </p:nvSpPr>
        <p:spPr>
          <a:xfrm>
            <a:off x="4615884" y="28000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2" name="Freeform 7791"/>
          <p:cNvSpPr/>
          <p:nvPr/>
        </p:nvSpPr>
        <p:spPr>
          <a:xfrm>
            <a:off x="4746735" y="29182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3" name="Freeform 7792"/>
          <p:cNvSpPr/>
          <p:nvPr/>
        </p:nvSpPr>
        <p:spPr>
          <a:xfrm>
            <a:off x="4716689" y="32180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4" name="Freeform 7793"/>
          <p:cNvSpPr/>
          <p:nvPr/>
        </p:nvSpPr>
        <p:spPr>
          <a:xfrm>
            <a:off x="4594568" y="37643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5" name="Freeform 7794"/>
          <p:cNvSpPr/>
          <p:nvPr/>
        </p:nvSpPr>
        <p:spPr>
          <a:xfrm>
            <a:off x="4704039" y="29536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6" name="Freeform 7795"/>
          <p:cNvSpPr/>
          <p:nvPr/>
        </p:nvSpPr>
        <p:spPr>
          <a:xfrm>
            <a:off x="4676581" y="33792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7" name="Freeform 7796"/>
          <p:cNvSpPr/>
          <p:nvPr/>
        </p:nvSpPr>
        <p:spPr>
          <a:xfrm>
            <a:off x="4792927" y="32324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8" name="Freeform 7797"/>
          <p:cNvSpPr/>
          <p:nvPr/>
        </p:nvSpPr>
        <p:spPr>
          <a:xfrm>
            <a:off x="4591260" y="28181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9" name="Freeform 7798"/>
          <p:cNvSpPr/>
          <p:nvPr/>
        </p:nvSpPr>
        <p:spPr>
          <a:xfrm>
            <a:off x="4769458" y="24506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0" name="Freeform 7799"/>
          <p:cNvSpPr/>
          <p:nvPr/>
        </p:nvSpPr>
        <p:spPr>
          <a:xfrm>
            <a:off x="4723577" y="30207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1" name="Freeform 7800"/>
          <p:cNvSpPr/>
          <p:nvPr/>
        </p:nvSpPr>
        <p:spPr>
          <a:xfrm>
            <a:off x="4576836" y="27888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2" name="Freeform 7801"/>
          <p:cNvSpPr/>
          <p:nvPr/>
        </p:nvSpPr>
        <p:spPr>
          <a:xfrm>
            <a:off x="4786965" y="35717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3" name="Freeform 7802"/>
          <p:cNvSpPr/>
          <p:nvPr/>
        </p:nvSpPr>
        <p:spPr>
          <a:xfrm>
            <a:off x="4772211" y="29096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4" name="Freeform 7803"/>
          <p:cNvSpPr/>
          <p:nvPr/>
        </p:nvSpPr>
        <p:spPr>
          <a:xfrm>
            <a:off x="4545160" y="302933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5" name="Freeform 7804"/>
          <p:cNvSpPr/>
          <p:nvPr/>
        </p:nvSpPr>
        <p:spPr>
          <a:xfrm>
            <a:off x="4881614" y="252432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6" name="Freeform 7805"/>
          <p:cNvSpPr/>
          <p:nvPr/>
        </p:nvSpPr>
        <p:spPr>
          <a:xfrm>
            <a:off x="4562675" y="32175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7" name="Freeform 7806"/>
          <p:cNvSpPr/>
          <p:nvPr/>
        </p:nvSpPr>
        <p:spPr>
          <a:xfrm>
            <a:off x="4585848" y="31005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8" name="Freeform 7807"/>
          <p:cNvSpPr/>
          <p:nvPr/>
        </p:nvSpPr>
        <p:spPr>
          <a:xfrm>
            <a:off x="4646666" y="25910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9" name="Freeform 7808"/>
          <p:cNvSpPr/>
          <p:nvPr/>
        </p:nvSpPr>
        <p:spPr>
          <a:xfrm>
            <a:off x="4758176" y="30419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0" name="Freeform 7809"/>
          <p:cNvSpPr/>
          <p:nvPr/>
        </p:nvSpPr>
        <p:spPr>
          <a:xfrm>
            <a:off x="4739060" y="34402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1" name="Freeform 7810"/>
          <p:cNvSpPr/>
          <p:nvPr/>
        </p:nvSpPr>
        <p:spPr>
          <a:xfrm>
            <a:off x="4669903" y="20062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2" name="Freeform 7811"/>
          <p:cNvSpPr/>
          <p:nvPr/>
        </p:nvSpPr>
        <p:spPr>
          <a:xfrm>
            <a:off x="4819111" y="342840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3" name="Freeform 7812"/>
          <p:cNvSpPr/>
          <p:nvPr/>
        </p:nvSpPr>
        <p:spPr>
          <a:xfrm>
            <a:off x="4720935" y="30312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4" name="Freeform 7813"/>
          <p:cNvSpPr/>
          <p:nvPr/>
        </p:nvSpPr>
        <p:spPr>
          <a:xfrm>
            <a:off x="4822183" y="28700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5" name="Freeform 7814"/>
          <p:cNvSpPr/>
          <p:nvPr/>
        </p:nvSpPr>
        <p:spPr>
          <a:xfrm>
            <a:off x="4967686" y="29010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6" name="Freeform 7815"/>
          <p:cNvSpPr/>
          <p:nvPr/>
        </p:nvSpPr>
        <p:spPr>
          <a:xfrm>
            <a:off x="4699356" y="308020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7" name="Freeform 7816"/>
          <p:cNvSpPr/>
          <p:nvPr/>
        </p:nvSpPr>
        <p:spPr>
          <a:xfrm>
            <a:off x="4416080" y="30782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8" name="Freeform 7817"/>
          <p:cNvSpPr/>
          <p:nvPr/>
        </p:nvSpPr>
        <p:spPr>
          <a:xfrm>
            <a:off x="4633245" y="309790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9" name="Freeform 7818"/>
          <p:cNvSpPr/>
          <p:nvPr/>
        </p:nvSpPr>
        <p:spPr>
          <a:xfrm>
            <a:off x="4569372" y="34430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0" name="Freeform 7819"/>
          <p:cNvSpPr/>
          <p:nvPr/>
        </p:nvSpPr>
        <p:spPr>
          <a:xfrm>
            <a:off x="4689012" y="21635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1" name="Freeform 7820"/>
          <p:cNvSpPr/>
          <p:nvPr/>
        </p:nvSpPr>
        <p:spPr>
          <a:xfrm>
            <a:off x="4689583" y="30920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2" name="Freeform 7821"/>
          <p:cNvSpPr/>
          <p:nvPr/>
        </p:nvSpPr>
        <p:spPr>
          <a:xfrm>
            <a:off x="4553772" y="27720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3" name="Freeform 7822"/>
          <p:cNvSpPr/>
          <p:nvPr/>
        </p:nvSpPr>
        <p:spPr>
          <a:xfrm>
            <a:off x="4561250" y="31369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4" name="Freeform 7823"/>
          <p:cNvSpPr/>
          <p:nvPr/>
        </p:nvSpPr>
        <p:spPr>
          <a:xfrm>
            <a:off x="4652487" y="31448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5" name="Freeform 7824"/>
          <p:cNvSpPr/>
          <p:nvPr/>
        </p:nvSpPr>
        <p:spPr>
          <a:xfrm>
            <a:off x="4659389" y="31842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6" name="Freeform 7825"/>
          <p:cNvSpPr/>
          <p:nvPr/>
        </p:nvSpPr>
        <p:spPr>
          <a:xfrm>
            <a:off x="4411985" y="36130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7" name="Freeform 7826"/>
          <p:cNvSpPr/>
          <p:nvPr/>
        </p:nvSpPr>
        <p:spPr>
          <a:xfrm>
            <a:off x="4779607" y="30687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8" name="Freeform 7827"/>
          <p:cNvSpPr/>
          <p:nvPr/>
        </p:nvSpPr>
        <p:spPr>
          <a:xfrm>
            <a:off x="4682759" y="31653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9" name="Freeform 7828"/>
          <p:cNvSpPr/>
          <p:nvPr/>
        </p:nvSpPr>
        <p:spPr>
          <a:xfrm>
            <a:off x="4678545" y="25469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0" name="Freeform 7829"/>
          <p:cNvSpPr/>
          <p:nvPr/>
        </p:nvSpPr>
        <p:spPr>
          <a:xfrm>
            <a:off x="4710126" y="34746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1" name="Freeform 7830"/>
          <p:cNvSpPr/>
          <p:nvPr/>
        </p:nvSpPr>
        <p:spPr>
          <a:xfrm>
            <a:off x="4574109" y="323196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2" name="Freeform 7831"/>
          <p:cNvSpPr/>
          <p:nvPr/>
        </p:nvSpPr>
        <p:spPr>
          <a:xfrm>
            <a:off x="4674334" y="33578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3" name="Freeform 7832"/>
          <p:cNvSpPr/>
          <p:nvPr/>
        </p:nvSpPr>
        <p:spPr>
          <a:xfrm>
            <a:off x="4786597" y="24407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4" name="Freeform 7833"/>
          <p:cNvSpPr/>
          <p:nvPr/>
        </p:nvSpPr>
        <p:spPr>
          <a:xfrm>
            <a:off x="4790663" y="33464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5" name="Freeform 7834"/>
          <p:cNvSpPr/>
          <p:nvPr/>
        </p:nvSpPr>
        <p:spPr>
          <a:xfrm>
            <a:off x="4727243" y="27855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6" name="Freeform 7835"/>
          <p:cNvSpPr/>
          <p:nvPr/>
        </p:nvSpPr>
        <p:spPr>
          <a:xfrm>
            <a:off x="4650743" y="26258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7" name="Freeform 7836"/>
          <p:cNvSpPr/>
          <p:nvPr/>
        </p:nvSpPr>
        <p:spPr>
          <a:xfrm>
            <a:off x="4594699" y="30631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8" name="Freeform 7837"/>
          <p:cNvSpPr/>
          <p:nvPr/>
        </p:nvSpPr>
        <p:spPr>
          <a:xfrm>
            <a:off x="4816028" y="35452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9" name="Freeform 7838"/>
          <p:cNvSpPr/>
          <p:nvPr/>
        </p:nvSpPr>
        <p:spPr>
          <a:xfrm>
            <a:off x="4733808" y="35402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0" name="Freeform 7839"/>
          <p:cNvSpPr/>
          <p:nvPr/>
        </p:nvSpPr>
        <p:spPr>
          <a:xfrm>
            <a:off x="4635786" y="26690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1" name="Freeform 7840"/>
          <p:cNvSpPr/>
          <p:nvPr/>
        </p:nvSpPr>
        <p:spPr>
          <a:xfrm>
            <a:off x="4454727" y="34997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2" name="Freeform 7841"/>
          <p:cNvSpPr/>
          <p:nvPr/>
        </p:nvSpPr>
        <p:spPr>
          <a:xfrm>
            <a:off x="4589413" y="28522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3" name="Freeform 7842"/>
          <p:cNvSpPr/>
          <p:nvPr/>
        </p:nvSpPr>
        <p:spPr>
          <a:xfrm>
            <a:off x="4479514" y="29610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4" name="Freeform 7843"/>
          <p:cNvSpPr/>
          <p:nvPr/>
        </p:nvSpPr>
        <p:spPr>
          <a:xfrm>
            <a:off x="4808885" y="285812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5" name="Freeform 7844"/>
          <p:cNvSpPr/>
          <p:nvPr/>
        </p:nvSpPr>
        <p:spPr>
          <a:xfrm>
            <a:off x="4699119" y="28211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6" name="Freeform 7845"/>
          <p:cNvSpPr/>
          <p:nvPr/>
        </p:nvSpPr>
        <p:spPr>
          <a:xfrm>
            <a:off x="4602180" y="33716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7" name="Freeform 7846"/>
          <p:cNvSpPr/>
          <p:nvPr/>
        </p:nvSpPr>
        <p:spPr>
          <a:xfrm>
            <a:off x="4650790" y="33880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8" name="Freeform 7847"/>
          <p:cNvSpPr/>
          <p:nvPr/>
        </p:nvSpPr>
        <p:spPr>
          <a:xfrm>
            <a:off x="4949771" y="27257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9" name="Freeform 7848"/>
          <p:cNvSpPr/>
          <p:nvPr/>
        </p:nvSpPr>
        <p:spPr>
          <a:xfrm>
            <a:off x="4806143" y="32524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0" name="Freeform 7849"/>
          <p:cNvSpPr/>
          <p:nvPr/>
        </p:nvSpPr>
        <p:spPr>
          <a:xfrm>
            <a:off x="4539572" y="40832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1" name="Freeform 7850"/>
          <p:cNvSpPr/>
          <p:nvPr/>
        </p:nvSpPr>
        <p:spPr>
          <a:xfrm>
            <a:off x="4665932" y="27517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2" name="Freeform 7851"/>
          <p:cNvSpPr/>
          <p:nvPr/>
        </p:nvSpPr>
        <p:spPr>
          <a:xfrm>
            <a:off x="4551218" y="34118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3" name="Freeform 7852"/>
          <p:cNvSpPr/>
          <p:nvPr/>
        </p:nvSpPr>
        <p:spPr>
          <a:xfrm>
            <a:off x="4499690" y="28228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4" name="Freeform 7853"/>
          <p:cNvSpPr/>
          <p:nvPr/>
        </p:nvSpPr>
        <p:spPr>
          <a:xfrm>
            <a:off x="4697747" y="24602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5" name="Freeform 7854"/>
          <p:cNvSpPr/>
          <p:nvPr/>
        </p:nvSpPr>
        <p:spPr>
          <a:xfrm>
            <a:off x="4931843" y="29993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6" name="Freeform 7855"/>
          <p:cNvSpPr/>
          <p:nvPr/>
        </p:nvSpPr>
        <p:spPr>
          <a:xfrm>
            <a:off x="4842737" y="26157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7" name="Freeform 7856"/>
          <p:cNvSpPr/>
          <p:nvPr/>
        </p:nvSpPr>
        <p:spPr>
          <a:xfrm>
            <a:off x="4684138" y="29456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8" name="Freeform 7857"/>
          <p:cNvSpPr/>
          <p:nvPr/>
        </p:nvSpPr>
        <p:spPr>
          <a:xfrm>
            <a:off x="4640208" y="23839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9" name="Freeform 7858"/>
          <p:cNvSpPr/>
          <p:nvPr/>
        </p:nvSpPr>
        <p:spPr>
          <a:xfrm>
            <a:off x="4700653" y="34219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0" name="Freeform 7859"/>
          <p:cNvSpPr/>
          <p:nvPr/>
        </p:nvSpPr>
        <p:spPr>
          <a:xfrm>
            <a:off x="4787895" y="30090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1" name="Freeform 7860"/>
          <p:cNvSpPr/>
          <p:nvPr/>
        </p:nvSpPr>
        <p:spPr>
          <a:xfrm>
            <a:off x="4526475" y="27421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2" name="Freeform 7861"/>
          <p:cNvSpPr/>
          <p:nvPr/>
        </p:nvSpPr>
        <p:spPr>
          <a:xfrm>
            <a:off x="4483620" y="30804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3" name="Freeform 7862"/>
          <p:cNvSpPr/>
          <p:nvPr/>
        </p:nvSpPr>
        <p:spPr>
          <a:xfrm>
            <a:off x="4876851" y="25544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4" name="Freeform 7863"/>
          <p:cNvSpPr/>
          <p:nvPr/>
        </p:nvSpPr>
        <p:spPr>
          <a:xfrm>
            <a:off x="4708963" y="31751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5" name="Freeform 7864"/>
          <p:cNvSpPr/>
          <p:nvPr/>
        </p:nvSpPr>
        <p:spPr>
          <a:xfrm>
            <a:off x="4848193" y="21951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6" name="Freeform 7865"/>
          <p:cNvSpPr/>
          <p:nvPr/>
        </p:nvSpPr>
        <p:spPr>
          <a:xfrm>
            <a:off x="4704529" y="217449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7" name="Freeform 7866"/>
          <p:cNvSpPr/>
          <p:nvPr/>
        </p:nvSpPr>
        <p:spPr>
          <a:xfrm>
            <a:off x="4834800" y="2895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8" name="Freeform 7867"/>
          <p:cNvSpPr/>
          <p:nvPr/>
        </p:nvSpPr>
        <p:spPr>
          <a:xfrm>
            <a:off x="4615301" y="27893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9" name="Freeform 7868"/>
          <p:cNvSpPr/>
          <p:nvPr/>
        </p:nvSpPr>
        <p:spPr>
          <a:xfrm>
            <a:off x="4731916" y="253903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0" name="Freeform 7869"/>
          <p:cNvSpPr/>
          <p:nvPr/>
        </p:nvSpPr>
        <p:spPr>
          <a:xfrm>
            <a:off x="4842869" y="34709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1" name="Freeform 7870"/>
          <p:cNvSpPr/>
          <p:nvPr/>
        </p:nvSpPr>
        <p:spPr>
          <a:xfrm>
            <a:off x="4787065" y="35198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2" name="Freeform 7871"/>
          <p:cNvSpPr/>
          <p:nvPr/>
        </p:nvSpPr>
        <p:spPr>
          <a:xfrm>
            <a:off x="4631107" y="25136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3" name="Freeform 7872"/>
          <p:cNvSpPr/>
          <p:nvPr/>
        </p:nvSpPr>
        <p:spPr>
          <a:xfrm>
            <a:off x="4773840" y="28985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4" name="Freeform 7873"/>
          <p:cNvSpPr/>
          <p:nvPr/>
        </p:nvSpPr>
        <p:spPr>
          <a:xfrm>
            <a:off x="4609486" y="30946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5" name="Freeform 7874"/>
          <p:cNvSpPr/>
          <p:nvPr/>
        </p:nvSpPr>
        <p:spPr>
          <a:xfrm>
            <a:off x="4529175" y="30015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6" name="Freeform 7875"/>
          <p:cNvSpPr/>
          <p:nvPr/>
        </p:nvSpPr>
        <p:spPr>
          <a:xfrm>
            <a:off x="4734794" y="39406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7" name="Freeform 7876"/>
          <p:cNvSpPr/>
          <p:nvPr/>
        </p:nvSpPr>
        <p:spPr>
          <a:xfrm>
            <a:off x="4827293" y="30805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8" name="Freeform 7877"/>
          <p:cNvSpPr/>
          <p:nvPr/>
        </p:nvSpPr>
        <p:spPr>
          <a:xfrm>
            <a:off x="4769285" y="33008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9" name="Freeform 7878"/>
          <p:cNvSpPr/>
          <p:nvPr/>
        </p:nvSpPr>
        <p:spPr>
          <a:xfrm>
            <a:off x="4546660" y="26462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0" name="Freeform 7879"/>
          <p:cNvSpPr/>
          <p:nvPr/>
        </p:nvSpPr>
        <p:spPr>
          <a:xfrm>
            <a:off x="4771424" y="26160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1" name="Freeform 7880"/>
          <p:cNvSpPr/>
          <p:nvPr/>
        </p:nvSpPr>
        <p:spPr>
          <a:xfrm>
            <a:off x="4751383" y="27799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2" name="Freeform 7881"/>
          <p:cNvSpPr/>
          <p:nvPr/>
        </p:nvSpPr>
        <p:spPr>
          <a:xfrm>
            <a:off x="4630932" y="285094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3" name="Freeform 7882"/>
          <p:cNvSpPr/>
          <p:nvPr/>
        </p:nvSpPr>
        <p:spPr>
          <a:xfrm>
            <a:off x="4416546" y="35924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4" name="Freeform 7883"/>
          <p:cNvSpPr/>
          <p:nvPr/>
        </p:nvSpPr>
        <p:spPr>
          <a:xfrm>
            <a:off x="4787027" y="27744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5" name="Freeform 7884"/>
          <p:cNvSpPr/>
          <p:nvPr/>
        </p:nvSpPr>
        <p:spPr>
          <a:xfrm>
            <a:off x="4773417" y="27593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6" name="Freeform 7885"/>
          <p:cNvSpPr/>
          <p:nvPr/>
        </p:nvSpPr>
        <p:spPr>
          <a:xfrm>
            <a:off x="4732227" y="25180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7" name="Freeform 7886"/>
          <p:cNvSpPr/>
          <p:nvPr/>
        </p:nvSpPr>
        <p:spPr>
          <a:xfrm>
            <a:off x="4496179" y="2176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8" name="Freeform 7887"/>
          <p:cNvSpPr/>
          <p:nvPr/>
        </p:nvSpPr>
        <p:spPr>
          <a:xfrm>
            <a:off x="4521715" y="36689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9" name="Freeform 7888"/>
          <p:cNvSpPr/>
          <p:nvPr/>
        </p:nvSpPr>
        <p:spPr>
          <a:xfrm>
            <a:off x="4786863" y="31580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0" name="Freeform 7889"/>
          <p:cNvSpPr/>
          <p:nvPr/>
        </p:nvSpPr>
        <p:spPr>
          <a:xfrm>
            <a:off x="4764699" y="32966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1" name="Freeform 7890"/>
          <p:cNvSpPr/>
          <p:nvPr/>
        </p:nvSpPr>
        <p:spPr>
          <a:xfrm>
            <a:off x="4731998" y="29382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2" name="Freeform 7891"/>
          <p:cNvSpPr/>
          <p:nvPr/>
        </p:nvSpPr>
        <p:spPr>
          <a:xfrm>
            <a:off x="4653388" y="30006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3" name="Freeform 7892"/>
          <p:cNvSpPr/>
          <p:nvPr/>
        </p:nvSpPr>
        <p:spPr>
          <a:xfrm>
            <a:off x="4721375" y="309757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4" name="Freeform 7893"/>
          <p:cNvSpPr/>
          <p:nvPr/>
        </p:nvSpPr>
        <p:spPr>
          <a:xfrm>
            <a:off x="4622059" y="260330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5" name="Freeform 7894"/>
          <p:cNvSpPr/>
          <p:nvPr/>
        </p:nvSpPr>
        <p:spPr>
          <a:xfrm>
            <a:off x="4646399" y="34373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6" name="Freeform 7895"/>
          <p:cNvSpPr/>
          <p:nvPr/>
        </p:nvSpPr>
        <p:spPr>
          <a:xfrm>
            <a:off x="4587480" y="34137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7" name="Freeform 7896"/>
          <p:cNvSpPr/>
          <p:nvPr/>
        </p:nvSpPr>
        <p:spPr>
          <a:xfrm>
            <a:off x="4706968" y="34071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8" name="Freeform 7897"/>
          <p:cNvSpPr/>
          <p:nvPr/>
        </p:nvSpPr>
        <p:spPr>
          <a:xfrm>
            <a:off x="4635130" y="31470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9" name="Freeform 7898"/>
          <p:cNvSpPr/>
          <p:nvPr/>
        </p:nvSpPr>
        <p:spPr>
          <a:xfrm>
            <a:off x="4780753" y="34871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0" name="Freeform 7899"/>
          <p:cNvSpPr/>
          <p:nvPr/>
        </p:nvSpPr>
        <p:spPr>
          <a:xfrm>
            <a:off x="4756122" y="3024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1" name="Freeform 7900"/>
          <p:cNvSpPr/>
          <p:nvPr/>
        </p:nvSpPr>
        <p:spPr>
          <a:xfrm>
            <a:off x="4593193" y="30707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2" name="Freeform 7901"/>
          <p:cNvSpPr/>
          <p:nvPr/>
        </p:nvSpPr>
        <p:spPr>
          <a:xfrm>
            <a:off x="4874940" y="33139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3" name="Freeform 7902"/>
          <p:cNvSpPr/>
          <p:nvPr/>
        </p:nvSpPr>
        <p:spPr>
          <a:xfrm>
            <a:off x="4560160" y="26635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4" name="Freeform 7903"/>
          <p:cNvSpPr/>
          <p:nvPr/>
        </p:nvSpPr>
        <p:spPr>
          <a:xfrm>
            <a:off x="4727477" y="30291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5" name="Freeform 7904"/>
          <p:cNvSpPr/>
          <p:nvPr/>
        </p:nvSpPr>
        <p:spPr>
          <a:xfrm>
            <a:off x="4794884" y="25895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6" name="Freeform 7905"/>
          <p:cNvSpPr/>
          <p:nvPr/>
        </p:nvSpPr>
        <p:spPr>
          <a:xfrm>
            <a:off x="4815991" y="30822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7" name="Freeform 7906"/>
          <p:cNvSpPr/>
          <p:nvPr/>
        </p:nvSpPr>
        <p:spPr>
          <a:xfrm>
            <a:off x="4444556" y="30153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8" name="Freeform 7907"/>
          <p:cNvSpPr/>
          <p:nvPr/>
        </p:nvSpPr>
        <p:spPr>
          <a:xfrm>
            <a:off x="4786206" y="32263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9" name="Freeform 7908"/>
          <p:cNvSpPr/>
          <p:nvPr/>
        </p:nvSpPr>
        <p:spPr>
          <a:xfrm>
            <a:off x="4809542" y="30086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0" name="Freeform 7909"/>
          <p:cNvSpPr/>
          <p:nvPr/>
        </p:nvSpPr>
        <p:spPr>
          <a:xfrm>
            <a:off x="4832895" y="27268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1" name="Freeform 7910"/>
          <p:cNvSpPr/>
          <p:nvPr/>
        </p:nvSpPr>
        <p:spPr>
          <a:xfrm>
            <a:off x="4442421" y="31670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2" name="Freeform 7911"/>
          <p:cNvSpPr/>
          <p:nvPr/>
        </p:nvSpPr>
        <p:spPr>
          <a:xfrm>
            <a:off x="4607426" y="28027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3" name="Freeform 7912"/>
          <p:cNvSpPr/>
          <p:nvPr/>
        </p:nvSpPr>
        <p:spPr>
          <a:xfrm>
            <a:off x="4669037" y="33242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4" name="Freeform 7913"/>
          <p:cNvSpPr/>
          <p:nvPr/>
        </p:nvSpPr>
        <p:spPr>
          <a:xfrm>
            <a:off x="4632009" y="27085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5" name="Freeform 7914"/>
          <p:cNvSpPr/>
          <p:nvPr/>
        </p:nvSpPr>
        <p:spPr>
          <a:xfrm>
            <a:off x="4822624" y="32330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6" name="Freeform 7915"/>
          <p:cNvSpPr/>
          <p:nvPr/>
        </p:nvSpPr>
        <p:spPr>
          <a:xfrm>
            <a:off x="4607135" y="26722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7" name="Freeform 7916"/>
          <p:cNvSpPr/>
          <p:nvPr/>
        </p:nvSpPr>
        <p:spPr>
          <a:xfrm>
            <a:off x="4810700" y="29819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8" name="Freeform 7917"/>
          <p:cNvSpPr/>
          <p:nvPr/>
        </p:nvSpPr>
        <p:spPr>
          <a:xfrm>
            <a:off x="4739494" y="24100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9" name="Freeform 7918"/>
          <p:cNvSpPr/>
          <p:nvPr/>
        </p:nvSpPr>
        <p:spPr>
          <a:xfrm>
            <a:off x="4524310" y="34579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0" name="Freeform 7919"/>
          <p:cNvSpPr/>
          <p:nvPr/>
        </p:nvSpPr>
        <p:spPr>
          <a:xfrm>
            <a:off x="4573655" y="35841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1" name="Freeform 7920"/>
          <p:cNvSpPr/>
          <p:nvPr/>
        </p:nvSpPr>
        <p:spPr>
          <a:xfrm>
            <a:off x="4629464" y="32472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2" name="Freeform 7921"/>
          <p:cNvSpPr/>
          <p:nvPr/>
        </p:nvSpPr>
        <p:spPr>
          <a:xfrm>
            <a:off x="4689907" y="35482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3" name="Freeform 7922"/>
          <p:cNvSpPr/>
          <p:nvPr/>
        </p:nvSpPr>
        <p:spPr>
          <a:xfrm>
            <a:off x="4785697" y="35475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4" name="Freeform 7923"/>
          <p:cNvSpPr/>
          <p:nvPr/>
        </p:nvSpPr>
        <p:spPr>
          <a:xfrm>
            <a:off x="4660064" y="276237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5" name="Freeform 7924"/>
          <p:cNvSpPr/>
          <p:nvPr/>
        </p:nvSpPr>
        <p:spPr>
          <a:xfrm>
            <a:off x="4776739" y="30075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6" name="Freeform 7925"/>
          <p:cNvSpPr/>
          <p:nvPr/>
        </p:nvSpPr>
        <p:spPr>
          <a:xfrm>
            <a:off x="4511292" y="31937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7" name="Freeform 7926"/>
          <p:cNvSpPr/>
          <p:nvPr/>
        </p:nvSpPr>
        <p:spPr>
          <a:xfrm>
            <a:off x="4353501" y="31574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8" name="Freeform 7927"/>
          <p:cNvSpPr/>
          <p:nvPr/>
        </p:nvSpPr>
        <p:spPr>
          <a:xfrm>
            <a:off x="4643526" y="32398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9" name="Freeform 7928"/>
          <p:cNvSpPr/>
          <p:nvPr/>
        </p:nvSpPr>
        <p:spPr>
          <a:xfrm>
            <a:off x="4728610" y="23593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0" name="Freeform 7929"/>
          <p:cNvSpPr/>
          <p:nvPr/>
        </p:nvSpPr>
        <p:spPr>
          <a:xfrm>
            <a:off x="4640937" y="32940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1" name="Freeform 7930"/>
          <p:cNvSpPr/>
          <p:nvPr/>
        </p:nvSpPr>
        <p:spPr>
          <a:xfrm>
            <a:off x="4571574" y="35238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2" name="Freeform 7931"/>
          <p:cNvSpPr/>
          <p:nvPr/>
        </p:nvSpPr>
        <p:spPr>
          <a:xfrm>
            <a:off x="4724750" y="26940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3" name="Freeform 7932"/>
          <p:cNvSpPr/>
          <p:nvPr/>
        </p:nvSpPr>
        <p:spPr>
          <a:xfrm>
            <a:off x="4886351" y="30903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4" name="Freeform 7933"/>
          <p:cNvSpPr/>
          <p:nvPr/>
        </p:nvSpPr>
        <p:spPr>
          <a:xfrm>
            <a:off x="4668511" y="22071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5" name="Freeform 7934"/>
          <p:cNvSpPr/>
          <p:nvPr/>
        </p:nvSpPr>
        <p:spPr>
          <a:xfrm>
            <a:off x="4601907" y="32120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6" name="Freeform 7935"/>
          <p:cNvSpPr/>
          <p:nvPr/>
        </p:nvSpPr>
        <p:spPr>
          <a:xfrm>
            <a:off x="4589131" y="26744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7" name="Freeform 7936"/>
          <p:cNvSpPr/>
          <p:nvPr/>
        </p:nvSpPr>
        <p:spPr>
          <a:xfrm>
            <a:off x="4889889" y="25819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8" name="Freeform 7937"/>
          <p:cNvSpPr/>
          <p:nvPr/>
        </p:nvSpPr>
        <p:spPr>
          <a:xfrm>
            <a:off x="4675260" y="3210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9" name="Freeform 7938"/>
          <p:cNvSpPr/>
          <p:nvPr/>
        </p:nvSpPr>
        <p:spPr>
          <a:xfrm>
            <a:off x="4745060" y="32969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0" name="Freeform 7939"/>
          <p:cNvSpPr/>
          <p:nvPr/>
        </p:nvSpPr>
        <p:spPr>
          <a:xfrm>
            <a:off x="4810084" y="27154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1" name="Freeform 7940"/>
          <p:cNvSpPr/>
          <p:nvPr/>
        </p:nvSpPr>
        <p:spPr>
          <a:xfrm>
            <a:off x="4794804" y="27806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2" name="Freeform 7941"/>
          <p:cNvSpPr/>
          <p:nvPr/>
        </p:nvSpPr>
        <p:spPr>
          <a:xfrm>
            <a:off x="4580946" y="35584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3" name="Freeform 7942"/>
          <p:cNvSpPr/>
          <p:nvPr/>
        </p:nvSpPr>
        <p:spPr>
          <a:xfrm>
            <a:off x="4781844" y="34479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4" name="Freeform 7943"/>
          <p:cNvSpPr/>
          <p:nvPr/>
        </p:nvSpPr>
        <p:spPr>
          <a:xfrm>
            <a:off x="4769842" y="39995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5" name="Freeform 7944"/>
          <p:cNvSpPr/>
          <p:nvPr/>
        </p:nvSpPr>
        <p:spPr>
          <a:xfrm>
            <a:off x="4731909" y="27726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6" name="Freeform 7945"/>
          <p:cNvSpPr/>
          <p:nvPr/>
        </p:nvSpPr>
        <p:spPr>
          <a:xfrm>
            <a:off x="4787577" y="31084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7" name="Freeform 7946"/>
          <p:cNvSpPr/>
          <p:nvPr/>
        </p:nvSpPr>
        <p:spPr>
          <a:xfrm>
            <a:off x="4619530" y="30693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8" name="Freeform 7947"/>
          <p:cNvSpPr/>
          <p:nvPr/>
        </p:nvSpPr>
        <p:spPr>
          <a:xfrm>
            <a:off x="4671621" y="36684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9" name="Freeform 7948"/>
          <p:cNvSpPr/>
          <p:nvPr/>
        </p:nvSpPr>
        <p:spPr>
          <a:xfrm>
            <a:off x="4623442" y="34360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0" name="Freeform 7949"/>
          <p:cNvSpPr/>
          <p:nvPr/>
        </p:nvSpPr>
        <p:spPr>
          <a:xfrm>
            <a:off x="4760693" y="31931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1" name="Freeform 7950"/>
          <p:cNvSpPr/>
          <p:nvPr/>
        </p:nvSpPr>
        <p:spPr>
          <a:xfrm>
            <a:off x="4609708" y="32692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2" name="Freeform 7951"/>
          <p:cNvSpPr/>
          <p:nvPr/>
        </p:nvSpPr>
        <p:spPr>
          <a:xfrm>
            <a:off x="4721649" y="29597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3" name="Freeform 7952"/>
          <p:cNvSpPr/>
          <p:nvPr/>
        </p:nvSpPr>
        <p:spPr>
          <a:xfrm>
            <a:off x="4562538" y="27772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4" name="Freeform 7953"/>
          <p:cNvSpPr/>
          <p:nvPr/>
        </p:nvSpPr>
        <p:spPr>
          <a:xfrm>
            <a:off x="4666521" y="211674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5" name="Freeform 7954"/>
          <p:cNvSpPr/>
          <p:nvPr/>
        </p:nvSpPr>
        <p:spPr>
          <a:xfrm>
            <a:off x="4640866" y="30137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6" name="Freeform 7955"/>
          <p:cNvSpPr/>
          <p:nvPr/>
        </p:nvSpPr>
        <p:spPr>
          <a:xfrm>
            <a:off x="4667353" y="25689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7" name="Freeform 7956"/>
          <p:cNvSpPr/>
          <p:nvPr/>
        </p:nvSpPr>
        <p:spPr>
          <a:xfrm>
            <a:off x="4693790" y="33310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8" name="Freeform 7957"/>
          <p:cNvSpPr/>
          <p:nvPr/>
        </p:nvSpPr>
        <p:spPr>
          <a:xfrm>
            <a:off x="4659903" y="36620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9" name="Freeform 7958"/>
          <p:cNvSpPr/>
          <p:nvPr/>
        </p:nvSpPr>
        <p:spPr>
          <a:xfrm>
            <a:off x="4656095" y="31438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0" name="Freeform 7959"/>
          <p:cNvSpPr/>
          <p:nvPr/>
        </p:nvSpPr>
        <p:spPr>
          <a:xfrm>
            <a:off x="4458105" y="363177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1" name="Freeform 7960"/>
          <p:cNvSpPr/>
          <p:nvPr/>
        </p:nvSpPr>
        <p:spPr>
          <a:xfrm>
            <a:off x="4797811" y="30001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2" name="Freeform 7961"/>
          <p:cNvSpPr/>
          <p:nvPr/>
        </p:nvSpPr>
        <p:spPr>
          <a:xfrm>
            <a:off x="4612898" y="33116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3" name="Freeform 7962"/>
          <p:cNvSpPr/>
          <p:nvPr/>
        </p:nvSpPr>
        <p:spPr>
          <a:xfrm>
            <a:off x="4653390" y="377145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4" name="Freeform 7963"/>
          <p:cNvSpPr/>
          <p:nvPr/>
        </p:nvSpPr>
        <p:spPr>
          <a:xfrm>
            <a:off x="4591067" y="23257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5" name="Freeform 7964"/>
          <p:cNvSpPr/>
          <p:nvPr/>
        </p:nvSpPr>
        <p:spPr>
          <a:xfrm>
            <a:off x="4786463" y="32164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6" name="Freeform 7965"/>
          <p:cNvSpPr/>
          <p:nvPr/>
        </p:nvSpPr>
        <p:spPr>
          <a:xfrm>
            <a:off x="4582833" y="36474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7" name="Freeform 7966"/>
          <p:cNvSpPr/>
          <p:nvPr/>
        </p:nvSpPr>
        <p:spPr>
          <a:xfrm>
            <a:off x="4733523" y="26540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8" name="Freeform 7967"/>
          <p:cNvSpPr/>
          <p:nvPr/>
        </p:nvSpPr>
        <p:spPr>
          <a:xfrm>
            <a:off x="4805623" y="32913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9" name="Freeform 7968"/>
          <p:cNvSpPr/>
          <p:nvPr/>
        </p:nvSpPr>
        <p:spPr>
          <a:xfrm>
            <a:off x="4855601" y="25787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0" name="Freeform 7969"/>
          <p:cNvSpPr/>
          <p:nvPr/>
        </p:nvSpPr>
        <p:spPr>
          <a:xfrm>
            <a:off x="4806682" y="32931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1" name="Freeform 7970"/>
          <p:cNvSpPr/>
          <p:nvPr/>
        </p:nvSpPr>
        <p:spPr>
          <a:xfrm>
            <a:off x="4745851" y="32177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2" name="Freeform 7971"/>
          <p:cNvSpPr/>
          <p:nvPr/>
        </p:nvSpPr>
        <p:spPr>
          <a:xfrm>
            <a:off x="4551511" y="28707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3" name="Freeform 7972"/>
          <p:cNvSpPr/>
          <p:nvPr/>
        </p:nvSpPr>
        <p:spPr>
          <a:xfrm>
            <a:off x="4817654" y="27734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4" name="Freeform 7973"/>
          <p:cNvSpPr/>
          <p:nvPr/>
        </p:nvSpPr>
        <p:spPr>
          <a:xfrm>
            <a:off x="4806735" y="27048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5" name="Freeform 7974"/>
          <p:cNvSpPr/>
          <p:nvPr/>
        </p:nvSpPr>
        <p:spPr>
          <a:xfrm>
            <a:off x="4769336" y="30410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6" name="Freeform 7975"/>
          <p:cNvSpPr/>
          <p:nvPr/>
        </p:nvSpPr>
        <p:spPr>
          <a:xfrm>
            <a:off x="4765621" y="27987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7" name="Freeform 7976"/>
          <p:cNvSpPr/>
          <p:nvPr/>
        </p:nvSpPr>
        <p:spPr>
          <a:xfrm>
            <a:off x="4688054" y="27137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8" name="Freeform 7977"/>
          <p:cNvSpPr/>
          <p:nvPr/>
        </p:nvSpPr>
        <p:spPr>
          <a:xfrm>
            <a:off x="4624881" y="29272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9" name="Freeform 7978"/>
          <p:cNvSpPr/>
          <p:nvPr/>
        </p:nvSpPr>
        <p:spPr>
          <a:xfrm>
            <a:off x="4795482" y="30617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0" name="Freeform 7979"/>
          <p:cNvSpPr/>
          <p:nvPr/>
        </p:nvSpPr>
        <p:spPr>
          <a:xfrm>
            <a:off x="4816073" y="35720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1" name="Freeform 7980"/>
          <p:cNvSpPr/>
          <p:nvPr/>
        </p:nvSpPr>
        <p:spPr>
          <a:xfrm>
            <a:off x="4569172" y="27711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2" name="Freeform 7981"/>
          <p:cNvSpPr/>
          <p:nvPr/>
        </p:nvSpPr>
        <p:spPr>
          <a:xfrm>
            <a:off x="4777793" y="29893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3" name="Freeform 7982"/>
          <p:cNvSpPr/>
          <p:nvPr/>
        </p:nvSpPr>
        <p:spPr>
          <a:xfrm>
            <a:off x="4706520" y="316790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4" name="Freeform 7983"/>
          <p:cNvSpPr/>
          <p:nvPr/>
        </p:nvSpPr>
        <p:spPr>
          <a:xfrm>
            <a:off x="4774980" y="25053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5" name="Freeform 7984"/>
          <p:cNvSpPr/>
          <p:nvPr/>
        </p:nvSpPr>
        <p:spPr>
          <a:xfrm>
            <a:off x="4709703" y="35652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6" name="Freeform 7985"/>
          <p:cNvSpPr/>
          <p:nvPr/>
        </p:nvSpPr>
        <p:spPr>
          <a:xfrm>
            <a:off x="4799081" y="23618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7" name="Freeform 7986"/>
          <p:cNvSpPr/>
          <p:nvPr/>
        </p:nvSpPr>
        <p:spPr>
          <a:xfrm>
            <a:off x="4789941" y="30145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8" name="Freeform 7987"/>
          <p:cNvSpPr/>
          <p:nvPr/>
        </p:nvSpPr>
        <p:spPr>
          <a:xfrm>
            <a:off x="4775278" y="28814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9" name="Freeform 7988"/>
          <p:cNvSpPr/>
          <p:nvPr/>
        </p:nvSpPr>
        <p:spPr>
          <a:xfrm>
            <a:off x="4533674" y="31606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0" name="Freeform 7989"/>
          <p:cNvSpPr/>
          <p:nvPr/>
        </p:nvSpPr>
        <p:spPr>
          <a:xfrm>
            <a:off x="4768599" y="36589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1" name="Freeform 7990"/>
          <p:cNvSpPr/>
          <p:nvPr/>
        </p:nvSpPr>
        <p:spPr>
          <a:xfrm>
            <a:off x="4686164" y="30605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2" name="Freeform 7991"/>
          <p:cNvSpPr/>
          <p:nvPr/>
        </p:nvSpPr>
        <p:spPr>
          <a:xfrm>
            <a:off x="4560892" y="28747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3" name="Freeform 7992"/>
          <p:cNvSpPr/>
          <p:nvPr/>
        </p:nvSpPr>
        <p:spPr>
          <a:xfrm>
            <a:off x="4756332" y="27409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4" name="Freeform 7993"/>
          <p:cNvSpPr/>
          <p:nvPr/>
        </p:nvSpPr>
        <p:spPr>
          <a:xfrm>
            <a:off x="4535324" y="308345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5" name="Freeform 7994"/>
          <p:cNvSpPr/>
          <p:nvPr/>
        </p:nvSpPr>
        <p:spPr>
          <a:xfrm>
            <a:off x="4776427" y="38647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6" name="Freeform 7995"/>
          <p:cNvSpPr/>
          <p:nvPr/>
        </p:nvSpPr>
        <p:spPr>
          <a:xfrm>
            <a:off x="4861549" y="36098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7" name="Freeform 7996"/>
          <p:cNvSpPr/>
          <p:nvPr/>
        </p:nvSpPr>
        <p:spPr>
          <a:xfrm>
            <a:off x="4627715" y="22019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8" name="Freeform 7997"/>
          <p:cNvSpPr/>
          <p:nvPr/>
        </p:nvSpPr>
        <p:spPr>
          <a:xfrm>
            <a:off x="4779197" y="34338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9" name="Freeform 7998"/>
          <p:cNvSpPr/>
          <p:nvPr/>
        </p:nvSpPr>
        <p:spPr>
          <a:xfrm>
            <a:off x="4729384" y="24468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0" name="Freeform 7999"/>
          <p:cNvSpPr/>
          <p:nvPr/>
        </p:nvSpPr>
        <p:spPr>
          <a:xfrm>
            <a:off x="4750639" y="33717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1" name="Freeform 8000"/>
          <p:cNvSpPr/>
          <p:nvPr/>
        </p:nvSpPr>
        <p:spPr>
          <a:xfrm>
            <a:off x="4537727" y="307734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2" name="Freeform 8001"/>
          <p:cNvSpPr/>
          <p:nvPr/>
        </p:nvSpPr>
        <p:spPr>
          <a:xfrm>
            <a:off x="4746365" y="27609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3" name="Freeform 8002"/>
          <p:cNvSpPr/>
          <p:nvPr/>
        </p:nvSpPr>
        <p:spPr>
          <a:xfrm>
            <a:off x="4695868" y="33271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4" name="Freeform 8003"/>
          <p:cNvSpPr/>
          <p:nvPr/>
        </p:nvSpPr>
        <p:spPr>
          <a:xfrm>
            <a:off x="4760300" y="23821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5" name="Freeform 8004"/>
          <p:cNvSpPr/>
          <p:nvPr/>
        </p:nvSpPr>
        <p:spPr>
          <a:xfrm>
            <a:off x="4682684" y="29762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6" name="Freeform 8005"/>
          <p:cNvSpPr/>
          <p:nvPr/>
        </p:nvSpPr>
        <p:spPr>
          <a:xfrm>
            <a:off x="4798250" y="28253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7" name="Freeform 8006"/>
          <p:cNvSpPr/>
          <p:nvPr/>
        </p:nvSpPr>
        <p:spPr>
          <a:xfrm>
            <a:off x="4711040" y="31107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8" name="Freeform 8007"/>
          <p:cNvSpPr/>
          <p:nvPr/>
        </p:nvSpPr>
        <p:spPr>
          <a:xfrm>
            <a:off x="4754125" y="27478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9" name="Freeform 8008"/>
          <p:cNvSpPr/>
          <p:nvPr/>
        </p:nvSpPr>
        <p:spPr>
          <a:xfrm>
            <a:off x="4827365" y="23873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0" name="Freeform 8009"/>
          <p:cNvSpPr/>
          <p:nvPr/>
        </p:nvSpPr>
        <p:spPr>
          <a:xfrm>
            <a:off x="4701465" y="30573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1" name="Freeform 8010"/>
          <p:cNvSpPr/>
          <p:nvPr/>
        </p:nvSpPr>
        <p:spPr>
          <a:xfrm>
            <a:off x="4787648" y="23282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2" name="Freeform 8011"/>
          <p:cNvSpPr/>
          <p:nvPr/>
        </p:nvSpPr>
        <p:spPr>
          <a:xfrm>
            <a:off x="4706378" y="32454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3" name="Freeform 8012"/>
          <p:cNvSpPr/>
          <p:nvPr/>
        </p:nvSpPr>
        <p:spPr>
          <a:xfrm>
            <a:off x="4737679" y="27065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4" name="Freeform 8013"/>
          <p:cNvSpPr/>
          <p:nvPr/>
        </p:nvSpPr>
        <p:spPr>
          <a:xfrm>
            <a:off x="4626572" y="28142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5" name="Freeform 8014"/>
          <p:cNvSpPr/>
          <p:nvPr/>
        </p:nvSpPr>
        <p:spPr>
          <a:xfrm>
            <a:off x="4764590" y="34244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6" name="Freeform 8015"/>
          <p:cNvSpPr/>
          <p:nvPr/>
        </p:nvSpPr>
        <p:spPr>
          <a:xfrm>
            <a:off x="4812398" y="29221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7" name="Freeform 8016"/>
          <p:cNvSpPr/>
          <p:nvPr/>
        </p:nvSpPr>
        <p:spPr>
          <a:xfrm>
            <a:off x="4673902" y="30029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8" name="Freeform 8017"/>
          <p:cNvSpPr/>
          <p:nvPr/>
        </p:nvSpPr>
        <p:spPr>
          <a:xfrm>
            <a:off x="4766639" y="33401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9" name="Freeform 8018"/>
          <p:cNvSpPr/>
          <p:nvPr/>
        </p:nvSpPr>
        <p:spPr>
          <a:xfrm>
            <a:off x="4728005" y="28656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0" name="Freeform 8019"/>
          <p:cNvSpPr/>
          <p:nvPr/>
        </p:nvSpPr>
        <p:spPr>
          <a:xfrm>
            <a:off x="4565810" y="29485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1" name="Freeform 8020"/>
          <p:cNvSpPr/>
          <p:nvPr/>
        </p:nvSpPr>
        <p:spPr>
          <a:xfrm>
            <a:off x="4720062" y="30343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2" name="Freeform 8021"/>
          <p:cNvSpPr/>
          <p:nvPr/>
        </p:nvSpPr>
        <p:spPr>
          <a:xfrm>
            <a:off x="4822225" y="30327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3" name="Freeform 8022"/>
          <p:cNvSpPr/>
          <p:nvPr/>
        </p:nvSpPr>
        <p:spPr>
          <a:xfrm>
            <a:off x="4631519" y="30411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4" name="Freeform 8023"/>
          <p:cNvSpPr/>
          <p:nvPr/>
        </p:nvSpPr>
        <p:spPr>
          <a:xfrm>
            <a:off x="4494694" y="31499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5" name="Freeform 8024"/>
          <p:cNvSpPr/>
          <p:nvPr/>
        </p:nvSpPr>
        <p:spPr>
          <a:xfrm>
            <a:off x="4704520" y="295109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6" name="Freeform 8025"/>
          <p:cNvSpPr/>
          <p:nvPr/>
        </p:nvSpPr>
        <p:spPr>
          <a:xfrm>
            <a:off x="4615063" y="32581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7" name="Freeform 8026"/>
          <p:cNvSpPr/>
          <p:nvPr/>
        </p:nvSpPr>
        <p:spPr>
          <a:xfrm>
            <a:off x="4883256" y="19650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8" name="Freeform 8027"/>
          <p:cNvSpPr/>
          <p:nvPr/>
        </p:nvSpPr>
        <p:spPr>
          <a:xfrm>
            <a:off x="4678710" y="35579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9" name="Freeform 8028"/>
          <p:cNvSpPr/>
          <p:nvPr/>
        </p:nvSpPr>
        <p:spPr>
          <a:xfrm>
            <a:off x="4682558" y="32349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0" name="Freeform 8029"/>
          <p:cNvSpPr/>
          <p:nvPr/>
        </p:nvSpPr>
        <p:spPr>
          <a:xfrm>
            <a:off x="4616791" y="32039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1" name="Freeform 8030"/>
          <p:cNvSpPr/>
          <p:nvPr/>
        </p:nvSpPr>
        <p:spPr>
          <a:xfrm>
            <a:off x="4709460" y="220650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2" name="Freeform 8031"/>
          <p:cNvSpPr/>
          <p:nvPr/>
        </p:nvSpPr>
        <p:spPr>
          <a:xfrm>
            <a:off x="4623706" y="35230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3" name="Freeform 8032"/>
          <p:cNvSpPr/>
          <p:nvPr/>
        </p:nvSpPr>
        <p:spPr>
          <a:xfrm>
            <a:off x="4588116" y="28390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4" name="Freeform 8033"/>
          <p:cNvSpPr/>
          <p:nvPr/>
        </p:nvSpPr>
        <p:spPr>
          <a:xfrm>
            <a:off x="4676622" y="29085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5" name="Rectangle 8034"/>
          <p:cNvSpPr/>
          <p:nvPr/>
        </p:nvSpPr>
        <p:spPr>
          <a:xfrm>
            <a:off x="1977292" y="2165401"/>
            <a:ext cx="427903" cy="721911"/>
          </a:xfrm>
          <a:prstGeom prst="rect">
            <a:avLst/>
          </a:prstGeom>
          <a:solidFill>
            <a:srgbClr val="3B6B9A">
              <a:alpha val="30000"/>
            </a:srgbClr>
          </a:solidFill>
          <a:ln w="15240">
            <a:solidFill>
              <a:srgbClr val="3B6B9A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6" name="Freeform 8035"/>
          <p:cNvSpPr/>
          <p:nvPr/>
        </p:nvSpPr>
        <p:spPr>
          <a:xfrm>
            <a:off x="2191243" y="2887312"/>
            <a:ext cx="0" cy="1072803"/>
          </a:xfrm>
          <a:custGeom>
            <a:avLst/>
            <a:gdLst/>
            <a:ahLst/>
            <a:cxnLst/>
            <a:rect l="l" t="t" r="r" b="b"/>
            <a:pathLst>
              <a:path w="0" h="1072803">
                <a:moveTo>
                  <a:pt x="0" y="0"/>
                </a:moveTo>
                <a:lnTo>
                  <a:pt x="0" y="1072803"/>
                </a:lnTo>
                <a:close/>
              </a:path>
            </a:pathLst>
          </a:custGeom>
          <a:noFill/>
          <a:ln w="1016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7" name="Freeform 8036"/>
          <p:cNvSpPr/>
          <p:nvPr/>
        </p:nvSpPr>
        <p:spPr>
          <a:xfrm>
            <a:off x="2191243" y="1082576"/>
            <a:ext cx="0" cy="1082825"/>
          </a:xfrm>
          <a:custGeom>
            <a:avLst/>
            <a:gdLst/>
            <a:ahLst/>
            <a:cxnLst/>
            <a:rect l="l" t="t" r="r" b="b"/>
            <a:pathLst>
              <a:path w="0" h="1082825">
                <a:moveTo>
                  <a:pt x="0" y="1082825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8" name="Freeform 8037"/>
          <p:cNvSpPr/>
          <p:nvPr/>
        </p:nvSpPr>
        <p:spPr>
          <a:xfrm>
            <a:off x="2084268" y="3960115"/>
            <a:ext cx="213951" cy="0"/>
          </a:xfrm>
          <a:custGeom>
            <a:avLst/>
            <a:gdLst/>
            <a:ahLst/>
            <a:cxnLst/>
            <a:rect l="l" t="t" r="r" b="b"/>
            <a:pathLst>
              <a:path w="213951" h="0">
                <a:moveTo>
                  <a:pt x="0" y="0"/>
                </a:moveTo>
                <a:lnTo>
                  <a:pt x="213951" y="0"/>
                </a:lnTo>
                <a:close/>
              </a:path>
            </a:pathLst>
          </a:custGeom>
          <a:noFill/>
          <a:ln w="1016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9" name="Freeform 8038"/>
          <p:cNvSpPr/>
          <p:nvPr/>
        </p:nvSpPr>
        <p:spPr>
          <a:xfrm>
            <a:off x="2084268" y="1082576"/>
            <a:ext cx="213951" cy="0"/>
          </a:xfrm>
          <a:custGeom>
            <a:avLst/>
            <a:gdLst/>
            <a:ahLst/>
            <a:cxnLst/>
            <a:rect l="l" t="t" r="r" b="b"/>
            <a:pathLst>
              <a:path w="213951" h="0">
                <a:moveTo>
                  <a:pt x="0" y="0"/>
                </a:moveTo>
                <a:lnTo>
                  <a:pt x="213951" y="0"/>
                </a:lnTo>
                <a:close/>
              </a:path>
            </a:pathLst>
          </a:custGeom>
          <a:noFill/>
          <a:ln w="1016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0" name="Rectangle 8039"/>
          <p:cNvSpPr/>
          <p:nvPr/>
        </p:nvSpPr>
        <p:spPr>
          <a:xfrm>
            <a:off x="5033742" y="2764631"/>
            <a:ext cx="427903" cy="518401"/>
          </a:xfrm>
          <a:prstGeom prst="rect">
            <a:avLst/>
          </a:prstGeom>
          <a:solidFill>
            <a:srgbClr val="C4713B">
              <a:alpha val="30000"/>
            </a:srgbClr>
          </a:solidFill>
          <a:ln w="15240">
            <a:solidFill>
              <a:srgbClr val="C4713B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1" name="Freeform 8040"/>
          <p:cNvSpPr/>
          <p:nvPr/>
        </p:nvSpPr>
        <p:spPr>
          <a:xfrm>
            <a:off x="5247694" y="3283032"/>
            <a:ext cx="0" cy="774345"/>
          </a:xfrm>
          <a:custGeom>
            <a:avLst/>
            <a:gdLst/>
            <a:ahLst/>
            <a:cxnLst/>
            <a:rect l="l" t="t" r="r" b="b"/>
            <a:pathLst>
              <a:path w="0" h="774345">
                <a:moveTo>
                  <a:pt x="0" y="0"/>
                </a:moveTo>
                <a:lnTo>
                  <a:pt x="0" y="774345"/>
                </a:lnTo>
                <a:close/>
              </a:path>
            </a:pathLst>
          </a:custGeom>
          <a:noFill/>
          <a:ln w="1016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2" name="Freeform 8041"/>
          <p:cNvSpPr/>
          <p:nvPr/>
        </p:nvSpPr>
        <p:spPr>
          <a:xfrm>
            <a:off x="5247694" y="2000930"/>
            <a:ext cx="0" cy="763701"/>
          </a:xfrm>
          <a:custGeom>
            <a:avLst/>
            <a:gdLst/>
            <a:ahLst/>
            <a:cxnLst/>
            <a:rect l="l" t="t" r="r" b="b"/>
            <a:pathLst>
              <a:path w="0" h="763701">
                <a:moveTo>
                  <a:pt x="0" y="763701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3" name="Freeform 8042"/>
          <p:cNvSpPr/>
          <p:nvPr/>
        </p:nvSpPr>
        <p:spPr>
          <a:xfrm>
            <a:off x="5140718" y="4057377"/>
            <a:ext cx="213952" cy="0"/>
          </a:xfrm>
          <a:custGeom>
            <a:avLst/>
            <a:gdLst/>
            <a:ahLst/>
            <a:cxnLst/>
            <a:rect l="l" t="t" r="r" b="b"/>
            <a:pathLst>
              <a:path w="213952" h="0">
                <a:moveTo>
                  <a:pt x="0" y="0"/>
                </a:moveTo>
                <a:lnTo>
                  <a:pt x="213952" y="0"/>
                </a:lnTo>
                <a:close/>
              </a:path>
            </a:pathLst>
          </a:custGeom>
          <a:noFill/>
          <a:ln w="1016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4" name="Freeform 8043"/>
          <p:cNvSpPr/>
          <p:nvPr/>
        </p:nvSpPr>
        <p:spPr>
          <a:xfrm>
            <a:off x="5140718" y="2000930"/>
            <a:ext cx="213952" cy="0"/>
          </a:xfrm>
          <a:custGeom>
            <a:avLst/>
            <a:gdLst/>
            <a:ahLst/>
            <a:cxnLst/>
            <a:rect l="l" t="t" r="r" b="b"/>
            <a:pathLst>
              <a:path w="213952" h="0">
                <a:moveTo>
                  <a:pt x="0" y="0"/>
                </a:moveTo>
                <a:lnTo>
                  <a:pt x="213952" y="0"/>
                </a:lnTo>
                <a:close/>
              </a:path>
            </a:pathLst>
          </a:custGeom>
          <a:noFill/>
          <a:ln w="1016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5" name="Freeform 8044"/>
          <p:cNvSpPr/>
          <p:nvPr/>
        </p:nvSpPr>
        <p:spPr>
          <a:xfrm>
            <a:off x="2282937" y="3425373"/>
            <a:ext cx="825242" cy="0"/>
          </a:xfrm>
          <a:custGeom>
            <a:avLst/>
            <a:gdLst/>
            <a:ahLst/>
            <a:cxnLst/>
            <a:rect l="l" t="t" r="r" b="b"/>
            <a:pathLst>
              <a:path w="825242" h="0">
                <a:moveTo>
                  <a:pt x="0" y="0"/>
                </a:moveTo>
                <a:lnTo>
                  <a:pt x="825242" y="0"/>
                </a:lnTo>
                <a:close/>
              </a:path>
            </a:pathLst>
          </a:custGeom>
          <a:noFill/>
          <a:ln w="1016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6" name="Freeform 8045"/>
          <p:cNvSpPr/>
          <p:nvPr/>
        </p:nvSpPr>
        <p:spPr>
          <a:xfrm>
            <a:off x="2282937" y="2511475"/>
            <a:ext cx="825242" cy="0"/>
          </a:xfrm>
          <a:custGeom>
            <a:avLst/>
            <a:gdLst/>
            <a:ahLst/>
            <a:cxnLst/>
            <a:rect l="l" t="t" r="r" b="b"/>
            <a:pathLst>
              <a:path w="825242" h="0">
                <a:moveTo>
                  <a:pt x="0" y="0"/>
                </a:moveTo>
                <a:lnTo>
                  <a:pt x="825242" y="0"/>
                </a:lnTo>
                <a:close/>
              </a:path>
            </a:pathLst>
          </a:custGeom>
          <a:noFill/>
          <a:ln w="1016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7" name="Freeform 8046"/>
          <p:cNvSpPr/>
          <p:nvPr/>
        </p:nvSpPr>
        <p:spPr>
          <a:xfrm>
            <a:off x="2282937" y="1637633"/>
            <a:ext cx="825242" cy="0"/>
          </a:xfrm>
          <a:custGeom>
            <a:avLst/>
            <a:gdLst/>
            <a:ahLst/>
            <a:cxnLst/>
            <a:rect l="l" t="t" r="r" b="b"/>
            <a:pathLst>
              <a:path w="825242" h="0">
                <a:moveTo>
                  <a:pt x="0" y="0"/>
                </a:moveTo>
                <a:lnTo>
                  <a:pt x="825242" y="0"/>
                </a:lnTo>
                <a:close/>
              </a:path>
            </a:pathLst>
          </a:custGeom>
          <a:noFill/>
          <a:ln w="1016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8" name="Freeform 8047"/>
          <p:cNvSpPr/>
          <p:nvPr/>
        </p:nvSpPr>
        <p:spPr>
          <a:xfrm>
            <a:off x="5339388" y="3666089"/>
            <a:ext cx="825241" cy="0"/>
          </a:xfrm>
          <a:custGeom>
            <a:avLst/>
            <a:gdLst/>
            <a:ahLst/>
            <a:cxnLst/>
            <a:rect l="l" t="t" r="r" b="b"/>
            <a:pathLst>
              <a:path w="825241" h="0">
                <a:moveTo>
                  <a:pt x="0" y="0"/>
                </a:moveTo>
                <a:lnTo>
                  <a:pt x="825241" y="0"/>
                </a:lnTo>
                <a:close/>
              </a:path>
            </a:pathLst>
          </a:custGeom>
          <a:noFill/>
          <a:ln w="1016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9" name="Freeform 8048"/>
          <p:cNvSpPr/>
          <p:nvPr/>
        </p:nvSpPr>
        <p:spPr>
          <a:xfrm>
            <a:off x="5339388" y="3031781"/>
            <a:ext cx="825241" cy="0"/>
          </a:xfrm>
          <a:custGeom>
            <a:avLst/>
            <a:gdLst/>
            <a:ahLst/>
            <a:cxnLst/>
            <a:rect l="l" t="t" r="r" b="b"/>
            <a:pathLst>
              <a:path w="825241" h="0">
                <a:moveTo>
                  <a:pt x="0" y="0"/>
                </a:moveTo>
                <a:lnTo>
                  <a:pt x="825241" y="0"/>
                </a:lnTo>
                <a:close/>
              </a:path>
            </a:pathLst>
          </a:custGeom>
          <a:noFill/>
          <a:ln w="1016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0" name="Freeform 8049"/>
          <p:cNvSpPr/>
          <p:nvPr/>
        </p:nvSpPr>
        <p:spPr>
          <a:xfrm>
            <a:off x="5339388" y="2367866"/>
            <a:ext cx="825241" cy="0"/>
          </a:xfrm>
          <a:custGeom>
            <a:avLst/>
            <a:gdLst/>
            <a:ahLst/>
            <a:cxnLst/>
            <a:rect l="l" t="t" r="r" b="b"/>
            <a:pathLst>
              <a:path w="825241" h="0">
                <a:moveTo>
                  <a:pt x="0" y="0"/>
                </a:moveTo>
                <a:lnTo>
                  <a:pt x="825241" y="0"/>
                </a:lnTo>
                <a:close/>
              </a:path>
            </a:pathLst>
          </a:custGeom>
          <a:noFill/>
          <a:ln w="1016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1" name="Freeform 8050"/>
          <p:cNvSpPr/>
          <p:nvPr/>
        </p:nvSpPr>
        <p:spPr>
          <a:xfrm>
            <a:off x="1977292" y="2511475"/>
            <a:ext cx="427903" cy="0"/>
          </a:xfrm>
          <a:custGeom>
            <a:avLst/>
            <a:gdLst/>
            <a:ahLst/>
            <a:cxnLst/>
            <a:rect l="l" t="t" r="r" b="b"/>
            <a:pathLst>
              <a:path w="427903" h="0">
                <a:moveTo>
                  <a:pt x="0" y="0"/>
                </a:moveTo>
                <a:lnTo>
                  <a:pt x="427903" y="0"/>
                </a:lnTo>
                <a:close/>
              </a:path>
            </a:pathLst>
          </a:custGeom>
          <a:noFill/>
          <a:ln w="1524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2" name="Freeform 8051"/>
          <p:cNvSpPr/>
          <p:nvPr/>
        </p:nvSpPr>
        <p:spPr>
          <a:xfrm>
            <a:off x="5033742" y="3031781"/>
            <a:ext cx="427904" cy="0"/>
          </a:xfrm>
          <a:custGeom>
            <a:avLst/>
            <a:gdLst/>
            <a:ahLst/>
            <a:cxnLst/>
            <a:rect l="l" t="t" r="r" b="b"/>
            <a:pathLst>
              <a:path w="427904" h="0">
                <a:moveTo>
                  <a:pt x="0" y="0"/>
                </a:moveTo>
                <a:lnTo>
                  <a:pt x="427904" y="0"/>
                </a:lnTo>
                <a:close/>
              </a:path>
            </a:pathLst>
          </a:custGeom>
          <a:noFill/>
          <a:ln w="1524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3" name="Freeform 8052"/>
          <p:cNvSpPr/>
          <p:nvPr/>
        </p:nvSpPr>
        <p:spPr>
          <a:xfrm>
            <a:off x="663018" y="471126"/>
            <a:ext cx="0" cy="4588597"/>
          </a:xfrm>
          <a:custGeom>
            <a:avLst/>
            <a:gdLst/>
            <a:ahLst/>
            <a:cxnLst/>
            <a:rect l="l" t="t" r="r" b="b"/>
            <a:pathLst>
              <a:path w="0" h="4588597">
                <a:moveTo>
                  <a:pt x="0" y="4588597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4" name="Freeform 8053"/>
          <p:cNvSpPr/>
          <p:nvPr/>
        </p:nvSpPr>
        <p:spPr>
          <a:xfrm>
            <a:off x="663018" y="5059723"/>
            <a:ext cx="6112901" cy="0"/>
          </a:xfrm>
          <a:custGeom>
            <a:avLst/>
            <a:gdLst/>
            <a:ahLst/>
            <a:cxnLst/>
            <a:rect l="l" t="t" r="r" b="b"/>
            <a:pathLst>
              <a:path w="6112901" h="0">
                <a:moveTo>
                  <a:pt x="0" y="0"/>
                </a:moveTo>
                <a:lnTo>
                  <a:pt x="6112901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5" name="TextBox 8054"/>
          <p:cNvSpPr txBox="1"/>
          <p:nvPr/>
        </p:nvSpPr>
        <p:spPr>
          <a:xfrm>
            <a:off x="3169308" y="3321355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3B6B9A"/>
                </a:solidFill>
                <a:latin typeface="Arial"/>
              </a:rPr>
              <a:t>P5 = 128 MPa</a:t>
            </a:r>
          </a:p>
        </p:txBody>
      </p:sp>
      <p:sp>
        <p:nvSpPr>
          <p:cNvPr id="8056" name="TextBox 8055"/>
          <p:cNvSpPr txBox="1"/>
          <p:nvPr/>
        </p:nvSpPr>
        <p:spPr>
          <a:xfrm>
            <a:off x="3169308" y="2407457"/>
            <a:ext cx="1117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3B6B9A"/>
                </a:solidFill>
                <a:latin typeface="Arial"/>
              </a:rPr>
              <a:t>P50 = 206 MPa</a:t>
            </a:r>
          </a:p>
        </p:txBody>
      </p:sp>
      <p:sp>
        <p:nvSpPr>
          <p:cNvPr id="8057" name="TextBox 8056"/>
          <p:cNvSpPr txBox="1"/>
          <p:nvPr/>
        </p:nvSpPr>
        <p:spPr>
          <a:xfrm>
            <a:off x="3169308" y="1533615"/>
            <a:ext cx="1117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3B6B9A"/>
                </a:solidFill>
                <a:latin typeface="Arial"/>
              </a:rPr>
              <a:t>P95 = 279 MPa</a:t>
            </a:r>
          </a:p>
        </p:txBody>
      </p:sp>
      <p:sp>
        <p:nvSpPr>
          <p:cNvPr id="8058" name="TextBox 8057"/>
          <p:cNvSpPr txBox="1"/>
          <p:nvPr/>
        </p:nvSpPr>
        <p:spPr>
          <a:xfrm>
            <a:off x="6225758" y="3562071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4713B"/>
                </a:solidFill>
                <a:latin typeface="Arial"/>
              </a:rPr>
              <a:t>P5 = 108 MPa</a:t>
            </a:r>
          </a:p>
        </p:txBody>
      </p:sp>
      <p:sp>
        <p:nvSpPr>
          <p:cNvPr id="8059" name="TextBox 8058"/>
          <p:cNvSpPr txBox="1"/>
          <p:nvPr/>
        </p:nvSpPr>
        <p:spPr>
          <a:xfrm>
            <a:off x="6225758" y="2927763"/>
            <a:ext cx="1117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4713B"/>
                </a:solidFill>
                <a:latin typeface="Arial"/>
              </a:rPr>
              <a:t>P50 = 162 MPa</a:t>
            </a:r>
          </a:p>
        </p:txBody>
      </p:sp>
      <p:sp>
        <p:nvSpPr>
          <p:cNvPr id="8060" name="TextBox 8059"/>
          <p:cNvSpPr txBox="1"/>
          <p:nvPr/>
        </p:nvSpPr>
        <p:spPr>
          <a:xfrm>
            <a:off x="6225758" y="2263849"/>
            <a:ext cx="1117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4713B"/>
                </a:solidFill>
                <a:latin typeface="Arial"/>
              </a:rPr>
              <a:t>P95 = 218 MPa</a:t>
            </a:r>
          </a:p>
        </p:txBody>
      </p:sp>
      <p:sp>
        <p:nvSpPr>
          <p:cNvPr id="8061" name="Freeform 8060"/>
          <p:cNvSpPr/>
          <p:nvPr/>
        </p:nvSpPr>
        <p:spPr>
          <a:xfrm>
            <a:off x="3719469" y="2547040"/>
            <a:ext cx="0" cy="434369"/>
          </a:xfrm>
          <a:custGeom>
            <a:avLst/>
            <a:gdLst/>
            <a:ahLst/>
            <a:cxnLst/>
            <a:rect l="l" t="t" r="r" b="b"/>
            <a:pathLst>
              <a:path w="0" h="434369">
                <a:moveTo>
                  <a:pt x="0" y="0"/>
                </a:moveTo>
                <a:lnTo>
                  <a:pt x="0" y="434369"/>
                </a:lnTo>
                <a:close/>
              </a:path>
            </a:pathLst>
          </a:custGeom>
          <a:noFill/>
          <a:ln w="1524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2" name="Freeform 8061"/>
          <p:cNvSpPr/>
          <p:nvPr/>
        </p:nvSpPr>
        <p:spPr>
          <a:xfrm>
            <a:off x="3701689" y="294584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35560" y="0"/>
                </a:moveTo>
                <a:lnTo>
                  <a:pt x="17780" y="35560"/>
                </a:lnTo>
                <a:close/>
                <a:lnTo>
                  <a:pt x="0" y="0"/>
                </a:lnTo>
                <a:close/>
                <a:lnTo>
                  <a:pt x="35560" y="0"/>
                </a:lnTo>
                <a:close/>
              </a:path>
            </a:pathLst>
          </a:custGeom>
          <a:solidFill>
            <a:srgbClr val="1A1A1A"/>
          </a:solidFill>
          <a:ln w="1524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3" name="TextBox 8062"/>
          <p:cNvSpPr txBox="1"/>
          <p:nvPr/>
        </p:nvSpPr>
        <p:spPr>
          <a:xfrm>
            <a:off x="3841727" y="2668854"/>
            <a:ext cx="1117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Δ μ = -42 MPa</a:t>
            </a:r>
          </a:p>
        </p:txBody>
      </p:sp>
      <p:sp>
        <p:nvSpPr>
          <p:cNvPr id="8064" name="Freeform 8063"/>
          <p:cNvSpPr/>
          <p:nvPr/>
        </p:nvSpPr>
        <p:spPr>
          <a:xfrm>
            <a:off x="3261001" y="3462179"/>
            <a:ext cx="0" cy="167166"/>
          </a:xfrm>
          <a:custGeom>
            <a:avLst/>
            <a:gdLst/>
            <a:ahLst/>
            <a:cxnLst/>
            <a:rect l="l" t="t" r="r" b="b"/>
            <a:pathLst>
              <a:path w="0" h="167166">
                <a:moveTo>
                  <a:pt x="0" y="0"/>
                </a:moveTo>
                <a:lnTo>
                  <a:pt x="0" y="167166"/>
                </a:lnTo>
                <a:close/>
              </a:path>
            </a:pathLst>
          </a:custGeom>
          <a:noFill/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5" name="Freeform 8064"/>
          <p:cNvSpPr/>
          <p:nvPr/>
        </p:nvSpPr>
        <p:spPr>
          <a:xfrm>
            <a:off x="3243221" y="346217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0" y="35560"/>
                </a:moveTo>
                <a:lnTo>
                  <a:pt x="17780" y="0"/>
                </a:lnTo>
                <a:close/>
                <a:lnTo>
                  <a:pt x="35560" y="35560"/>
                </a:lnTo>
                <a:close/>
              </a:path>
            </a:pathLst>
          </a:custGeom>
          <a:noFill/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6" name="Freeform 8065"/>
          <p:cNvSpPr/>
          <p:nvPr/>
        </p:nvSpPr>
        <p:spPr>
          <a:xfrm>
            <a:off x="3243221" y="359378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35560" y="0"/>
                </a:moveTo>
                <a:lnTo>
                  <a:pt x="17780" y="35560"/>
                </a:lnTo>
                <a:close/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7" name="TextBox 8066"/>
          <p:cNvSpPr txBox="1"/>
          <p:nvPr/>
        </p:nvSpPr>
        <p:spPr>
          <a:xfrm>
            <a:off x="3352695" y="3394070"/>
            <a:ext cx="1193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Spread reduced</a:t>
            </a:r>
          </a:p>
        </p:txBody>
      </p:sp>
      <p:sp>
        <p:nvSpPr>
          <p:cNvPr id="8068" name="TextBox 8067"/>
          <p:cNvSpPr txBox="1"/>
          <p:nvPr/>
        </p:nvSpPr>
        <p:spPr>
          <a:xfrm>
            <a:off x="3352695" y="3489398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by ~27%</a:t>
            </a:r>
          </a:p>
        </p:txBody>
      </p:sp>
      <p:sp>
        <p:nvSpPr>
          <p:cNvPr id="8069" name="TextBox 8068"/>
          <p:cNvSpPr txBox="1"/>
          <p:nvPr/>
        </p:nvSpPr>
        <p:spPr>
          <a:xfrm>
            <a:off x="173986" y="46254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