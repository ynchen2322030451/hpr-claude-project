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415103" cy="511358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15103" cy="51135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1370" y="451083"/>
            <a:ext cx="3842294" cy="42545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56019" y="644472"/>
            <a:ext cx="3492994" cy="3867775"/>
          </a:xfrm>
          <a:custGeom>
            <a:avLst/>
            <a:gdLst/>
            <a:ahLst/>
            <a:cxnLst/>
            <a:rect l="l" t="t" r="r" b="b"/>
            <a:pathLst>
              <a:path w="3492994" h="3867775">
                <a:moveTo>
                  <a:pt x="0" y="3867775"/>
                </a:moveTo>
                <a:lnTo>
                  <a:pt x="0" y="3866478"/>
                </a:lnTo>
                <a:close/>
                <a:lnTo>
                  <a:pt x="4372" y="3866425"/>
                </a:lnTo>
                <a:close/>
                <a:lnTo>
                  <a:pt x="8744" y="3866370"/>
                </a:lnTo>
                <a:close/>
                <a:lnTo>
                  <a:pt x="13115" y="3866313"/>
                </a:lnTo>
                <a:close/>
                <a:lnTo>
                  <a:pt x="17487" y="3866254"/>
                </a:lnTo>
                <a:close/>
                <a:lnTo>
                  <a:pt x="21859" y="3866192"/>
                </a:lnTo>
                <a:close/>
                <a:lnTo>
                  <a:pt x="26230" y="3866128"/>
                </a:lnTo>
                <a:close/>
                <a:lnTo>
                  <a:pt x="30602" y="3866062"/>
                </a:lnTo>
                <a:close/>
                <a:lnTo>
                  <a:pt x="34974" y="3865994"/>
                </a:lnTo>
                <a:close/>
                <a:lnTo>
                  <a:pt x="39346" y="3865922"/>
                </a:lnTo>
                <a:close/>
                <a:lnTo>
                  <a:pt x="43717" y="3865848"/>
                </a:lnTo>
                <a:close/>
                <a:lnTo>
                  <a:pt x="48089" y="3865772"/>
                </a:lnTo>
                <a:close/>
                <a:lnTo>
                  <a:pt x="52461" y="3865692"/>
                </a:lnTo>
                <a:close/>
                <a:lnTo>
                  <a:pt x="56832" y="3865610"/>
                </a:lnTo>
                <a:close/>
                <a:lnTo>
                  <a:pt x="61204" y="3865525"/>
                </a:lnTo>
                <a:close/>
                <a:lnTo>
                  <a:pt x="65576" y="3865436"/>
                </a:lnTo>
                <a:close/>
                <a:lnTo>
                  <a:pt x="69948" y="3865344"/>
                </a:lnTo>
                <a:close/>
                <a:lnTo>
                  <a:pt x="74319" y="3865249"/>
                </a:lnTo>
                <a:close/>
                <a:lnTo>
                  <a:pt x="78691" y="3865150"/>
                </a:lnTo>
                <a:close/>
                <a:lnTo>
                  <a:pt x="83063" y="3865048"/>
                </a:lnTo>
                <a:close/>
                <a:lnTo>
                  <a:pt x="87434" y="3864942"/>
                </a:lnTo>
                <a:close/>
                <a:lnTo>
                  <a:pt x="91806" y="3864833"/>
                </a:lnTo>
                <a:close/>
                <a:lnTo>
                  <a:pt x="96178" y="3864719"/>
                </a:lnTo>
                <a:close/>
                <a:lnTo>
                  <a:pt x="100549" y="3864601"/>
                </a:lnTo>
                <a:close/>
                <a:lnTo>
                  <a:pt x="104921" y="3864479"/>
                </a:lnTo>
                <a:close/>
                <a:lnTo>
                  <a:pt x="109293" y="3864353"/>
                </a:lnTo>
                <a:close/>
                <a:lnTo>
                  <a:pt x="113665" y="3864222"/>
                </a:lnTo>
                <a:close/>
                <a:lnTo>
                  <a:pt x="118036" y="3864087"/>
                </a:lnTo>
                <a:close/>
                <a:lnTo>
                  <a:pt x="122408" y="3863947"/>
                </a:lnTo>
                <a:close/>
                <a:lnTo>
                  <a:pt x="126780" y="3863802"/>
                </a:lnTo>
                <a:close/>
                <a:lnTo>
                  <a:pt x="131151" y="3863651"/>
                </a:lnTo>
                <a:close/>
                <a:lnTo>
                  <a:pt x="135523" y="3863496"/>
                </a:lnTo>
                <a:close/>
                <a:lnTo>
                  <a:pt x="139895" y="3863335"/>
                </a:lnTo>
                <a:close/>
                <a:lnTo>
                  <a:pt x="144267" y="3863169"/>
                </a:lnTo>
                <a:close/>
                <a:lnTo>
                  <a:pt x="148638" y="3862997"/>
                </a:lnTo>
                <a:close/>
                <a:lnTo>
                  <a:pt x="153010" y="3862818"/>
                </a:lnTo>
                <a:close/>
                <a:lnTo>
                  <a:pt x="157382" y="3862634"/>
                </a:lnTo>
                <a:close/>
                <a:lnTo>
                  <a:pt x="161753" y="3862444"/>
                </a:lnTo>
                <a:close/>
                <a:lnTo>
                  <a:pt x="166125" y="3862247"/>
                </a:lnTo>
                <a:close/>
                <a:lnTo>
                  <a:pt x="170497" y="3862043"/>
                </a:lnTo>
                <a:close/>
                <a:lnTo>
                  <a:pt x="174869" y="3861832"/>
                </a:lnTo>
                <a:close/>
                <a:lnTo>
                  <a:pt x="179240" y="3861614"/>
                </a:lnTo>
                <a:close/>
                <a:lnTo>
                  <a:pt x="183612" y="3861389"/>
                </a:lnTo>
                <a:close/>
                <a:lnTo>
                  <a:pt x="187984" y="3861157"/>
                </a:lnTo>
                <a:close/>
                <a:lnTo>
                  <a:pt x="192355" y="3860916"/>
                </a:lnTo>
                <a:close/>
                <a:lnTo>
                  <a:pt x="196727" y="3860668"/>
                </a:lnTo>
                <a:close/>
                <a:lnTo>
                  <a:pt x="201099" y="3860411"/>
                </a:lnTo>
                <a:close/>
                <a:lnTo>
                  <a:pt x="205470" y="3860146"/>
                </a:lnTo>
                <a:close/>
                <a:lnTo>
                  <a:pt x="209842" y="3859871"/>
                </a:lnTo>
                <a:close/>
                <a:lnTo>
                  <a:pt x="214214" y="3859588"/>
                </a:lnTo>
                <a:close/>
                <a:lnTo>
                  <a:pt x="218586" y="3859296"/>
                </a:lnTo>
                <a:close/>
                <a:lnTo>
                  <a:pt x="222957" y="3858994"/>
                </a:lnTo>
                <a:close/>
                <a:lnTo>
                  <a:pt x="227329" y="3858682"/>
                </a:lnTo>
                <a:close/>
                <a:lnTo>
                  <a:pt x="231701" y="3858360"/>
                </a:lnTo>
                <a:close/>
                <a:lnTo>
                  <a:pt x="236072" y="3858028"/>
                </a:lnTo>
                <a:close/>
                <a:lnTo>
                  <a:pt x="240444" y="3857685"/>
                </a:lnTo>
                <a:close/>
                <a:lnTo>
                  <a:pt x="244816" y="3857331"/>
                </a:lnTo>
                <a:close/>
                <a:lnTo>
                  <a:pt x="249188" y="3856966"/>
                </a:lnTo>
                <a:close/>
                <a:lnTo>
                  <a:pt x="253559" y="3856589"/>
                </a:lnTo>
                <a:close/>
                <a:lnTo>
                  <a:pt x="257931" y="3856200"/>
                </a:lnTo>
                <a:close/>
                <a:lnTo>
                  <a:pt x="262303" y="3855798"/>
                </a:lnTo>
                <a:close/>
                <a:lnTo>
                  <a:pt x="266674" y="3855384"/>
                </a:lnTo>
                <a:close/>
                <a:lnTo>
                  <a:pt x="271046" y="3854957"/>
                </a:lnTo>
                <a:close/>
                <a:lnTo>
                  <a:pt x="275418" y="3854517"/>
                </a:lnTo>
                <a:close/>
                <a:lnTo>
                  <a:pt x="279789" y="3854063"/>
                </a:lnTo>
                <a:close/>
                <a:lnTo>
                  <a:pt x="284161" y="3853594"/>
                </a:lnTo>
                <a:close/>
                <a:lnTo>
                  <a:pt x="288533" y="3853111"/>
                </a:lnTo>
                <a:close/>
                <a:lnTo>
                  <a:pt x="292905" y="3852613"/>
                </a:lnTo>
                <a:close/>
                <a:lnTo>
                  <a:pt x="297276" y="3852100"/>
                </a:lnTo>
                <a:close/>
                <a:lnTo>
                  <a:pt x="301648" y="3851571"/>
                </a:lnTo>
                <a:close/>
                <a:lnTo>
                  <a:pt x="306020" y="3851026"/>
                </a:lnTo>
                <a:close/>
                <a:lnTo>
                  <a:pt x="310391" y="3850465"/>
                </a:lnTo>
                <a:close/>
                <a:lnTo>
                  <a:pt x="314763" y="3849886"/>
                </a:lnTo>
                <a:close/>
                <a:lnTo>
                  <a:pt x="319135" y="3849290"/>
                </a:lnTo>
                <a:close/>
                <a:lnTo>
                  <a:pt x="323507" y="3848676"/>
                </a:lnTo>
                <a:close/>
                <a:lnTo>
                  <a:pt x="327878" y="3848043"/>
                </a:lnTo>
                <a:close/>
                <a:lnTo>
                  <a:pt x="332250" y="3847392"/>
                </a:lnTo>
                <a:close/>
                <a:lnTo>
                  <a:pt x="336622" y="3846721"/>
                </a:lnTo>
                <a:close/>
                <a:lnTo>
                  <a:pt x="340993" y="3846030"/>
                </a:lnTo>
                <a:close/>
                <a:lnTo>
                  <a:pt x="345365" y="3845319"/>
                </a:lnTo>
                <a:close/>
                <a:lnTo>
                  <a:pt x="349737" y="3844587"/>
                </a:lnTo>
                <a:close/>
                <a:lnTo>
                  <a:pt x="354109" y="3843834"/>
                </a:lnTo>
                <a:close/>
                <a:lnTo>
                  <a:pt x="358480" y="3843058"/>
                </a:lnTo>
                <a:close/>
                <a:lnTo>
                  <a:pt x="362852" y="3842260"/>
                </a:lnTo>
                <a:close/>
                <a:lnTo>
                  <a:pt x="367224" y="3841439"/>
                </a:lnTo>
                <a:close/>
                <a:lnTo>
                  <a:pt x="371595" y="3840594"/>
                </a:lnTo>
                <a:close/>
                <a:lnTo>
                  <a:pt x="375967" y="3839724"/>
                </a:lnTo>
                <a:close/>
                <a:lnTo>
                  <a:pt x="380339" y="3838830"/>
                </a:lnTo>
                <a:close/>
                <a:lnTo>
                  <a:pt x="384710" y="3837911"/>
                </a:lnTo>
                <a:close/>
                <a:lnTo>
                  <a:pt x="389082" y="3836965"/>
                </a:lnTo>
                <a:close/>
                <a:lnTo>
                  <a:pt x="393454" y="3835992"/>
                </a:lnTo>
                <a:close/>
                <a:lnTo>
                  <a:pt x="397826" y="3834992"/>
                </a:lnTo>
                <a:close/>
                <a:lnTo>
                  <a:pt x="402197" y="3833964"/>
                </a:lnTo>
                <a:close/>
                <a:lnTo>
                  <a:pt x="406569" y="3832907"/>
                </a:lnTo>
                <a:close/>
                <a:lnTo>
                  <a:pt x="410941" y="3831821"/>
                </a:lnTo>
                <a:close/>
                <a:lnTo>
                  <a:pt x="415312" y="3830705"/>
                </a:lnTo>
                <a:close/>
                <a:lnTo>
                  <a:pt x="419684" y="3829558"/>
                </a:lnTo>
                <a:close/>
                <a:lnTo>
                  <a:pt x="424056" y="3828379"/>
                </a:lnTo>
                <a:close/>
                <a:lnTo>
                  <a:pt x="428428" y="3827168"/>
                </a:lnTo>
                <a:close/>
                <a:lnTo>
                  <a:pt x="432799" y="3825924"/>
                </a:lnTo>
                <a:close/>
                <a:lnTo>
                  <a:pt x="437171" y="3824646"/>
                </a:lnTo>
                <a:close/>
                <a:lnTo>
                  <a:pt x="441543" y="3823334"/>
                </a:lnTo>
                <a:close/>
                <a:lnTo>
                  <a:pt x="445914" y="3821986"/>
                </a:lnTo>
                <a:close/>
                <a:lnTo>
                  <a:pt x="450286" y="3820602"/>
                </a:lnTo>
                <a:close/>
                <a:lnTo>
                  <a:pt x="454658" y="3819181"/>
                </a:lnTo>
                <a:close/>
                <a:lnTo>
                  <a:pt x="459029" y="3817723"/>
                </a:lnTo>
                <a:close/>
                <a:lnTo>
                  <a:pt x="463401" y="3816226"/>
                </a:lnTo>
                <a:close/>
                <a:lnTo>
                  <a:pt x="467773" y="3814689"/>
                </a:lnTo>
                <a:close/>
                <a:lnTo>
                  <a:pt x="472145" y="3813112"/>
                </a:lnTo>
                <a:close/>
                <a:lnTo>
                  <a:pt x="476516" y="3811494"/>
                </a:lnTo>
                <a:close/>
                <a:lnTo>
                  <a:pt x="480888" y="3809834"/>
                </a:lnTo>
                <a:close/>
                <a:lnTo>
                  <a:pt x="485260" y="3808130"/>
                </a:lnTo>
                <a:close/>
                <a:lnTo>
                  <a:pt x="489631" y="3806383"/>
                </a:lnTo>
                <a:close/>
                <a:lnTo>
                  <a:pt x="494003" y="3804591"/>
                </a:lnTo>
                <a:close/>
                <a:lnTo>
                  <a:pt x="498375" y="3802753"/>
                </a:lnTo>
                <a:close/>
                <a:lnTo>
                  <a:pt x="502747" y="3800869"/>
                </a:lnTo>
                <a:close/>
                <a:lnTo>
                  <a:pt x="507118" y="3798936"/>
                </a:lnTo>
                <a:close/>
                <a:lnTo>
                  <a:pt x="511490" y="3796956"/>
                </a:lnTo>
                <a:close/>
                <a:lnTo>
                  <a:pt x="515862" y="3794925"/>
                </a:lnTo>
                <a:close/>
                <a:lnTo>
                  <a:pt x="520233" y="3792843"/>
                </a:lnTo>
                <a:close/>
                <a:lnTo>
                  <a:pt x="524605" y="3790710"/>
                </a:lnTo>
                <a:close/>
                <a:lnTo>
                  <a:pt x="528977" y="3788524"/>
                </a:lnTo>
                <a:close/>
                <a:lnTo>
                  <a:pt x="533349" y="3786285"/>
                </a:lnTo>
                <a:close/>
                <a:lnTo>
                  <a:pt x="537720" y="3783990"/>
                </a:lnTo>
                <a:close/>
                <a:lnTo>
                  <a:pt x="542092" y="3781639"/>
                </a:lnTo>
                <a:close/>
                <a:lnTo>
                  <a:pt x="546464" y="3779232"/>
                </a:lnTo>
                <a:close/>
                <a:lnTo>
                  <a:pt x="550835" y="3776766"/>
                </a:lnTo>
                <a:close/>
                <a:lnTo>
                  <a:pt x="555207" y="3774240"/>
                </a:lnTo>
                <a:close/>
                <a:lnTo>
                  <a:pt x="559579" y="3771655"/>
                </a:lnTo>
                <a:close/>
                <a:lnTo>
                  <a:pt x="563950" y="3769008"/>
                </a:lnTo>
                <a:close/>
                <a:lnTo>
                  <a:pt x="568322" y="3766298"/>
                </a:lnTo>
                <a:close/>
                <a:lnTo>
                  <a:pt x="572694" y="3763524"/>
                </a:lnTo>
                <a:close/>
                <a:lnTo>
                  <a:pt x="577066" y="3760685"/>
                </a:lnTo>
                <a:close/>
                <a:lnTo>
                  <a:pt x="581437" y="3757780"/>
                </a:lnTo>
                <a:close/>
                <a:lnTo>
                  <a:pt x="585809" y="3754807"/>
                </a:lnTo>
                <a:close/>
                <a:lnTo>
                  <a:pt x="590181" y="3751766"/>
                </a:lnTo>
                <a:close/>
                <a:lnTo>
                  <a:pt x="594552" y="3748654"/>
                </a:lnTo>
                <a:close/>
                <a:lnTo>
                  <a:pt x="598924" y="3745472"/>
                </a:lnTo>
                <a:close/>
                <a:lnTo>
                  <a:pt x="603296" y="3742217"/>
                </a:lnTo>
                <a:close/>
                <a:lnTo>
                  <a:pt x="607668" y="3738888"/>
                </a:lnTo>
                <a:close/>
                <a:lnTo>
                  <a:pt x="612039" y="3735485"/>
                </a:lnTo>
                <a:close/>
                <a:lnTo>
                  <a:pt x="616411" y="3732005"/>
                </a:lnTo>
                <a:close/>
                <a:lnTo>
                  <a:pt x="620783" y="3728447"/>
                </a:lnTo>
                <a:close/>
                <a:lnTo>
                  <a:pt x="625154" y="3724811"/>
                </a:lnTo>
                <a:close/>
                <a:lnTo>
                  <a:pt x="629526" y="3721095"/>
                </a:lnTo>
                <a:close/>
                <a:lnTo>
                  <a:pt x="633898" y="3717296"/>
                </a:lnTo>
                <a:close/>
                <a:lnTo>
                  <a:pt x="638269" y="3713416"/>
                </a:lnTo>
                <a:close/>
                <a:lnTo>
                  <a:pt x="642641" y="3709450"/>
                </a:lnTo>
                <a:close/>
                <a:lnTo>
                  <a:pt x="647013" y="3705400"/>
                </a:lnTo>
                <a:close/>
                <a:lnTo>
                  <a:pt x="651385" y="3701262"/>
                </a:lnTo>
                <a:close/>
                <a:lnTo>
                  <a:pt x="655756" y="3697036"/>
                </a:lnTo>
                <a:close/>
                <a:lnTo>
                  <a:pt x="660128" y="3692720"/>
                </a:lnTo>
                <a:close/>
                <a:lnTo>
                  <a:pt x="664500" y="3688313"/>
                </a:lnTo>
                <a:close/>
                <a:lnTo>
                  <a:pt x="668871" y="3683814"/>
                </a:lnTo>
                <a:close/>
                <a:lnTo>
                  <a:pt x="673243" y="3679221"/>
                </a:lnTo>
                <a:close/>
                <a:lnTo>
                  <a:pt x="677615" y="3674532"/>
                </a:lnTo>
                <a:close/>
                <a:lnTo>
                  <a:pt x="681987" y="3669747"/>
                </a:lnTo>
                <a:close/>
                <a:lnTo>
                  <a:pt x="686358" y="3664864"/>
                </a:lnTo>
                <a:close/>
                <a:lnTo>
                  <a:pt x="690730" y="3659881"/>
                </a:lnTo>
                <a:close/>
                <a:lnTo>
                  <a:pt x="695102" y="3654797"/>
                </a:lnTo>
                <a:close/>
                <a:lnTo>
                  <a:pt x="699473" y="3649610"/>
                </a:lnTo>
                <a:close/>
                <a:lnTo>
                  <a:pt x="703845" y="3644320"/>
                </a:lnTo>
                <a:close/>
                <a:lnTo>
                  <a:pt x="708217" y="3638925"/>
                </a:lnTo>
                <a:close/>
                <a:lnTo>
                  <a:pt x="712589" y="3633422"/>
                </a:lnTo>
                <a:close/>
                <a:lnTo>
                  <a:pt x="716960" y="3627811"/>
                </a:lnTo>
                <a:close/>
                <a:lnTo>
                  <a:pt x="721332" y="3622091"/>
                </a:lnTo>
                <a:close/>
                <a:lnTo>
                  <a:pt x="725704" y="3616259"/>
                </a:lnTo>
                <a:close/>
                <a:lnTo>
                  <a:pt x="730075" y="3610315"/>
                </a:lnTo>
                <a:close/>
                <a:lnTo>
                  <a:pt x="734447" y="3604257"/>
                </a:lnTo>
                <a:close/>
                <a:lnTo>
                  <a:pt x="738819" y="3598083"/>
                </a:lnTo>
                <a:close/>
                <a:lnTo>
                  <a:pt x="743190" y="3591793"/>
                </a:lnTo>
                <a:close/>
                <a:lnTo>
                  <a:pt x="747562" y="3585383"/>
                </a:lnTo>
                <a:close/>
                <a:lnTo>
                  <a:pt x="751934" y="3578854"/>
                </a:lnTo>
                <a:close/>
                <a:lnTo>
                  <a:pt x="756306" y="3572204"/>
                </a:lnTo>
                <a:close/>
                <a:lnTo>
                  <a:pt x="760677" y="3565431"/>
                </a:lnTo>
                <a:close/>
                <a:lnTo>
                  <a:pt x="765049" y="3558534"/>
                </a:lnTo>
                <a:close/>
                <a:lnTo>
                  <a:pt x="769421" y="3551511"/>
                </a:lnTo>
                <a:close/>
                <a:lnTo>
                  <a:pt x="773792" y="3544361"/>
                </a:lnTo>
                <a:close/>
                <a:lnTo>
                  <a:pt x="778164" y="3537082"/>
                </a:lnTo>
                <a:close/>
                <a:lnTo>
                  <a:pt x="782536" y="3529674"/>
                </a:lnTo>
                <a:close/>
                <a:lnTo>
                  <a:pt x="786908" y="3522134"/>
                </a:lnTo>
                <a:close/>
                <a:lnTo>
                  <a:pt x="791279" y="3514462"/>
                </a:lnTo>
                <a:close/>
                <a:lnTo>
                  <a:pt x="795651" y="3506655"/>
                </a:lnTo>
                <a:close/>
                <a:lnTo>
                  <a:pt x="800023" y="3498713"/>
                </a:lnTo>
                <a:close/>
                <a:lnTo>
                  <a:pt x="804394" y="3490635"/>
                </a:lnTo>
                <a:close/>
                <a:lnTo>
                  <a:pt x="808766" y="3482417"/>
                </a:lnTo>
                <a:close/>
                <a:lnTo>
                  <a:pt x="813138" y="3474061"/>
                </a:lnTo>
                <a:close/>
                <a:lnTo>
                  <a:pt x="817509" y="3465563"/>
                </a:lnTo>
                <a:close/>
                <a:lnTo>
                  <a:pt x="821881" y="3456924"/>
                </a:lnTo>
                <a:close/>
                <a:lnTo>
                  <a:pt x="826253" y="3448140"/>
                </a:lnTo>
                <a:close/>
                <a:lnTo>
                  <a:pt x="830625" y="3439212"/>
                </a:lnTo>
                <a:close/>
                <a:lnTo>
                  <a:pt x="834996" y="3430138"/>
                </a:lnTo>
                <a:close/>
                <a:lnTo>
                  <a:pt x="839368" y="3420917"/>
                </a:lnTo>
                <a:close/>
                <a:lnTo>
                  <a:pt x="843740" y="3411547"/>
                </a:lnTo>
                <a:close/>
                <a:lnTo>
                  <a:pt x="848111" y="3402027"/>
                </a:lnTo>
                <a:close/>
                <a:lnTo>
                  <a:pt x="852483" y="3392356"/>
                </a:lnTo>
                <a:close/>
                <a:lnTo>
                  <a:pt x="856855" y="3382533"/>
                </a:lnTo>
                <a:close/>
                <a:lnTo>
                  <a:pt x="861227" y="3372557"/>
                </a:lnTo>
                <a:close/>
                <a:lnTo>
                  <a:pt x="865598" y="3362426"/>
                </a:lnTo>
                <a:close/>
                <a:lnTo>
                  <a:pt x="869970" y="3352140"/>
                </a:lnTo>
                <a:close/>
                <a:lnTo>
                  <a:pt x="874342" y="3341697"/>
                </a:lnTo>
                <a:close/>
                <a:lnTo>
                  <a:pt x="878713" y="3331096"/>
                </a:lnTo>
                <a:close/>
                <a:lnTo>
                  <a:pt x="883085" y="3320337"/>
                </a:lnTo>
                <a:close/>
                <a:lnTo>
                  <a:pt x="887457" y="3309418"/>
                </a:lnTo>
                <a:close/>
                <a:lnTo>
                  <a:pt x="891829" y="3298338"/>
                </a:lnTo>
                <a:close/>
                <a:lnTo>
                  <a:pt x="896200" y="3287097"/>
                </a:lnTo>
                <a:close/>
                <a:lnTo>
                  <a:pt x="900572" y="3275693"/>
                </a:lnTo>
                <a:close/>
                <a:lnTo>
                  <a:pt x="904944" y="3264126"/>
                </a:lnTo>
                <a:close/>
                <a:lnTo>
                  <a:pt x="909315" y="3252394"/>
                </a:lnTo>
                <a:close/>
                <a:lnTo>
                  <a:pt x="913687" y="3240497"/>
                </a:lnTo>
                <a:close/>
                <a:lnTo>
                  <a:pt x="918059" y="3228435"/>
                </a:lnTo>
                <a:close/>
                <a:lnTo>
                  <a:pt x="922430" y="3216205"/>
                </a:lnTo>
                <a:close/>
                <a:lnTo>
                  <a:pt x="926802" y="3203809"/>
                </a:lnTo>
                <a:close/>
                <a:lnTo>
                  <a:pt x="931174" y="3191244"/>
                </a:lnTo>
                <a:close/>
                <a:lnTo>
                  <a:pt x="935546" y="3178511"/>
                </a:lnTo>
                <a:close/>
                <a:lnTo>
                  <a:pt x="939917" y="3165608"/>
                </a:lnTo>
                <a:close/>
                <a:lnTo>
                  <a:pt x="944289" y="3152536"/>
                </a:lnTo>
                <a:close/>
                <a:lnTo>
                  <a:pt x="948661" y="3139293"/>
                </a:lnTo>
                <a:close/>
                <a:lnTo>
                  <a:pt x="953032" y="3125879"/>
                </a:lnTo>
                <a:close/>
                <a:lnTo>
                  <a:pt x="957404" y="3112294"/>
                </a:lnTo>
                <a:close/>
                <a:lnTo>
                  <a:pt x="961776" y="3098538"/>
                </a:lnTo>
                <a:close/>
                <a:lnTo>
                  <a:pt x="966148" y="3084610"/>
                </a:lnTo>
                <a:close/>
                <a:lnTo>
                  <a:pt x="970519" y="3070509"/>
                </a:lnTo>
                <a:close/>
                <a:lnTo>
                  <a:pt x="974891" y="3056236"/>
                </a:lnTo>
                <a:close/>
                <a:lnTo>
                  <a:pt x="979263" y="3041790"/>
                </a:lnTo>
                <a:close/>
                <a:lnTo>
                  <a:pt x="983634" y="3027171"/>
                </a:lnTo>
                <a:close/>
                <a:lnTo>
                  <a:pt x="988006" y="3012379"/>
                </a:lnTo>
                <a:close/>
                <a:lnTo>
                  <a:pt x="992378" y="2997414"/>
                </a:lnTo>
                <a:close/>
                <a:lnTo>
                  <a:pt x="996749" y="2982276"/>
                </a:lnTo>
                <a:close/>
                <a:lnTo>
                  <a:pt x="1001121" y="2966966"/>
                </a:lnTo>
                <a:close/>
                <a:lnTo>
                  <a:pt x="1005493" y="2951482"/>
                </a:lnTo>
                <a:close/>
                <a:lnTo>
                  <a:pt x="1009865" y="2935825"/>
                </a:lnTo>
                <a:close/>
                <a:lnTo>
                  <a:pt x="1014236" y="2919997"/>
                </a:lnTo>
                <a:close/>
                <a:lnTo>
                  <a:pt x="1018608" y="2903995"/>
                </a:lnTo>
                <a:close/>
                <a:lnTo>
                  <a:pt x="1022980" y="2887822"/>
                </a:lnTo>
                <a:close/>
                <a:lnTo>
                  <a:pt x="1027351" y="2871478"/>
                </a:lnTo>
                <a:close/>
                <a:lnTo>
                  <a:pt x="1031723" y="2854962"/>
                </a:lnTo>
                <a:close/>
                <a:lnTo>
                  <a:pt x="1036095" y="2838276"/>
                </a:lnTo>
                <a:close/>
                <a:lnTo>
                  <a:pt x="1040467" y="2821420"/>
                </a:lnTo>
                <a:close/>
                <a:lnTo>
                  <a:pt x="1044838" y="2804394"/>
                </a:lnTo>
                <a:close/>
                <a:lnTo>
                  <a:pt x="1049210" y="2787200"/>
                </a:lnTo>
                <a:close/>
                <a:lnTo>
                  <a:pt x="1053582" y="2769838"/>
                </a:lnTo>
                <a:close/>
                <a:lnTo>
                  <a:pt x="1057953" y="2752309"/>
                </a:lnTo>
                <a:close/>
                <a:lnTo>
                  <a:pt x="1062325" y="2734613"/>
                </a:lnTo>
                <a:close/>
                <a:lnTo>
                  <a:pt x="1066697" y="2716752"/>
                </a:lnTo>
                <a:close/>
                <a:lnTo>
                  <a:pt x="1071069" y="2698727"/>
                </a:lnTo>
                <a:close/>
                <a:lnTo>
                  <a:pt x="1075440" y="2680538"/>
                </a:lnTo>
                <a:close/>
                <a:lnTo>
                  <a:pt x="1079812" y="2662188"/>
                </a:lnTo>
                <a:close/>
                <a:lnTo>
                  <a:pt x="1084184" y="2643676"/>
                </a:lnTo>
                <a:close/>
                <a:lnTo>
                  <a:pt x="1088555" y="2625005"/>
                </a:lnTo>
                <a:close/>
                <a:lnTo>
                  <a:pt x="1092927" y="2606176"/>
                </a:lnTo>
                <a:close/>
                <a:lnTo>
                  <a:pt x="1097299" y="2587189"/>
                </a:lnTo>
                <a:close/>
                <a:lnTo>
                  <a:pt x="1101670" y="2568048"/>
                </a:lnTo>
                <a:close/>
                <a:lnTo>
                  <a:pt x="1106042" y="2548752"/>
                </a:lnTo>
                <a:close/>
                <a:lnTo>
                  <a:pt x="1110414" y="2529304"/>
                </a:lnTo>
                <a:close/>
                <a:lnTo>
                  <a:pt x="1114786" y="2509705"/>
                </a:lnTo>
                <a:close/>
                <a:lnTo>
                  <a:pt x="1119157" y="2489958"/>
                </a:lnTo>
                <a:close/>
                <a:lnTo>
                  <a:pt x="1123529" y="2470064"/>
                </a:lnTo>
                <a:close/>
                <a:lnTo>
                  <a:pt x="1127901" y="2450024"/>
                </a:lnTo>
                <a:close/>
                <a:lnTo>
                  <a:pt x="1132272" y="2429841"/>
                </a:lnTo>
                <a:close/>
                <a:lnTo>
                  <a:pt x="1136644" y="2409518"/>
                </a:lnTo>
                <a:close/>
                <a:lnTo>
                  <a:pt x="1141016" y="2389055"/>
                </a:lnTo>
                <a:close/>
                <a:lnTo>
                  <a:pt x="1145388" y="2368455"/>
                </a:lnTo>
                <a:close/>
                <a:lnTo>
                  <a:pt x="1149759" y="2347721"/>
                </a:lnTo>
                <a:close/>
                <a:lnTo>
                  <a:pt x="1154131" y="2326855"/>
                </a:lnTo>
                <a:close/>
                <a:lnTo>
                  <a:pt x="1158503" y="2305858"/>
                </a:lnTo>
                <a:close/>
                <a:lnTo>
                  <a:pt x="1162874" y="2284735"/>
                </a:lnTo>
                <a:close/>
                <a:lnTo>
                  <a:pt x="1167246" y="2263486"/>
                </a:lnTo>
                <a:close/>
                <a:lnTo>
                  <a:pt x="1171618" y="2242115"/>
                </a:lnTo>
                <a:close/>
                <a:lnTo>
                  <a:pt x="1175989" y="2220625"/>
                </a:lnTo>
                <a:close/>
                <a:lnTo>
                  <a:pt x="1180361" y="2199018"/>
                </a:lnTo>
                <a:close/>
                <a:lnTo>
                  <a:pt x="1184733" y="2177297"/>
                </a:lnTo>
                <a:close/>
                <a:lnTo>
                  <a:pt x="1189105" y="2155465"/>
                </a:lnTo>
                <a:close/>
                <a:lnTo>
                  <a:pt x="1193476" y="2133525"/>
                </a:lnTo>
                <a:close/>
                <a:lnTo>
                  <a:pt x="1197848" y="2111479"/>
                </a:lnTo>
                <a:close/>
                <a:lnTo>
                  <a:pt x="1202220" y="2089332"/>
                </a:lnTo>
                <a:close/>
                <a:lnTo>
                  <a:pt x="1206591" y="2067086"/>
                </a:lnTo>
                <a:close/>
                <a:lnTo>
                  <a:pt x="1210963" y="2044745"/>
                </a:lnTo>
                <a:close/>
                <a:lnTo>
                  <a:pt x="1215335" y="2022311"/>
                </a:lnTo>
                <a:close/>
                <a:lnTo>
                  <a:pt x="1219707" y="1999789"/>
                </a:lnTo>
                <a:close/>
                <a:lnTo>
                  <a:pt x="1224078" y="1977181"/>
                </a:lnTo>
                <a:close/>
                <a:lnTo>
                  <a:pt x="1228450" y="1954492"/>
                </a:lnTo>
                <a:close/>
                <a:lnTo>
                  <a:pt x="1232822" y="1931724"/>
                </a:lnTo>
                <a:close/>
                <a:lnTo>
                  <a:pt x="1237193" y="1908882"/>
                </a:lnTo>
                <a:close/>
                <a:lnTo>
                  <a:pt x="1241565" y="1885969"/>
                </a:lnTo>
                <a:close/>
                <a:lnTo>
                  <a:pt x="1245937" y="1862989"/>
                </a:lnTo>
                <a:close/>
                <a:lnTo>
                  <a:pt x="1250309" y="1839946"/>
                </a:lnTo>
                <a:close/>
                <a:lnTo>
                  <a:pt x="1254680" y="1816843"/>
                </a:lnTo>
                <a:close/>
                <a:lnTo>
                  <a:pt x="1259052" y="1793685"/>
                </a:lnTo>
                <a:close/>
                <a:lnTo>
                  <a:pt x="1263424" y="1770476"/>
                </a:lnTo>
                <a:close/>
                <a:lnTo>
                  <a:pt x="1267795" y="1747220"/>
                </a:lnTo>
                <a:close/>
                <a:lnTo>
                  <a:pt x="1272167" y="1723921"/>
                </a:lnTo>
                <a:close/>
                <a:lnTo>
                  <a:pt x="1276539" y="1700584"/>
                </a:lnTo>
                <a:close/>
                <a:lnTo>
                  <a:pt x="1280910" y="1677211"/>
                </a:lnTo>
                <a:close/>
                <a:lnTo>
                  <a:pt x="1285282" y="1653809"/>
                </a:lnTo>
                <a:close/>
                <a:lnTo>
                  <a:pt x="1289654" y="1630381"/>
                </a:lnTo>
                <a:close/>
                <a:lnTo>
                  <a:pt x="1294026" y="1606932"/>
                </a:lnTo>
                <a:close/>
                <a:lnTo>
                  <a:pt x="1298397" y="1583466"/>
                </a:lnTo>
                <a:close/>
                <a:lnTo>
                  <a:pt x="1302769" y="1559988"/>
                </a:lnTo>
                <a:close/>
                <a:lnTo>
                  <a:pt x="1307141" y="1536502"/>
                </a:lnTo>
                <a:close/>
                <a:lnTo>
                  <a:pt x="1311512" y="1513013"/>
                </a:lnTo>
                <a:close/>
                <a:lnTo>
                  <a:pt x="1315884" y="1489527"/>
                </a:lnTo>
                <a:close/>
                <a:lnTo>
                  <a:pt x="1320256" y="1466046"/>
                </a:lnTo>
                <a:close/>
                <a:lnTo>
                  <a:pt x="1324628" y="1442577"/>
                </a:lnTo>
                <a:close/>
                <a:lnTo>
                  <a:pt x="1328999" y="1419124"/>
                </a:lnTo>
                <a:close/>
                <a:lnTo>
                  <a:pt x="1333371" y="1395692"/>
                </a:lnTo>
                <a:close/>
                <a:lnTo>
                  <a:pt x="1337743" y="1372286"/>
                </a:lnTo>
                <a:close/>
                <a:lnTo>
                  <a:pt x="1342114" y="1348911"/>
                </a:lnTo>
                <a:close/>
                <a:lnTo>
                  <a:pt x="1346486" y="1325572"/>
                </a:lnTo>
                <a:close/>
                <a:lnTo>
                  <a:pt x="1350858" y="1302274"/>
                </a:lnTo>
                <a:close/>
                <a:lnTo>
                  <a:pt x="1355229" y="1279022"/>
                </a:lnTo>
                <a:close/>
                <a:lnTo>
                  <a:pt x="1359601" y="1255821"/>
                </a:lnTo>
                <a:close/>
                <a:lnTo>
                  <a:pt x="1363973" y="1232677"/>
                </a:lnTo>
                <a:close/>
                <a:lnTo>
                  <a:pt x="1368345" y="1209593"/>
                </a:lnTo>
                <a:close/>
                <a:lnTo>
                  <a:pt x="1372716" y="1186577"/>
                </a:lnTo>
                <a:close/>
                <a:lnTo>
                  <a:pt x="1377088" y="1163632"/>
                </a:lnTo>
                <a:close/>
                <a:lnTo>
                  <a:pt x="1381460" y="1140764"/>
                </a:lnTo>
                <a:close/>
                <a:lnTo>
                  <a:pt x="1385831" y="1117978"/>
                </a:lnTo>
                <a:close/>
                <a:lnTo>
                  <a:pt x="1390203" y="1095280"/>
                </a:lnTo>
                <a:close/>
                <a:lnTo>
                  <a:pt x="1394575" y="1072675"/>
                </a:lnTo>
                <a:close/>
                <a:lnTo>
                  <a:pt x="1398947" y="1050168"/>
                </a:lnTo>
                <a:close/>
                <a:lnTo>
                  <a:pt x="1403318" y="1027765"/>
                </a:lnTo>
                <a:close/>
                <a:lnTo>
                  <a:pt x="1407690" y="1005470"/>
                </a:lnTo>
                <a:close/>
                <a:lnTo>
                  <a:pt x="1412062" y="983290"/>
                </a:lnTo>
                <a:close/>
                <a:lnTo>
                  <a:pt x="1416433" y="961229"/>
                </a:lnTo>
                <a:close/>
                <a:lnTo>
                  <a:pt x="1420805" y="939293"/>
                </a:lnTo>
                <a:close/>
                <a:lnTo>
                  <a:pt x="1425177" y="917487"/>
                </a:lnTo>
                <a:close/>
                <a:lnTo>
                  <a:pt x="1429549" y="895817"/>
                </a:lnTo>
                <a:close/>
                <a:lnTo>
                  <a:pt x="1433920" y="874287"/>
                </a:lnTo>
                <a:close/>
                <a:lnTo>
                  <a:pt x="1438292" y="852904"/>
                </a:lnTo>
                <a:close/>
                <a:lnTo>
                  <a:pt x="1442664" y="831673"/>
                </a:lnTo>
                <a:close/>
                <a:lnTo>
                  <a:pt x="1447035" y="810599"/>
                </a:lnTo>
                <a:close/>
                <a:lnTo>
                  <a:pt x="1451407" y="789687"/>
                </a:lnTo>
                <a:close/>
                <a:lnTo>
                  <a:pt x="1455779" y="768942"/>
                </a:lnTo>
                <a:close/>
                <a:lnTo>
                  <a:pt x="1460150" y="748371"/>
                </a:lnTo>
                <a:close/>
                <a:lnTo>
                  <a:pt x="1464522" y="727977"/>
                </a:lnTo>
                <a:close/>
                <a:lnTo>
                  <a:pt x="1468894" y="707767"/>
                </a:lnTo>
                <a:close/>
                <a:lnTo>
                  <a:pt x="1473266" y="687746"/>
                </a:lnTo>
                <a:close/>
                <a:lnTo>
                  <a:pt x="1477637" y="667919"/>
                </a:lnTo>
                <a:close/>
                <a:lnTo>
                  <a:pt x="1482009" y="648291"/>
                </a:lnTo>
                <a:close/>
                <a:lnTo>
                  <a:pt x="1486381" y="628868"/>
                </a:lnTo>
                <a:close/>
                <a:lnTo>
                  <a:pt x="1490752" y="609653"/>
                </a:lnTo>
                <a:close/>
                <a:lnTo>
                  <a:pt x="1495124" y="590654"/>
                </a:lnTo>
                <a:close/>
                <a:lnTo>
                  <a:pt x="1499496" y="571874"/>
                </a:lnTo>
                <a:close/>
                <a:lnTo>
                  <a:pt x="1503868" y="553319"/>
                </a:lnTo>
                <a:close/>
                <a:lnTo>
                  <a:pt x="1508239" y="534993"/>
                </a:lnTo>
                <a:close/>
                <a:lnTo>
                  <a:pt x="1512611" y="516902"/>
                </a:lnTo>
                <a:close/>
                <a:lnTo>
                  <a:pt x="1516983" y="499050"/>
                </a:lnTo>
                <a:close/>
                <a:lnTo>
                  <a:pt x="1521354" y="481443"/>
                </a:lnTo>
                <a:close/>
                <a:lnTo>
                  <a:pt x="1525726" y="464085"/>
                </a:lnTo>
                <a:close/>
                <a:lnTo>
                  <a:pt x="1530098" y="446982"/>
                </a:lnTo>
                <a:close/>
                <a:lnTo>
                  <a:pt x="1534469" y="430136"/>
                </a:lnTo>
                <a:close/>
                <a:lnTo>
                  <a:pt x="1538841" y="413554"/>
                </a:lnTo>
                <a:close/>
                <a:lnTo>
                  <a:pt x="1543213" y="397241"/>
                </a:lnTo>
                <a:close/>
                <a:lnTo>
                  <a:pt x="1547585" y="381199"/>
                </a:lnTo>
                <a:close/>
                <a:lnTo>
                  <a:pt x="1551956" y="365435"/>
                </a:lnTo>
                <a:close/>
                <a:lnTo>
                  <a:pt x="1556328" y="349952"/>
                </a:lnTo>
                <a:close/>
                <a:lnTo>
                  <a:pt x="1560700" y="334754"/>
                </a:lnTo>
                <a:close/>
                <a:lnTo>
                  <a:pt x="1565071" y="319847"/>
                </a:lnTo>
                <a:close/>
                <a:lnTo>
                  <a:pt x="1569443" y="305234"/>
                </a:lnTo>
                <a:close/>
                <a:lnTo>
                  <a:pt x="1573815" y="290920"/>
                </a:lnTo>
                <a:close/>
                <a:lnTo>
                  <a:pt x="1578187" y="276908"/>
                </a:lnTo>
                <a:close/>
                <a:lnTo>
                  <a:pt x="1582558" y="263202"/>
                </a:lnTo>
                <a:close/>
                <a:lnTo>
                  <a:pt x="1586930" y="249807"/>
                </a:lnTo>
                <a:close/>
                <a:lnTo>
                  <a:pt x="1591302" y="236726"/>
                </a:lnTo>
                <a:close/>
                <a:lnTo>
                  <a:pt x="1595673" y="223963"/>
                </a:lnTo>
                <a:close/>
                <a:lnTo>
                  <a:pt x="1600045" y="211522"/>
                </a:lnTo>
                <a:close/>
                <a:lnTo>
                  <a:pt x="1604417" y="199406"/>
                </a:lnTo>
                <a:close/>
                <a:lnTo>
                  <a:pt x="1608789" y="187619"/>
                </a:lnTo>
                <a:close/>
                <a:lnTo>
                  <a:pt x="1613160" y="176164"/>
                </a:lnTo>
                <a:close/>
                <a:lnTo>
                  <a:pt x="1617532" y="165045"/>
                </a:lnTo>
                <a:close/>
                <a:lnTo>
                  <a:pt x="1621904" y="154264"/>
                </a:lnTo>
                <a:close/>
                <a:lnTo>
                  <a:pt x="1626275" y="143826"/>
                </a:lnTo>
                <a:close/>
                <a:lnTo>
                  <a:pt x="1630647" y="133732"/>
                </a:lnTo>
                <a:close/>
                <a:lnTo>
                  <a:pt x="1635019" y="123987"/>
                </a:lnTo>
                <a:close/>
                <a:lnTo>
                  <a:pt x="1639390" y="114592"/>
                </a:lnTo>
                <a:close/>
                <a:lnTo>
                  <a:pt x="1643762" y="105551"/>
                </a:lnTo>
                <a:close/>
                <a:lnTo>
                  <a:pt x="1648134" y="96866"/>
                </a:lnTo>
                <a:close/>
                <a:lnTo>
                  <a:pt x="1652506" y="88540"/>
                </a:lnTo>
                <a:close/>
                <a:lnTo>
                  <a:pt x="1656877" y="80576"/>
                </a:lnTo>
                <a:close/>
                <a:lnTo>
                  <a:pt x="1661249" y="72975"/>
                </a:lnTo>
                <a:close/>
                <a:lnTo>
                  <a:pt x="1665621" y="65740"/>
                </a:lnTo>
                <a:close/>
                <a:lnTo>
                  <a:pt x="1669992" y="58873"/>
                </a:lnTo>
                <a:close/>
                <a:lnTo>
                  <a:pt x="1674364" y="52376"/>
                </a:lnTo>
                <a:close/>
                <a:lnTo>
                  <a:pt x="1678736" y="46251"/>
                </a:lnTo>
                <a:close/>
                <a:lnTo>
                  <a:pt x="1683108" y="40500"/>
                </a:lnTo>
                <a:close/>
                <a:lnTo>
                  <a:pt x="1687479" y="35125"/>
                </a:lnTo>
                <a:close/>
                <a:lnTo>
                  <a:pt x="1691851" y="30126"/>
                </a:lnTo>
                <a:close/>
                <a:lnTo>
                  <a:pt x="1696223" y="25507"/>
                </a:lnTo>
                <a:close/>
                <a:lnTo>
                  <a:pt x="1700594" y="21267"/>
                </a:lnTo>
                <a:close/>
                <a:lnTo>
                  <a:pt x="1704966" y="17409"/>
                </a:lnTo>
                <a:close/>
                <a:lnTo>
                  <a:pt x="1709338" y="13934"/>
                </a:lnTo>
                <a:close/>
                <a:lnTo>
                  <a:pt x="1713709" y="10842"/>
                </a:lnTo>
                <a:close/>
                <a:lnTo>
                  <a:pt x="1718081" y="8134"/>
                </a:lnTo>
                <a:close/>
                <a:lnTo>
                  <a:pt x="1722453" y="5812"/>
                </a:lnTo>
                <a:close/>
                <a:lnTo>
                  <a:pt x="1726825" y="3876"/>
                </a:lnTo>
                <a:close/>
                <a:lnTo>
                  <a:pt x="1731196" y="2326"/>
                </a:lnTo>
                <a:close/>
                <a:lnTo>
                  <a:pt x="1735568" y="1163"/>
                </a:lnTo>
                <a:close/>
                <a:lnTo>
                  <a:pt x="1739940" y="388"/>
                </a:lnTo>
                <a:close/>
                <a:lnTo>
                  <a:pt x="1744311" y="0"/>
                </a:lnTo>
                <a:close/>
                <a:lnTo>
                  <a:pt x="1748683" y="0"/>
                </a:lnTo>
                <a:close/>
                <a:lnTo>
                  <a:pt x="1753055" y="388"/>
                </a:lnTo>
                <a:close/>
                <a:lnTo>
                  <a:pt x="1757427" y="1163"/>
                </a:lnTo>
                <a:close/>
                <a:lnTo>
                  <a:pt x="1761798" y="2326"/>
                </a:lnTo>
                <a:close/>
                <a:lnTo>
                  <a:pt x="1766170" y="3876"/>
                </a:lnTo>
                <a:close/>
                <a:lnTo>
                  <a:pt x="1770542" y="5812"/>
                </a:lnTo>
                <a:close/>
                <a:lnTo>
                  <a:pt x="1774913" y="8134"/>
                </a:lnTo>
                <a:close/>
                <a:lnTo>
                  <a:pt x="1779285" y="10842"/>
                </a:lnTo>
                <a:close/>
                <a:lnTo>
                  <a:pt x="1783657" y="13934"/>
                </a:lnTo>
                <a:close/>
                <a:lnTo>
                  <a:pt x="1788029" y="17409"/>
                </a:lnTo>
                <a:close/>
                <a:lnTo>
                  <a:pt x="1792400" y="21267"/>
                </a:lnTo>
                <a:close/>
                <a:lnTo>
                  <a:pt x="1796772" y="25507"/>
                </a:lnTo>
                <a:close/>
                <a:lnTo>
                  <a:pt x="1801144" y="30126"/>
                </a:lnTo>
                <a:close/>
                <a:lnTo>
                  <a:pt x="1805515" y="35125"/>
                </a:lnTo>
                <a:close/>
                <a:lnTo>
                  <a:pt x="1809887" y="40500"/>
                </a:lnTo>
                <a:close/>
                <a:lnTo>
                  <a:pt x="1814259" y="46251"/>
                </a:lnTo>
                <a:close/>
                <a:lnTo>
                  <a:pt x="1818630" y="52376"/>
                </a:lnTo>
                <a:close/>
                <a:lnTo>
                  <a:pt x="1823002" y="58873"/>
                </a:lnTo>
                <a:close/>
                <a:lnTo>
                  <a:pt x="1827374" y="65740"/>
                </a:lnTo>
                <a:close/>
                <a:lnTo>
                  <a:pt x="1831746" y="72975"/>
                </a:lnTo>
                <a:close/>
                <a:lnTo>
                  <a:pt x="1836117" y="80576"/>
                </a:lnTo>
                <a:close/>
                <a:lnTo>
                  <a:pt x="1840489" y="88540"/>
                </a:lnTo>
                <a:close/>
                <a:lnTo>
                  <a:pt x="1844861" y="96866"/>
                </a:lnTo>
                <a:close/>
                <a:lnTo>
                  <a:pt x="1849232" y="105551"/>
                </a:lnTo>
                <a:close/>
                <a:lnTo>
                  <a:pt x="1853604" y="114592"/>
                </a:lnTo>
                <a:close/>
                <a:lnTo>
                  <a:pt x="1857976" y="123987"/>
                </a:lnTo>
                <a:close/>
                <a:lnTo>
                  <a:pt x="1862348" y="133732"/>
                </a:lnTo>
                <a:close/>
                <a:lnTo>
                  <a:pt x="1866719" y="143826"/>
                </a:lnTo>
                <a:close/>
                <a:lnTo>
                  <a:pt x="1871091" y="154264"/>
                </a:lnTo>
                <a:close/>
                <a:lnTo>
                  <a:pt x="1875463" y="165045"/>
                </a:lnTo>
                <a:close/>
                <a:lnTo>
                  <a:pt x="1879834" y="176164"/>
                </a:lnTo>
                <a:close/>
                <a:lnTo>
                  <a:pt x="1884206" y="187619"/>
                </a:lnTo>
                <a:close/>
                <a:lnTo>
                  <a:pt x="1888578" y="199406"/>
                </a:lnTo>
                <a:close/>
                <a:lnTo>
                  <a:pt x="1892949" y="211522"/>
                </a:lnTo>
                <a:close/>
                <a:lnTo>
                  <a:pt x="1897321" y="223963"/>
                </a:lnTo>
                <a:close/>
                <a:lnTo>
                  <a:pt x="1901693" y="236726"/>
                </a:lnTo>
                <a:close/>
                <a:lnTo>
                  <a:pt x="1906065" y="249807"/>
                </a:lnTo>
                <a:close/>
                <a:lnTo>
                  <a:pt x="1910436" y="263202"/>
                </a:lnTo>
                <a:close/>
                <a:lnTo>
                  <a:pt x="1914808" y="276908"/>
                </a:lnTo>
                <a:close/>
                <a:lnTo>
                  <a:pt x="1919180" y="290920"/>
                </a:lnTo>
                <a:close/>
                <a:lnTo>
                  <a:pt x="1923551" y="305234"/>
                </a:lnTo>
                <a:close/>
                <a:lnTo>
                  <a:pt x="1927923" y="319847"/>
                </a:lnTo>
                <a:close/>
                <a:lnTo>
                  <a:pt x="1932295" y="334754"/>
                </a:lnTo>
                <a:close/>
                <a:lnTo>
                  <a:pt x="1936667" y="349952"/>
                </a:lnTo>
                <a:close/>
                <a:lnTo>
                  <a:pt x="1941038" y="365435"/>
                </a:lnTo>
                <a:close/>
                <a:lnTo>
                  <a:pt x="1945410" y="381199"/>
                </a:lnTo>
                <a:close/>
                <a:lnTo>
                  <a:pt x="1949782" y="397241"/>
                </a:lnTo>
                <a:close/>
                <a:lnTo>
                  <a:pt x="1954153" y="413554"/>
                </a:lnTo>
                <a:close/>
                <a:lnTo>
                  <a:pt x="1958525" y="430136"/>
                </a:lnTo>
                <a:close/>
                <a:lnTo>
                  <a:pt x="1962897" y="446982"/>
                </a:lnTo>
                <a:close/>
                <a:lnTo>
                  <a:pt x="1967269" y="464085"/>
                </a:lnTo>
                <a:close/>
                <a:lnTo>
                  <a:pt x="1971640" y="481443"/>
                </a:lnTo>
                <a:close/>
                <a:lnTo>
                  <a:pt x="1976012" y="499050"/>
                </a:lnTo>
                <a:close/>
                <a:lnTo>
                  <a:pt x="1980384" y="516902"/>
                </a:lnTo>
                <a:close/>
                <a:lnTo>
                  <a:pt x="1984755" y="534993"/>
                </a:lnTo>
                <a:close/>
                <a:lnTo>
                  <a:pt x="1989127" y="553319"/>
                </a:lnTo>
                <a:close/>
                <a:lnTo>
                  <a:pt x="1993499" y="571874"/>
                </a:lnTo>
                <a:close/>
                <a:lnTo>
                  <a:pt x="1997870" y="590654"/>
                </a:lnTo>
                <a:close/>
                <a:lnTo>
                  <a:pt x="2002242" y="609653"/>
                </a:lnTo>
                <a:close/>
                <a:lnTo>
                  <a:pt x="2006614" y="628868"/>
                </a:lnTo>
                <a:close/>
                <a:lnTo>
                  <a:pt x="2010986" y="648291"/>
                </a:lnTo>
                <a:close/>
                <a:lnTo>
                  <a:pt x="2015357" y="667919"/>
                </a:lnTo>
                <a:close/>
                <a:lnTo>
                  <a:pt x="2019729" y="687746"/>
                </a:lnTo>
                <a:close/>
                <a:lnTo>
                  <a:pt x="2024101" y="707767"/>
                </a:lnTo>
                <a:close/>
                <a:lnTo>
                  <a:pt x="2028472" y="727977"/>
                </a:lnTo>
                <a:close/>
                <a:lnTo>
                  <a:pt x="2032844" y="748371"/>
                </a:lnTo>
                <a:close/>
                <a:lnTo>
                  <a:pt x="2037216" y="768942"/>
                </a:lnTo>
                <a:close/>
                <a:lnTo>
                  <a:pt x="2041588" y="789687"/>
                </a:lnTo>
                <a:close/>
                <a:lnTo>
                  <a:pt x="2045959" y="810599"/>
                </a:lnTo>
                <a:close/>
                <a:lnTo>
                  <a:pt x="2050331" y="831673"/>
                </a:lnTo>
                <a:close/>
                <a:lnTo>
                  <a:pt x="2054703" y="852904"/>
                </a:lnTo>
                <a:close/>
                <a:lnTo>
                  <a:pt x="2059074" y="874287"/>
                </a:lnTo>
                <a:close/>
                <a:lnTo>
                  <a:pt x="2063446" y="895817"/>
                </a:lnTo>
                <a:close/>
                <a:lnTo>
                  <a:pt x="2067818" y="917487"/>
                </a:lnTo>
                <a:close/>
                <a:lnTo>
                  <a:pt x="2072189" y="939293"/>
                </a:lnTo>
                <a:close/>
                <a:lnTo>
                  <a:pt x="2076561" y="961229"/>
                </a:lnTo>
                <a:close/>
                <a:lnTo>
                  <a:pt x="2080933" y="983290"/>
                </a:lnTo>
                <a:close/>
                <a:lnTo>
                  <a:pt x="2085305" y="1005470"/>
                </a:lnTo>
                <a:close/>
                <a:lnTo>
                  <a:pt x="2089676" y="1027765"/>
                </a:lnTo>
                <a:close/>
                <a:lnTo>
                  <a:pt x="2094048" y="1050168"/>
                </a:lnTo>
                <a:close/>
                <a:lnTo>
                  <a:pt x="2098420" y="1072675"/>
                </a:lnTo>
                <a:close/>
                <a:lnTo>
                  <a:pt x="2102791" y="1095280"/>
                </a:lnTo>
                <a:close/>
                <a:lnTo>
                  <a:pt x="2107163" y="1117978"/>
                </a:lnTo>
                <a:close/>
                <a:lnTo>
                  <a:pt x="2111535" y="1140764"/>
                </a:lnTo>
                <a:close/>
                <a:lnTo>
                  <a:pt x="2115907" y="1163632"/>
                </a:lnTo>
                <a:close/>
                <a:lnTo>
                  <a:pt x="2120278" y="1186577"/>
                </a:lnTo>
                <a:close/>
                <a:lnTo>
                  <a:pt x="2124650" y="1209593"/>
                </a:lnTo>
                <a:close/>
                <a:lnTo>
                  <a:pt x="2129022" y="1232677"/>
                </a:lnTo>
                <a:close/>
                <a:lnTo>
                  <a:pt x="2133393" y="1255821"/>
                </a:lnTo>
                <a:close/>
                <a:lnTo>
                  <a:pt x="2137765" y="1279022"/>
                </a:lnTo>
                <a:close/>
                <a:lnTo>
                  <a:pt x="2142137" y="1302274"/>
                </a:lnTo>
                <a:close/>
                <a:lnTo>
                  <a:pt x="2146509" y="1325572"/>
                </a:lnTo>
                <a:close/>
                <a:lnTo>
                  <a:pt x="2150880" y="1348911"/>
                </a:lnTo>
                <a:close/>
                <a:lnTo>
                  <a:pt x="2155252" y="1372286"/>
                </a:lnTo>
                <a:close/>
                <a:lnTo>
                  <a:pt x="2159624" y="1395692"/>
                </a:lnTo>
                <a:close/>
                <a:lnTo>
                  <a:pt x="2163995" y="1419124"/>
                </a:lnTo>
                <a:close/>
                <a:lnTo>
                  <a:pt x="2168367" y="1442577"/>
                </a:lnTo>
                <a:close/>
                <a:lnTo>
                  <a:pt x="2172739" y="1466046"/>
                </a:lnTo>
                <a:close/>
                <a:lnTo>
                  <a:pt x="2177110" y="1489527"/>
                </a:lnTo>
                <a:close/>
                <a:lnTo>
                  <a:pt x="2181482" y="1513013"/>
                </a:lnTo>
                <a:close/>
                <a:lnTo>
                  <a:pt x="2185854" y="1536502"/>
                </a:lnTo>
                <a:close/>
                <a:lnTo>
                  <a:pt x="2190226" y="1559988"/>
                </a:lnTo>
                <a:close/>
                <a:lnTo>
                  <a:pt x="2194597" y="1583466"/>
                </a:lnTo>
                <a:close/>
                <a:lnTo>
                  <a:pt x="2198969" y="1606932"/>
                </a:lnTo>
                <a:close/>
                <a:lnTo>
                  <a:pt x="2203341" y="1630381"/>
                </a:lnTo>
                <a:close/>
                <a:lnTo>
                  <a:pt x="2207712" y="1653809"/>
                </a:lnTo>
                <a:close/>
                <a:lnTo>
                  <a:pt x="2212084" y="1677211"/>
                </a:lnTo>
                <a:close/>
                <a:lnTo>
                  <a:pt x="2216456" y="1700584"/>
                </a:lnTo>
                <a:close/>
                <a:lnTo>
                  <a:pt x="2220828" y="1723921"/>
                </a:lnTo>
                <a:close/>
                <a:lnTo>
                  <a:pt x="2225199" y="1747220"/>
                </a:lnTo>
                <a:close/>
                <a:lnTo>
                  <a:pt x="2229571" y="1770476"/>
                </a:lnTo>
                <a:close/>
                <a:lnTo>
                  <a:pt x="2233943" y="1793685"/>
                </a:lnTo>
                <a:close/>
                <a:lnTo>
                  <a:pt x="2238314" y="1816843"/>
                </a:lnTo>
                <a:close/>
                <a:lnTo>
                  <a:pt x="2242686" y="1839946"/>
                </a:lnTo>
                <a:close/>
                <a:lnTo>
                  <a:pt x="2247058" y="1862989"/>
                </a:lnTo>
                <a:close/>
                <a:lnTo>
                  <a:pt x="2251429" y="1885969"/>
                </a:lnTo>
                <a:close/>
                <a:lnTo>
                  <a:pt x="2255801" y="1908882"/>
                </a:lnTo>
                <a:close/>
                <a:lnTo>
                  <a:pt x="2260173" y="1931724"/>
                </a:lnTo>
                <a:close/>
                <a:lnTo>
                  <a:pt x="2264545" y="1954492"/>
                </a:lnTo>
                <a:close/>
                <a:lnTo>
                  <a:pt x="2268916" y="1977181"/>
                </a:lnTo>
                <a:close/>
                <a:lnTo>
                  <a:pt x="2273288" y="1999789"/>
                </a:lnTo>
                <a:close/>
                <a:lnTo>
                  <a:pt x="2277660" y="2022311"/>
                </a:lnTo>
                <a:close/>
                <a:lnTo>
                  <a:pt x="2282031" y="2044745"/>
                </a:lnTo>
                <a:close/>
                <a:lnTo>
                  <a:pt x="2286403" y="2067086"/>
                </a:lnTo>
                <a:close/>
                <a:lnTo>
                  <a:pt x="2290775" y="2089332"/>
                </a:lnTo>
                <a:close/>
                <a:lnTo>
                  <a:pt x="2295147" y="2111479"/>
                </a:lnTo>
                <a:close/>
                <a:lnTo>
                  <a:pt x="2299518" y="2133525"/>
                </a:lnTo>
                <a:close/>
                <a:lnTo>
                  <a:pt x="2303890" y="2155465"/>
                </a:lnTo>
                <a:close/>
                <a:lnTo>
                  <a:pt x="2308262" y="2177297"/>
                </a:lnTo>
                <a:close/>
                <a:lnTo>
                  <a:pt x="2312633" y="2199018"/>
                </a:lnTo>
                <a:close/>
                <a:lnTo>
                  <a:pt x="2317005" y="2220625"/>
                </a:lnTo>
                <a:close/>
                <a:lnTo>
                  <a:pt x="2321377" y="2242115"/>
                </a:lnTo>
                <a:close/>
                <a:lnTo>
                  <a:pt x="2325749" y="2263486"/>
                </a:lnTo>
                <a:close/>
                <a:lnTo>
                  <a:pt x="2330120" y="2284735"/>
                </a:lnTo>
                <a:close/>
                <a:lnTo>
                  <a:pt x="2334492" y="2305858"/>
                </a:lnTo>
                <a:close/>
                <a:lnTo>
                  <a:pt x="2338864" y="2326855"/>
                </a:lnTo>
                <a:close/>
                <a:lnTo>
                  <a:pt x="2343235" y="2347721"/>
                </a:lnTo>
                <a:close/>
                <a:lnTo>
                  <a:pt x="2347607" y="2368455"/>
                </a:lnTo>
                <a:close/>
                <a:lnTo>
                  <a:pt x="2351979" y="2389055"/>
                </a:lnTo>
                <a:close/>
                <a:lnTo>
                  <a:pt x="2356350" y="2409518"/>
                </a:lnTo>
                <a:close/>
                <a:lnTo>
                  <a:pt x="2360722" y="2429841"/>
                </a:lnTo>
                <a:close/>
                <a:lnTo>
                  <a:pt x="2365094" y="2450024"/>
                </a:lnTo>
                <a:close/>
                <a:lnTo>
                  <a:pt x="2369466" y="2470064"/>
                </a:lnTo>
                <a:close/>
                <a:lnTo>
                  <a:pt x="2373837" y="2489958"/>
                </a:lnTo>
                <a:close/>
                <a:lnTo>
                  <a:pt x="2378209" y="2509705"/>
                </a:lnTo>
                <a:close/>
                <a:lnTo>
                  <a:pt x="2382581" y="2529304"/>
                </a:lnTo>
                <a:close/>
                <a:lnTo>
                  <a:pt x="2386952" y="2548752"/>
                </a:lnTo>
                <a:close/>
                <a:lnTo>
                  <a:pt x="2391324" y="2568048"/>
                </a:lnTo>
                <a:close/>
                <a:lnTo>
                  <a:pt x="2395696" y="2587189"/>
                </a:lnTo>
                <a:close/>
                <a:lnTo>
                  <a:pt x="2400068" y="2606176"/>
                </a:lnTo>
                <a:close/>
                <a:lnTo>
                  <a:pt x="2404439" y="2625005"/>
                </a:lnTo>
                <a:close/>
                <a:lnTo>
                  <a:pt x="2408811" y="2643676"/>
                </a:lnTo>
                <a:close/>
                <a:lnTo>
                  <a:pt x="2413183" y="2662188"/>
                </a:lnTo>
                <a:close/>
                <a:lnTo>
                  <a:pt x="2417554" y="2680538"/>
                </a:lnTo>
                <a:close/>
                <a:lnTo>
                  <a:pt x="2421926" y="2698727"/>
                </a:lnTo>
                <a:close/>
                <a:lnTo>
                  <a:pt x="2426298" y="2716752"/>
                </a:lnTo>
                <a:close/>
                <a:lnTo>
                  <a:pt x="2430669" y="2734613"/>
                </a:lnTo>
                <a:close/>
                <a:lnTo>
                  <a:pt x="2435041" y="2752309"/>
                </a:lnTo>
                <a:close/>
                <a:lnTo>
                  <a:pt x="2439413" y="2769838"/>
                </a:lnTo>
                <a:close/>
                <a:lnTo>
                  <a:pt x="2443785" y="2787200"/>
                </a:lnTo>
                <a:close/>
                <a:lnTo>
                  <a:pt x="2448156" y="2804394"/>
                </a:lnTo>
                <a:close/>
                <a:lnTo>
                  <a:pt x="2452528" y="2821420"/>
                </a:lnTo>
                <a:close/>
                <a:lnTo>
                  <a:pt x="2456900" y="2838276"/>
                </a:lnTo>
                <a:close/>
                <a:lnTo>
                  <a:pt x="2461271" y="2854962"/>
                </a:lnTo>
                <a:close/>
                <a:lnTo>
                  <a:pt x="2465643" y="2871478"/>
                </a:lnTo>
                <a:close/>
                <a:lnTo>
                  <a:pt x="2470015" y="2887822"/>
                </a:lnTo>
                <a:close/>
                <a:lnTo>
                  <a:pt x="2474387" y="2903995"/>
                </a:lnTo>
                <a:close/>
                <a:lnTo>
                  <a:pt x="2478758" y="2919997"/>
                </a:lnTo>
                <a:close/>
                <a:lnTo>
                  <a:pt x="2483130" y="2935825"/>
                </a:lnTo>
                <a:close/>
                <a:lnTo>
                  <a:pt x="2487502" y="2951482"/>
                </a:lnTo>
                <a:close/>
                <a:lnTo>
                  <a:pt x="2491873" y="2966966"/>
                </a:lnTo>
                <a:close/>
                <a:lnTo>
                  <a:pt x="2496245" y="2982276"/>
                </a:lnTo>
                <a:close/>
                <a:lnTo>
                  <a:pt x="2500617" y="2997414"/>
                </a:lnTo>
                <a:close/>
                <a:lnTo>
                  <a:pt x="2504989" y="3012379"/>
                </a:lnTo>
                <a:close/>
                <a:lnTo>
                  <a:pt x="2509360" y="3027171"/>
                </a:lnTo>
                <a:close/>
                <a:lnTo>
                  <a:pt x="2513732" y="3041790"/>
                </a:lnTo>
                <a:close/>
                <a:lnTo>
                  <a:pt x="2518104" y="3056236"/>
                </a:lnTo>
                <a:close/>
                <a:lnTo>
                  <a:pt x="2522475" y="3070509"/>
                </a:lnTo>
                <a:close/>
                <a:lnTo>
                  <a:pt x="2526847" y="3084610"/>
                </a:lnTo>
                <a:close/>
                <a:lnTo>
                  <a:pt x="2531219" y="3098538"/>
                </a:lnTo>
                <a:close/>
                <a:lnTo>
                  <a:pt x="2535590" y="3112294"/>
                </a:lnTo>
                <a:close/>
                <a:lnTo>
                  <a:pt x="2539962" y="3125879"/>
                </a:lnTo>
                <a:close/>
                <a:lnTo>
                  <a:pt x="2544334" y="3139293"/>
                </a:lnTo>
                <a:close/>
                <a:lnTo>
                  <a:pt x="2548706" y="3152536"/>
                </a:lnTo>
                <a:close/>
                <a:lnTo>
                  <a:pt x="2553077" y="3165608"/>
                </a:lnTo>
                <a:close/>
                <a:lnTo>
                  <a:pt x="2557449" y="3178511"/>
                </a:lnTo>
                <a:close/>
                <a:lnTo>
                  <a:pt x="2561821" y="3191244"/>
                </a:lnTo>
                <a:close/>
                <a:lnTo>
                  <a:pt x="2566192" y="3203809"/>
                </a:lnTo>
                <a:close/>
                <a:lnTo>
                  <a:pt x="2570564" y="3216205"/>
                </a:lnTo>
                <a:close/>
                <a:lnTo>
                  <a:pt x="2574936" y="3228435"/>
                </a:lnTo>
                <a:close/>
                <a:lnTo>
                  <a:pt x="2579308" y="3240497"/>
                </a:lnTo>
                <a:close/>
                <a:lnTo>
                  <a:pt x="2583679" y="3252394"/>
                </a:lnTo>
                <a:close/>
                <a:lnTo>
                  <a:pt x="2588051" y="3264126"/>
                </a:lnTo>
                <a:close/>
                <a:lnTo>
                  <a:pt x="2592423" y="3275693"/>
                </a:lnTo>
                <a:close/>
                <a:lnTo>
                  <a:pt x="2596794" y="3287097"/>
                </a:lnTo>
                <a:close/>
                <a:lnTo>
                  <a:pt x="2601166" y="3298338"/>
                </a:lnTo>
                <a:close/>
                <a:lnTo>
                  <a:pt x="2605538" y="3309418"/>
                </a:lnTo>
                <a:close/>
                <a:lnTo>
                  <a:pt x="2609909" y="3320337"/>
                </a:lnTo>
                <a:close/>
                <a:lnTo>
                  <a:pt x="2614281" y="3331096"/>
                </a:lnTo>
                <a:close/>
                <a:lnTo>
                  <a:pt x="2618653" y="3341697"/>
                </a:lnTo>
                <a:close/>
                <a:lnTo>
                  <a:pt x="2623025" y="3352140"/>
                </a:lnTo>
                <a:close/>
                <a:lnTo>
                  <a:pt x="2627396" y="3362426"/>
                </a:lnTo>
                <a:close/>
                <a:lnTo>
                  <a:pt x="2631768" y="3372557"/>
                </a:lnTo>
                <a:close/>
                <a:lnTo>
                  <a:pt x="2636140" y="3382533"/>
                </a:lnTo>
                <a:close/>
                <a:lnTo>
                  <a:pt x="2640511" y="3392356"/>
                </a:lnTo>
                <a:close/>
                <a:lnTo>
                  <a:pt x="2644883" y="3402027"/>
                </a:lnTo>
                <a:close/>
                <a:lnTo>
                  <a:pt x="2649255" y="3411547"/>
                </a:lnTo>
                <a:close/>
                <a:lnTo>
                  <a:pt x="2653627" y="3420917"/>
                </a:lnTo>
                <a:close/>
                <a:lnTo>
                  <a:pt x="2657998" y="3430138"/>
                </a:lnTo>
                <a:close/>
                <a:lnTo>
                  <a:pt x="2662370" y="3439212"/>
                </a:lnTo>
                <a:close/>
                <a:lnTo>
                  <a:pt x="2666742" y="3448140"/>
                </a:lnTo>
                <a:close/>
                <a:lnTo>
                  <a:pt x="2671113" y="3456924"/>
                </a:lnTo>
                <a:close/>
                <a:lnTo>
                  <a:pt x="2675485" y="3465563"/>
                </a:lnTo>
                <a:close/>
                <a:lnTo>
                  <a:pt x="2679857" y="3474061"/>
                </a:lnTo>
                <a:close/>
                <a:lnTo>
                  <a:pt x="2684229" y="3482417"/>
                </a:lnTo>
                <a:close/>
                <a:lnTo>
                  <a:pt x="2688600" y="3490635"/>
                </a:lnTo>
                <a:close/>
                <a:lnTo>
                  <a:pt x="2692972" y="3498713"/>
                </a:lnTo>
                <a:close/>
                <a:lnTo>
                  <a:pt x="2697344" y="3506655"/>
                </a:lnTo>
                <a:close/>
                <a:lnTo>
                  <a:pt x="2701715" y="3514462"/>
                </a:lnTo>
                <a:close/>
                <a:lnTo>
                  <a:pt x="2706087" y="3522134"/>
                </a:lnTo>
                <a:close/>
                <a:lnTo>
                  <a:pt x="2710459" y="3529674"/>
                </a:lnTo>
                <a:close/>
                <a:lnTo>
                  <a:pt x="2714830" y="3537082"/>
                </a:lnTo>
                <a:close/>
                <a:lnTo>
                  <a:pt x="2719202" y="3544361"/>
                </a:lnTo>
                <a:close/>
                <a:lnTo>
                  <a:pt x="2723574" y="3551511"/>
                </a:lnTo>
                <a:close/>
                <a:lnTo>
                  <a:pt x="2727946" y="3558534"/>
                </a:lnTo>
                <a:close/>
                <a:lnTo>
                  <a:pt x="2732317" y="3565431"/>
                </a:lnTo>
                <a:close/>
                <a:lnTo>
                  <a:pt x="2736689" y="3572204"/>
                </a:lnTo>
                <a:close/>
                <a:lnTo>
                  <a:pt x="2741061" y="3578854"/>
                </a:lnTo>
                <a:close/>
                <a:lnTo>
                  <a:pt x="2745432" y="3585383"/>
                </a:lnTo>
                <a:close/>
                <a:lnTo>
                  <a:pt x="2749804" y="3591793"/>
                </a:lnTo>
                <a:close/>
                <a:lnTo>
                  <a:pt x="2754176" y="3598083"/>
                </a:lnTo>
                <a:close/>
                <a:lnTo>
                  <a:pt x="2758548" y="3604257"/>
                </a:lnTo>
                <a:close/>
                <a:lnTo>
                  <a:pt x="2762919" y="3610315"/>
                </a:lnTo>
                <a:close/>
                <a:lnTo>
                  <a:pt x="2767291" y="3616259"/>
                </a:lnTo>
                <a:close/>
                <a:lnTo>
                  <a:pt x="2771663" y="3622091"/>
                </a:lnTo>
                <a:close/>
                <a:lnTo>
                  <a:pt x="2776034" y="3627811"/>
                </a:lnTo>
                <a:close/>
                <a:lnTo>
                  <a:pt x="2780406" y="3633422"/>
                </a:lnTo>
                <a:close/>
                <a:lnTo>
                  <a:pt x="2784778" y="3638925"/>
                </a:lnTo>
                <a:close/>
                <a:lnTo>
                  <a:pt x="2789149" y="3644320"/>
                </a:lnTo>
                <a:close/>
                <a:lnTo>
                  <a:pt x="2793521" y="3649610"/>
                </a:lnTo>
                <a:close/>
                <a:lnTo>
                  <a:pt x="2797893" y="3654797"/>
                </a:lnTo>
                <a:close/>
                <a:lnTo>
                  <a:pt x="2802265" y="3659881"/>
                </a:lnTo>
                <a:close/>
                <a:lnTo>
                  <a:pt x="2806636" y="3664864"/>
                </a:lnTo>
                <a:close/>
                <a:lnTo>
                  <a:pt x="2811008" y="3669747"/>
                </a:lnTo>
                <a:close/>
                <a:lnTo>
                  <a:pt x="2815380" y="3674532"/>
                </a:lnTo>
                <a:close/>
                <a:lnTo>
                  <a:pt x="2819751" y="3679221"/>
                </a:lnTo>
                <a:close/>
                <a:lnTo>
                  <a:pt x="2824123" y="3683814"/>
                </a:lnTo>
                <a:close/>
                <a:lnTo>
                  <a:pt x="2828495" y="3688313"/>
                </a:lnTo>
                <a:close/>
                <a:lnTo>
                  <a:pt x="2832867" y="3692720"/>
                </a:lnTo>
                <a:close/>
                <a:lnTo>
                  <a:pt x="2837238" y="3697036"/>
                </a:lnTo>
                <a:close/>
                <a:lnTo>
                  <a:pt x="2841610" y="3701262"/>
                </a:lnTo>
                <a:close/>
                <a:lnTo>
                  <a:pt x="2845982" y="3705400"/>
                </a:lnTo>
                <a:close/>
                <a:lnTo>
                  <a:pt x="2850353" y="3709450"/>
                </a:lnTo>
                <a:close/>
                <a:lnTo>
                  <a:pt x="2854725" y="3713416"/>
                </a:lnTo>
                <a:close/>
                <a:lnTo>
                  <a:pt x="2859097" y="3717296"/>
                </a:lnTo>
                <a:close/>
                <a:lnTo>
                  <a:pt x="2863469" y="3721095"/>
                </a:lnTo>
                <a:close/>
                <a:lnTo>
                  <a:pt x="2867840" y="3724811"/>
                </a:lnTo>
                <a:close/>
                <a:lnTo>
                  <a:pt x="2872212" y="3728447"/>
                </a:lnTo>
                <a:close/>
                <a:lnTo>
                  <a:pt x="2876584" y="3732005"/>
                </a:lnTo>
                <a:close/>
                <a:lnTo>
                  <a:pt x="2880955" y="3735485"/>
                </a:lnTo>
                <a:close/>
                <a:lnTo>
                  <a:pt x="2885327" y="3738888"/>
                </a:lnTo>
                <a:close/>
                <a:lnTo>
                  <a:pt x="2889699" y="3742217"/>
                </a:lnTo>
                <a:close/>
                <a:lnTo>
                  <a:pt x="2894070" y="3745472"/>
                </a:lnTo>
                <a:close/>
                <a:lnTo>
                  <a:pt x="2898442" y="3748654"/>
                </a:lnTo>
                <a:close/>
                <a:lnTo>
                  <a:pt x="2902814" y="3751766"/>
                </a:lnTo>
                <a:close/>
                <a:lnTo>
                  <a:pt x="2907186" y="3754807"/>
                </a:lnTo>
                <a:close/>
                <a:lnTo>
                  <a:pt x="2911557" y="3757780"/>
                </a:lnTo>
                <a:close/>
                <a:lnTo>
                  <a:pt x="2915929" y="3760685"/>
                </a:lnTo>
                <a:close/>
                <a:lnTo>
                  <a:pt x="2920301" y="3763524"/>
                </a:lnTo>
                <a:close/>
                <a:lnTo>
                  <a:pt x="2924672" y="3766298"/>
                </a:lnTo>
                <a:close/>
                <a:lnTo>
                  <a:pt x="2929044" y="3769008"/>
                </a:lnTo>
                <a:close/>
                <a:lnTo>
                  <a:pt x="2933416" y="3771655"/>
                </a:lnTo>
                <a:close/>
                <a:lnTo>
                  <a:pt x="2937788" y="3774240"/>
                </a:lnTo>
                <a:close/>
                <a:lnTo>
                  <a:pt x="2942159" y="3776766"/>
                </a:lnTo>
                <a:close/>
                <a:lnTo>
                  <a:pt x="2946531" y="3779232"/>
                </a:lnTo>
                <a:close/>
                <a:lnTo>
                  <a:pt x="2950903" y="3781639"/>
                </a:lnTo>
                <a:close/>
                <a:lnTo>
                  <a:pt x="2955274" y="3783990"/>
                </a:lnTo>
                <a:close/>
                <a:lnTo>
                  <a:pt x="2959646" y="3786285"/>
                </a:lnTo>
                <a:close/>
                <a:lnTo>
                  <a:pt x="2964018" y="3788524"/>
                </a:lnTo>
                <a:close/>
                <a:lnTo>
                  <a:pt x="2968389" y="3790710"/>
                </a:lnTo>
                <a:close/>
                <a:lnTo>
                  <a:pt x="2972761" y="3792843"/>
                </a:lnTo>
                <a:close/>
                <a:lnTo>
                  <a:pt x="2977133" y="3794925"/>
                </a:lnTo>
                <a:close/>
                <a:lnTo>
                  <a:pt x="2981505" y="3796956"/>
                </a:lnTo>
                <a:close/>
                <a:lnTo>
                  <a:pt x="2985876" y="3798936"/>
                </a:lnTo>
                <a:close/>
                <a:lnTo>
                  <a:pt x="2990248" y="3800869"/>
                </a:lnTo>
                <a:close/>
                <a:lnTo>
                  <a:pt x="2994620" y="3802753"/>
                </a:lnTo>
                <a:close/>
                <a:lnTo>
                  <a:pt x="2998991" y="3804591"/>
                </a:lnTo>
                <a:close/>
                <a:lnTo>
                  <a:pt x="3003363" y="3806383"/>
                </a:lnTo>
                <a:close/>
                <a:lnTo>
                  <a:pt x="3007735" y="3808130"/>
                </a:lnTo>
                <a:close/>
                <a:lnTo>
                  <a:pt x="3012107" y="3809834"/>
                </a:lnTo>
                <a:close/>
                <a:lnTo>
                  <a:pt x="3016478" y="3811494"/>
                </a:lnTo>
                <a:close/>
                <a:lnTo>
                  <a:pt x="3020850" y="3813112"/>
                </a:lnTo>
                <a:close/>
                <a:lnTo>
                  <a:pt x="3025222" y="3814689"/>
                </a:lnTo>
                <a:close/>
                <a:lnTo>
                  <a:pt x="3029593" y="3816226"/>
                </a:lnTo>
                <a:close/>
                <a:lnTo>
                  <a:pt x="3033965" y="3817723"/>
                </a:lnTo>
                <a:close/>
                <a:lnTo>
                  <a:pt x="3038337" y="3819181"/>
                </a:lnTo>
                <a:close/>
                <a:lnTo>
                  <a:pt x="3042709" y="3820602"/>
                </a:lnTo>
                <a:close/>
                <a:lnTo>
                  <a:pt x="3047080" y="3821986"/>
                </a:lnTo>
                <a:close/>
                <a:lnTo>
                  <a:pt x="3051452" y="3823334"/>
                </a:lnTo>
                <a:close/>
                <a:lnTo>
                  <a:pt x="3055824" y="3824646"/>
                </a:lnTo>
                <a:close/>
                <a:lnTo>
                  <a:pt x="3060195" y="3825924"/>
                </a:lnTo>
                <a:close/>
                <a:lnTo>
                  <a:pt x="3064567" y="3827168"/>
                </a:lnTo>
                <a:close/>
                <a:lnTo>
                  <a:pt x="3068939" y="3828379"/>
                </a:lnTo>
                <a:close/>
                <a:lnTo>
                  <a:pt x="3073310" y="3829558"/>
                </a:lnTo>
                <a:close/>
                <a:lnTo>
                  <a:pt x="3077682" y="3830705"/>
                </a:lnTo>
                <a:close/>
                <a:lnTo>
                  <a:pt x="3082054" y="3831821"/>
                </a:lnTo>
                <a:close/>
                <a:lnTo>
                  <a:pt x="3086426" y="3832907"/>
                </a:lnTo>
                <a:close/>
                <a:lnTo>
                  <a:pt x="3090797" y="3833964"/>
                </a:lnTo>
                <a:close/>
                <a:lnTo>
                  <a:pt x="3095169" y="3834992"/>
                </a:lnTo>
                <a:close/>
                <a:lnTo>
                  <a:pt x="3099541" y="3835992"/>
                </a:lnTo>
                <a:close/>
                <a:lnTo>
                  <a:pt x="3103912" y="3836965"/>
                </a:lnTo>
                <a:close/>
                <a:lnTo>
                  <a:pt x="3108284" y="3837911"/>
                </a:lnTo>
                <a:close/>
                <a:lnTo>
                  <a:pt x="3112656" y="3838830"/>
                </a:lnTo>
                <a:close/>
                <a:lnTo>
                  <a:pt x="3117028" y="3839724"/>
                </a:lnTo>
                <a:close/>
                <a:lnTo>
                  <a:pt x="3121399" y="3840594"/>
                </a:lnTo>
                <a:close/>
                <a:lnTo>
                  <a:pt x="3125771" y="3841439"/>
                </a:lnTo>
                <a:close/>
                <a:lnTo>
                  <a:pt x="3130143" y="3842260"/>
                </a:lnTo>
                <a:close/>
                <a:lnTo>
                  <a:pt x="3134514" y="3843058"/>
                </a:lnTo>
                <a:close/>
                <a:lnTo>
                  <a:pt x="3138886" y="3843834"/>
                </a:lnTo>
                <a:close/>
                <a:lnTo>
                  <a:pt x="3143258" y="3844587"/>
                </a:lnTo>
                <a:close/>
                <a:lnTo>
                  <a:pt x="3147629" y="3845319"/>
                </a:lnTo>
                <a:close/>
                <a:lnTo>
                  <a:pt x="3152001" y="3846030"/>
                </a:lnTo>
                <a:close/>
                <a:lnTo>
                  <a:pt x="3156373" y="3846721"/>
                </a:lnTo>
                <a:close/>
                <a:lnTo>
                  <a:pt x="3160745" y="3847392"/>
                </a:lnTo>
                <a:close/>
                <a:lnTo>
                  <a:pt x="3165116" y="3848043"/>
                </a:lnTo>
                <a:close/>
                <a:lnTo>
                  <a:pt x="3169488" y="3848676"/>
                </a:lnTo>
                <a:close/>
                <a:lnTo>
                  <a:pt x="3173860" y="3849290"/>
                </a:lnTo>
                <a:close/>
                <a:lnTo>
                  <a:pt x="3178231" y="3849886"/>
                </a:lnTo>
                <a:close/>
                <a:lnTo>
                  <a:pt x="3182603" y="3850465"/>
                </a:lnTo>
                <a:close/>
                <a:lnTo>
                  <a:pt x="3186975" y="3851026"/>
                </a:lnTo>
                <a:close/>
                <a:lnTo>
                  <a:pt x="3191347" y="3851571"/>
                </a:lnTo>
                <a:close/>
                <a:lnTo>
                  <a:pt x="3195718" y="3852100"/>
                </a:lnTo>
                <a:close/>
                <a:lnTo>
                  <a:pt x="3200090" y="3852613"/>
                </a:lnTo>
                <a:close/>
                <a:lnTo>
                  <a:pt x="3204462" y="3853111"/>
                </a:lnTo>
                <a:close/>
                <a:lnTo>
                  <a:pt x="3208833" y="3853594"/>
                </a:lnTo>
                <a:close/>
                <a:lnTo>
                  <a:pt x="3213205" y="3854063"/>
                </a:lnTo>
                <a:close/>
                <a:lnTo>
                  <a:pt x="3217577" y="3854517"/>
                </a:lnTo>
                <a:close/>
                <a:lnTo>
                  <a:pt x="3221949" y="3854957"/>
                </a:lnTo>
                <a:close/>
                <a:lnTo>
                  <a:pt x="3226320" y="3855384"/>
                </a:lnTo>
                <a:close/>
                <a:lnTo>
                  <a:pt x="3230692" y="3855798"/>
                </a:lnTo>
                <a:close/>
                <a:lnTo>
                  <a:pt x="3235064" y="3856200"/>
                </a:lnTo>
                <a:close/>
                <a:lnTo>
                  <a:pt x="3239435" y="3856589"/>
                </a:lnTo>
                <a:close/>
                <a:lnTo>
                  <a:pt x="3243807" y="3856966"/>
                </a:lnTo>
                <a:close/>
                <a:lnTo>
                  <a:pt x="3248179" y="3857331"/>
                </a:lnTo>
                <a:close/>
                <a:lnTo>
                  <a:pt x="3252550" y="3857685"/>
                </a:lnTo>
                <a:close/>
                <a:lnTo>
                  <a:pt x="3256922" y="3858028"/>
                </a:lnTo>
                <a:close/>
                <a:lnTo>
                  <a:pt x="3261294" y="3858360"/>
                </a:lnTo>
                <a:close/>
                <a:lnTo>
                  <a:pt x="3265666" y="3858682"/>
                </a:lnTo>
                <a:close/>
                <a:lnTo>
                  <a:pt x="3270037" y="3858994"/>
                </a:lnTo>
                <a:close/>
                <a:lnTo>
                  <a:pt x="3274409" y="3859296"/>
                </a:lnTo>
                <a:close/>
                <a:lnTo>
                  <a:pt x="3278781" y="3859588"/>
                </a:lnTo>
                <a:close/>
                <a:lnTo>
                  <a:pt x="3283152" y="3859871"/>
                </a:lnTo>
                <a:close/>
                <a:lnTo>
                  <a:pt x="3287524" y="3860146"/>
                </a:lnTo>
                <a:close/>
                <a:lnTo>
                  <a:pt x="3291896" y="3860411"/>
                </a:lnTo>
                <a:close/>
                <a:lnTo>
                  <a:pt x="3296268" y="3860668"/>
                </a:lnTo>
                <a:close/>
                <a:lnTo>
                  <a:pt x="3300639" y="3860916"/>
                </a:lnTo>
                <a:close/>
                <a:lnTo>
                  <a:pt x="3305011" y="3861157"/>
                </a:lnTo>
                <a:close/>
                <a:lnTo>
                  <a:pt x="3309383" y="3861389"/>
                </a:lnTo>
                <a:close/>
                <a:lnTo>
                  <a:pt x="3313754" y="3861614"/>
                </a:lnTo>
                <a:close/>
                <a:lnTo>
                  <a:pt x="3318126" y="3861832"/>
                </a:lnTo>
                <a:close/>
                <a:lnTo>
                  <a:pt x="3322498" y="3862043"/>
                </a:lnTo>
                <a:close/>
                <a:lnTo>
                  <a:pt x="3326869" y="3862247"/>
                </a:lnTo>
                <a:close/>
                <a:lnTo>
                  <a:pt x="3331241" y="3862444"/>
                </a:lnTo>
                <a:close/>
                <a:lnTo>
                  <a:pt x="3335613" y="3862634"/>
                </a:lnTo>
                <a:close/>
                <a:lnTo>
                  <a:pt x="3339985" y="3862818"/>
                </a:lnTo>
                <a:close/>
                <a:lnTo>
                  <a:pt x="3344356" y="3862997"/>
                </a:lnTo>
                <a:close/>
                <a:lnTo>
                  <a:pt x="3348728" y="3863169"/>
                </a:lnTo>
                <a:close/>
                <a:lnTo>
                  <a:pt x="3353100" y="3863335"/>
                </a:lnTo>
                <a:close/>
                <a:lnTo>
                  <a:pt x="3357471" y="3863496"/>
                </a:lnTo>
                <a:close/>
                <a:lnTo>
                  <a:pt x="3361843" y="3863651"/>
                </a:lnTo>
                <a:close/>
                <a:lnTo>
                  <a:pt x="3366215" y="3863802"/>
                </a:lnTo>
                <a:close/>
                <a:lnTo>
                  <a:pt x="3370587" y="3863947"/>
                </a:lnTo>
                <a:close/>
                <a:lnTo>
                  <a:pt x="3374958" y="3864087"/>
                </a:lnTo>
                <a:close/>
                <a:lnTo>
                  <a:pt x="3379330" y="3864222"/>
                </a:lnTo>
                <a:close/>
                <a:lnTo>
                  <a:pt x="3383702" y="3864353"/>
                </a:lnTo>
                <a:close/>
                <a:lnTo>
                  <a:pt x="3388073" y="3864479"/>
                </a:lnTo>
                <a:close/>
                <a:lnTo>
                  <a:pt x="3392445" y="3864601"/>
                </a:lnTo>
                <a:close/>
                <a:lnTo>
                  <a:pt x="3396817" y="3864719"/>
                </a:lnTo>
                <a:close/>
                <a:lnTo>
                  <a:pt x="3401189" y="3864833"/>
                </a:lnTo>
                <a:close/>
                <a:lnTo>
                  <a:pt x="3405560" y="3864942"/>
                </a:lnTo>
                <a:close/>
                <a:lnTo>
                  <a:pt x="3409932" y="3865048"/>
                </a:lnTo>
                <a:close/>
                <a:lnTo>
                  <a:pt x="3414304" y="3865150"/>
                </a:lnTo>
                <a:close/>
                <a:lnTo>
                  <a:pt x="3418675" y="3865249"/>
                </a:lnTo>
                <a:close/>
                <a:lnTo>
                  <a:pt x="3423047" y="3865344"/>
                </a:lnTo>
                <a:close/>
                <a:lnTo>
                  <a:pt x="3427419" y="3865436"/>
                </a:lnTo>
                <a:close/>
                <a:lnTo>
                  <a:pt x="3431790" y="3865525"/>
                </a:lnTo>
                <a:close/>
                <a:lnTo>
                  <a:pt x="3436162" y="3865610"/>
                </a:lnTo>
                <a:close/>
                <a:lnTo>
                  <a:pt x="3440534" y="3865692"/>
                </a:lnTo>
                <a:close/>
                <a:lnTo>
                  <a:pt x="3444906" y="3865772"/>
                </a:lnTo>
                <a:close/>
                <a:lnTo>
                  <a:pt x="3449277" y="3865848"/>
                </a:lnTo>
                <a:close/>
                <a:lnTo>
                  <a:pt x="3453649" y="3865922"/>
                </a:lnTo>
                <a:close/>
                <a:lnTo>
                  <a:pt x="3458021" y="3865994"/>
                </a:lnTo>
                <a:close/>
                <a:lnTo>
                  <a:pt x="3462392" y="3866062"/>
                </a:lnTo>
                <a:close/>
                <a:lnTo>
                  <a:pt x="3466764" y="3866128"/>
                </a:lnTo>
                <a:close/>
                <a:lnTo>
                  <a:pt x="3471136" y="3866192"/>
                </a:lnTo>
                <a:close/>
                <a:lnTo>
                  <a:pt x="3475508" y="3866254"/>
                </a:lnTo>
                <a:close/>
                <a:lnTo>
                  <a:pt x="3479879" y="3866313"/>
                </a:lnTo>
                <a:close/>
                <a:lnTo>
                  <a:pt x="3484251" y="3866370"/>
                </a:lnTo>
                <a:close/>
                <a:lnTo>
                  <a:pt x="3488623" y="3866425"/>
                </a:lnTo>
                <a:close/>
                <a:lnTo>
                  <a:pt x="3492994" y="3866478"/>
                </a:lnTo>
                <a:close/>
                <a:lnTo>
                  <a:pt x="3492994" y="3867775"/>
                </a:lnTo>
                <a:close/>
                <a:lnTo>
                  <a:pt x="3492994" y="3867775"/>
                </a:lnTo>
                <a:close/>
                <a:lnTo>
                  <a:pt x="3488623" y="3867775"/>
                </a:lnTo>
                <a:close/>
                <a:lnTo>
                  <a:pt x="3484251" y="3867775"/>
                </a:lnTo>
                <a:close/>
                <a:lnTo>
                  <a:pt x="3479879" y="3867775"/>
                </a:lnTo>
                <a:close/>
                <a:lnTo>
                  <a:pt x="3475508" y="3867775"/>
                </a:lnTo>
                <a:close/>
                <a:lnTo>
                  <a:pt x="3471136" y="3867775"/>
                </a:lnTo>
                <a:close/>
                <a:lnTo>
                  <a:pt x="3466764" y="3867775"/>
                </a:lnTo>
                <a:close/>
                <a:lnTo>
                  <a:pt x="3462392" y="3867775"/>
                </a:lnTo>
                <a:close/>
                <a:lnTo>
                  <a:pt x="3458021" y="3867775"/>
                </a:lnTo>
                <a:close/>
                <a:lnTo>
                  <a:pt x="3453649" y="3867775"/>
                </a:lnTo>
                <a:close/>
                <a:lnTo>
                  <a:pt x="3449277" y="3867775"/>
                </a:lnTo>
                <a:close/>
                <a:lnTo>
                  <a:pt x="3444906" y="3867775"/>
                </a:lnTo>
                <a:close/>
                <a:lnTo>
                  <a:pt x="3440534" y="3867775"/>
                </a:lnTo>
                <a:close/>
                <a:lnTo>
                  <a:pt x="3436162" y="3867775"/>
                </a:lnTo>
                <a:close/>
                <a:lnTo>
                  <a:pt x="3431790" y="3867775"/>
                </a:lnTo>
                <a:close/>
                <a:lnTo>
                  <a:pt x="3427419" y="3867775"/>
                </a:lnTo>
                <a:close/>
                <a:lnTo>
                  <a:pt x="3423047" y="3867775"/>
                </a:lnTo>
                <a:close/>
                <a:lnTo>
                  <a:pt x="3418675" y="3867775"/>
                </a:lnTo>
                <a:close/>
                <a:lnTo>
                  <a:pt x="3414304" y="3867775"/>
                </a:lnTo>
                <a:close/>
                <a:lnTo>
                  <a:pt x="3409932" y="3867775"/>
                </a:lnTo>
                <a:close/>
                <a:lnTo>
                  <a:pt x="3405560" y="3867775"/>
                </a:lnTo>
                <a:close/>
                <a:lnTo>
                  <a:pt x="3401189" y="3867775"/>
                </a:lnTo>
                <a:close/>
                <a:lnTo>
                  <a:pt x="3396817" y="3867775"/>
                </a:lnTo>
                <a:close/>
                <a:lnTo>
                  <a:pt x="3392445" y="3867775"/>
                </a:lnTo>
                <a:close/>
                <a:lnTo>
                  <a:pt x="3388073" y="3867775"/>
                </a:lnTo>
                <a:close/>
                <a:lnTo>
                  <a:pt x="3383702" y="3867775"/>
                </a:lnTo>
                <a:close/>
                <a:lnTo>
                  <a:pt x="3379330" y="3867775"/>
                </a:lnTo>
                <a:close/>
                <a:lnTo>
                  <a:pt x="3374958" y="3867775"/>
                </a:lnTo>
                <a:close/>
                <a:lnTo>
                  <a:pt x="3370587" y="3867775"/>
                </a:lnTo>
                <a:close/>
                <a:lnTo>
                  <a:pt x="3366215" y="3867775"/>
                </a:lnTo>
                <a:close/>
                <a:lnTo>
                  <a:pt x="3361843" y="3867775"/>
                </a:lnTo>
                <a:close/>
                <a:lnTo>
                  <a:pt x="3357471" y="3867775"/>
                </a:lnTo>
                <a:close/>
                <a:lnTo>
                  <a:pt x="3353100" y="3867775"/>
                </a:lnTo>
                <a:close/>
                <a:lnTo>
                  <a:pt x="3348728" y="3867775"/>
                </a:lnTo>
                <a:close/>
                <a:lnTo>
                  <a:pt x="3344356" y="3867775"/>
                </a:lnTo>
                <a:close/>
                <a:lnTo>
                  <a:pt x="3339985" y="3867775"/>
                </a:lnTo>
                <a:close/>
                <a:lnTo>
                  <a:pt x="3335613" y="3867775"/>
                </a:lnTo>
                <a:close/>
                <a:lnTo>
                  <a:pt x="3331241" y="3867775"/>
                </a:lnTo>
                <a:close/>
                <a:lnTo>
                  <a:pt x="3326869" y="3867775"/>
                </a:lnTo>
                <a:close/>
                <a:lnTo>
                  <a:pt x="3322498" y="3867775"/>
                </a:lnTo>
                <a:close/>
                <a:lnTo>
                  <a:pt x="3318126" y="3867775"/>
                </a:lnTo>
                <a:close/>
                <a:lnTo>
                  <a:pt x="3313754" y="3867775"/>
                </a:lnTo>
                <a:close/>
                <a:lnTo>
                  <a:pt x="3309383" y="3867775"/>
                </a:lnTo>
                <a:close/>
                <a:lnTo>
                  <a:pt x="3305011" y="3867775"/>
                </a:lnTo>
                <a:close/>
                <a:lnTo>
                  <a:pt x="3300639" y="3867775"/>
                </a:lnTo>
                <a:close/>
                <a:lnTo>
                  <a:pt x="3296268" y="3867775"/>
                </a:lnTo>
                <a:close/>
                <a:lnTo>
                  <a:pt x="3291896" y="3867775"/>
                </a:lnTo>
                <a:close/>
                <a:lnTo>
                  <a:pt x="3287524" y="3867775"/>
                </a:lnTo>
                <a:close/>
                <a:lnTo>
                  <a:pt x="3283152" y="3867775"/>
                </a:lnTo>
                <a:close/>
                <a:lnTo>
                  <a:pt x="3278781" y="3867775"/>
                </a:lnTo>
                <a:close/>
                <a:lnTo>
                  <a:pt x="3274409" y="3867775"/>
                </a:lnTo>
                <a:close/>
                <a:lnTo>
                  <a:pt x="3270037" y="3867775"/>
                </a:lnTo>
                <a:close/>
                <a:lnTo>
                  <a:pt x="3265666" y="3867775"/>
                </a:lnTo>
                <a:close/>
                <a:lnTo>
                  <a:pt x="3261294" y="3867775"/>
                </a:lnTo>
                <a:close/>
                <a:lnTo>
                  <a:pt x="3256922" y="3867775"/>
                </a:lnTo>
                <a:close/>
                <a:lnTo>
                  <a:pt x="3252550" y="3867775"/>
                </a:lnTo>
                <a:close/>
                <a:lnTo>
                  <a:pt x="3248179" y="3867775"/>
                </a:lnTo>
                <a:close/>
                <a:lnTo>
                  <a:pt x="3243807" y="3867775"/>
                </a:lnTo>
                <a:close/>
                <a:lnTo>
                  <a:pt x="3239435" y="3867775"/>
                </a:lnTo>
                <a:close/>
                <a:lnTo>
                  <a:pt x="3235064" y="3867775"/>
                </a:lnTo>
                <a:close/>
                <a:lnTo>
                  <a:pt x="3230692" y="3867775"/>
                </a:lnTo>
                <a:close/>
                <a:lnTo>
                  <a:pt x="3226320" y="3867775"/>
                </a:lnTo>
                <a:close/>
                <a:lnTo>
                  <a:pt x="3221949" y="3867775"/>
                </a:lnTo>
                <a:close/>
                <a:lnTo>
                  <a:pt x="3217577" y="3867775"/>
                </a:lnTo>
                <a:close/>
                <a:lnTo>
                  <a:pt x="3213205" y="3867775"/>
                </a:lnTo>
                <a:close/>
                <a:lnTo>
                  <a:pt x="3208833" y="3867775"/>
                </a:lnTo>
                <a:close/>
                <a:lnTo>
                  <a:pt x="3204462" y="3867775"/>
                </a:lnTo>
                <a:close/>
                <a:lnTo>
                  <a:pt x="3200090" y="3867775"/>
                </a:lnTo>
                <a:close/>
                <a:lnTo>
                  <a:pt x="3195718" y="3867775"/>
                </a:lnTo>
                <a:close/>
                <a:lnTo>
                  <a:pt x="3191347" y="3867775"/>
                </a:lnTo>
                <a:close/>
                <a:lnTo>
                  <a:pt x="3186975" y="3867775"/>
                </a:lnTo>
                <a:close/>
                <a:lnTo>
                  <a:pt x="3182603" y="3867775"/>
                </a:lnTo>
                <a:close/>
                <a:lnTo>
                  <a:pt x="3178231" y="3867775"/>
                </a:lnTo>
                <a:close/>
                <a:lnTo>
                  <a:pt x="3173860" y="3867775"/>
                </a:lnTo>
                <a:close/>
                <a:lnTo>
                  <a:pt x="3169488" y="3867775"/>
                </a:lnTo>
                <a:close/>
                <a:lnTo>
                  <a:pt x="3165116" y="3867775"/>
                </a:lnTo>
                <a:close/>
                <a:lnTo>
                  <a:pt x="3160745" y="3867775"/>
                </a:lnTo>
                <a:close/>
                <a:lnTo>
                  <a:pt x="3156373" y="3867775"/>
                </a:lnTo>
                <a:close/>
                <a:lnTo>
                  <a:pt x="3152001" y="3867775"/>
                </a:lnTo>
                <a:close/>
                <a:lnTo>
                  <a:pt x="3147629" y="3867775"/>
                </a:lnTo>
                <a:close/>
                <a:lnTo>
                  <a:pt x="3143258" y="3867775"/>
                </a:lnTo>
                <a:close/>
                <a:lnTo>
                  <a:pt x="3138886" y="3867775"/>
                </a:lnTo>
                <a:close/>
                <a:lnTo>
                  <a:pt x="3134514" y="3867775"/>
                </a:lnTo>
                <a:close/>
                <a:lnTo>
                  <a:pt x="3130143" y="3867775"/>
                </a:lnTo>
                <a:close/>
                <a:lnTo>
                  <a:pt x="3125771" y="3867775"/>
                </a:lnTo>
                <a:close/>
                <a:lnTo>
                  <a:pt x="3121399" y="3867775"/>
                </a:lnTo>
                <a:close/>
                <a:lnTo>
                  <a:pt x="3117028" y="3867775"/>
                </a:lnTo>
                <a:close/>
                <a:lnTo>
                  <a:pt x="3112656" y="3867775"/>
                </a:lnTo>
                <a:close/>
                <a:lnTo>
                  <a:pt x="3108284" y="3867775"/>
                </a:lnTo>
                <a:close/>
                <a:lnTo>
                  <a:pt x="3103912" y="3867775"/>
                </a:lnTo>
                <a:close/>
                <a:lnTo>
                  <a:pt x="3099541" y="3867775"/>
                </a:lnTo>
                <a:close/>
                <a:lnTo>
                  <a:pt x="3095169" y="3867775"/>
                </a:lnTo>
                <a:close/>
                <a:lnTo>
                  <a:pt x="3090797" y="3867775"/>
                </a:lnTo>
                <a:close/>
                <a:lnTo>
                  <a:pt x="3086426" y="3867775"/>
                </a:lnTo>
                <a:close/>
                <a:lnTo>
                  <a:pt x="3082054" y="3867775"/>
                </a:lnTo>
                <a:close/>
                <a:lnTo>
                  <a:pt x="3077682" y="3867775"/>
                </a:lnTo>
                <a:close/>
                <a:lnTo>
                  <a:pt x="3073310" y="3867775"/>
                </a:lnTo>
                <a:close/>
                <a:lnTo>
                  <a:pt x="3068939" y="3867775"/>
                </a:lnTo>
                <a:close/>
                <a:lnTo>
                  <a:pt x="3064567" y="3867775"/>
                </a:lnTo>
                <a:close/>
                <a:lnTo>
                  <a:pt x="3060195" y="3867775"/>
                </a:lnTo>
                <a:close/>
                <a:lnTo>
                  <a:pt x="3055824" y="3867775"/>
                </a:lnTo>
                <a:close/>
                <a:lnTo>
                  <a:pt x="3051452" y="3867775"/>
                </a:lnTo>
                <a:close/>
                <a:lnTo>
                  <a:pt x="3047080" y="3867775"/>
                </a:lnTo>
                <a:close/>
                <a:lnTo>
                  <a:pt x="3042709" y="3867775"/>
                </a:lnTo>
                <a:close/>
                <a:lnTo>
                  <a:pt x="3038337" y="3867775"/>
                </a:lnTo>
                <a:close/>
                <a:lnTo>
                  <a:pt x="3033965" y="3867775"/>
                </a:lnTo>
                <a:close/>
                <a:lnTo>
                  <a:pt x="3029593" y="3867775"/>
                </a:lnTo>
                <a:close/>
                <a:lnTo>
                  <a:pt x="3025222" y="3867775"/>
                </a:lnTo>
                <a:close/>
                <a:lnTo>
                  <a:pt x="3020850" y="3867775"/>
                </a:lnTo>
                <a:close/>
                <a:lnTo>
                  <a:pt x="3016478" y="3867775"/>
                </a:lnTo>
                <a:close/>
                <a:lnTo>
                  <a:pt x="3012107" y="3867775"/>
                </a:lnTo>
                <a:close/>
                <a:lnTo>
                  <a:pt x="3007735" y="3867775"/>
                </a:lnTo>
                <a:close/>
                <a:lnTo>
                  <a:pt x="3003363" y="3867775"/>
                </a:lnTo>
                <a:close/>
                <a:lnTo>
                  <a:pt x="2998991" y="3867775"/>
                </a:lnTo>
                <a:close/>
                <a:lnTo>
                  <a:pt x="2994620" y="3867775"/>
                </a:lnTo>
                <a:close/>
                <a:lnTo>
                  <a:pt x="2990248" y="3867775"/>
                </a:lnTo>
                <a:close/>
                <a:lnTo>
                  <a:pt x="2985876" y="3867775"/>
                </a:lnTo>
                <a:close/>
                <a:lnTo>
                  <a:pt x="2981505" y="3867775"/>
                </a:lnTo>
                <a:close/>
                <a:lnTo>
                  <a:pt x="2977133" y="3867775"/>
                </a:lnTo>
                <a:close/>
                <a:lnTo>
                  <a:pt x="2972761" y="3867775"/>
                </a:lnTo>
                <a:close/>
                <a:lnTo>
                  <a:pt x="2968389" y="3867775"/>
                </a:lnTo>
                <a:close/>
                <a:lnTo>
                  <a:pt x="2964018" y="3867775"/>
                </a:lnTo>
                <a:close/>
                <a:lnTo>
                  <a:pt x="2959646" y="3867775"/>
                </a:lnTo>
                <a:close/>
                <a:lnTo>
                  <a:pt x="2955274" y="3867775"/>
                </a:lnTo>
                <a:close/>
                <a:lnTo>
                  <a:pt x="2950903" y="3867775"/>
                </a:lnTo>
                <a:close/>
                <a:lnTo>
                  <a:pt x="2946531" y="3867775"/>
                </a:lnTo>
                <a:close/>
                <a:lnTo>
                  <a:pt x="2942159" y="3867775"/>
                </a:lnTo>
                <a:close/>
                <a:lnTo>
                  <a:pt x="2937788" y="3867775"/>
                </a:lnTo>
                <a:close/>
                <a:lnTo>
                  <a:pt x="2933416" y="3867775"/>
                </a:lnTo>
                <a:close/>
                <a:lnTo>
                  <a:pt x="2929044" y="3867775"/>
                </a:lnTo>
                <a:close/>
                <a:lnTo>
                  <a:pt x="2924672" y="3867775"/>
                </a:lnTo>
                <a:close/>
                <a:lnTo>
                  <a:pt x="2920301" y="3867775"/>
                </a:lnTo>
                <a:close/>
                <a:lnTo>
                  <a:pt x="2915929" y="3867775"/>
                </a:lnTo>
                <a:close/>
                <a:lnTo>
                  <a:pt x="2911557" y="3867775"/>
                </a:lnTo>
                <a:close/>
                <a:lnTo>
                  <a:pt x="2907186" y="3867775"/>
                </a:lnTo>
                <a:close/>
                <a:lnTo>
                  <a:pt x="2902814" y="3867775"/>
                </a:lnTo>
                <a:close/>
                <a:lnTo>
                  <a:pt x="2898442" y="3867775"/>
                </a:lnTo>
                <a:close/>
                <a:lnTo>
                  <a:pt x="2894070" y="3867775"/>
                </a:lnTo>
                <a:close/>
                <a:lnTo>
                  <a:pt x="2889699" y="3867775"/>
                </a:lnTo>
                <a:close/>
                <a:lnTo>
                  <a:pt x="2885327" y="3867775"/>
                </a:lnTo>
                <a:close/>
                <a:lnTo>
                  <a:pt x="2880955" y="3867775"/>
                </a:lnTo>
                <a:close/>
                <a:lnTo>
                  <a:pt x="2876584" y="3867775"/>
                </a:lnTo>
                <a:close/>
                <a:lnTo>
                  <a:pt x="2872212" y="3867775"/>
                </a:lnTo>
                <a:close/>
                <a:lnTo>
                  <a:pt x="2867840" y="3867775"/>
                </a:lnTo>
                <a:close/>
                <a:lnTo>
                  <a:pt x="2863469" y="3867775"/>
                </a:lnTo>
                <a:close/>
                <a:lnTo>
                  <a:pt x="2859097" y="3867775"/>
                </a:lnTo>
                <a:close/>
                <a:lnTo>
                  <a:pt x="2854725" y="3867775"/>
                </a:lnTo>
                <a:close/>
                <a:lnTo>
                  <a:pt x="2850353" y="3867775"/>
                </a:lnTo>
                <a:close/>
                <a:lnTo>
                  <a:pt x="2845982" y="3867775"/>
                </a:lnTo>
                <a:close/>
                <a:lnTo>
                  <a:pt x="2841610" y="3867775"/>
                </a:lnTo>
                <a:close/>
                <a:lnTo>
                  <a:pt x="2837238" y="3867775"/>
                </a:lnTo>
                <a:close/>
                <a:lnTo>
                  <a:pt x="2832867" y="3867775"/>
                </a:lnTo>
                <a:close/>
                <a:lnTo>
                  <a:pt x="2828495" y="3867775"/>
                </a:lnTo>
                <a:close/>
                <a:lnTo>
                  <a:pt x="2824123" y="3867775"/>
                </a:lnTo>
                <a:close/>
                <a:lnTo>
                  <a:pt x="2819751" y="3867775"/>
                </a:lnTo>
                <a:close/>
                <a:lnTo>
                  <a:pt x="2815380" y="3867775"/>
                </a:lnTo>
                <a:close/>
                <a:lnTo>
                  <a:pt x="2811008" y="3867775"/>
                </a:lnTo>
                <a:close/>
                <a:lnTo>
                  <a:pt x="2806636" y="3867775"/>
                </a:lnTo>
                <a:close/>
                <a:lnTo>
                  <a:pt x="2802265" y="3867775"/>
                </a:lnTo>
                <a:close/>
                <a:lnTo>
                  <a:pt x="2797893" y="3867775"/>
                </a:lnTo>
                <a:close/>
                <a:lnTo>
                  <a:pt x="2793521" y="3867775"/>
                </a:lnTo>
                <a:close/>
                <a:lnTo>
                  <a:pt x="2789149" y="3867775"/>
                </a:lnTo>
                <a:close/>
                <a:lnTo>
                  <a:pt x="2784778" y="3867775"/>
                </a:lnTo>
                <a:close/>
                <a:lnTo>
                  <a:pt x="2780406" y="3867775"/>
                </a:lnTo>
                <a:close/>
                <a:lnTo>
                  <a:pt x="2776034" y="3867775"/>
                </a:lnTo>
                <a:close/>
                <a:lnTo>
                  <a:pt x="2771663" y="3867775"/>
                </a:lnTo>
                <a:close/>
                <a:lnTo>
                  <a:pt x="2767291" y="3867775"/>
                </a:lnTo>
                <a:close/>
                <a:lnTo>
                  <a:pt x="2762919" y="3867775"/>
                </a:lnTo>
                <a:close/>
                <a:lnTo>
                  <a:pt x="2758548" y="3867775"/>
                </a:lnTo>
                <a:close/>
                <a:lnTo>
                  <a:pt x="2754176" y="3867775"/>
                </a:lnTo>
                <a:close/>
                <a:lnTo>
                  <a:pt x="2749804" y="3867775"/>
                </a:lnTo>
                <a:close/>
                <a:lnTo>
                  <a:pt x="2745432" y="3867775"/>
                </a:lnTo>
                <a:close/>
                <a:lnTo>
                  <a:pt x="2741061" y="3867775"/>
                </a:lnTo>
                <a:close/>
                <a:lnTo>
                  <a:pt x="2736689" y="3867775"/>
                </a:lnTo>
                <a:close/>
                <a:lnTo>
                  <a:pt x="2732317" y="3867775"/>
                </a:lnTo>
                <a:close/>
                <a:lnTo>
                  <a:pt x="2727946" y="3867775"/>
                </a:lnTo>
                <a:close/>
                <a:lnTo>
                  <a:pt x="2723574" y="3867775"/>
                </a:lnTo>
                <a:close/>
                <a:lnTo>
                  <a:pt x="2719202" y="3867775"/>
                </a:lnTo>
                <a:close/>
                <a:lnTo>
                  <a:pt x="2714830" y="3867775"/>
                </a:lnTo>
                <a:close/>
                <a:lnTo>
                  <a:pt x="2710459" y="3867775"/>
                </a:lnTo>
                <a:close/>
                <a:lnTo>
                  <a:pt x="2706087" y="3867775"/>
                </a:lnTo>
                <a:close/>
                <a:lnTo>
                  <a:pt x="2701715" y="3867775"/>
                </a:lnTo>
                <a:close/>
                <a:lnTo>
                  <a:pt x="2697344" y="3867775"/>
                </a:lnTo>
                <a:close/>
                <a:lnTo>
                  <a:pt x="2692972" y="3867775"/>
                </a:lnTo>
                <a:close/>
                <a:lnTo>
                  <a:pt x="2688600" y="3867775"/>
                </a:lnTo>
                <a:close/>
                <a:lnTo>
                  <a:pt x="2684229" y="3867775"/>
                </a:lnTo>
                <a:close/>
                <a:lnTo>
                  <a:pt x="2679857" y="3867775"/>
                </a:lnTo>
                <a:close/>
                <a:lnTo>
                  <a:pt x="2675485" y="3867775"/>
                </a:lnTo>
                <a:close/>
                <a:lnTo>
                  <a:pt x="2671113" y="3867775"/>
                </a:lnTo>
                <a:close/>
                <a:lnTo>
                  <a:pt x="2666742" y="3867775"/>
                </a:lnTo>
                <a:close/>
                <a:lnTo>
                  <a:pt x="2662370" y="3867775"/>
                </a:lnTo>
                <a:close/>
                <a:lnTo>
                  <a:pt x="2657998" y="3867775"/>
                </a:lnTo>
                <a:close/>
                <a:lnTo>
                  <a:pt x="2653627" y="3867775"/>
                </a:lnTo>
                <a:close/>
                <a:lnTo>
                  <a:pt x="2649255" y="3867775"/>
                </a:lnTo>
                <a:close/>
                <a:lnTo>
                  <a:pt x="2644883" y="3867775"/>
                </a:lnTo>
                <a:close/>
                <a:lnTo>
                  <a:pt x="2640511" y="3867775"/>
                </a:lnTo>
                <a:close/>
                <a:lnTo>
                  <a:pt x="2636140" y="3867775"/>
                </a:lnTo>
                <a:close/>
                <a:lnTo>
                  <a:pt x="2631768" y="3867775"/>
                </a:lnTo>
                <a:close/>
                <a:lnTo>
                  <a:pt x="2627396" y="3867775"/>
                </a:lnTo>
                <a:close/>
                <a:lnTo>
                  <a:pt x="2623025" y="3867775"/>
                </a:lnTo>
                <a:close/>
                <a:lnTo>
                  <a:pt x="2618653" y="3867775"/>
                </a:lnTo>
                <a:close/>
                <a:lnTo>
                  <a:pt x="2614281" y="3867775"/>
                </a:lnTo>
                <a:close/>
                <a:lnTo>
                  <a:pt x="2609909" y="3867775"/>
                </a:lnTo>
                <a:close/>
                <a:lnTo>
                  <a:pt x="2605538" y="3867775"/>
                </a:lnTo>
                <a:close/>
                <a:lnTo>
                  <a:pt x="2601166" y="3867775"/>
                </a:lnTo>
                <a:close/>
                <a:lnTo>
                  <a:pt x="2596794" y="3867775"/>
                </a:lnTo>
                <a:close/>
                <a:lnTo>
                  <a:pt x="2592423" y="3867775"/>
                </a:lnTo>
                <a:close/>
                <a:lnTo>
                  <a:pt x="2588051" y="3867775"/>
                </a:lnTo>
                <a:close/>
                <a:lnTo>
                  <a:pt x="2583679" y="3867775"/>
                </a:lnTo>
                <a:close/>
                <a:lnTo>
                  <a:pt x="2579308" y="3867775"/>
                </a:lnTo>
                <a:close/>
                <a:lnTo>
                  <a:pt x="2574936" y="3867775"/>
                </a:lnTo>
                <a:close/>
                <a:lnTo>
                  <a:pt x="2570564" y="3867775"/>
                </a:lnTo>
                <a:close/>
                <a:lnTo>
                  <a:pt x="2566192" y="3867775"/>
                </a:lnTo>
                <a:close/>
                <a:lnTo>
                  <a:pt x="2561821" y="3867775"/>
                </a:lnTo>
                <a:close/>
                <a:lnTo>
                  <a:pt x="2557449" y="3867775"/>
                </a:lnTo>
                <a:close/>
                <a:lnTo>
                  <a:pt x="2553077" y="3867775"/>
                </a:lnTo>
                <a:close/>
                <a:lnTo>
                  <a:pt x="2548706" y="3867775"/>
                </a:lnTo>
                <a:close/>
                <a:lnTo>
                  <a:pt x="2544334" y="3867775"/>
                </a:lnTo>
                <a:close/>
                <a:lnTo>
                  <a:pt x="2539962" y="3867775"/>
                </a:lnTo>
                <a:close/>
                <a:lnTo>
                  <a:pt x="2535590" y="3867775"/>
                </a:lnTo>
                <a:close/>
                <a:lnTo>
                  <a:pt x="2531219" y="3867775"/>
                </a:lnTo>
                <a:close/>
                <a:lnTo>
                  <a:pt x="2526847" y="3867775"/>
                </a:lnTo>
                <a:close/>
                <a:lnTo>
                  <a:pt x="2522475" y="3867775"/>
                </a:lnTo>
                <a:close/>
                <a:lnTo>
                  <a:pt x="2518104" y="3867775"/>
                </a:lnTo>
                <a:close/>
                <a:lnTo>
                  <a:pt x="2513732" y="3867775"/>
                </a:lnTo>
                <a:close/>
                <a:lnTo>
                  <a:pt x="2509360" y="3867775"/>
                </a:lnTo>
                <a:close/>
                <a:lnTo>
                  <a:pt x="2504989" y="3867775"/>
                </a:lnTo>
                <a:close/>
                <a:lnTo>
                  <a:pt x="2500617" y="3867775"/>
                </a:lnTo>
                <a:close/>
                <a:lnTo>
                  <a:pt x="2496245" y="3867775"/>
                </a:lnTo>
                <a:close/>
                <a:lnTo>
                  <a:pt x="2491873" y="3867775"/>
                </a:lnTo>
                <a:close/>
                <a:lnTo>
                  <a:pt x="2487502" y="3867775"/>
                </a:lnTo>
                <a:close/>
                <a:lnTo>
                  <a:pt x="2483130" y="3867775"/>
                </a:lnTo>
                <a:close/>
                <a:lnTo>
                  <a:pt x="2478758" y="3867775"/>
                </a:lnTo>
                <a:close/>
                <a:lnTo>
                  <a:pt x="2474387" y="3867775"/>
                </a:lnTo>
                <a:close/>
                <a:lnTo>
                  <a:pt x="2470015" y="3867775"/>
                </a:lnTo>
                <a:close/>
                <a:lnTo>
                  <a:pt x="2465643" y="3867775"/>
                </a:lnTo>
                <a:close/>
                <a:lnTo>
                  <a:pt x="2461271" y="3867775"/>
                </a:lnTo>
                <a:close/>
                <a:lnTo>
                  <a:pt x="2456900" y="3867775"/>
                </a:lnTo>
                <a:close/>
                <a:lnTo>
                  <a:pt x="2452528" y="3867775"/>
                </a:lnTo>
                <a:close/>
                <a:lnTo>
                  <a:pt x="2448156" y="3867775"/>
                </a:lnTo>
                <a:close/>
                <a:lnTo>
                  <a:pt x="2443785" y="3867775"/>
                </a:lnTo>
                <a:close/>
                <a:lnTo>
                  <a:pt x="2439413" y="3867775"/>
                </a:lnTo>
                <a:close/>
                <a:lnTo>
                  <a:pt x="2435041" y="3867775"/>
                </a:lnTo>
                <a:close/>
                <a:lnTo>
                  <a:pt x="2430669" y="3867775"/>
                </a:lnTo>
                <a:close/>
                <a:lnTo>
                  <a:pt x="2426298" y="3867775"/>
                </a:lnTo>
                <a:close/>
                <a:lnTo>
                  <a:pt x="2421926" y="3867775"/>
                </a:lnTo>
                <a:close/>
                <a:lnTo>
                  <a:pt x="2417554" y="3867775"/>
                </a:lnTo>
                <a:close/>
                <a:lnTo>
                  <a:pt x="2413183" y="3867775"/>
                </a:lnTo>
                <a:close/>
                <a:lnTo>
                  <a:pt x="2408811" y="3867775"/>
                </a:lnTo>
                <a:close/>
                <a:lnTo>
                  <a:pt x="2404439" y="3867775"/>
                </a:lnTo>
                <a:close/>
                <a:lnTo>
                  <a:pt x="2400068" y="3867775"/>
                </a:lnTo>
                <a:close/>
                <a:lnTo>
                  <a:pt x="2395696" y="3867775"/>
                </a:lnTo>
                <a:close/>
                <a:lnTo>
                  <a:pt x="2391324" y="3867775"/>
                </a:lnTo>
                <a:close/>
                <a:lnTo>
                  <a:pt x="2386952" y="3867775"/>
                </a:lnTo>
                <a:close/>
                <a:lnTo>
                  <a:pt x="2382581" y="3867775"/>
                </a:lnTo>
                <a:close/>
                <a:lnTo>
                  <a:pt x="2378209" y="3867775"/>
                </a:lnTo>
                <a:close/>
                <a:lnTo>
                  <a:pt x="2373837" y="3867775"/>
                </a:lnTo>
                <a:close/>
                <a:lnTo>
                  <a:pt x="2369466" y="3867775"/>
                </a:lnTo>
                <a:close/>
                <a:lnTo>
                  <a:pt x="2365094" y="3867775"/>
                </a:lnTo>
                <a:close/>
                <a:lnTo>
                  <a:pt x="2360722" y="3867775"/>
                </a:lnTo>
                <a:close/>
                <a:lnTo>
                  <a:pt x="2356350" y="3867775"/>
                </a:lnTo>
                <a:close/>
                <a:lnTo>
                  <a:pt x="2351979" y="3867775"/>
                </a:lnTo>
                <a:close/>
                <a:lnTo>
                  <a:pt x="2347607" y="3867775"/>
                </a:lnTo>
                <a:close/>
                <a:lnTo>
                  <a:pt x="2343235" y="3867775"/>
                </a:lnTo>
                <a:close/>
                <a:lnTo>
                  <a:pt x="2338864" y="3867775"/>
                </a:lnTo>
                <a:close/>
                <a:lnTo>
                  <a:pt x="2334492" y="3867775"/>
                </a:lnTo>
                <a:close/>
                <a:lnTo>
                  <a:pt x="2330120" y="3867775"/>
                </a:lnTo>
                <a:close/>
                <a:lnTo>
                  <a:pt x="2325749" y="3867775"/>
                </a:lnTo>
                <a:close/>
                <a:lnTo>
                  <a:pt x="2321377" y="3867775"/>
                </a:lnTo>
                <a:close/>
                <a:lnTo>
                  <a:pt x="2317005" y="3867775"/>
                </a:lnTo>
                <a:close/>
                <a:lnTo>
                  <a:pt x="2312633" y="3867775"/>
                </a:lnTo>
                <a:close/>
                <a:lnTo>
                  <a:pt x="2308262" y="3867775"/>
                </a:lnTo>
                <a:close/>
                <a:lnTo>
                  <a:pt x="2303890" y="3867775"/>
                </a:lnTo>
                <a:close/>
                <a:lnTo>
                  <a:pt x="2299518" y="3867775"/>
                </a:lnTo>
                <a:close/>
                <a:lnTo>
                  <a:pt x="2295147" y="3867775"/>
                </a:lnTo>
                <a:close/>
                <a:lnTo>
                  <a:pt x="2290775" y="3867775"/>
                </a:lnTo>
                <a:close/>
                <a:lnTo>
                  <a:pt x="2286403" y="3867775"/>
                </a:lnTo>
                <a:close/>
                <a:lnTo>
                  <a:pt x="2282031" y="3867775"/>
                </a:lnTo>
                <a:close/>
                <a:lnTo>
                  <a:pt x="2277660" y="3867775"/>
                </a:lnTo>
                <a:close/>
                <a:lnTo>
                  <a:pt x="2273288" y="3867775"/>
                </a:lnTo>
                <a:close/>
                <a:lnTo>
                  <a:pt x="2268916" y="3867775"/>
                </a:lnTo>
                <a:close/>
                <a:lnTo>
                  <a:pt x="2264545" y="3867775"/>
                </a:lnTo>
                <a:close/>
                <a:lnTo>
                  <a:pt x="2260173" y="3867775"/>
                </a:lnTo>
                <a:close/>
                <a:lnTo>
                  <a:pt x="2255801" y="3867775"/>
                </a:lnTo>
                <a:close/>
                <a:lnTo>
                  <a:pt x="2251429" y="3867775"/>
                </a:lnTo>
                <a:close/>
                <a:lnTo>
                  <a:pt x="2247058" y="3867775"/>
                </a:lnTo>
                <a:close/>
                <a:lnTo>
                  <a:pt x="2242686" y="3867775"/>
                </a:lnTo>
                <a:close/>
                <a:lnTo>
                  <a:pt x="2238314" y="3867775"/>
                </a:lnTo>
                <a:close/>
                <a:lnTo>
                  <a:pt x="2233943" y="3867775"/>
                </a:lnTo>
                <a:close/>
                <a:lnTo>
                  <a:pt x="2229571" y="3867775"/>
                </a:lnTo>
                <a:close/>
                <a:lnTo>
                  <a:pt x="2225199" y="3867775"/>
                </a:lnTo>
                <a:close/>
                <a:lnTo>
                  <a:pt x="2220828" y="3867775"/>
                </a:lnTo>
                <a:close/>
                <a:lnTo>
                  <a:pt x="2216456" y="3867775"/>
                </a:lnTo>
                <a:close/>
                <a:lnTo>
                  <a:pt x="2212084" y="3867775"/>
                </a:lnTo>
                <a:close/>
                <a:lnTo>
                  <a:pt x="2207712" y="3867775"/>
                </a:lnTo>
                <a:close/>
                <a:lnTo>
                  <a:pt x="2203341" y="3867775"/>
                </a:lnTo>
                <a:close/>
                <a:lnTo>
                  <a:pt x="2198969" y="3867775"/>
                </a:lnTo>
                <a:close/>
                <a:lnTo>
                  <a:pt x="2194597" y="3867775"/>
                </a:lnTo>
                <a:close/>
                <a:lnTo>
                  <a:pt x="2190226" y="3867775"/>
                </a:lnTo>
                <a:close/>
                <a:lnTo>
                  <a:pt x="2185854" y="3867775"/>
                </a:lnTo>
                <a:close/>
                <a:lnTo>
                  <a:pt x="2181482" y="3867775"/>
                </a:lnTo>
                <a:close/>
                <a:lnTo>
                  <a:pt x="2177110" y="3867775"/>
                </a:lnTo>
                <a:close/>
                <a:lnTo>
                  <a:pt x="2172739" y="3867775"/>
                </a:lnTo>
                <a:close/>
                <a:lnTo>
                  <a:pt x="2168367" y="3867775"/>
                </a:lnTo>
                <a:close/>
                <a:lnTo>
                  <a:pt x="2163995" y="3867775"/>
                </a:lnTo>
                <a:close/>
                <a:lnTo>
                  <a:pt x="2159624" y="3867775"/>
                </a:lnTo>
                <a:close/>
                <a:lnTo>
                  <a:pt x="2155252" y="3867775"/>
                </a:lnTo>
                <a:close/>
                <a:lnTo>
                  <a:pt x="2150880" y="3867775"/>
                </a:lnTo>
                <a:close/>
                <a:lnTo>
                  <a:pt x="2146509" y="3867775"/>
                </a:lnTo>
                <a:close/>
                <a:lnTo>
                  <a:pt x="2142137" y="3867775"/>
                </a:lnTo>
                <a:close/>
                <a:lnTo>
                  <a:pt x="2137765" y="3867775"/>
                </a:lnTo>
                <a:close/>
                <a:lnTo>
                  <a:pt x="2133393" y="3867775"/>
                </a:lnTo>
                <a:close/>
                <a:lnTo>
                  <a:pt x="2129022" y="3867775"/>
                </a:lnTo>
                <a:close/>
                <a:lnTo>
                  <a:pt x="2124650" y="3867775"/>
                </a:lnTo>
                <a:close/>
                <a:lnTo>
                  <a:pt x="2120278" y="3867775"/>
                </a:lnTo>
                <a:close/>
                <a:lnTo>
                  <a:pt x="2115907" y="3867775"/>
                </a:lnTo>
                <a:close/>
                <a:lnTo>
                  <a:pt x="2111535" y="3867775"/>
                </a:lnTo>
                <a:close/>
                <a:lnTo>
                  <a:pt x="2107163" y="3867775"/>
                </a:lnTo>
                <a:close/>
                <a:lnTo>
                  <a:pt x="2102791" y="3867775"/>
                </a:lnTo>
                <a:close/>
                <a:lnTo>
                  <a:pt x="2098420" y="3867775"/>
                </a:lnTo>
                <a:close/>
                <a:lnTo>
                  <a:pt x="2094048" y="3867775"/>
                </a:lnTo>
                <a:close/>
                <a:lnTo>
                  <a:pt x="2089676" y="3867775"/>
                </a:lnTo>
                <a:close/>
                <a:lnTo>
                  <a:pt x="2085305" y="3867775"/>
                </a:lnTo>
                <a:close/>
                <a:lnTo>
                  <a:pt x="2080933" y="3867775"/>
                </a:lnTo>
                <a:close/>
                <a:lnTo>
                  <a:pt x="2076561" y="3867775"/>
                </a:lnTo>
                <a:close/>
                <a:lnTo>
                  <a:pt x="2072189" y="3867775"/>
                </a:lnTo>
                <a:close/>
                <a:lnTo>
                  <a:pt x="2067818" y="3867775"/>
                </a:lnTo>
                <a:close/>
                <a:lnTo>
                  <a:pt x="2063446" y="3867775"/>
                </a:lnTo>
                <a:close/>
                <a:lnTo>
                  <a:pt x="2059074" y="3867775"/>
                </a:lnTo>
                <a:close/>
                <a:lnTo>
                  <a:pt x="2054703" y="3867775"/>
                </a:lnTo>
                <a:close/>
                <a:lnTo>
                  <a:pt x="2050331" y="3867775"/>
                </a:lnTo>
                <a:close/>
                <a:lnTo>
                  <a:pt x="2045959" y="3867775"/>
                </a:lnTo>
                <a:close/>
                <a:lnTo>
                  <a:pt x="2041588" y="3867775"/>
                </a:lnTo>
                <a:close/>
                <a:lnTo>
                  <a:pt x="2037216" y="3867775"/>
                </a:lnTo>
                <a:close/>
                <a:lnTo>
                  <a:pt x="2032844" y="3867775"/>
                </a:lnTo>
                <a:close/>
                <a:lnTo>
                  <a:pt x="2028472" y="3867775"/>
                </a:lnTo>
                <a:close/>
                <a:lnTo>
                  <a:pt x="2024101" y="3867775"/>
                </a:lnTo>
                <a:close/>
                <a:lnTo>
                  <a:pt x="2019729" y="3867775"/>
                </a:lnTo>
                <a:close/>
                <a:lnTo>
                  <a:pt x="2015357" y="3867775"/>
                </a:lnTo>
                <a:close/>
                <a:lnTo>
                  <a:pt x="2010986" y="3867775"/>
                </a:lnTo>
                <a:close/>
                <a:lnTo>
                  <a:pt x="2006614" y="3867775"/>
                </a:lnTo>
                <a:close/>
                <a:lnTo>
                  <a:pt x="2002242" y="3867775"/>
                </a:lnTo>
                <a:close/>
                <a:lnTo>
                  <a:pt x="1997870" y="3867775"/>
                </a:lnTo>
                <a:close/>
                <a:lnTo>
                  <a:pt x="1993499" y="3867775"/>
                </a:lnTo>
                <a:close/>
                <a:lnTo>
                  <a:pt x="1989127" y="3867775"/>
                </a:lnTo>
                <a:close/>
                <a:lnTo>
                  <a:pt x="1984755" y="3867775"/>
                </a:lnTo>
                <a:close/>
                <a:lnTo>
                  <a:pt x="1980384" y="3867775"/>
                </a:lnTo>
                <a:close/>
                <a:lnTo>
                  <a:pt x="1976012" y="3867775"/>
                </a:lnTo>
                <a:close/>
                <a:lnTo>
                  <a:pt x="1971640" y="3867775"/>
                </a:lnTo>
                <a:close/>
                <a:lnTo>
                  <a:pt x="1967269" y="3867775"/>
                </a:lnTo>
                <a:close/>
                <a:lnTo>
                  <a:pt x="1962897" y="3867775"/>
                </a:lnTo>
                <a:close/>
                <a:lnTo>
                  <a:pt x="1958525" y="3867775"/>
                </a:lnTo>
                <a:close/>
                <a:lnTo>
                  <a:pt x="1954153" y="3867775"/>
                </a:lnTo>
                <a:close/>
                <a:lnTo>
                  <a:pt x="1949782" y="3867775"/>
                </a:lnTo>
                <a:close/>
                <a:lnTo>
                  <a:pt x="1945410" y="3867775"/>
                </a:lnTo>
                <a:close/>
                <a:lnTo>
                  <a:pt x="1941038" y="3867775"/>
                </a:lnTo>
                <a:close/>
                <a:lnTo>
                  <a:pt x="1936667" y="3867775"/>
                </a:lnTo>
                <a:close/>
                <a:lnTo>
                  <a:pt x="1932295" y="3867775"/>
                </a:lnTo>
                <a:close/>
                <a:lnTo>
                  <a:pt x="1927923" y="3867775"/>
                </a:lnTo>
                <a:close/>
                <a:lnTo>
                  <a:pt x="1923551" y="3867775"/>
                </a:lnTo>
                <a:close/>
                <a:lnTo>
                  <a:pt x="1919180" y="3867775"/>
                </a:lnTo>
                <a:close/>
                <a:lnTo>
                  <a:pt x="1914808" y="3867775"/>
                </a:lnTo>
                <a:close/>
                <a:lnTo>
                  <a:pt x="1910436" y="3867775"/>
                </a:lnTo>
                <a:close/>
                <a:lnTo>
                  <a:pt x="1906065" y="3867775"/>
                </a:lnTo>
                <a:close/>
                <a:lnTo>
                  <a:pt x="1901693" y="3867775"/>
                </a:lnTo>
                <a:close/>
                <a:lnTo>
                  <a:pt x="1897321" y="3867775"/>
                </a:lnTo>
                <a:close/>
                <a:lnTo>
                  <a:pt x="1892949" y="3867775"/>
                </a:lnTo>
                <a:close/>
                <a:lnTo>
                  <a:pt x="1888578" y="3867775"/>
                </a:lnTo>
                <a:close/>
                <a:lnTo>
                  <a:pt x="1884206" y="3867775"/>
                </a:lnTo>
                <a:close/>
                <a:lnTo>
                  <a:pt x="1879834" y="3867775"/>
                </a:lnTo>
                <a:close/>
                <a:lnTo>
                  <a:pt x="1875463" y="3867775"/>
                </a:lnTo>
                <a:close/>
                <a:lnTo>
                  <a:pt x="1871091" y="3867775"/>
                </a:lnTo>
                <a:close/>
                <a:lnTo>
                  <a:pt x="1866719" y="3867775"/>
                </a:lnTo>
                <a:close/>
                <a:lnTo>
                  <a:pt x="1862348" y="3867775"/>
                </a:lnTo>
                <a:close/>
                <a:lnTo>
                  <a:pt x="1857976" y="3867775"/>
                </a:lnTo>
                <a:close/>
                <a:lnTo>
                  <a:pt x="1853604" y="3867775"/>
                </a:lnTo>
                <a:close/>
                <a:lnTo>
                  <a:pt x="1849232" y="3867775"/>
                </a:lnTo>
                <a:close/>
                <a:lnTo>
                  <a:pt x="1844861" y="3867775"/>
                </a:lnTo>
                <a:close/>
                <a:lnTo>
                  <a:pt x="1840489" y="3867775"/>
                </a:lnTo>
                <a:close/>
                <a:lnTo>
                  <a:pt x="1836117" y="3867775"/>
                </a:lnTo>
                <a:close/>
                <a:lnTo>
                  <a:pt x="1831746" y="3867775"/>
                </a:lnTo>
                <a:close/>
                <a:lnTo>
                  <a:pt x="1827374" y="3867775"/>
                </a:lnTo>
                <a:close/>
                <a:lnTo>
                  <a:pt x="1823002" y="3867775"/>
                </a:lnTo>
                <a:close/>
                <a:lnTo>
                  <a:pt x="1818630" y="3867775"/>
                </a:lnTo>
                <a:close/>
                <a:lnTo>
                  <a:pt x="1814259" y="3867775"/>
                </a:lnTo>
                <a:close/>
                <a:lnTo>
                  <a:pt x="1809887" y="3867775"/>
                </a:lnTo>
                <a:close/>
                <a:lnTo>
                  <a:pt x="1805515" y="3867775"/>
                </a:lnTo>
                <a:close/>
                <a:lnTo>
                  <a:pt x="1801144" y="3867775"/>
                </a:lnTo>
                <a:close/>
                <a:lnTo>
                  <a:pt x="1796772" y="3867775"/>
                </a:lnTo>
                <a:close/>
                <a:lnTo>
                  <a:pt x="1792400" y="3867775"/>
                </a:lnTo>
                <a:close/>
                <a:lnTo>
                  <a:pt x="1788029" y="3867775"/>
                </a:lnTo>
                <a:close/>
                <a:lnTo>
                  <a:pt x="1783657" y="3867775"/>
                </a:lnTo>
                <a:close/>
                <a:lnTo>
                  <a:pt x="1779285" y="3867775"/>
                </a:lnTo>
                <a:close/>
                <a:lnTo>
                  <a:pt x="1774913" y="3867775"/>
                </a:lnTo>
                <a:close/>
                <a:lnTo>
                  <a:pt x="1770542" y="3867775"/>
                </a:lnTo>
                <a:close/>
                <a:lnTo>
                  <a:pt x="1766170" y="3867775"/>
                </a:lnTo>
                <a:close/>
                <a:lnTo>
                  <a:pt x="1761798" y="3867775"/>
                </a:lnTo>
                <a:close/>
                <a:lnTo>
                  <a:pt x="1757427" y="3867775"/>
                </a:lnTo>
                <a:close/>
                <a:lnTo>
                  <a:pt x="1753055" y="3867775"/>
                </a:lnTo>
                <a:close/>
                <a:lnTo>
                  <a:pt x="1748683" y="3867775"/>
                </a:lnTo>
                <a:close/>
                <a:lnTo>
                  <a:pt x="1744311" y="3867775"/>
                </a:lnTo>
                <a:close/>
                <a:lnTo>
                  <a:pt x="1739940" y="3867775"/>
                </a:lnTo>
                <a:close/>
                <a:lnTo>
                  <a:pt x="1735568" y="3867775"/>
                </a:lnTo>
                <a:close/>
                <a:lnTo>
                  <a:pt x="1731196" y="3867775"/>
                </a:lnTo>
                <a:close/>
                <a:lnTo>
                  <a:pt x="1726825" y="3867775"/>
                </a:lnTo>
                <a:close/>
                <a:lnTo>
                  <a:pt x="1722453" y="3867775"/>
                </a:lnTo>
                <a:close/>
                <a:lnTo>
                  <a:pt x="1718081" y="3867775"/>
                </a:lnTo>
                <a:close/>
                <a:lnTo>
                  <a:pt x="1713709" y="3867775"/>
                </a:lnTo>
                <a:close/>
                <a:lnTo>
                  <a:pt x="1709338" y="3867775"/>
                </a:lnTo>
                <a:close/>
                <a:lnTo>
                  <a:pt x="1704966" y="3867775"/>
                </a:lnTo>
                <a:close/>
                <a:lnTo>
                  <a:pt x="1700594" y="3867775"/>
                </a:lnTo>
                <a:close/>
                <a:lnTo>
                  <a:pt x="1696223" y="3867775"/>
                </a:lnTo>
                <a:close/>
                <a:lnTo>
                  <a:pt x="1691851" y="3867775"/>
                </a:lnTo>
                <a:close/>
                <a:lnTo>
                  <a:pt x="1687479" y="3867775"/>
                </a:lnTo>
                <a:close/>
                <a:lnTo>
                  <a:pt x="1683108" y="3867775"/>
                </a:lnTo>
                <a:close/>
                <a:lnTo>
                  <a:pt x="1678736" y="3867775"/>
                </a:lnTo>
                <a:close/>
                <a:lnTo>
                  <a:pt x="1674364" y="3867775"/>
                </a:lnTo>
                <a:close/>
                <a:lnTo>
                  <a:pt x="1669992" y="3867775"/>
                </a:lnTo>
                <a:close/>
                <a:lnTo>
                  <a:pt x="1665621" y="3867775"/>
                </a:lnTo>
                <a:close/>
                <a:lnTo>
                  <a:pt x="1661249" y="3867775"/>
                </a:lnTo>
                <a:close/>
                <a:lnTo>
                  <a:pt x="1656877" y="3867775"/>
                </a:lnTo>
                <a:close/>
                <a:lnTo>
                  <a:pt x="1652506" y="3867775"/>
                </a:lnTo>
                <a:close/>
                <a:lnTo>
                  <a:pt x="1648134" y="3867775"/>
                </a:lnTo>
                <a:close/>
                <a:lnTo>
                  <a:pt x="1643762" y="3867775"/>
                </a:lnTo>
                <a:close/>
                <a:lnTo>
                  <a:pt x="1639390" y="3867775"/>
                </a:lnTo>
                <a:close/>
                <a:lnTo>
                  <a:pt x="1635019" y="3867775"/>
                </a:lnTo>
                <a:close/>
                <a:lnTo>
                  <a:pt x="1630647" y="3867775"/>
                </a:lnTo>
                <a:close/>
                <a:lnTo>
                  <a:pt x="1626275" y="3867775"/>
                </a:lnTo>
                <a:close/>
                <a:lnTo>
                  <a:pt x="1621904" y="3867775"/>
                </a:lnTo>
                <a:close/>
                <a:lnTo>
                  <a:pt x="1617532" y="3867775"/>
                </a:lnTo>
                <a:close/>
                <a:lnTo>
                  <a:pt x="1613160" y="3867775"/>
                </a:lnTo>
                <a:close/>
                <a:lnTo>
                  <a:pt x="1608789" y="3867775"/>
                </a:lnTo>
                <a:close/>
                <a:lnTo>
                  <a:pt x="1604417" y="3867775"/>
                </a:lnTo>
                <a:close/>
                <a:lnTo>
                  <a:pt x="1600045" y="3867775"/>
                </a:lnTo>
                <a:close/>
                <a:lnTo>
                  <a:pt x="1595673" y="3867775"/>
                </a:lnTo>
                <a:close/>
                <a:lnTo>
                  <a:pt x="1591302" y="3867775"/>
                </a:lnTo>
                <a:close/>
                <a:lnTo>
                  <a:pt x="1586930" y="3867775"/>
                </a:lnTo>
                <a:close/>
                <a:lnTo>
                  <a:pt x="1582558" y="3867775"/>
                </a:lnTo>
                <a:close/>
                <a:lnTo>
                  <a:pt x="1578187" y="3867775"/>
                </a:lnTo>
                <a:close/>
                <a:lnTo>
                  <a:pt x="1573815" y="3867775"/>
                </a:lnTo>
                <a:close/>
                <a:lnTo>
                  <a:pt x="1569443" y="3867775"/>
                </a:lnTo>
                <a:close/>
                <a:lnTo>
                  <a:pt x="1565071" y="3867775"/>
                </a:lnTo>
                <a:close/>
                <a:lnTo>
                  <a:pt x="1560700" y="3867775"/>
                </a:lnTo>
                <a:close/>
                <a:lnTo>
                  <a:pt x="1556328" y="3867775"/>
                </a:lnTo>
                <a:close/>
                <a:lnTo>
                  <a:pt x="1551956" y="3867775"/>
                </a:lnTo>
                <a:close/>
                <a:lnTo>
                  <a:pt x="1547585" y="3867775"/>
                </a:lnTo>
                <a:close/>
                <a:lnTo>
                  <a:pt x="1543213" y="3867775"/>
                </a:lnTo>
                <a:close/>
                <a:lnTo>
                  <a:pt x="1538841" y="3867775"/>
                </a:lnTo>
                <a:close/>
                <a:lnTo>
                  <a:pt x="1534469" y="3867775"/>
                </a:lnTo>
                <a:close/>
                <a:lnTo>
                  <a:pt x="1530098" y="3867775"/>
                </a:lnTo>
                <a:close/>
                <a:lnTo>
                  <a:pt x="1525726" y="3867775"/>
                </a:lnTo>
                <a:close/>
                <a:lnTo>
                  <a:pt x="1521354" y="3867775"/>
                </a:lnTo>
                <a:close/>
                <a:lnTo>
                  <a:pt x="1516983" y="3867775"/>
                </a:lnTo>
                <a:close/>
                <a:lnTo>
                  <a:pt x="1512611" y="3867775"/>
                </a:lnTo>
                <a:close/>
                <a:lnTo>
                  <a:pt x="1508239" y="3867775"/>
                </a:lnTo>
                <a:close/>
                <a:lnTo>
                  <a:pt x="1503868" y="3867775"/>
                </a:lnTo>
                <a:close/>
                <a:lnTo>
                  <a:pt x="1499496" y="3867775"/>
                </a:lnTo>
                <a:close/>
                <a:lnTo>
                  <a:pt x="1495124" y="3867775"/>
                </a:lnTo>
                <a:close/>
                <a:lnTo>
                  <a:pt x="1490752" y="3867775"/>
                </a:lnTo>
                <a:close/>
                <a:lnTo>
                  <a:pt x="1486381" y="3867775"/>
                </a:lnTo>
                <a:close/>
                <a:lnTo>
                  <a:pt x="1482009" y="3867775"/>
                </a:lnTo>
                <a:close/>
                <a:lnTo>
                  <a:pt x="1477637" y="3867775"/>
                </a:lnTo>
                <a:close/>
                <a:lnTo>
                  <a:pt x="1473266" y="3867775"/>
                </a:lnTo>
                <a:close/>
                <a:lnTo>
                  <a:pt x="1468894" y="3867775"/>
                </a:lnTo>
                <a:close/>
                <a:lnTo>
                  <a:pt x="1464522" y="3867775"/>
                </a:lnTo>
                <a:close/>
                <a:lnTo>
                  <a:pt x="1460150" y="3867775"/>
                </a:lnTo>
                <a:close/>
                <a:lnTo>
                  <a:pt x="1455779" y="3867775"/>
                </a:lnTo>
                <a:close/>
                <a:lnTo>
                  <a:pt x="1451407" y="3867775"/>
                </a:lnTo>
                <a:close/>
                <a:lnTo>
                  <a:pt x="1447035" y="3867775"/>
                </a:lnTo>
                <a:close/>
                <a:lnTo>
                  <a:pt x="1442664" y="3867775"/>
                </a:lnTo>
                <a:close/>
                <a:lnTo>
                  <a:pt x="1438292" y="3867775"/>
                </a:lnTo>
                <a:close/>
                <a:lnTo>
                  <a:pt x="1433920" y="3867775"/>
                </a:lnTo>
                <a:close/>
                <a:lnTo>
                  <a:pt x="1429549" y="3867775"/>
                </a:lnTo>
                <a:close/>
                <a:lnTo>
                  <a:pt x="1425177" y="3867775"/>
                </a:lnTo>
                <a:close/>
                <a:lnTo>
                  <a:pt x="1420805" y="3867775"/>
                </a:lnTo>
                <a:close/>
                <a:lnTo>
                  <a:pt x="1416433" y="3867775"/>
                </a:lnTo>
                <a:close/>
                <a:lnTo>
                  <a:pt x="1412062" y="3867775"/>
                </a:lnTo>
                <a:close/>
                <a:lnTo>
                  <a:pt x="1407690" y="3867775"/>
                </a:lnTo>
                <a:close/>
                <a:lnTo>
                  <a:pt x="1403318" y="3867775"/>
                </a:lnTo>
                <a:close/>
                <a:lnTo>
                  <a:pt x="1398947" y="3867775"/>
                </a:lnTo>
                <a:close/>
                <a:lnTo>
                  <a:pt x="1394575" y="3867775"/>
                </a:lnTo>
                <a:close/>
                <a:lnTo>
                  <a:pt x="1390203" y="3867775"/>
                </a:lnTo>
                <a:close/>
                <a:lnTo>
                  <a:pt x="1385831" y="3867775"/>
                </a:lnTo>
                <a:close/>
                <a:lnTo>
                  <a:pt x="1381460" y="3867775"/>
                </a:lnTo>
                <a:close/>
                <a:lnTo>
                  <a:pt x="1377088" y="3867775"/>
                </a:lnTo>
                <a:close/>
                <a:lnTo>
                  <a:pt x="1372716" y="3867775"/>
                </a:lnTo>
                <a:close/>
                <a:lnTo>
                  <a:pt x="1368345" y="3867775"/>
                </a:lnTo>
                <a:close/>
                <a:lnTo>
                  <a:pt x="1363973" y="3867775"/>
                </a:lnTo>
                <a:close/>
                <a:lnTo>
                  <a:pt x="1359601" y="3867775"/>
                </a:lnTo>
                <a:close/>
                <a:lnTo>
                  <a:pt x="1355229" y="3867775"/>
                </a:lnTo>
                <a:close/>
                <a:lnTo>
                  <a:pt x="1350858" y="3867775"/>
                </a:lnTo>
                <a:close/>
                <a:lnTo>
                  <a:pt x="1346486" y="3867775"/>
                </a:lnTo>
                <a:close/>
                <a:lnTo>
                  <a:pt x="1342114" y="3867775"/>
                </a:lnTo>
                <a:close/>
                <a:lnTo>
                  <a:pt x="1337743" y="3867775"/>
                </a:lnTo>
                <a:close/>
                <a:lnTo>
                  <a:pt x="1333371" y="3867775"/>
                </a:lnTo>
                <a:close/>
                <a:lnTo>
                  <a:pt x="1328999" y="3867775"/>
                </a:lnTo>
                <a:close/>
                <a:lnTo>
                  <a:pt x="1324628" y="3867775"/>
                </a:lnTo>
                <a:close/>
                <a:lnTo>
                  <a:pt x="1320256" y="3867775"/>
                </a:lnTo>
                <a:close/>
                <a:lnTo>
                  <a:pt x="1315884" y="3867775"/>
                </a:lnTo>
                <a:close/>
                <a:lnTo>
                  <a:pt x="1311512" y="3867775"/>
                </a:lnTo>
                <a:close/>
                <a:lnTo>
                  <a:pt x="1307141" y="3867775"/>
                </a:lnTo>
                <a:close/>
                <a:lnTo>
                  <a:pt x="1302769" y="3867775"/>
                </a:lnTo>
                <a:close/>
                <a:lnTo>
                  <a:pt x="1298397" y="3867775"/>
                </a:lnTo>
                <a:close/>
                <a:lnTo>
                  <a:pt x="1294026" y="3867775"/>
                </a:lnTo>
                <a:close/>
                <a:lnTo>
                  <a:pt x="1289654" y="3867775"/>
                </a:lnTo>
                <a:close/>
                <a:lnTo>
                  <a:pt x="1285282" y="3867775"/>
                </a:lnTo>
                <a:close/>
                <a:lnTo>
                  <a:pt x="1280910" y="3867775"/>
                </a:lnTo>
                <a:close/>
                <a:lnTo>
                  <a:pt x="1276539" y="3867775"/>
                </a:lnTo>
                <a:close/>
                <a:lnTo>
                  <a:pt x="1272167" y="3867775"/>
                </a:lnTo>
                <a:close/>
                <a:lnTo>
                  <a:pt x="1267795" y="3867775"/>
                </a:lnTo>
                <a:close/>
                <a:lnTo>
                  <a:pt x="1263424" y="3867775"/>
                </a:lnTo>
                <a:close/>
                <a:lnTo>
                  <a:pt x="1259052" y="3867775"/>
                </a:lnTo>
                <a:close/>
                <a:lnTo>
                  <a:pt x="1254680" y="3867775"/>
                </a:lnTo>
                <a:close/>
                <a:lnTo>
                  <a:pt x="1250309" y="3867775"/>
                </a:lnTo>
                <a:close/>
                <a:lnTo>
                  <a:pt x="1245937" y="3867775"/>
                </a:lnTo>
                <a:close/>
                <a:lnTo>
                  <a:pt x="1241565" y="3867775"/>
                </a:lnTo>
                <a:close/>
                <a:lnTo>
                  <a:pt x="1237193" y="3867775"/>
                </a:lnTo>
                <a:close/>
                <a:lnTo>
                  <a:pt x="1232822" y="3867775"/>
                </a:lnTo>
                <a:close/>
                <a:lnTo>
                  <a:pt x="1228450" y="3867775"/>
                </a:lnTo>
                <a:close/>
                <a:lnTo>
                  <a:pt x="1224078" y="3867775"/>
                </a:lnTo>
                <a:close/>
                <a:lnTo>
                  <a:pt x="1219707" y="3867775"/>
                </a:lnTo>
                <a:close/>
                <a:lnTo>
                  <a:pt x="1215335" y="3867775"/>
                </a:lnTo>
                <a:close/>
                <a:lnTo>
                  <a:pt x="1210963" y="3867775"/>
                </a:lnTo>
                <a:close/>
                <a:lnTo>
                  <a:pt x="1206591" y="3867775"/>
                </a:lnTo>
                <a:close/>
                <a:lnTo>
                  <a:pt x="1202220" y="3867775"/>
                </a:lnTo>
                <a:close/>
                <a:lnTo>
                  <a:pt x="1197848" y="3867775"/>
                </a:lnTo>
                <a:close/>
                <a:lnTo>
                  <a:pt x="1193476" y="3867775"/>
                </a:lnTo>
                <a:close/>
                <a:lnTo>
                  <a:pt x="1189105" y="3867775"/>
                </a:lnTo>
                <a:close/>
                <a:lnTo>
                  <a:pt x="1184733" y="3867775"/>
                </a:lnTo>
                <a:close/>
                <a:lnTo>
                  <a:pt x="1180361" y="3867775"/>
                </a:lnTo>
                <a:close/>
                <a:lnTo>
                  <a:pt x="1175989" y="3867775"/>
                </a:lnTo>
                <a:close/>
                <a:lnTo>
                  <a:pt x="1171618" y="3867775"/>
                </a:lnTo>
                <a:close/>
                <a:lnTo>
                  <a:pt x="1167246" y="3867775"/>
                </a:lnTo>
                <a:close/>
                <a:lnTo>
                  <a:pt x="1162874" y="3867775"/>
                </a:lnTo>
                <a:close/>
                <a:lnTo>
                  <a:pt x="1158503" y="3867775"/>
                </a:lnTo>
                <a:close/>
                <a:lnTo>
                  <a:pt x="1154131" y="3867775"/>
                </a:lnTo>
                <a:close/>
                <a:lnTo>
                  <a:pt x="1149759" y="3867775"/>
                </a:lnTo>
                <a:close/>
                <a:lnTo>
                  <a:pt x="1145388" y="3867775"/>
                </a:lnTo>
                <a:close/>
                <a:lnTo>
                  <a:pt x="1141016" y="3867775"/>
                </a:lnTo>
                <a:close/>
                <a:lnTo>
                  <a:pt x="1136644" y="3867775"/>
                </a:lnTo>
                <a:close/>
                <a:lnTo>
                  <a:pt x="1132272" y="3867775"/>
                </a:lnTo>
                <a:close/>
                <a:lnTo>
                  <a:pt x="1127901" y="3867775"/>
                </a:lnTo>
                <a:close/>
                <a:lnTo>
                  <a:pt x="1123529" y="3867775"/>
                </a:lnTo>
                <a:close/>
                <a:lnTo>
                  <a:pt x="1119157" y="3867775"/>
                </a:lnTo>
                <a:close/>
                <a:lnTo>
                  <a:pt x="1114786" y="3867775"/>
                </a:lnTo>
                <a:close/>
                <a:lnTo>
                  <a:pt x="1110414" y="3867775"/>
                </a:lnTo>
                <a:close/>
                <a:lnTo>
                  <a:pt x="1106042" y="3867775"/>
                </a:lnTo>
                <a:close/>
                <a:lnTo>
                  <a:pt x="1101670" y="3867775"/>
                </a:lnTo>
                <a:close/>
                <a:lnTo>
                  <a:pt x="1097299" y="3867775"/>
                </a:lnTo>
                <a:close/>
                <a:lnTo>
                  <a:pt x="1092927" y="3867775"/>
                </a:lnTo>
                <a:close/>
                <a:lnTo>
                  <a:pt x="1088555" y="3867775"/>
                </a:lnTo>
                <a:close/>
                <a:lnTo>
                  <a:pt x="1084184" y="3867775"/>
                </a:lnTo>
                <a:close/>
                <a:lnTo>
                  <a:pt x="1079812" y="3867775"/>
                </a:lnTo>
                <a:close/>
                <a:lnTo>
                  <a:pt x="1075440" y="3867775"/>
                </a:lnTo>
                <a:close/>
                <a:lnTo>
                  <a:pt x="1071069" y="3867775"/>
                </a:lnTo>
                <a:close/>
                <a:lnTo>
                  <a:pt x="1066697" y="3867775"/>
                </a:lnTo>
                <a:close/>
                <a:lnTo>
                  <a:pt x="1062325" y="3867775"/>
                </a:lnTo>
                <a:close/>
                <a:lnTo>
                  <a:pt x="1057953" y="3867775"/>
                </a:lnTo>
                <a:close/>
                <a:lnTo>
                  <a:pt x="1053582" y="3867775"/>
                </a:lnTo>
                <a:close/>
                <a:lnTo>
                  <a:pt x="1049210" y="3867775"/>
                </a:lnTo>
                <a:close/>
                <a:lnTo>
                  <a:pt x="1044838" y="3867775"/>
                </a:lnTo>
                <a:close/>
                <a:lnTo>
                  <a:pt x="1040467" y="3867775"/>
                </a:lnTo>
                <a:close/>
                <a:lnTo>
                  <a:pt x="1036095" y="3867775"/>
                </a:lnTo>
                <a:close/>
                <a:lnTo>
                  <a:pt x="1031723" y="3867775"/>
                </a:lnTo>
                <a:close/>
                <a:lnTo>
                  <a:pt x="1027351" y="3867775"/>
                </a:lnTo>
                <a:close/>
                <a:lnTo>
                  <a:pt x="1022980" y="3867775"/>
                </a:lnTo>
                <a:close/>
                <a:lnTo>
                  <a:pt x="1018608" y="3867775"/>
                </a:lnTo>
                <a:close/>
                <a:lnTo>
                  <a:pt x="1014236" y="3867775"/>
                </a:lnTo>
                <a:close/>
                <a:lnTo>
                  <a:pt x="1009865" y="3867775"/>
                </a:lnTo>
                <a:close/>
                <a:lnTo>
                  <a:pt x="1005493" y="3867775"/>
                </a:lnTo>
                <a:close/>
                <a:lnTo>
                  <a:pt x="1001121" y="3867775"/>
                </a:lnTo>
                <a:close/>
                <a:lnTo>
                  <a:pt x="996749" y="3867775"/>
                </a:lnTo>
                <a:close/>
                <a:lnTo>
                  <a:pt x="992378" y="3867775"/>
                </a:lnTo>
                <a:close/>
                <a:lnTo>
                  <a:pt x="988006" y="3867775"/>
                </a:lnTo>
                <a:close/>
                <a:lnTo>
                  <a:pt x="983634" y="3867775"/>
                </a:lnTo>
                <a:close/>
                <a:lnTo>
                  <a:pt x="979263" y="3867775"/>
                </a:lnTo>
                <a:close/>
                <a:lnTo>
                  <a:pt x="974891" y="3867775"/>
                </a:lnTo>
                <a:close/>
                <a:lnTo>
                  <a:pt x="970519" y="3867775"/>
                </a:lnTo>
                <a:close/>
                <a:lnTo>
                  <a:pt x="966148" y="3867775"/>
                </a:lnTo>
                <a:close/>
                <a:lnTo>
                  <a:pt x="961776" y="3867775"/>
                </a:lnTo>
                <a:close/>
                <a:lnTo>
                  <a:pt x="957404" y="3867775"/>
                </a:lnTo>
                <a:close/>
                <a:lnTo>
                  <a:pt x="953032" y="3867775"/>
                </a:lnTo>
                <a:close/>
                <a:lnTo>
                  <a:pt x="948661" y="3867775"/>
                </a:lnTo>
                <a:close/>
                <a:lnTo>
                  <a:pt x="944289" y="3867775"/>
                </a:lnTo>
                <a:close/>
                <a:lnTo>
                  <a:pt x="939917" y="3867775"/>
                </a:lnTo>
                <a:close/>
                <a:lnTo>
                  <a:pt x="935546" y="3867775"/>
                </a:lnTo>
                <a:close/>
                <a:lnTo>
                  <a:pt x="931174" y="3867775"/>
                </a:lnTo>
                <a:close/>
                <a:lnTo>
                  <a:pt x="926802" y="3867775"/>
                </a:lnTo>
                <a:close/>
                <a:lnTo>
                  <a:pt x="922430" y="3867775"/>
                </a:lnTo>
                <a:close/>
                <a:lnTo>
                  <a:pt x="918059" y="3867775"/>
                </a:lnTo>
                <a:close/>
                <a:lnTo>
                  <a:pt x="913687" y="3867775"/>
                </a:lnTo>
                <a:close/>
                <a:lnTo>
                  <a:pt x="909315" y="3867775"/>
                </a:lnTo>
                <a:close/>
                <a:lnTo>
                  <a:pt x="904944" y="3867775"/>
                </a:lnTo>
                <a:close/>
                <a:lnTo>
                  <a:pt x="900572" y="3867775"/>
                </a:lnTo>
                <a:close/>
                <a:lnTo>
                  <a:pt x="896200" y="3867775"/>
                </a:lnTo>
                <a:close/>
                <a:lnTo>
                  <a:pt x="891829" y="3867775"/>
                </a:lnTo>
                <a:close/>
                <a:lnTo>
                  <a:pt x="887457" y="3867775"/>
                </a:lnTo>
                <a:close/>
                <a:lnTo>
                  <a:pt x="883085" y="3867775"/>
                </a:lnTo>
                <a:close/>
                <a:lnTo>
                  <a:pt x="878713" y="3867775"/>
                </a:lnTo>
                <a:close/>
                <a:lnTo>
                  <a:pt x="874342" y="3867775"/>
                </a:lnTo>
                <a:close/>
                <a:lnTo>
                  <a:pt x="869970" y="3867775"/>
                </a:lnTo>
                <a:close/>
                <a:lnTo>
                  <a:pt x="865598" y="3867775"/>
                </a:lnTo>
                <a:close/>
                <a:lnTo>
                  <a:pt x="861227" y="3867775"/>
                </a:lnTo>
                <a:close/>
                <a:lnTo>
                  <a:pt x="856855" y="3867775"/>
                </a:lnTo>
                <a:close/>
                <a:lnTo>
                  <a:pt x="852483" y="3867775"/>
                </a:lnTo>
                <a:close/>
                <a:lnTo>
                  <a:pt x="848111" y="3867775"/>
                </a:lnTo>
                <a:close/>
                <a:lnTo>
                  <a:pt x="843740" y="3867775"/>
                </a:lnTo>
                <a:close/>
                <a:lnTo>
                  <a:pt x="839368" y="3867775"/>
                </a:lnTo>
                <a:close/>
                <a:lnTo>
                  <a:pt x="834996" y="3867775"/>
                </a:lnTo>
                <a:close/>
                <a:lnTo>
                  <a:pt x="830625" y="3867775"/>
                </a:lnTo>
                <a:close/>
                <a:lnTo>
                  <a:pt x="826253" y="3867775"/>
                </a:lnTo>
                <a:close/>
                <a:lnTo>
                  <a:pt x="821881" y="3867775"/>
                </a:lnTo>
                <a:close/>
                <a:lnTo>
                  <a:pt x="817509" y="3867775"/>
                </a:lnTo>
                <a:close/>
                <a:lnTo>
                  <a:pt x="813138" y="3867775"/>
                </a:lnTo>
                <a:close/>
                <a:lnTo>
                  <a:pt x="808766" y="3867775"/>
                </a:lnTo>
                <a:close/>
                <a:lnTo>
                  <a:pt x="804394" y="3867775"/>
                </a:lnTo>
                <a:close/>
                <a:lnTo>
                  <a:pt x="800023" y="3867775"/>
                </a:lnTo>
                <a:close/>
                <a:lnTo>
                  <a:pt x="795651" y="3867775"/>
                </a:lnTo>
                <a:close/>
                <a:lnTo>
                  <a:pt x="791279" y="3867775"/>
                </a:lnTo>
                <a:close/>
                <a:lnTo>
                  <a:pt x="786908" y="3867775"/>
                </a:lnTo>
                <a:close/>
                <a:lnTo>
                  <a:pt x="782536" y="3867775"/>
                </a:lnTo>
                <a:close/>
                <a:lnTo>
                  <a:pt x="778164" y="3867775"/>
                </a:lnTo>
                <a:close/>
                <a:lnTo>
                  <a:pt x="773792" y="3867775"/>
                </a:lnTo>
                <a:close/>
                <a:lnTo>
                  <a:pt x="769421" y="3867775"/>
                </a:lnTo>
                <a:close/>
                <a:lnTo>
                  <a:pt x="765049" y="3867775"/>
                </a:lnTo>
                <a:close/>
                <a:lnTo>
                  <a:pt x="760677" y="3867775"/>
                </a:lnTo>
                <a:close/>
                <a:lnTo>
                  <a:pt x="756306" y="3867775"/>
                </a:lnTo>
                <a:close/>
                <a:lnTo>
                  <a:pt x="751934" y="3867775"/>
                </a:lnTo>
                <a:close/>
                <a:lnTo>
                  <a:pt x="747562" y="3867775"/>
                </a:lnTo>
                <a:close/>
                <a:lnTo>
                  <a:pt x="743190" y="3867775"/>
                </a:lnTo>
                <a:close/>
                <a:lnTo>
                  <a:pt x="738819" y="3867775"/>
                </a:lnTo>
                <a:close/>
                <a:lnTo>
                  <a:pt x="734447" y="3867775"/>
                </a:lnTo>
                <a:close/>
                <a:lnTo>
                  <a:pt x="730075" y="3867775"/>
                </a:lnTo>
                <a:close/>
                <a:lnTo>
                  <a:pt x="725704" y="3867775"/>
                </a:lnTo>
                <a:close/>
                <a:lnTo>
                  <a:pt x="721332" y="3867775"/>
                </a:lnTo>
                <a:close/>
                <a:lnTo>
                  <a:pt x="716960" y="3867775"/>
                </a:lnTo>
                <a:close/>
                <a:lnTo>
                  <a:pt x="712589" y="3867775"/>
                </a:lnTo>
                <a:close/>
                <a:lnTo>
                  <a:pt x="708217" y="3867775"/>
                </a:lnTo>
                <a:close/>
                <a:lnTo>
                  <a:pt x="703845" y="3867775"/>
                </a:lnTo>
                <a:close/>
                <a:lnTo>
                  <a:pt x="699473" y="3867775"/>
                </a:lnTo>
                <a:close/>
                <a:lnTo>
                  <a:pt x="695102" y="3867775"/>
                </a:lnTo>
                <a:close/>
                <a:lnTo>
                  <a:pt x="690730" y="3867775"/>
                </a:lnTo>
                <a:close/>
                <a:lnTo>
                  <a:pt x="686358" y="3867775"/>
                </a:lnTo>
                <a:close/>
                <a:lnTo>
                  <a:pt x="681987" y="3867775"/>
                </a:lnTo>
                <a:close/>
                <a:lnTo>
                  <a:pt x="677615" y="3867775"/>
                </a:lnTo>
                <a:close/>
                <a:lnTo>
                  <a:pt x="673243" y="3867775"/>
                </a:lnTo>
                <a:close/>
                <a:lnTo>
                  <a:pt x="668871" y="3867775"/>
                </a:lnTo>
                <a:close/>
                <a:lnTo>
                  <a:pt x="664500" y="3867775"/>
                </a:lnTo>
                <a:close/>
                <a:lnTo>
                  <a:pt x="660128" y="3867775"/>
                </a:lnTo>
                <a:close/>
                <a:lnTo>
                  <a:pt x="655756" y="3867775"/>
                </a:lnTo>
                <a:close/>
                <a:lnTo>
                  <a:pt x="651385" y="3867775"/>
                </a:lnTo>
                <a:close/>
                <a:lnTo>
                  <a:pt x="647013" y="3867775"/>
                </a:lnTo>
                <a:close/>
                <a:lnTo>
                  <a:pt x="642641" y="3867775"/>
                </a:lnTo>
                <a:close/>
                <a:lnTo>
                  <a:pt x="638269" y="3867775"/>
                </a:lnTo>
                <a:close/>
                <a:lnTo>
                  <a:pt x="633898" y="3867775"/>
                </a:lnTo>
                <a:close/>
                <a:lnTo>
                  <a:pt x="629526" y="3867775"/>
                </a:lnTo>
                <a:close/>
                <a:lnTo>
                  <a:pt x="625154" y="3867775"/>
                </a:lnTo>
                <a:close/>
                <a:lnTo>
                  <a:pt x="620783" y="3867775"/>
                </a:lnTo>
                <a:close/>
                <a:lnTo>
                  <a:pt x="616411" y="3867775"/>
                </a:lnTo>
                <a:close/>
                <a:lnTo>
                  <a:pt x="612039" y="3867775"/>
                </a:lnTo>
                <a:close/>
                <a:lnTo>
                  <a:pt x="607668" y="3867775"/>
                </a:lnTo>
                <a:close/>
                <a:lnTo>
                  <a:pt x="603296" y="3867775"/>
                </a:lnTo>
                <a:close/>
                <a:lnTo>
                  <a:pt x="598924" y="3867775"/>
                </a:lnTo>
                <a:close/>
                <a:lnTo>
                  <a:pt x="594552" y="3867775"/>
                </a:lnTo>
                <a:close/>
                <a:lnTo>
                  <a:pt x="590181" y="3867775"/>
                </a:lnTo>
                <a:close/>
                <a:lnTo>
                  <a:pt x="585809" y="3867775"/>
                </a:lnTo>
                <a:close/>
                <a:lnTo>
                  <a:pt x="581437" y="3867775"/>
                </a:lnTo>
                <a:close/>
                <a:lnTo>
                  <a:pt x="577066" y="3867775"/>
                </a:lnTo>
                <a:close/>
                <a:lnTo>
                  <a:pt x="572694" y="3867775"/>
                </a:lnTo>
                <a:close/>
                <a:lnTo>
                  <a:pt x="568322" y="3867775"/>
                </a:lnTo>
                <a:close/>
                <a:lnTo>
                  <a:pt x="563950" y="3867775"/>
                </a:lnTo>
                <a:close/>
                <a:lnTo>
                  <a:pt x="559579" y="3867775"/>
                </a:lnTo>
                <a:close/>
                <a:lnTo>
                  <a:pt x="555207" y="3867775"/>
                </a:lnTo>
                <a:close/>
                <a:lnTo>
                  <a:pt x="550835" y="3867775"/>
                </a:lnTo>
                <a:close/>
                <a:lnTo>
                  <a:pt x="546464" y="3867775"/>
                </a:lnTo>
                <a:close/>
                <a:lnTo>
                  <a:pt x="542092" y="3867775"/>
                </a:lnTo>
                <a:close/>
                <a:lnTo>
                  <a:pt x="537720" y="3867775"/>
                </a:lnTo>
                <a:close/>
                <a:lnTo>
                  <a:pt x="533349" y="3867775"/>
                </a:lnTo>
                <a:close/>
                <a:lnTo>
                  <a:pt x="528977" y="3867775"/>
                </a:lnTo>
                <a:close/>
                <a:lnTo>
                  <a:pt x="524605" y="3867775"/>
                </a:lnTo>
                <a:close/>
                <a:lnTo>
                  <a:pt x="520233" y="3867775"/>
                </a:lnTo>
                <a:close/>
                <a:lnTo>
                  <a:pt x="515862" y="3867775"/>
                </a:lnTo>
                <a:close/>
                <a:lnTo>
                  <a:pt x="511490" y="3867775"/>
                </a:lnTo>
                <a:close/>
                <a:lnTo>
                  <a:pt x="507118" y="3867775"/>
                </a:lnTo>
                <a:close/>
                <a:lnTo>
                  <a:pt x="502747" y="3867775"/>
                </a:lnTo>
                <a:close/>
                <a:lnTo>
                  <a:pt x="498375" y="3867775"/>
                </a:lnTo>
                <a:close/>
                <a:lnTo>
                  <a:pt x="494003" y="3867775"/>
                </a:lnTo>
                <a:close/>
                <a:lnTo>
                  <a:pt x="489631" y="3867775"/>
                </a:lnTo>
                <a:close/>
                <a:lnTo>
                  <a:pt x="485260" y="3867775"/>
                </a:lnTo>
                <a:close/>
                <a:lnTo>
                  <a:pt x="480888" y="3867775"/>
                </a:lnTo>
                <a:close/>
                <a:lnTo>
                  <a:pt x="476516" y="3867775"/>
                </a:lnTo>
                <a:close/>
                <a:lnTo>
                  <a:pt x="472145" y="3867775"/>
                </a:lnTo>
                <a:close/>
                <a:lnTo>
                  <a:pt x="467773" y="3867775"/>
                </a:lnTo>
                <a:close/>
                <a:lnTo>
                  <a:pt x="463401" y="3867775"/>
                </a:lnTo>
                <a:close/>
                <a:lnTo>
                  <a:pt x="459029" y="3867775"/>
                </a:lnTo>
                <a:close/>
                <a:lnTo>
                  <a:pt x="454658" y="3867775"/>
                </a:lnTo>
                <a:close/>
                <a:lnTo>
                  <a:pt x="450286" y="3867775"/>
                </a:lnTo>
                <a:close/>
                <a:lnTo>
                  <a:pt x="445914" y="3867775"/>
                </a:lnTo>
                <a:close/>
                <a:lnTo>
                  <a:pt x="441543" y="3867775"/>
                </a:lnTo>
                <a:close/>
                <a:lnTo>
                  <a:pt x="437171" y="3867775"/>
                </a:lnTo>
                <a:close/>
                <a:lnTo>
                  <a:pt x="432799" y="3867775"/>
                </a:lnTo>
                <a:close/>
                <a:lnTo>
                  <a:pt x="428428" y="3867775"/>
                </a:lnTo>
                <a:close/>
                <a:lnTo>
                  <a:pt x="424056" y="3867775"/>
                </a:lnTo>
                <a:close/>
                <a:lnTo>
                  <a:pt x="419684" y="3867775"/>
                </a:lnTo>
                <a:close/>
                <a:lnTo>
                  <a:pt x="415312" y="3867775"/>
                </a:lnTo>
                <a:close/>
                <a:lnTo>
                  <a:pt x="410941" y="3867775"/>
                </a:lnTo>
                <a:close/>
                <a:lnTo>
                  <a:pt x="406569" y="3867775"/>
                </a:lnTo>
                <a:close/>
                <a:lnTo>
                  <a:pt x="402197" y="3867775"/>
                </a:lnTo>
                <a:close/>
                <a:lnTo>
                  <a:pt x="397826" y="3867775"/>
                </a:lnTo>
                <a:close/>
                <a:lnTo>
                  <a:pt x="393454" y="3867775"/>
                </a:lnTo>
                <a:close/>
                <a:lnTo>
                  <a:pt x="389082" y="3867775"/>
                </a:lnTo>
                <a:close/>
                <a:lnTo>
                  <a:pt x="384710" y="3867775"/>
                </a:lnTo>
                <a:close/>
                <a:lnTo>
                  <a:pt x="380339" y="3867775"/>
                </a:lnTo>
                <a:close/>
                <a:lnTo>
                  <a:pt x="375967" y="3867775"/>
                </a:lnTo>
                <a:close/>
                <a:lnTo>
                  <a:pt x="371595" y="3867775"/>
                </a:lnTo>
                <a:close/>
                <a:lnTo>
                  <a:pt x="367224" y="3867775"/>
                </a:lnTo>
                <a:close/>
                <a:lnTo>
                  <a:pt x="362852" y="3867775"/>
                </a:lnTo>
                <a:close/>
                <a:lnTo>
                  <a:pt x="358480" y="3867775"/>
                </a:lnTo>
                <a:close/>
                <a:lnTo>
                  <a:pt x="354109" y="3867775"/>
                </a:lnTo>
                <a:close/>
                <a:lnTo>
                  <a:pt x="349737" y="3867775"/>
                </a:lnTo>
                <a:close/>
                <a:lnTo>
                  <a:pt x="345365" y="3867775"/>
                </a:lnTo>
                <a:close/>
                <a:lnTo>
                  <a:pt x="340993" y="3867775"/>
                </a:lnTo>
                <a:close/>
                <a:lnTo>
                  <a:pt x="336622" y="3867775"/>
                </a:lnTo>
                <a:close/>
                <a:lnTo>
                  <a:pt x="332250" y="3867775"/>
                </a:lnTo>
                <a:close/>
                <a:lnTo>
                  <a:pt x="327878" y="3867775"/>
                </a:lnTo>
                <a:close/>
                <a:lnTo>
                  <a:pt x="323507" y="3867775"/>
                </a:lnTo>
                <a:close/>
                <a:lnTo>
                  <a:pt x="319135" y="3867775"/>
                </a:lnTo>
                <a:close/>
                <a:lnTo>
                  <a:pt x="314763" y="3867775"/>
                </a:lnTo>
                <a:close/>
                <a:lnTo>
                  <a:pt x="310391" y="3867775"/>
                </a:lnTo>
                <a:close/>
                <a:lnTo>
                  <a:pt x="306020" y="3867775"/>
                </a:lnTo>
                <a:close/>
                <a:lnTo>
                  <a:pt x="301648" y="3867775"/>
                </a:lnTo>
                <a:close/>
                <a:lnTo>
                  <a:pt x="297276" y="3867775"/>
                </a:lnTo>
                <a:close/>
                <a:lnTo>
                  <a:pt x="292905" y="3867775"/>
                </a:lnTo>
                <a:close/>
                <a:lnTo>
                  <a:pt x="288533" y="3867775"/>
                </a:lnTo>
                <a:close/>
                <a:lnTo>
                  <a:pt x="284161" y="3867775"/>
                </a:lnTo>
                <a:close/>
                <a:lnTo>
                  <a:pt x="279789" y="3867775"/>
                </a:lnTo>
                <a:close/>
                <a:lnTo>
                  <a:pt x="275418" y="3867775"/>
                </a:lnTo>
                <a:close/>
                <a:lnTo>
                  <a:pt x="271046" y="3867775"/>
                </a:lnTo>
                <a:close/>
                <a:lnTo>
                  <a:pt x="266674" y="3867775"/>
                </a:lnTo>
                <a:close/>
                <a:lnTo>
                  <a:pt x="262303" y="3867775"/>
                </a:lnTo>
                <a:close/>
                <a:lnTo>
                  <a:pt x="257931" y="3867775"/>
                </a:lnTo>
                <a:close/>
                <a:lnTo>
                  <a:pt x="253559" y="3867775"/>
                </a:lnTo>
                <a:close/>
                <a:lnTo>
                  <a:pt x="249188" y="3867775"/>
                </a:lnTo>
                <a:close/>
                <a:lnTo>
                  <a:pt x="244816" y="3867775"/>
                </a:lnTo>
                <a:close/>
                <a:lnTo>
                  <a:pt x="240444" y="3867775"/>
                </a:lnTo>
                <a:close/>
                <a:lnTo>
                  <a:pt x="236072" y="3867775"/>
                </a:lnTo>
                <a:close/>
                <a:lnTo>
                  <a:pt x="231701" y="3867775"/>
                </a:lnTo>
                <a:close/>
                <a:lnTo>
                  <a:pt x="227329" y="3867775"/>
                </a:lnTo>
                <a:close/>
                <a:lnTo>
                  <a:pt x="222957" y="3867775"/>
                </a:lnTo>
                <a:close/>
                <a:lnTo>
                  <a:pt x="218586" y="3867775"/>
                </a:lnTo>
                <a:close/>
                <a:lnTo>
                  <a:pt x="214214" y="3867775"/>
                </a:lnTo>
                <a:close/>
                <a:lnTo>
                  <a:pt x="209842" y="3867775"/>
                </a:lnTo>
                <a:close/>
                <a:lnTo>
                  <a:pt x="205470" y="3867775"/>
                </a:lnTo>
                <a:close/>
                <a:lnTo>
                  <a:pt x="201099" y="3867775"/>
                </a:lnTo>
                <a:close/>
                <a:lnTo>
                  <a:pt x="196727" y="3867775"/>
                </a:lnTo>
                <a:close/>
                <a:lnTo>
                  <a:pt x="192355" y="3867775"/>
                </a:lnTo>
                <a:close/>
                <a:lnTo>
                  <a:pt x="187984" y="3867775"/>
                </a:lnTo>
                <a:close/>
                <a:lnTo>
                  <a:pt x="183612" y="3867775"/>
                </a:lnTo>
                <a:close/>
                <a:lnTo>
                  <a:pt x="179240" y="3867775"/>
                </a:lnTo>
                <a:close/>
                <a:lnTo>
                  <a:pt x="174869" y="3867775"/>
                </a:lnTo>
                <a:close/>
                <a:lnTo>
                  <a:pt x="170497" y="3867775"/>
                </a:lnTo>
                <a:close/>
                <a:lnTo>
                  <a:pt x="166125" y="3867775"/>
                </a:lnTo>
                <a:close/>
                <a:lnTo>
                  <a:pt x="161753" y="3867775"/>
                </a:lnTo>
                <a:close/>
                <a:lnTo>
                  <a:pt x="157382" y="3867775"/>
                </a:lnTo>
                <a:close/>
                <a:lnTo>
                  <a:pt x="153010" y="3867775"/>
                </a:lnTo>
                <a:close/>
                <a:lnTo>
                  <a:pt x="148638" y="3867775"/>
                </a:lnTo>
                <a:close/>
                <a:lnTo>
                  <a:pt x="144267" y="3867775"/>
                </a:lnTo>
                <a:close/>
                <a:lnTo>
                  <a:pt x="139895" y="3867775"/>
                </a:lnTo>
                <a:close/>
                <a:lnTo>
                  <a:pt x="135523" y="3867775"/>
                </a:lnTo>
                <a:close/>
                <a:lnTo>
                  <a:pt x="131151" y="3867775"/>
                </a:lnTo>
                <a:close/>
                <a:lnTo>
                  <a:pt x="126780" y="3867775"/>
                </a:lnTo>
                <a:close/>
                <a:lnTo>
                  <a:pt x="122408" y="3867775"/>
                </a:lnTo>
                <a:close/>
                <a:lnTo>
                  <a:pt x="118036" y="3867775"/>
                </a:lnTo>
                <a:close/>
                <a:lnTo>
                  <a:pt x="113665" y="3867775"/>
                </a:lnTo>
                <a:close/>
                <a:lnTo>
                  <a:pt x="109293" y="3867775"/>
                </a:lnTo>
                <a:close/>
                <a:lnTo>
                  <a:pt x="104921" y="3867775"/>
                </a:lnTo>
                <a:close/>
                <a:lnTo>
                  <a:pt x="100549" y="3867775"/>
                </a:lnTo>
                <a:close/>
                <a:lnTo>
                  <a:pt x="96178" y="3867775"/>
                </a:lnTo>
                <a:close/>
                <a:lnTo>
                  <a:pt x="91806" y="3867775"/>
                </a:lnTo>
                <a:close/>
                <a:lnTo>
                  <a:pt x="87434" y="3867775"/>
                </a:lnTo>
                <a:close/>
                <a:lnTo>
                  <a:pt x="83063" y="3867775"/>
                </a:lnTo>
                <a:close/>
                <a:lnTo>
                  <a:pt x="78691" y="3867775"/>
                </a:lnTo>
                <a:close/>
                <a:lnTo>
                  <a:pt x="74319" y="3867775"/>
                </a:lnTo>
                <a:close/>
                <a:lnTo>
                  <a:pt x="69948" y="3867775"/>
                </a:lnTo>
                <a:close/>
                <a:lnTo>
                  <a:pt x="65576" y="3867775"/>
                </a:lnTo>
                <a:close/>
                <a:lnTo>
                  <a:pt x="61204" y="3867775"/>
                </a:lnTo>
                <a:close/>
                <a:lnTo>
                  <a:pt x="56832" y="3867775"/>
                </a:lnTo>
                <a:close/>
                <a:lnTo>
                  <a:pt x="52461" y="3867775"/>
                </a:lnTo>
                <a:close/>
                <a:lnTo>
                  <a:pt x="48089" y="3867775"/>
                </a:lnTo>
                <a:close/>
                <a:lnTo>
                  <a:pt x="43717" y="3867775"/>
                </a:lnTo>
                <a:close/>
                <a:lnTo>
                  <a:pt x="39346" y="3867775"/>
                </a:lnTo>
                <a:close/>
                <a:lnTo>
                  <a:pt x="34974" y="3867775"/>
                </a:lnTo>
                <a:close/>
                <a:lnTo>
                  <a:pt x="30602" y="3867775"/>
                </a:lnTo>
                <a:close/>
                <a:lnTo>
                  <a:pt x="26230" y="3867775"/>
                </a:lnTo>
                <a:close/>
                <a:lnTo>
                  <a:pt x="21859" y="3867775"/>
                </a:lnTo>
                <a:close/>
                <a:lnTo>
                  <a:pt x="17487" y="3867775"/>
                </a:lnTo>
                <a:close/>
                <a:lnTo>
                  <a:pt x="13115" y="3867775"/>
                </a:lnTo>
                <a:close/>
                <a:lnTo>
                  <a:pt x="8744" y="3867775"/>
                </a:lnTo>
                <a:close/>
                <a:lnTo>
                  <a:pt x="4372" y="3867775"/>
                </a:lnTo>
                <a:close/>
                <a:lnTo>
                  <a:pt x="0" y="3867775"/>
                </a:lnTo>
                <a:close/>
                <a:lnTo>
                  <a:pt x="0" y="3867775"/>
                </a:lnTo>
                <a:close/>
              </a:path>
            </a:pathLst>
          </a:custGeom>
          <a:solidFill>
            <a:srgbClr val="2A7B6B">
              <a:alpha val="18000"/>
            </a:srgbClr>
          </a:solidFill>
          <a:ln w="12700">
            <a:solidFill>
              <a:srgbClr val="2A7B6B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37260" y="451083"/>
            <a:ext cx="0" cy="4254553"/>
          </a:xfrm>
          <a:custGeom>
            <a:avLst/>
            <a:gdLst/>
            <a:ahLst/>
            <a:cxnLst/>
            <a:rect l="l" t="t" r="r" b="b"/>
            <a:pathLst>
              <a:path w="0" h="4254553">
                <a:moveTo>
                  <a:pt x="0" y="425455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37260" y="4705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7260" y="4731169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1.100</a:t>
            </a:r>
          </a:p>
        </p:txBody>
      </p:sp>
      <p:sp>
        <p:nvSpPr>
          <p:cNvPr id="8" name="Freeform 7"/>
          <p:cNvSpPr/>
          <p:nvPr/>
        </p:nvSpPr>
        <p:spPr>
          <a:xfrm>
            <a:off x="1056858" y="451083"/>
            <a:ext cx="0" cy="4254553"/>
          </a:xfrm>
          <a:custGeom>
            <a:avLst/>
            <a:gdLst/>
            <a:ahLst/>
            <a:cxnLst/>
            <a:rect l="l" t="t" r="r" b="b"/>
            <a:pathLst>
              <a:path w="0" h="4254553">
                <a:moveTo>
                  <a:pt x="0" y="425455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056858" y="4705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6858" y="4731169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1.101</a:t>
            </a:r>
          </a:p>
        </p:txBody>
      </p:sp>
      <p:sp>
        <p:nvSpPr>
          <p:cNvPr id="11" name="Freeform 10"/>
          <p:cNvSpPr/>
          <p:nvPr/>
        </p:nvSpPr>
        <p:spPr>
          <a:xfrm>
            <a:off x="1576456" y="451083"/>
            <a:ext cx="0" cy="4254553"/>
          </a:xfrm>
          <a:custGeom>
            <a:avLst/>
            <a:gdLst/>
            <a:ahLst/>
            <a:cxnLst/>
            <a:rect l="l" t="t" r="r" b="b"/>
            <a:pathLst>
              <a:path w="0" h="4254553">
                <a:moveTo>
                  <a:pt x="0" y="425455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76456" y="4705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76456" y="4731169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1.102</a:t>
            </a:r>
          </a:p>
        </p:txBody>
      </p:sp>
      <p:sp>
        <p:nvSpPr>
          <p:cNvPr id="14" name="Freeform 13"/>
          <p:cNvSpPr/>
          <p:nvPr/>
        </p:nvSpPr>
        <p:spPr>
          <a:xfrm>
            <a:off x="2096055" y="451083"/>
            <a:ext cx="0" cy="4254553"/>
          </a:xfrm>
          <a:custGeom>
            <a:avLst/>
            <a:gdLst/>
            <a:ahLst/>
            <a:cxnLst/>
            <a:rect l="l" t="t" r="r" b="b"/>
            <a:pathLst>
              <a:path w="0" h="4254553">
                <a:moveTo>
                  <a:pt x="0" y="425455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6055" y="4705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96055" y="4731169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1.103</a:t>
            </a:r>
          </a:p>
        </p:txBody>
      </p:sp>
      <p:sp>
        <p:nvSpPr>
          <p:cNvPr id="17" name="Freeform 16"/>
          <p:cNvSpPr/>
          <p:nvPr/>
        </p:nvSpPr>
        <p:spPr>
          <a:xfrm>
            <a:off x="2615653" y="451083"/>
            <a:ext cx="0" cy="4254553"/>
          </a:xfrm>
          <a:custGeom>
            <a:avLst/>
            <a:gdLst/>
            <a:ahLst/>
            <a:cxnLst/>
            <a:rect l="l" t="t" r="r" b="b"/>
            <a:pathLst>
              <a:path w="0" h="4254553">
                <a:moveTo>
                  <a:pt x="0" y="425455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15653" y="4705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15653" y="4731169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1.104</a:t>
            </a:r>
          </a:p>
        </p:txBody>
      </p:sp>
      <p:sp>
        <p:nvSpPr>
          <p:cNvPr id="20" name="Freeform 19"/>
          <p:cNvSpPr/>
          <p:nvPr/>
        </p:nvSpPr>
        <p:spPr>
          <a:xfrm>
            <a:off x="3135251" y="451083"/>
            <a:ext cx="0" cy="4254553"/>
          </a:xfrm>
          <a:custGeom>
            <a:avLst/>
            <a:gdLst/>
            <a:ahLst/>
            <a:cxnLst/>
            <a:rect l="l" t="t" r="r" b="b"/>
            <a:pathLst>
              <a:path w="0" h="4254553">
                <a:moveTo>
                  <a:pt x="0" y="425455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135251" y="4705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35251" y="4731169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1.105</a:t>
            </a:r>
          </a:p>
        </p:txBody>
      </p:sp>
      <p:sp>
        <p:nvSpPr>
          <p:cNvPr id="23" name="Freeform 22"/>
          <p:cNvSpPr/>
          <p:nvPr/>
        </p:nvSpPr>
        <p:spPr>
          <a:xfrm>
            <a:off x="3654850" y="451083"/>
            <a:ext cx="0" cy="4254553"/>
          </a:xfrm>
          <a:custGeom>
            <a:avLst/>
            <a:gdLst/>
            <a:ahLst/>
            <a:cxnLst/>
            <a:rect l="l" t="t" r="r" b="b"/>
            <a:pathLst>
              <a:path w="0" h="4254553">
                <a:moveTo>
                  <a:pt x="0" y="425455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654850" y="4705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4850" y="4731169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1.106</a:t>
            </a:r>
          </a:p>
        </p:txBody>
      </p:sp>
      <p:sp>
        <p:nvSpPr>
          <p:cNvPr id="26" name="Freeform 25"/>
          <p:cNvSpPr/>
          <p:nvPr/>
        </p:nvSpPr>
        <p:spPr>
          <a:xfrm>
            <a:off x="4174448" y="451083"/>
            <a:ext cx="0" cy="4254553"/>
          </a:xfrm>
          <a:custGeom>
            <a:avLst/>
            <a:gdLst/>
            <a:ahLst/>
            <a:cxnLst/>
            <a:rect l="l" t="t" r="r" b="b"/>
            <a:pathLst>
              <a:path w="0" h="4254553">
                <a:moveTo>
                  <a:pt x="0" y="4254553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174448" y="47056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74448" y="4731169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1.107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24792" y="4874949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k eff</a:t>
            </a:r>
          </a:p>
        </p:txBody>
      </p:sp>
      <p:sp>
        <p:nvSpPr>
          <p:cNvPr id="30" name="TextBox 29"/>
          <p:cNvSpPr txBox="1"/>
          <p:nvPr/>
        </p:nvSpPr>
        <p:spPr>
          <a:xfrm rot="16200000">
            <a:off x="2483110" y="-1323586"/>
            <a:ext cx="1574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Probability density</a:t>
            </a:r>
          </a:p>
        </p:txBody>
      </p:sp>
      <p:sp>
        <p:nvSpPr>
          <p:cNvPr id="31" name="Freeform 30"/>
          <p:cNvSpPr/>
          <p:nvPr/>
        </p:nvSpPr>
        <p:spPr>
          <a:xfrm>
            <a:off x="656019" y="644472"/>
            <a:ext cx="3492994" cy="3866478"/>
          </a:xfrm>
          <a:custGeom>
            <a:avLst/>
            <a:gdLst/>
            <a:ahLst/>
            <a:cxnLst/>
            <a:rect l="l" t="t" r="r" b="b"/>
            <a:pathLst>
              <a:path w="3492994" h="3866478">
                <a:moveTo>
                  <a:pt x="0" y="3866478"/>
                </a:moveTo>
                <a:lnTo>
                  <a:pt x="135523" y="3863496"/>
                </a:lnTo>
                <a:close/>
                <a:lnTo>
                  <a:pt x="222957" y="3858994"/>
                </a:lnTo>
                <a:close/>
                <a:lnTo>
                  <a:pt x="292905" y="3852613"/>
                </a:lnTo>
                <a:close/>
                <a:lnTo>
                  <a:pt x="349737" y="3844587"/>
                </a:lnTo>
                <a:close/>
                <a:lnTo>
                  <a:pt x="397826" y="3834992"/>
                </a:lnTo>
                <a:close/>
                <a:lnTo>
                  <a:pt x="441543" y="3823334"/>
                </a:lnTo>
                <a:close/>
                <a:lnTo>
                  <a:pt x="480888" y="3809834"/>
                </a:lnTo>
                <a:close/>
                <a:lnTo>
                  <a:pt x="515862" y="3794925"/>
                </a:lnTo>
                <a:close/>
                <a:lnTo>
                  <a:pt x="550835" y="3776766"/>
                </a:lnTo>
                <a:close/>
                <a:lnTo>
                  <a:pt x="581437" y="3757780"/>
                </a:lnTo>
                <a:close/>
                <a:lnTo>
                  <a:pt x="612039" y="3735485"/>
                </a:lnTo>
                <a:close/>
                <a:lnTo>
                  <a:pt x="642641" y="3709450"/>
                </a:lnTo>
                <a:close/>
                <a:lnTo>
                  <a:pt x="673243" y="3679221"/>
                </a:lnTo>
                <a:close/>
                <a:lnTo>
                  <a:pt x="699473" y="3649611"/>
                </a:lnTo>
                <a:close/>
                <a:lnTo>
                  <a:pt x="725704" y="3616259"/>
                </a:lnTo>
                <a:close/>
                <a:lnTo>
                  <a:pt x="751934" y="3578854"/>
                </a:lnTo>
                <a:close/>
                <a:lnTo>
                  <a:pt x="778164" y="3537082"/>
                </a:lnTo>
                <a:close/>
                <a:lnTo>
                  <a:pt x="804394" y="3490635"/>
                </a:lnTo>
                <a:close/>
                <a:lnTo>
                  <a:pt x="834996" y="3430138"/>
                </a:lnTo>
                <a:close/>
                <a:lnTo>
                  <a:pt x="865598" y="3362426"/>
                </a:lnTo>
                <a:close/>
                <a:lnTo>
                  <a:pt x="896200" y="3287097"/>
                </a:lnTo>
                <a:close/>
                <a:lnTo>
                  <a:pt x="926802" y="3203809"/>
                </a:lnTo>
                <a:close/>
                <a:lnTo>
                  <a:pt x="957404" y="3112294"/>
                </a:lnTo>
                <a:close/>
                <a:lnTo>
                  <a:pt x="988006" y="3012379"/>
                </a:lnTo>
                <a:close/>
                <a:lnTo>
                  <a:pt x="1022980" y="2887822"/>
                </a:lnTo>
                <a:close/>
                <a:lnTo>
                  <a:pt x="1057953" y="2752309"/>
                </a:lnTo>
                <a:close/>
                <a:lnTo>
                  <a:pt x="1097299" y="2587189"/>
                </a:lnTo>
                <a:close/>
                <a:lnTo>
                  <a:pt x="1136644" y="2409518"/>
                </a:lnTo>
                <a:close/>
                <a:lnTo>
                  <a:pt x="1180361" y="2199018"/>
                </a:lnTo>
                <a:close/>
                <a:lnTo>
                  <a:pt x="1232822" y="1931724"/>
                </a:lnTo>
                <a:close/>
                <a:lnTo>
                  <a:pt x="1307141" y="1536502"/>
                </a:lnTo>
                <a:close/>
                <a:lnTo>
                  <a:pt x="1398947" y="1050168"/>
                </a:lnTo>
                <a:close/>
                <a:lnTo>
                  <a:pt x="1447035" y="810599"/>
                </a:lnTo>
                <a:close/>
                <a:lnTo>
                  <a:pt x="1486381" y="628868"/>
                </a:lnTo>
                <a:close/>
                <a:lnTo>
                  <a:pt x="1521354" y="481443"/>
                </a:lnTo>
                <a:close/>
                <a:lnTo>
                  <a:pt x="1551956" y="365435"/>
                </a:lnTo>
                <a:close/>
                <a:lnTo>
                  <a:pt x="1578187" y="276908"/>
                </a:lnTo>
                <a:close/>
                <a:lnTo>
                  <a:pt x="1600045" y="211522"/>
                </a:lnTo>
                <a:close/>
                <a:lnTo>
                  <a:pt x="1621904" y="154264"/>
                </a:lnTo>
                <a:close/>
                <a:lnTo>
                  <a:pt x="1643762" y="105551"/>
                </a:lnTo>
                <a:close/>
                <a:lnTo>
                  <a:pt x="1661249" y="72975"/>
                </a:lnTo>
                <a:close/>
                <a:lnTo>
                  <a:pt x="1678736" y="46251"/>
                </a:lnTo>
                <a:close/>
                <a:lnTo>
                  <a:pt x="1696223" y="25507"/>
                </a:lnTo>
                <a:close/>
                <a:lnTo>
                  <a:pt x="1709338" y="13934"/>
                </a:lnTo>
                <a:close/>
                <a:lnTo>
                  <a:pt x="1722453" y="5812"/>
                </a:lnTo>
                <a:close/>
                <a:lnTo>
                  <a:pt x="1735568" y="1163"/>
                </a:lnTo>
                <a:close/>
                <a:lnTo>
                  <a:pt x="1748683" y="0"/>
                </a:lnTo>
                <a:close/>
                <a:lnTo>
                  <a:pt x="1761798" y="2326"/>
                </a:lnTo>
                <a:close/>
                <a:lnTo>
                  <a:pt x="1774913" y="8134"/>
                </a:lnTo>
                <a:close/>
                <a:lnTo>
                  <a:pt x="1788029" y="17409"/>
                </a:lnTo>
                <a:close/>
                <a:lnTo>
                  <a:pt x="1801144" y="30126"/>
                </a:lnTo>
                <a:close/>
                <a:lnTo>
                  <a:pt x="1814259" y="46251"/>
                </a:lnTo>
                <a:close/>
                <a:lnTo>
                  <a:pt x="1831746" y="72975"/>
                </a:lnTo>
                <a:close/>
                <a:lnTo>
                  <a:pt x="1849232" y="105551"/>
                </a:lnTo>
                <a:close/>
                <a:lnTo>
                  <a:pt x="1866719" y="143826"/>
                </a:lnTo>
                <a:close/>
                <a:lnTo>
                  <a:pt x="1888578" y="199406"/>
                </a:lnTo>
                <a:close/>
                <a:lnTo>
                  <a:pt x="1910436" y="263202"/>
                </a:lnTo>
                <a:close/>
                <a:lnTo>
                  <a:pt x="1936667" y="349952"/>
                </a:lnTo>
                <a:close/>
                <a:lnTo>
                  <a:pt x="1962897" y="446982"/>
                </a:lnTo>
                <a:close/>
                <a:lnTo>
                  <a:pt x="1993499" y="571874"/>
                </a:lnTo>
                <a:close/>
                <a:lnTo>
                  <a:pt x="2028472" y="727977"/>
                </a:lnTo>
                <a:close/>
                <a:lnTo>
                  <a:pt x="2067818" y="917487"/>
                </a:lnTo>
                <a:close/>
                <a:lnTo>
                  <a:pt x="2115907" y="1163632"/>
                </a:lnTo>
                <a:close/>
                <a:lnTo>
                  <a:pt x="2198969" y="1606932"/>
                </a:lnTo>
                <a:close/>
                <a:lnTo>
                  <a:pt x="2277660" y="2022311"/>
                </a:lnTo>
                <a:close/>
                <a:lnTo>
                  <a:pt x="2330120" y="2284735"/>
                </a:lnTo>
                <a:close/>
                <a:lnTo>
                  <a:pt x="2373837" y="2489958"/>
                </a:lnTo>
                <a:close/>
                <a:lnTo>
                  <a:pt x="2413183" y="2662188"/>
                </a:lnTo>
                <a:close/>
                <a:lnTo>
                  <a:pt x="2452528" y="2821420"/>
                </a:lnTo>
                <a:close/>
                <a:lnTo>
                  <a:pt x="2487502" y="2951482"/>
                </a:lnTo>
                <a:close/>
                <a:lnTo>
                  <a:pt x="2522475" y="3070509"/>
                </a:lnTo>
                <a:close/>
                <a:lnTo>
                  <a:pt x="2553077" y="3165608"/>
                </a:lnTo>
                <a:close/>
                <a:lnTo>
                  <a:pt x="2583679" y="3252394"/>
                </a:lnTo>
                <a:close/>
                <a:lnTo>
                  <a:pt x="2614281" y="3331096"/>
                </a:lnTo>
                <a:close/>
                <a:lnTo>
                  <a:pt x="2644883" y="3402027"/>
                </a:lnTo>
                <a:close/>
                <a:lnTo>
                  <a:pt x="2675485" y="3465563"/>
                </a:lnTo>
                <a:close/>
                <a:lnTo>
                  <a:pt x="2706087" y="3522134"/>
                </a:lnTo>
                <a:close/>
                <a:lnTo>
                  <a:pt x="2736689" y="3572204"/>
                </a:lnTo>
                <a:close/>
                <a:lnTo>
                  <a:pt x="2767291" y="3616259"/>
                </a:lnTo>
                <a:close/>
                <a:lnTo>
                  <a:pt x="2797893" y="3654797"/>
                </a:lnTo>
                <a:close/>
                <a:lnTo>
                  <a:pt x="2828495" y="3688313"/>
                </a:lnTo>
                <a:close/>
                <a:lnTo>
                  <a:pt x="2859097" y="3717296"/>
                </a:lnTo>
                <a:close/>
                <a:lnTo>
                  <a:pt x="2889699" y="3742217"/>
                </a:lnTo>
                <a:close/>
                <a:lnTo>
                  <a:pt x="2920301" y="3763524"/>
                </a:lnTo>
                <a:close/>
                <a:lnTo>
                  <a:pt x="2950903" y="3781639"/>
                </a:lnTo>
                <a:close/>
                <a:lnTo>
                  <a:pt x="2985876" y="3798936"/>
                </a:lnTo>
                <a:close/>
                <a:lnTo>
                  <a:pt x="3020850" y="3813112"/>
                </a:lnTo>
                <a:close/>
                <a:lnTo>
                  <a:pt x="3060195" y="3825924"/>
                </a:lnTo>
                <a:close/>
                <a:lnTo>
                  <a:pt x="3103912" y="3836965"/>
                </a:lnTo>
                <a:close/>
                <a:lnTo>
                  <a:pt x="3152001" y="3846030"/>
                </a:lnTo>
                <a:close/>
                <a:lnTo>
                  <a:pt x="3208833" y="3853594"/>
                </a:lnTo>
                <a:close/>
                <a:lnTo>
                  <a:pt x="3274409" y="3859296"/>
                </a:lnTo>
                <a:close/>
                <a:lnTo>
                  <a:pt x="3357471" y="3863496"/>
                </a:lnTo>
                <a:close/>
                <a:lnTo>
                  <a:pt x="3471136" y="3866192"/>
                </a:lnTo>
                <a:close/>
                <a:lnTo>
                  <a:pt x="3492994" y="3866478"/>
                </a:lnTo>
                <a:close/>
                <a:lnTo>
                  <a:pt x="3492994" y="3866478"/>
                </a:lnTo>
                <a:close/>
              </a:path>
            </a:pathLst>
          </a:custGeom>
          <a:noFill/>
          <a:ln w="15240">
            <a:solidFill>
              <a:srgbClr val="2A7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2402516" y="451083"/>
            <a:ext cx="0" cy="4254553"/>
          </a:xfrm>
          <a:custGeom>
            <a:avLst/>
            <a:gdLst/>
            <a:ahLst/>
            <a:cxnLst/>
            <a:rect l="l" t="t" r="r" b="b"/>
            <a:pathLst>
              <a:path w="0" h="4254553">
                <a:moveTo>
                  <a:pt x="0" y="4254553"/>
                </a:moveTo>
                <a:lnTo>
                  <a:pt x="0" y="0"/>
                </a:lnTo>
                <a:close/>
              </a:path>
            </a:pathLst>
          </a:custGeom>
          <a:noFill/>
          <a:ln w="15240">
            <a:solidFill>
              <a:srgbClr val="2A7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684269" y="451083"/>
            <a:ext cx="0" cy="4254553"/>
          </a:xfrm>
          <a:custGeom>
            <a:avLst/>
            <a:gdLst/>
            <a:ahLst/>
            <a:cxnLst/>
            <a:rect l="l" t="t" r="r" b="b"/>
            <a:pathLst>
              <a:path w="0" h="4254553">
                <a:moveTo>
                  <a:pt x="0" y="4254553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2A7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3120763" y="451083"/>
            <a:ext cx="0" cy="4254553"/>
          </a:xfrm>
          <a:custGeom>
            <a:avLst/>
            <a:gdLst/>
            <a:ahLst/>
            <a:cxnLst/>
            <a:rect l="l" t="t" r="r" b="b"/>
            <a:pathLst>
              <a:path w="0" h="4254553">
                <a:moveTo>
                  <a:pt x="0" y="4254553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2A7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481370" y="451083"/>
            <a:ext cx="0" cy="4254553"/>
          </a:xfrm>
          <a:custGeom>
            <a:avLst/>
            <a:gdLst/>
            <a:ahLst/>
            <a:cxnLst/>
            <a:rect l="l" t="t" r="r" b="b"/>
            <a:pathLst>
              <a:path w="0" h="4254553">
                <a:moveTo>
                  <a:pt x="0" y="4254553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481370" y="4705636"/>
            <a:ext cx="3842293" cy="0"/>
          </a:xfrm>
          <a:custGeom>
            <a:avLst/>
            <a:gdLst/>
            <a:ahLst/>
            <a:cxnLst/>
            <a:rect l="l" t="t" r="r" b="b"/>
            <a:pathLst>
              <a:path w="3842293" h="0">
                <a:moveTo>
                  <a:pt x="0" y="0"/>
                </a:moveTo>
                <a:lnTo>
                  <a:pt x="3842293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20993" y="3893403"/>
            <a:ext cx="1363029" cy="0"/>
          </a:xfrm>
          <a:custGeom>
            <a:avLst/>
            <a:gdLst/>
            <a:ahLst/>
            <a:cxnLst/>
            <a:rect l="l" t="t" r="r" b="b"/>
            <a:pathLst>
              <a:path w="1363029" h="0">
                <a:moveTo>
                  <a:pt x="1363029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2A7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3048462" y="387562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0" y="0"/>
                </a:moveTo>
                <a:lnTo>
                  <a:pt x="35560" y="17780"/>
                </a:lnTo>
                <a:close/>
                <a:lnTo>
                  <a:pt x="0" y="35560"/>
                </a:lnTo>
                <a:close/>
              </a:path>
            </a:pathLst>
          </a:custGeom>
          <a:noFill/>
          <a:ln w="10160">
            <a:solidFill>
              <a:srgbClr val="2A7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1720993" y="3875623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35560" y="35560"/>
                </a:moveTo>
                <a:lnTo>
                  <a:pt x="0" y="17780"/>
                </a:lnTo>
                <a:close/>
                <a:lnTo>
                  <a:pt x="35560" y="0"/>
                </a:lnTo>
                <a:close/>
              </a:path>
            </a:pathLst>
          </a:custGeom>
          <a:noFill/>
          <a:ln w="10160">
            <a:solidFill>
              <a:srgbClr val="2A7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19646" y="4050622"/>
            <a:ext cx="736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2A7B6B"/>
                </a:solidFill>
                <a:latin typeface="Arial"/>
              </a:rPr>
              <a:t>P5 – P95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38199" y="4145951"/>
            <a:ext cx="1117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2A7B6B"/>
                </a:solidFill>
                <a:latin typeface="Arial"/>
              </a:rPr>
              <a:t>(central 90%)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4634" y="890527"/>
            <a:ext cx="1193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Mean = 1.10359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04634" y="985856"/>
            <a:ext cx="1955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Std = 8.40e-04 (~84 pcm)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04634" y="1082226"/>
            <a:ext cx="1955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(approximately Gaussian)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3986" y="46254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