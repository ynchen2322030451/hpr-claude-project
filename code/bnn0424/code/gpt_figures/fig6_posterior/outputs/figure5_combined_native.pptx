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863307" cy="909385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863307" cy="90938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31465"/>
            <a:ext cx="2889541" cy="1598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831737"/>
            <a:ext cx="2889541" cy="197745"/>
          </a:xfrm>
          <a:prstGeom prst="rect">
            <a:avLst/>
          </a:prstGeom>
          <a:solidFill>
            <a:srgbClr val="E8E8E8">
              <a:alpha val="85000"/>
            </a:srgbClr>
          </a:solidFill>
          <a:ln w="1016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58368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5501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7" name="Freeform 6"/>
          <p:cNvSpPr/>
          <p:nvPr/>
        </p:nvSpPr>
        <p:spPr>
          <a:xfrm>
            <a:off x="1236276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6276" y="2055014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50</a:t>
            </a:r>
          </a:p>
        </p:txBody>
      </p:sp>
      <p:sp>
        <p:nvSpPr>
          <p:cNvPr id="9" name="Freeform 8"/>
          <p:cNvSpPr/>
          <p:nvPr/>
        </p:nvSpPr>
        <p:spPr>
          <a:xfrm>
            <a:off x="1814185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4185" y="205501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100</a:t>
            </a:r>
          </a:p>
        </p:txBody>
      </p:sp>
      <p:sp>
        <p:nvSpPr>
          <p:cNvPr id="11" name="Freeform 10"/>
          <p:cNvSpPr/>
          <p:nvPr/>
        </p:nvSpPr>
        <p:spPr>
          <a:xfrm>
            <a:off x="2392093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2093" y="205501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150</a:t>
            </a:r>
          </a:p>
        </p:txBody>
      </p:sp>
      <p:sp>
        <p:nvSpPr>
          <p:cNvPr id="13" name="Freeform 12"/>
          <p:cNvSpPr/>
          <p:nvPr/>
        </p:nvSpPr>
        <p:spPr>
          <a:xfrm>
            <a:off x="2970001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0001" y="205501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200</a:t>
            </a:r>
          </a:p>
        </p:txBody>
      </p:sp>
      <p:sp>
        <p:nvSpPr>
          <p:cNvPr id="15" name="Freeform 14"/>
          <p:cNvSpPr/>
          <p:nvPr/>
        </p:nvSpPr>
        <p:spPr>
          <a:xfrm>
            <a:off x="3547909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909" y="205501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9223" y="2197651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E intercept (GPa)</a:t>
            </a:r>
          </a:p>
        </p:txBody>
      </p:sp>
      <p:sp>
        <p:nvSpPr>
          <p:cNvPr id="18" name="Freeform 17"/>
          <p:cNvSpPr/>
          <p:nvPr/>
        </p:nvSpPr>
        <p:spPr>
          <a:xfrm>
            <a:off x="613918" y="202948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9468" y="193429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0.000</a:t>
            </a:r>
          </a:p>
        </p:txBody>
      </p:sp>
      <p:sp>
        <p:nvSpPr>
          <p:cNvPr id="20" name="Freeform 19"/>
          <p:cNvSpPr/>
          <p:nvPr/>
        </p:nvSpPr>
        <p:spPr>
          <a:xfrm>
            <a:off x="613918" y="178230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468" y="1687117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0.005</a:t>
            </a:r>
          </a:p>
        </p:txBody>
      </p:sp>
      <p:sp>
        <p:nvSpPr>
          <p:cNvPr id="22" name="Freeform 21"/>
          <p:cNvSpPr/>
          <p:nvPr/>
        </p:nvSpPr>
        <p:spPr>
          <a:xfrm>
            <a:off x="613918" y="15351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468" y="143993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0.010</a:t>
            </a:r>
          </a:p>
        </p:txBody>
      </p:sp>
      <p:sp>
        <p:nvSpPr>
          <p:cNvPr id="24" name="Freeform 23"/>
          <p:cNvSpPr/>
          <p:nvPr/>
        </p:nvSpPr>
        <p:spPr>
          <a:xfrm>
            <a:off x="613918" y="128793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468" y="1192755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0.015</a:t>
            </a:r>
          </a:p>
        </p:txBody>
      </p:sp>
      <p:sp>
        <p:nvSpPr>
          <p:cNvPr id="26" name="Freeform 25"/>
          <p:cNvSpPr/>
          <p:nvPr/>
        </p:nvSpPr>
        <p:spPr>
          <a:xfrm>
            <a:off x="613918" y="10407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9468" y="945575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0.020</a:t>
            </a:r>
          </a:p>
        </p:txBody>
      </p:sp>
      <p:sp>
        <p:nvSpPr>
          <p:cNvPr id="28" name="Freeform 27"/>
          <p:cNvSpPr/>
          <p:nvPr/>
        </p:nvSpPr>
        <p:spPr>
          <a:xfrm>
            <a:off x="613918" y="7935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468" y="698394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0.025</a:t>
            </a:r>
          </a:p>
        </p:txBody>
      </p:sp>
      <p:sp>
        <p:nvSpPr>
          <p:cNvPr id="30" name="Freeform 29"/>
          <p:cNvSpPr/>
          <p:nvPr/>
        </p:nvSpPr>
        <p:spPr>
          <a:xfrm>
            <a:off x="613918" y="5463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9468" y="451213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0.030</a:t>
            </a:r>
          </a:p>
        </p:txBody>
      </p:sp>
      <p:sp>
        <p:nvSpPr>
          <p:cNvPr id="32" name="TextBox 31"/>
          <p:cNvSpPr txBox="1"/>
          <p:nvPr/>
        </p:nvSpPr>
        <p:spPr>
          <a:xfrm rot="16200000">
            <a:off x="1135223" y="-732040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Density</a:t>
            </a:r>
          </a:p>
        </p:txBody>
      </p:sp>
      <p:sp>
        <p:nvSpPr>
          <p:cNvPr id="33" name="Freeform 32"/>
          <p:cNvSpPr/>
          <p:nvPr/>
        </p:nvSpPr>
        <p:spPr>
          <a:xfrm>
            <a:off x="658368" y="639902"/>
            <a:ext cx="2889541" cy="1389579"/>
          </a:xfrm>
          <a:custGeom>
            <a:avLst/>
            <a:gdLst/>
            <a:ahLst/>
            <a:cxnLst/>
            <a:rect l="l" t="t" r="r" b="b"/>
            <a:pathLst>
              <a:path w="2889541" h="1389579">
                <a:moveTo>
                  <a:pt x="0" y="1389579"/>
                </a:moveTo>
                <a:lnTo>
                  <a:pt x="0" y="1389579"/>
                </a:lnTo>
                <a:close/>
                <a:lnTo>
                  <a:pt x="4824" y="1389579"/>
                </a:lnTo>
                <a:close/>
                <a:lnTo>
                  <a:pt x="9648" y="1389579"/>
                </a:lnTo>
                <a:close/>
                <a:lnTo>
                  <a:pt x="14472" y="1389579"/>
                </a:lnTo>
                <a:close/>
                <a:lnTo>
                  <a:pt x="19296" y="1389579"/>
                </a:lnTo>
                <a:close/>
                <a:lnTo>
                  <a:pt x="24120" y="1389579"/>
                </a:lnTo>
                <a:close/>
                <a:lnTo>
                  <a:pt x="28944" y="1389579"/>
                </a:lnTo>
                <a:close/>
                <a:lnTo>
                  <a:pt x="33768" y="1389579"/>
                </a:lnTo>
                <a:close/>
                <a:lnTo>
                  <a:pt x="38592" y="1389579"/>
                </a:lnTo>
                <a:close/>
                <a:lnTo>
                  <a:pt x="43415" y="1389579"/>
                </a:lnTo>
                <a:close/>
                <a:lnTo>
                  <a:pt x="48239" y="1389579"/>
                </a:lnTo>
                <a:close/>
                <a:lnTo>
                  <a:pt x="53063" y="1389579"/>
                </a:lnTo>
                <a:close/>
                <a:lnTo>
                  <a:pt x="57887" y="1389579"/>
                </a:lnTo>
                <a:close/>
                <a:lnTo>
                  <a:pt x="62711" y="1389579"/>
                </a:lnTo>
                <a:close/>
                <a:lnTo>
                  <a:pt x="67535" y="1389579"/>
                </a:lnTo>
                <a:close/>
                <a:lnTo>
                  <a:pt x="72359" y="1389579"/>
                </a:lnTo>
                <a:close/>
                <a:lnTo>
                  <a:pt x="77183" y="1389579"/>
                </a:lnTo>
                <a:close/>
                <a:lnTo>
                  <a:pt x="82007" y="1389579"/>
                </a:lnTo>
                <a:close/>
                <a:lnTo>
                  <a:pt x="86831" y="1389579"/>
                </a:lnTo>
                <a:close/>
                <a:lnTo>
                  <a:pt x="91655" y="1389579"/>
                </a:lnTo>
                <a:close/>
                <a:lnTo>
                  <a:pt x="96479" y="1389579"/>
                </a:lnTo>
                <a:close/>
                <a:lnTo>
                  <a:pt x="101303" y="1389579"/>
                </a:lnTo>
                <a:close/>
                <a:lnTo>
                  <a:pt x="106127" y="1389579"/>
                </a:lnTo>
                <a:close/>
                <a:lnTo>
                  <a:pt x="110951" y="1389579"/>
                </a:lnTo>
                <a:close/>
                <a:lnTo>
                  <a:pt x="115775" y="1389579"/>
                </a:lnTo>
                <a:close/>
                <a:lnTo>
                  <a:pt x="120599" y="1389579"/>
                </a:lnTo>
                <a:close/>
                <a:lnTo>
                  <a:pt x="125422" y="1389579"/>
                </a:lnTo>
                <a:close/>
                <a:lnTo>
                  <a:pt x="130246" y="1389579"/>
                </a:lnTo>
                <a:close/>
                <a:lnTo>
                  <a:pt x="135070" y="1389579"/>
                </a:lnTo>
                <a:close/>
                <a:lnTo>
                  <a:pt x="139894" y="1389579"/>
                </a:lnTo>
                <a:close/>
                <a:lnTo>
                  <a:pt x="144718" y="1389579"/>
                </a:lnTo>
                <a:close/>
                <a:lnTo>
                  <a:pt x="149542" y="1389579"/>
                </a:lnTo>
                <a:close/>
                <a:lnTo>
                  <a:pt x="154366" y="1389579"/>
                </a:lnTo>
                <a:close/>
                <a:lnTo>
                  <a:pt x="159190" y="1389579"/>
                </a:lnTo>
                <a:close/>
                <a:lnTo>
                  <a:pt x="164014" y="1389579"/>
                </a:lnTo>
                <a:close/>
                <a:lnTo>
                  <a:pt x="168838" y="1389579"/>
                </a:lnTo>
                <a:close/>
                <a:lnTo>
                  <a:pt x="173662" y="1389579"/>
                </a:lnTo>
                <a:close/>
                <a:lnTo>
                  <a:pt x="178486" y="1389579"/>
                </a:lnTo>
                <a:close/>
                <a:lnTo>
                  <a:pt x="183310" y="1389579"/>
                </a:lnTo>
                <a:close/>
                <a:lnTo>
                  <a:pt x="188134" y="1389579"/>
                </a:lnTo>
                <a:close/>
                <a:lnTo>
                  <a:pt x="192958" y="1389579"/>
                </a:lnTo>
                <a:close/>
                <a:lnTo>
                  <a:pt x="197782" y="1389579"/>
                </a:lnTo>
                <a:close/>
                <a:lnTo>
                  <a:pt x="202606" y="1389579"/>
                </a:lnTo>
                <a:close/>
                <a:lnTo>
                  <a:pt x="207430" y="1389579"/>
                </a:lnTo>
                <a:close/>
                <a:lnTo>
                  <a:pt x="212253" y="1389579"/>
                </a:lnTo>
                <a:close/>
                <a:lnTo>
                  <a:pt x="217077" y="1389579"/>
                </a:lnTo>
                <a:close/>
                <a:lnTo>
                  <a:pt x="221901" y="1389579"/>
                </a:lnTo>
                <a:close/>
                <a:lnTo>
                  <a:pt x="226725" y="1389579"/>
                </a:lnTo>
                <a:close/>
                <a:lnTo>
                  <a:pt x="231549" y="1389579"/>
                </a:lnTo>
                <a:close/>
                <a:lnTo>
                  <a:pt x="236373" y="1389579"/>
                </a:lnTo>
                <a:close/>
                <a:lnTo>
                  <a:pt x="241197" y="1389579"/>
                </a:lnTo>
                <a:close/>
                <a:lnTo>
                  <a:pt x="246021" y="1389579"/>
                </a:lnTo>
                <a:close/>
                <a:lnTo>
                  <a:pt x="250845" y="1389579"/>
                </a:lnTo>
                <a:close/>
                <a:lnTo>
                  <a:pt x="255669" y="1389579"/>
                </a:lnTo>
                <a:close/>
                <a:lnTo>
                  <a:pt x="260493" y="1389579"/>
                </a:lnTo>
                <a:close/>
                <a:lnTo>
                  <a:pt x="265317" y="1389579"/>
                </a:lnTo>
                <a:close/>
                <a:lnTo>
                  <a:pt x="270141" y="1389579"/>
                </a:lnTo>
                <a:close/>
                <a:lnTo>
                  <a:pt x="274965" y="1389579"/>
                </a:lnTo>
                <a:close/>
                <a:lnTo>
                  <a:pt x="279789" y="1389579"/>
                </a:lnTo>
                <a:close/>
                <a:lnTo>
                  <a:pt x="284613" y="1389579"/>
                </a:lnTo>
                <a:close/>
                <a:lnTo>
                  <a:pt x="289437" y="1389579"/>
                </a:lnTo>
                <a:close/>
                <a:lnTo>
                  <a:pt x="294260" y="1389579"/>
                </a:lnTo>
                <a:close/>
                <a:lnTo>
                  <a:pt x="299084" y="1389579"/>
                </a:lnTo>
                <a:close/>
                <a:lnTo>
                  <a:pt x="303908" y="1389579"/>
                </a:lnTo>
                <a:close/>
                <a:lnTo>
                  <a:pt x="308732" y="1389579"/>
                </a:lnTo>
                <a:close/>
                <a:lnTo>
                  <a:pt x="313556" y="1389579"/>
                </a:lnTo>
                <a:close/>
                <a:lnTo>
                  <a:pt x="318380" y="1389579"/>
                </a:lnTo>
                <a:close/>
                <a:lnTo>
                  <a:pt x="323204" y="1389579"/>
                </a:lnTo>
                <a:close/>
                <a:lnTo>
                  <a:pt x="328028" y="1389579"/>
                </a:lnTo>
                <a:close/>
                <a:lnTo>
                  <a:pt x="332852" y="1389579"/>
                </a:lnTo>
                <a:close/>
                <a:lnTo>
                  <a:pt x="337676" y="1389579"/>
                </a:lnTo>
                <a:close/>
                <a:lnTo>
                  <a:pt x="342500" y="1389579"/>
                </a:lnTo>
                <a:close/>
                <a:lnTo>
                  <a:pt x="347324" y="1389579"/>
                </a:lnTo>
                <a:close/>
                <a:lnTo>
                  <a:pt x="352148" y="1389579"/>
                </a:lnTo>
                <a:close/>
                <a:lnTo>
                  <a:pt x="356972" y="1389579"/>
                </a:lnTo>
                <a:close/>
                <a:lnTo>
                  <a:pt x="361796" y="1389579"/>
                </a:lnTo>
                <a:close/>
                <a:lnTo>
                  <a:pt x="366620" y="1389579"/>
                </a:lnTo>
                <a:close/>
                <a:lnTo>
                  <a:pt x="371444" y="1389579"/>
                </a:lnTo>
                <a:close/>
                <a:lnTo>
                  <a:pt x="376267" y="1389579"/>
                </a:lnTo>
                <a:close/>
                <a:lnTo>
                  <a:pt x="381091" y="1389579"/>
                </a:lnTo>
                <a:close/>
                <a:lnTo>
                  <a:pt x="385915" y="1389579"/>
                </a:lnTo>
                <a:close/>
                <a:lnTo>
                  <a:pt x="390739" y="1389579"/>
                </a:lnTo>
                <a:close/>
                <a:lnTo>
                  <a:pt x="395563" y="1389579"/>
                </a:lnTo>
                <a:close/>
                <a:lnTo>
                  <a:pt x="400387" y="1389579"/>
                </a:lnTo>
                <a:close/>
                <a:lnTo>
                  <a:pt x="405211" y="1389579"/>
                </a:lnTo>
                <a:close/>
                <a:lnTo>
                  <a:pt x="410035" y="1389579"/>
                </a:lnTo>
                <a:close/>
                <a:lnTo>
                  <a:pt x="414859" y="1389579"/>
                </a:lnTo>
                <a:close/>
                <a:lnTo>
                  <a:pt x="419683" y="1389579"/>
                </a:lnTo>
                <a:close/>
                <a:lnTo>
                  <a:pt x="424507" y="1389579"/>
                </a:lnTo>
                <a:close/>
                <a:lnTo>
                  <a:pt x="429331" y="1389579"/>
                </a:lnTo>
                <a:close/>
                <a:lnTo>
                  <a:pt x="434155" y="1389579"/>
                </a:lnTo>
                <a:close/>
                <a:lnTo>
                  <a:pt x="438979" y="1389579"/>
                </a:lnTo>
                <a:close/>
                <a:lnTo>
                  <a:pt x="443803" y="1389579"/>
                </a:lnTo>
                <a:close/>
                <a:lnTo>
                  <a:pt x="448627" y="1389579"/>
                </a:lnTo>
                <a:close/>
                <a:lnTo>
                  <a:pt x="453451" y="1389579"/>
                </a:lnTo>
                <a:close/>
                <a:lnTo>
                  <a:pt x="458274" y="1389579"/>
                </a:lnTo>
                <a:close/>
                <a:lnTo>
                  <a:pt x="463098" y="1389579"/>
                </a:lnTo>
                <a:close/>
                <a:lnTo>
                  <a:pt x="467922" y="1389579"/>
                </a:lnTo>
                <a:close/>
                <a:lnTo>
                  <a:pt x="472746" y="1389579"/>
                </a:lnTo>
                <a:close/>
                <a:lnTo>
                  <a:pt x="477570" y="1389579"/>
                </a:lnTo>
                <a:close/>
                <a:lnTo>
                  <a:pt x="482394" y="1389579"/>
                </a:lnTo>
                <a:close/>
                <a:lnTo>
                  <a:pt x="487218" y="1389579"/>
                </a:lnTo>
                <a:close/>
                <a:lnTo>
                  <a:pt x="492042" y="1389579"/>
                </a:lnTo>
                <a:close/>
                <a:lnTo>
                  <a:pt x="496866" y="1389579"/>
                </a:lnTo>
                <a:close/>
                <a:lnTo>
                  <a:pt x="501690" y="1389579"/>
                </a:lnTo>
                <a:close/>
                <a:lnTo>
                  <a:pt x="506514" y="1389579"/>
                </a:lnTo>
                <a:close/>
                <a:lnTo>
                  <a:pt x="511338" y="1389579"/>
                </a:lnTo>
                <a:close/>
                <a:lnTo>
                  <a:pt x="516162" y="1389579"/>
                </a:lnTo>
                <a:close/>
                <a:lnTo>
                  <a:pt x="520986" y="1389579"/>
                </a:lnTo>
                <a:close/>
                <a:lnTo>
                  <a:pt x="525810" y="1389579"/>
                </a:lnTo>
                <a:close/>
                <a:lnTo>
                  <a:pt x="530634" y="1389579"/>
                </a:lnTo>
                <a:close/>
                <a:lnTo>
                  <a:pt x="535458" y="1389579"/>
                </a:lnTo>
                <a:close/>
                <a:lnTo>
                  <a:pt x="540282" y="1389579"/>
                </a:lnTo>
                <a:close/>
                <a:lnTo>
                  <a:pt x="545105" y="1389579"/>
                </a:lnTo>
                <a:close/>
                <a:lnTo>
                  <a:pt x="549929" y="1389579"/>
                </a:lnTo>
                <a:close/>
                <a:lnTo>
                  <a:pt x="554753" y="1389579"/>
                </a:lnTo>
                <a:close/>
                <a:lnTo>
                  <a:pt x="559577" y="1389579"/>
                </a:lnTo>
                <a:close/>
                <a:lnTo>
                  <a:pt x="564401" y="1389579"/>
                </a:lnTo>
                <a:close/>
                <a:lnTo>
                  <a:pt x="569225" y="1389579"/>
                </a:lnTo>
                <a:close/>
                <a:lnTo>
                  <a:pt x="574049" y="1389579"/>
                </a:lnTo>
                <a:close/>
                <a:lnTo>
                  <a:pt x="578873" y="1389579"/>
                </a:lnTo>
                <a:close/>
                <a:lnTo>
                  <a:pt x="583697" y="1389579"/>
                </a:lnTo>
                <a:close/>
                <a:lnTo>
                  <a:pt x="588521" y="1389579"/>
                </a:lnTo>
                <a:close/>
                <a:lnTo>
                  <a:pt x="593345" y="1389579"/>
                </a:lnTo>
                <a:close/>
                <a:lnTo>
                  <a:pt x="598169" y="1389579"/>
                </a:lnTo>
                <a:close/>
                <a:lnTo>
                  <a:pt x="602993" y="1389579"/>
                </a:lnTo>
                <a:close/>
                <a:lnTo>
                  <a:pt x="607817" y="1389579"/>
                </a:lnTo>
                <a:close/>
                <a:lnTo>
                  <a:pt x="612641" y="1389579"/>
                </a:lnTo>
                <a:close/>
                <a:lnTo>
                  <a:pt x="617465" y="1389579"/>
                </a:lnTo>
                <a:close/>
                <a:lnTo>
                  <a:pt x="622289" y="1389579"/>
                </a:lnTo>
                <a:close/>
                <a:lnTo>
                  <a:pt x="627112" y="1389579"/>
                </a:lnTo>
                <a:close/>
                <a:lnTo>
                  <a:pt x="631936" y="1389579"/>
                </a:lnTo>
                <a:close/>
                <a:lnTo>
                  <a:pt x="636760" y="1389579"/>
                </a:lnTo>
                <a:close/>
                <a:lnTo>
                  <a:pt x="641584" y="1389579"/>
                </a:lnTo>
                <a:close/>
                <a:lnTo>
                  <a:pt x="646408" y="1389579"/>
                </a:lnTo>
                <a:close/>
                <a:lnTo>
                  <a:pt x="651232" y="1389579"/>
                </a:lnTo>
                <a:close/>
                <a:lnTo>
                  <a:pt x="656056" y="1389579"/>
                </a:lnTo>
                <a:close/>
                <a:lnTo>
                  <a:pt x="660880" y="1389579"/>
                </a:lnTo>
                <a:close/>
                <a:lnTo>
                  <a:pt x="665704" y="1389579"/>
                </a:lnTo>
                <a:close/>
                <a:lnTo>
                  <a:pt x="670528" y="1389579"/>
                </a:lnTo>
                <a:close/>
                <a:lnTo>
                  <a:pt x="675352" y="1389579"/>
                </a:lnTo>
                <a:close/>
                <a:lnTo>
                  <a:pt x="680176" y="1389579"/>
                </a:lnTo>
                <a:close/>
                <a:lnTo>
                  <a:pt x="685000" y="1389579"/>
                </a:lnTo>
                <a:close/>
                <a:lnTo>
                  <a:pt x="689824" y="1389579"/>
                </a:lnTo>
                <a:close/>
                <a:lnTo>
                  <a:pt x="694648" y="1389579"/>
                </a:lnTo>
                <a:close/>
                <a:lnTo>
                  <a:pt x="699472" y="1389579"/>
                </a:lnTo>
                <a:close/>
                <a:lnTo>
                  <a:pt x="704296" y="1389579"/>
                </a:lnTo>
                <a:close/>
                <a:lnTo>
                  <a:pt x="709119" y="1389579"/>
                </a:lnTo>
                <a:close/>
                <a:lnTo>
                  <a:pt x="713943" y="1389579"/>
                </a:lnTo>
                <a:close/>
                <a:lnTo>
                  <a:pt x="718767" y="1389579"/>
                </a:lnTo>
                <a:close/>
                <a:lnTo>
                  <a:pt x="723591" y="1389579"/>
                </a:lnTo>
                <a:close/>
                <a:lnTo>
                  <a:pt x="728415" y="1389579"/>
                </a:lnTo>
                <a:close/>
                <a:lnTo>
                  <a:pt x="733239" y="1389579"/>
                </a:lnTo>
                <a:close/>
                <a:lnTo>
                  <a:pt x="738063" y="1389579"/>
                </a:lnTo>
                <a:close/>
                <a:lnTo>
                  <a:pt x="742887" y="1389579"/>
                </a:lnTo>
                <a:close/>
                <a:lnTo>
                  <a:pt x="747711" y="1389579"/>
                </a:lnTo>
                <a:close/>
                <a:lnTo>
                  <a:pt x="752535" y="1389579"/>
                </a:lnTo>
                <a:close/>
                <a:lnTo>
                  <a:pt x="757359" y="1389579"/>
                </a:lnTo>
                <a:close/>
                <a:lnTo>
                  <a:pt x="762183" y="1389579"/>
                </a:lnTo>
                <a:close/>
                <a:lnTo>
                  <a:pt x="767007" y="1389579"/>
                </a:lnTo>
                <a:close/>
                <a:lnTo>
                  <a:pt x="771831" y="1389579"/>
                </a:lnTo>
                <a:close/>
                <a:lnTo>
                  <a:pt x="776655" y="1389579"/>
                </a:lnTo>
                <a:close/>
                <a:lnTo>
                  <a:pt x="781479" y="1389579"/>
                </a:lnTo>
                <a:close/>
                <a:lnTo>
                  <a:pt x="786303" y="1389579"/>
                </a:lnTo>
                <a:close/>
                <a:lnTo>
                  <a:pt x="791126" y="1389579"/>
                </a:lnTo>
                <a:close/>
                <a:lnTo>
                  <a:pt x="795950" y="1389579"/>
                </a:lnTo>
                <a:close/>
                <a:lnTo>
                  <a:pt x="800774" y="1389579"/>
                </a:lnTo>
                <a:close/>
                <a:lnTo>
                  <a:pt x="805598" y="1389579"/>
                </a:lnTo>
                <a:close/>
                <a:lnTo>
                  <a:pt x="810422" y="1389579"/>
                </a:lnTo>
                <a:close/>
                <a:lnTo>
                  <a:pt x="815246" y="1389579"/>
                </a:lnTo>
                <a:close/>
                <a:lnTo>
                  <a:pt x="820070" y="1389579"/>
                </a:lnTo>
                <a:close/>
                <a:lnTo>
                  <a:pt x="824894" y="1389579"/>
                </a:lnTo>
                <a:close/>
                <a:lnTo>
                  <a:pt x="829718" y="1389579"/>
                </a:lnTo>
                <a:close/>
                <a:lnTo>
                  <a:pt x="834542" y="1389579"/>
                </a:lnTo>
                <a:close/>
                <a:lnTo>
                  <a:pt x="839366" y="1389579"/>
                </a:lnTo>
                <a:close/>
                <a:lnTo>
                  <a:pt x="844190" y="1389579"/>
                </a:lnTo>
                <a:close/>
                <a:lnTo>
                  <a:pt x="849014" y="1389579"/>
                </a:lnTo>
                <a:close/>
                <a:lnTo>
                  <a:pt x="853838" y="1389579"/>
                </a:lnTo>
                <a:close/>
                <a:lnTo>
                  <a:pt x="858662" y="1389579"/>
                </a:lnTo>
                <a:close/>
                <a:lnTo>
                  <a:pt x="863486" y="1389579"/>
                </a:lnTo>
                <a:close/>
                <a:lnTo>
                  <a:pt x="868310" y="1389579"/>
                </a:lnTo>
                <a:close/>
                <a:lnTo>
                  <a:pt x="873134" y="1389579"/>
                </a:lnTo>
                <a:close/>
                <a:lnTo>
                  <a:pt x="877957" y="1389579"/>
                </a:lnTo>
                <a:close/>
                <a:lnTo>
                  <a:pt x="882781" y="1389579"/>
                </a:lnTo>
                <a:close/>
                <a:lnTo>
                  <a:pt x="887605" y="1389579"/>
                </a:lnTo>
                <a:close/>
                <a:lnTo>
                  <a:pt x="892429" y="1389579"/>
                </a:lnTo>
                <a:close/>
                <a:lnTo>
                  <a:pt x="897253" y="1389579"/>
                </a:lnTo>
                <a:close/>
                <a:lnTo>
                  <a:pt x="902077" y="1389579"/>
                </a:lnTo>
                <a:close/>
                <a:lnTo>
                  <a:pt x="906901" y="1389579"/>
                </a:lnTo>
                <a:close/>
                <a:lnTo>
                  <a:pt x="911725" y="1389579"/>
                </a:lnTo>
                <a:close/>
                <a:lnTo>
                  <a:pt x="916549" y="1389579"/>
                </a:lnTo>
                <a:close/>
                <a:lnTo>
                  <a:pt x="921373" y="1389579"/>
                </a:lnTo>
                <a:close/>
                <a:lnTo>
                  <a:pt x="926197" y="1389579"/>
                </a:lnTo>
                <a:close/>
                <a:lnTo>
                  <a:pt x="931021" y="1389579"/>
                </a:lnTo>
                <a:close/>
                <a:lnTo>
                  <a:pt x="935845" y="1389579"/>
                </a:lnTo>
                <a:close/>
                <a:lnTo>
                  <a:pt x="940669" y="1389579"/>
                </a:lnTo>
                <a:close/>
                <a:lnTo>
                  <a:pt x="945493" y="1389579"/>
                </a:lnTo>
                <a:close/>
                <a:lnTo>
                  <a:pt x="950317" y="1389579"/>
                </a:lnTo>
                <a:close/>
                <a:lnTo>
                  <a:pt x="955141" y="1389579"/>
                </a:lnTo>
                <a:close/>
                <a:lnTo>
                  <a:pt x="959964" y="1389579"/>
                </a:lnTo>
                <a:close/>
                <a:lnTo>
                  <a:pt x="964788" y="1389579"/>
                </a:lnTo>
                <a:close/>
                <a:lnTo>
                  <a:pt x="969612" y="1389579"/>
                </a:lnTo>
                <a:close/>
                <a:lnTo>
                  <a:pt x="974436" y="1389579"/>
                </a:lnTo>
                <a:close/>
                <a:lnTo>
                  <a:pt x="979260" y="1389579"/>
                </a:lnTo>
                <a:close/>
                <a:lnTo>
                  <a:pt x="984084" y="1389579"/>
                </a:lnTo>
                <a:close/>
                <a:lnTo>
                  <a:pt x="988908" y="1389579"/>
                </a:lnTo>
                <a:close/>
                <a:lnTo>
                  <a:pt x="993732" y="1389579"/>
                </a:lnTo>
                <a:close/>
                <a:lnTo>
                  <a:pt x="998556" y="1389579"/>
                </a:lnTo>
                <a:close/>
                <a:lnTo>
                  <a:pt x="1003380" y="1389579"/>
                </a:lnTo>
                <a:close/>
                <a:lnTo>
                  <a:pt x="1008204" y="1389579"/>
                </a:lnTo>
                <a:close/>
                <a:lnTo>
                  <a:pt x="1013028" y="1389579"/>
                </a:lnTo>
                <a:close/>
                <a:lnTo>
                  <a:pt x="1017852" y="1389579"/>
                </a:lnTo>
                <a:close/>
                <a:lnTo>
                  <a:pt x="1022676" y="1389579"/>
                </a:lnTo>
                <a:close/>
                <a:lnTo>
                  <a:pt x="1027500" y="1389579"/>
                </a:lnTo>
                <a:close/>
                <a:lnTo>
                  <a:pt x="1032324" y="1389579"/>
                </a:lnTo>
                <a:close/>
                <a:lnTo>
                  <a:pt x="1037148" y="1389579"/>
                </a:lnTo>
                <a:close/>
                <a:lnTo>
                  <a:pt x="1041971" y="1389579"/>
                </a:lnTo>
                <a:close/>
                <a:lnTo>
                  <a:pt x="1046795" y="1389579"/>
                </a:lnTo>
                <a:close/>
                <a:lnTo>
                  <a:pt x="1051619" y="1389579"/>
                </a:lnTo>
                <a:close/>
                <a:lnTo>
                  <a:pt x="1056443" y="1389579"/>
                </a:lnTo>
                <a:close/>
                <a:lnTo>
                  <a:pt x="1061267" y="1389579"/>
                </a:lnTo>
                <a:close/>
                <a:lnTo>
                  <a:pt x="1066091" y="1389579"/>
                </a:lnTo>
                <a:close/>
                <a:lnTo>
                  <a:pt x="1070915" y="1389579"/>
                </a:lnTo>
                <a:close/>
                <a:lnTo>
                  <a:pt x="1075739" y="1389579"/>
                </a:lnTo>
                <a:close/>
                <a:lnTo>
                  <a:pt x="1080563" y="1389579"/>
                </a:lnTo>
                <a:close/>
                <a:lnTo>
                  <a:pt x="1085387" y="1389579"/>
                </a:lnTo>
                <a:close/>
                <a:lnTo>
                  <a:pt x="1090211" y="1389579"/>
                </a:lnTo>
                <a:close/>
                <a:lnTo>
                  <a:pt x="1095035" y="1389579"/>
                </a:lnTo>
                <a:close/>
                <a:lnTo>
                  <a:pt x="1099859" y="1389579"/>
                </a:lnTo>
                <a:close/>
                <a:lnTo>
                  <a:pt x="1104683" y="1389579"/>
                </a:lnTo>
                <a:close/>
                <a:lnTo>
                  <a:pt x="1109507" y="1389579"/>
                </a:lnTo>
                <a:close/>
                <a:lnTo>
                  <a:pt x="1114331" y="1389579"/>
                </a:lnTo>
                <a:close/>
                <a:lnTo>
                  <a:pt x="1119155" y="1389579"/>
                </a:lnTo>
                <a:close/>
                <a:lnTo>
                  <a:pt x="1123978" y="1389579"/>
                </a:lnTo>
                <a:close/>
                <a:lnTo>
                  <a:pt x="1128802" y="1389579"/>
                </a:lnTo>
                <a:close/>
                <a:lnTo>
                  <a:pt x="1133626" y="1389579"/>
                </a:lnTo>
                <a:close/>
                <a:lnTo>
                  <a:pt x="1138450" y="1389579"/>
                </a:lnTo>
                <a:close/>
                <a:lnTo>
                  <a:pt x="1143274" y="1389579"/>
                </a:lnTo>
                <a:close/>
                <a:lnTo>
                  <a:pt x="1148098" y="1389579"/>
                </a:lnTo>
                <a:close/>
                <a:lnTo>
                  <a:pt x="1152922" y="1389579"/>
                </a:lnTo>
                <a:close/>
                <a:lnTo>
                  <a:pt x="1157746" y="1389579"/>
                </a:lnTo>
                <a:close/>
                <a:lnTo>
                  <a:pt x="1162570" y="1389579"/>
                </a:lnTo>
                <a:close/>
                <a:lnTo>
                  <a:pt x="1167394" y="1389579"/>
                </a:lnTo>
                <a:close/>
                <a:lnTo>
                  <a:pt x="1172218" y="1389579"/>
                </a:lnTo>
                <a:close/>
                <a:lnTo>
                  <a:pt x="1177042" y="1389579"/>
                </a:lnTo>
                <a:close/>
                <a:lnTo>
                  <a:pt x="1181866" y="1389579"/>
                </a:lnTo>
                <a:close/>
                <a:lnTo>
                  <a:pt x="1186690" y="1389579"/>
                </a:lnTo>
                <a:close/>
                <a:lnTo>
                  <a:pt x="1191514" y="1389579"/>
                </a:lnTo>
                <a:close/>
                <a:lnTo>
                  <a:pt x="1196338" y="1389579"/>
                </a:lnTo>
                <a:close/>
                <a:lnTo>
                  <a:pt x="1201162" y="1389579"/>
                </a:lnTo>
                <a:close/>
                <a:lnTo>
                  <a:pt x="1205986" y="1389579"/>
                </a:lnTo>
                <a:close/>
                <a:lnTo>
                  <a:pt x="1210809" y="1389579"/>
                </a:lnTo>
                <a:close/>
                <a:lnTo>
                  <a:pt x="1215633" y="1389579"/>
                </a:lnTo>
                <a:close/>
                <a:lnTo>
                  <a:pt x="1220457" y="1389579"/>
                </a:lnTo>
                <a:close/>
                <a:lnTo>
                  <a:pt x="1225281" y="1389579"/>
                </a:lnTo>
                <a:close/>
                <a:lnTo>
                  <a:pt x="1230105" y="1389579"/>
                </a:lnTo>
                <a:close/>
                <a:lnTo>
                  <a:pt x="1234929" y="1389579"/>
                </a:lnTo>
                <a:close/>
                <a:lnTo>
                  <a:pt x="1239753" y="1389579"/>
                </a:lnTo>
                <a:close/>
                <a:lnTo>
                  <a:pt x="1244577" y="1389579"/>
                </a:lnTo>
                <a:close/>
                <a:lnTo>
                  <a:pt x="1249401" y="1389579"/>
                </a:lnTo>
                <a:close/>
                <a:lnTo>
                  <a:pt x="1254225" y="1389579"/>
                </a:lnTo>
                <a:close/>
                <a:lnTo>
                  <a:pt x="1259049" y="1389579"/>
                </a:lnTo>
                <a:close/>
                <a:lnTo>
                  <a:pt x="1263873" y="1389579"/>
                </a:lnTo>
                <a:close/>
                <a:lnTo>
                  <a:pt x="1268697" y="1389579"/>
                </a:lnTo>
                <a:close/>
                <a:lnTo>
                  <a:pt x="1273521" y="1389579"/>
                </a:lnTo>
                <a:close/>
                <a:lnTo>
                  <a:pt x="1278345" y="1389579"/>
                </a:lnTo>
                <a:close/>
                <a:lnTo>
                  <a:pt x="1283169" y="1389579"/>
                </a:lnTo>
                <a:close/>
                <a:lnTo>
                  <a:pt x="1287993" y="1389579"/>
                </a:lnTo>
                <a:close/>
                <a:lnTo>
                  <a:pt x="1292816" y="1389579"/>
                </a:lnTo>
                <a:close/>
                <a:lnTo>
                  <a:pt x="1297640" y="1389579"/>
                </a:lnTo>
                <a:close/>
                <a:lnTo>
                  <a:pt x="1302464" y="1389579"/>
                </a:lnTo>
                <a:close/>
                <a:lnTo>
                  <a:pt x="1307288" y="1389579"/>
                </a:lnTo>
                <a:close/>
                <a:lnTo>
                  <a:pt x="1312112" y="1389579"/>
                </a:lnTo>
                <a:close/>
                <a:lnTo>
                  <a:pt x="1316936" y="1389579"/>
                </a:lnTo>
                <a:close/>
                <a:lnTo>
                  <a:pt x="1321760" y="1389579"/>
                </a:lnTo>
                <a:close/>
                <a:lnTo>
                  <a:pt x="1326584" y="1389579"/>
                </a:lnTo>
                <a:close/>
                <a:lnTo>
                  <a:pt x="1331408" y="1389579"/>
                </a:lnTo>
                <a:close/>
                <a:lnTo>
                  <a:pt x="1336232" y="1389579"/>
                </a:lnTo>
                <a:close/>
                <a:lnTo>
                  <a:pt x="1341056" y="1389579"/>
                </a:lnTo>
                <a:close/>
                <a:lnTo>
                  <a:pt x="1345880" y="1389579"/>
                </a:lnTo>
                <a:close/>
                <a:lnTo>
                  <a:pt x="1350704" y="1389579"/>
                </a:lnTo>
                <a:close/>
                <a:lnTo>
                  <a:pt x="1355528" y="1389579"/>
                </a:lnTo>
                <a:close/>
                <a:lnTo>
                  <a:pt x="1360352" y="1389579"/>
                </a:lnTo>
                <a:close/>
                <a:lnTo>
                  <a:pt x="1365176" y="1389579"/>
                </a:lnTo>
                <a:close/>
                <a:lnTo>
                  <a:pt x="1370000" y="1389579"/>
                </a:lnTo>
                <a:close/>
                <a:lnTo>
                  <a:pt x="1374823" y="1389579"/>
                </a:lnTo>
                <a:close/>
                <a:lnTo>
                  <a:pt x="1379647" y="1389579"/>
                </a:lnTo>
                <a:close/>
                <a:lnTo>
                  <a:pt x="1384471" y="1389579"/>
                </a:lnTo>
                <a:close/>
                <a:lnTo>
                  <a:pt x="1389295" y="1389579"/>
                </a:lnTo>
                <a:close/>
                <a:lnTo>
                  <a:pt x="1394119" y="1389579"/>
                </a:lnTo>
                <a:close/>
                <a:lnTo>
                  <a:pt x="1398943" y="1389579"/>
                </a:lnTo>
                <a:close/>
                <a:lnTo>
                  <a:pt x="1403767" y="1389579"/>
                </a:lnTo>
                <a:close/>
                <a:lnTo>
                  <a:pt x="1408591" y="1389579"/>
                </a:lnTo>
                <a:close/>
                <a:lnTo>
                  <a:pt x="1413415" y="1389579"/>
                </a:lnTo>
                <a:close/>
                <a:lnTo>
                  <a:pt x="1418239" y="1389579"/>
                </a:lnTo>
                <a:close/>
                <a:lnTo>
                  <a:pt x="1423063" y="1389579"/>
                </a:lnTo>
                <a:close/>
                <a:lnTo>
                  <a:pt x="1427887" y="1389579"/>
                </a:lnTo>
                <a:close/>
                <a:lnTo>
                  <a:pt x="1432711" y="1389579"/>
                </a:lnTo>
                <a:close/>
                <a:lnTo>
                  <a:pt x="1437535" y="1389579"/>
                </a:lnTo>
                <a:close/>
                <a:lnTo>
                  <a:pt x="1442359" y="1389579"/>
                </a:lnTo>
                <a:close/>
                <a:lnTo>
                  <a:pt x="1447183" y="1389579"/>
                </a:lnTo>
                <a:close/>
                <a:lnTo>
                  <a:pt x="1452007" y="1389579"/>
                </a:lnTo>
                <a:close/>
                <a:lnTo>
                  <a:pt x="1456831" y="1389579"/>
                </a:lnTo>
                <a:close/>
                <a:lnTo>
                  <a:pt x="1461654" y="1389579"/>
                </a:lnTo>
                <a:close/>
                <a:lnTo>
                  <a:pt x="1466478" y="1389579"/>
                </a:lnTo>
                <a:close/>
                <a:lnTo>
                  <a:pt x="1471302" y="1389579"/>
                </a:lnTo>
                <a:close/>
                <a:lnTo>
                  <a:pt x="1476126" y="1389579"/>
                </a:lnTo>
                <a:close/>
                <a:lnTo>
                  <a:pt x="1480950" y="1389579"/>
                </a:lnTo>
                <a:close/>
                <a:lnTo>
                  <a:pt x="1485774" y="1389579"/>
                </a:lnTo>
                <a:close/>
                <a:lnTo>
                  <a:pt x="1490598" y="1389579"/>
                </a:lnTo>
                <a:close/>
                <a:lnTo>
                  <a:pt x="1495422" y="1389579"/>
                </a:lnTo>
                <a:close/>
                <a:lnTo>
                  <a:pt x="1500246" y="1389579"/>
                </a:lnTo>
                <a:close/>
                <a:lnTo>
                  <a:pt x="1505070" y="1389579"/>
                </a:lnTo>
                <a:close/>
                <a:lnTo>
                  <a:pt x="1509894" y="1389579"/>
                </a:lnTo>
                <a:close/>
                <a:lnTo>
                  <a:pt x="1514718" y="1389579"/>
                </a:lnTo>
                <a:close/>
                <a:lnTo>
                  <a:pt x="1519542" y="1389579"/>
                </a:lnTo>
                <a:close/>
                <a:lnTo>
                  <a:pt x="1524366" y="1389579"/>
                </a:lnTo>
                <a:close/>
                <a:lnTo>
                  <a:pt x="1529190" y="1389579"/>
                </a:lnTo>
                <a:close/>
                <a:lnTo>
                  <a:pt x="1534014" y="1389579"/>
                </a:lnTo>
                <a:close/>
                <a:lnTo>
                  <a:pt x="1538838" y="1389579"/>
                </a:lnTo>
                <a:close/>
                <a:lnTo>
                  <a:pt x="1543661" y="1389579"/>
                </a:lnTo>
                <a:close/>
                <a:lnTo>
                  <a:pt x="1548485" y="1389579"/>
                </a:lnTo>
                <a:close/>
                <a:lnTo>
                  <a:pt x="1553309" y="1389579"/>
                </a:lnTo>
                <a:close/>
                <a:lnTo>
                  <a:pt x="1558133" y="1389579"/>
                </a:lnTo>
                <a:close/>
                <a:lnTo>
                  <a:pt x="1562957" y="1389579"/>
                </a:lnTo>
                <a:close/>
                <a:lnTo>
                  <a:pt x="1567781" y="1389579"/>
                </a:lnTo>
                <a:close/>
                <a:lnTo>
                  <a:pt x="1572605" y="1389579"/>
                </a:lnTo>
                <a:close/>
                <a:lnTo>
                  <a:pt x="1577429" y="1389579"/>
                </a:lnTo>
                <a:close/>
                <a:lnTo>
                  <a:pt x="1582253" y="1389579"/>
                </a:lnTo>
                <a:close/>
                <a:lnTo>
                  <a:pt x="1587077" y="1389579"/>
                </a:lnTo>
                <a:close/>
                <a:lnTo>
                  <a:pt x="1591901" y="1389579"/>
                </a:lnTo>
                <a:close/>
                <a:lnTo>
                  <a:pt x="1596725" y="1389579"/>
                </a:lnTo>
                <a:close/>
                <a:lnTo>
                  <a:pt x="1601549" y="1389579"/>
                </a:lnTo>
                <a:close/>
                <a:lnTo>
                  <a:pt x="1606373" y="1389579"/>
                </a:lnTo>
                <a:close/>
                <a:lnTo>
                  <a:pt x="1611197" y="1389579"/>
                </a:lnTo>
                <a:close/>
                <a:lnTo>
                  <a:pt x="1616021" y="1389579"/>
                </a:lnTo>
                <a:close/>
                <a:lnTo>
                  <a:pt x="1620845" y="1389579"/>
                </a:lnTo>
                <a:close/>
                <a:lnTo>
                  <a:pt x="1625668" y="1389579"/>
                </a:lnTo>
                <a:close/>
                <a:lnTo>
                  <a:pt x="1630492" y="1389579"/>
                </a:lnTo>
                <a:close/>
                <a:lnTo>
                  <a:pt x="1635316" y="1389579"/>
                </a:lnTo>
                <a:close/>
                <a:lnTo>
                  <a:pt x="1640140" y="1389579"/>
                </a:lnTo>
                <a:close/>
                <a:lnTo>
                  <a:pt x="1644964" y="1389579"/>
                </a:lnTo>
                <a:close/>
                <a:lnTo>
                  <a:pt x="1649788" y="1389579"/>
                </a:lnTo>
                <a:close/>
                <a:lnTo>
                  <a:pt x="1654612" y="1389579"/>
                </a:lnTo>
                <a:close/>
                <a:lnTo>
                  <a:pt x="1659436" y="1389579"/>
                </a:lnTo>
                <a:close/>
                <a:lnTo>
                  <a:pt x="1664260" y="1389579"/>
                </a:lnTo>
                <a:close/>
                <a:lnTo>
                  <a:pt x="1669084" y="1389579"/>
                </a:lnTo>
                <a:close/>
                <a:lnTo>
                  <a:pt x="1673908" y="1389578"/>
                </a:lnTo>
                <a:close/>
                <a:lnTo>
                  <a:pt x="1678732" y="1389577"/>
                </a:lnTo>
                <a:close/>
                <a:lnTo>
                  <a:pt x="1683556" y="1389574"/>
                </a:lnTo>
                <a:close/>
                <a:lnTo>
                  <a:pt x="1688380" y="1389570"/>
                </a:lnTo>
                <a:close/>
                <a:lnTo>
                  <a:pt x="1693204" y="1389561"/>
                </a:lnTo>
                <a:close/>
                <a:lnTo>
                  <a:pt x="1698028" y="1389547"/>
                </a:lnTo>
                <a:close/>
                <a:lnTo>
                  <a:pt x="1702852" y="1389522"/>
                </a:lnTo>
                <a:close/>
                <a:lnTo>
                  <a:pt x="1707675" y="1389479"/>
                </a:lnTo>
                <a:close/>
                <a:lnTo>
                  <a:pt x="1712499" y="1389409"/>
                </a:lnTo>
                <a:close/>
                <a:lnTo>
                  <a:pt x="1717323" y="1389298"/>
                </a:lnTo>
                <a:close/>
                <a:lnTo>
                  <a:pt x="1722147" y="1389125"/>
                </a:lnTo>
                <a:close/>
                <a:lnTo>
                  <a:pt x="1726971" y="1388862"/>
                </a:lnTo>
                <a:close/>
                <a:lnTo>
                  <a:pt x="1731795" y="1388474"/>
                </a:lnTo>
                <a:close/>
                <a:lnTo>
                  <a:pt x="1736619" y="1387915"/>
                </a:lnTo>
                <a:close/>
                <a:lnTo>
                  <a:pt x="1741443" y="1387130"/>
                </a:lnTo>
                <a:close/>
                <a:lnTo>
                  <a:pt x="1746267" y="1386057"/>
                </a:lnTo>
                <a:close/>
                <a:lnTo>
                  <a:pt x="1751091" y="1384625"/>
                </a:lnTo>
                <a:close/>
                <a:lnTo>
                  <a:pt x="1755915" y="1382766"/>
                </a:lnTo>
                <a:close/>
                <a:lnTo>
                  <a:pt x="1760739" y="1380411"/>
                </a:lnTo>
                <a:close/>
                <a:lnTo>
                  <a:pt x="1765563" y="1377503"/>
                </a:lnTo>
                <a:close/>
                <a:lnTo>
                  <a:pt x="1770387" y="1374001"/>
                </a:lnTo>
                <a:close/>
                <a:lnTo>
                  <a:pt x="1775211" y="1369886"/>
                </a:lnTo>
                <a:close/>
                <a:lnTo>
                  <a:pt x="1780035" y="1365165"/>
                </a:lnTo>
                <a:close/>
                <a:lnTo>
                  <a:pt x="1784859" y="1359870"/>
                </a:lnTo>
                <a:close/>
                <a:lnTo>
                  <a:pt x="1789683" y="1354061"/>
                </a:lnTo>
                <a:close/>
                <a:lnTo>
                  <a:pt x="1794506" y="1347813"/>
                </a:lnTo>
                <a:close/>
                <a:lnTo>
                  <a:pt x="1799330" y="1341210"/>
                </a:lnTo>
                <a:close/>
                <a:lnTo>
                  <a:pt x="1804154" y="1334335"/>
                </a:lnTo>
                <a:close/>
                <a:lnTo>
                  <a:pt x="1808978" y="1327257"/>
                </a:lnTo>
                <a:close/>
                <a:lnTo>
                  <a:pt x="1813802" y="1320022"/>
                </a:lnTo>
                <a:close/>
                <a:lnTo>
                  <a:pt x="1818626" y="1312645"/>
                </a:lnTo>
                <a:close/>
                <a:lnTo>
                  <a:pt x="1823450" y="1305109"/>
                </a:lnTo>
                <a:close/>
                <a:lnTo>
                  <a:pt x="1828274" y="1297365"/>
                </a:lnTo>
                <a:close/>
                <a:lnTo>
                  <a:pt x="1833098" y="1289341"/>
                </a:lnTo>
                <a:close/>
                <a:lnTo>
                  <a:pt x="1837922" y="1280949"/>
                </a:lnTo>
                <a:close/>
                <a:lnTo>
                  <a:pt x="1842746" y="1272096"/>
                </a:lnTo>
                <a:close/>
                <a:lnTo>
                  <a:pt x="1847570" y="1262690"/>
                </a:lnTo>
                <a:close/>
                <a:lnTo>
                  <a:pt x="1852394" y="1252652"/>
                </a:lnTo>
                <a:close/>
                <a:lnTo>
                  <a:pt x="1857218" y="1241912"/>
                </a:lnTo>
                <a:close/>
                <a:lnTo>
                  <a:pt x="1862042" y="1230411"/>
                </a:lnTo>
                <a:close/>
                <a:lnTo>
                  <a:pt x="1866866" y="1218096"/>
                </a:lnTo>
                <a:close/>
                <a:lnTo>
                  <a:pt x="1871690" y="1204915"/>
                </a:lnTo>
                <a:close/>
                <a:lnTo>
                  <a:pt x="1876513" y="1190808"/>
                </a:lnTo>
                <a:close/>
                <a:lnTo>
                  <a:pt x="1881337" y="1175710"/>
                </a:lnTo>
                <a:close/>
                <a:lnTo>
                  <a:pt x="1886161" y="1159549"/>
                </a:lnTo>
                <a:close/>
                <a:lnTo>
                  <a:pt x="1890985" y="1142254"/>
                </a:lnTo>
                <a:close/>
                <a:lnTo>
                  <a:pt x="1895809" y="1123765"/>
                </a:lnTo>
                <a:close/>
                <a:lnTo>
                  <a:pt x="1900633" y="1104048"/>
                </a:lnTo>
                <a:close/>
                <a:lnTo>
                  <a:pt x="1905457" y="1083103"/>
                </a:lnTo>
                <a:close/>
                <a:lnTo>
                  <a:pt x="1910281" y="1060971"/>
                </a:lnTo>
                <a:close/>
                <a:lnTo>
                  <a:pt x="1915105" y="1037738"/>
                </a:lnTo>
                <a:close/>
                <a:lnTo>
                  <a:pt x="1919929" y="1013528"/>
                </a:lnTo>
                <a:close/>
                <a:lnTo>
                  <a:pt x="1924753" y="988493"/>
                </a:lnTo>
                <a:close/>
                <a:lnTo>
                  <a:pt x="1929577" y="962794"/>
                </a:lnTo>
                <a:close/>
                <a:lnTo>
                  <a:pt x="1934401" y="936590"/>
                </a:lnTo>
                <a:close/>
                <a:lnTo>
                  <a:pt x="1939225" y="910024"/>
                </a:lnTo>
                <a:close/>
                <a:lnTo>
                  <a:pt x="1944049" y="883219"/>
                </a:lnTo>
                <a:close/>
                <a:lnTo>
                  <a:pt x="1948873" y="856275"/>
                </a:lnTo>
                <a:close/>
                <a:lnTo>
                  <a:pt x="1953697" y="829279"/>
                </a:lnTo>
                <a:close/>
                <a:lnTo>
                  <a:pt x="1958520" y="802317"/>
                </a:lnTo>
                <a:close/>
                <a:lnTo>
                  <a:pt x="1963344" y="775487"/>
                </a:lnTo>
                <a:close/>
                <a:lnTo>
                  <a:pt x="1968168" y="748907"/>
                </a:lnTo>
                <a:close/>
                <a:lnTo>
                  <a:pt x="1972992" y="722726"/>
                </a:lnTo>
                <a:close/>
                <a:lnTo>
                  <a:pt x="1977816" y="697118"/>
                </a:lnTo>
                <a:close/>
                <a:lnTo>
                  <a:pt x="1982640" y="672281"/>
                </a:lnTo>
                <a:close/>
                <a:lnTo>
                  <a:pt x="1987464" y="648415"/>
                </a:lnTo>
                <a:close/>
                <a:lnTo>
                  <a:pt x="1992288" y="625714"/>
                </a:lnTo>
                <a:close/>
                <a:lnTo>
                  <a:pt x="1997112" y="604340"/>
                </a:lnTo>
                <a:close/>
                <a:lnTo>
                  <a:pt x="2001936" y="584414"/>
                </a:lnTo>
                <a:close/>
                <a:lnTo>
                  <a:pt x="2006760" y="565997"/>
                </a:lnTo>
                <a:close/>
                <a:lnTo>
                  <a:pt x="2011584" y="549090"/>
                </a:lnTo>
                <a:close/>
                <a:lnTo>
                  <a:pt x="2016408" y="533632"/>
                </a:lnTo>
                <a:close/>
                <a:lnTo>
                  <a:pt x="2021232" y="519502"/>
                </a:lnTo>
                <a:close/>
                <a:lnTo>
                  <a:pt x="2026056" y="506533"/>
                </a:lnTo>
                <a:close/>
                <a:lnTo>
                  <a:pt x="2030880" y="494521"/>
                </a:lnTo>
                <a:close/>
                <a:lnTo>
                  <a:pt x="2035704" y="483236"/>
                </a:lnTo>
                <a:close/>
                <a:lnTo>
                  <a:pt x="2040527" y="472439"/>
                </a:lnTo>
                <a:close/>
                <a:lnTo>
                  <a:pt x="2045351" y="461888"/>
                </a:lnTo>
                <a:close/>
                <a:lnTo>
                  <a:pt x="2050175" y="451350"/>
                </a:lnTo>
                <a:close/>
                <a:lnTo>
                  <a:pt x="2054999" y="440614"/>
                </a:lnTo>
                <a:close/>
                <a:lnTo>
                  <a:pt x="2059823" y="429496"/>
                </a:lnTo>
                <a:close/>
                <a:lnTo>
                  <a:pt x="2064647" y="417852"/>
                </a:lnTo>
                <a:close/>
                <a:lnTo>
                  <a:pt x="2069471" y="405580"/>
                </a:lnTo>
                <a:close/>
                <a:lnTo>
                  <a:pt x="2074295" y="392629"/>
                </a:lnTo>
                <a:close/>
                <a:lnTo>
                  <a:pt x="2079119" y="378997"/>
                </a:lnTo>
                <a:close/>
                <a:lnTo>
                  <a:pt x="2083943" y="364727"/>
                </a:lnTo>
                <a:close/>
                <a:lnTo>
                  <a:pt x="2088767" y="349896"/>
                </a:lnTo>
                <a:close/>
                <a:lnTo>
                  <a:pt x="2093591" y="334605"/>
                </a:lnTo>
                <a:close/>
                <a:lnTo>
                  <a:pt x="2098415" y="318959"/>
                </a:lnTo>
                <a:close/>
                <a:lnTo>
                  <a:pt x="2103239" y="303050"/>
                </a:lnTo>
                <a:close/>
                <a:lnTo>
                  <a:pt x="2108063" y="286947"/>
                </a:lnTo>
                <a:close/>
                <a:lnTo>
                  <a:pt x="2112887" y="270685"/>
                </a:lnTo>
                <a:close/>
                <a:lnTo>
                  <a:pt x="2117711" y="254262"/>
                </a:lnTo>
                <a:close/>
                <a:lnTo>
                  <a:pt x="2122535" y="237648"/>
                </a:lnTo>
                <a:close/>
                <a:lnTo>
                  <a:pt x="2127358" y="220796"/>
                </a:lnTo>
                <a:close/>
                <a:lnTo>
                  <a:pt x="2132182" y="203657"/>
                </a:lnTo>
                <a:close/>
                <a:lnTo>
                  <a:pt x="2137006" y="186207"/>
                </a:lnTo>
                <a:close/>
                <a:lnTo>
                  <a:pt x="2141830" y="168458"/>
                </a:lnTo>
                <a:close/>
                <a:lnTo>
                  <a:pt x="2146654" y="150480"/>
                </a:lnTo>
                <a:close/>
                <a:lnTo>
                  <a:pt x="2151478" y="132409"/>
                </a:lnTo>
                <a:close/>
                <a:lnTo>
                  <a:pt x="2156302" y="114444"/>
                </a:lnTo>
                <a:close/>
                <a:lnTo>
                  <a:pt x="2161126" y="96842"/>
                </a:lnTo>
                <a:close/>
                <a:lnTo>
                  <a:pt x="2165950" y="79902"/>
                </a:lnTo>
                <a:close/>
                <a:lnTo>
                  <a:pt x="2170774" y="63939"/>
                </a:lnTo>
                <a:close/>
                <a:lnTo>
                  <a:pt x="2175598" y="49265"/>
                </a:lnTo>
                <a:close/>
                <a:lnTo>
                  <a:pt x="2180422" y="36162"/>
                </a:lnTo>
                <a:close/>
                <a:lnTo>
                  <a:pt x="2185246" y="24868"/>
                </a:lnTo>
                <a:close/>
                <a:lnTo>
                  <a:pt x="2190070" y="15565"/>
                </a:lnTo>
                <a:close/>
                <a:lnTo>
                  <a:pt x="2194894" y="8376"/>
                </a:lnTo>
                <a:close/>
                <a:lnTo>
                  <a:pt x="2199718" y="3371"/>
                </a:lnTo>
                <a:close/>
                <a:lnTo>
                  <a:pt x="2204542" y="579"/>
                </a:lnTo>
                <a:close/>
                <a:lnTo>
                  <a:pt x="2209365" y="0"/>
                </a:lnTo>
                <a:close/>
                <a:lnTo>
                  <a:pt x="2214189" y="1613"/>
                </a:lnTo>
                <a:close/>
                <a:lnTo>
                  <a:pt x="2219013" y="5393"/>
                </a:lnTo>
                <a:close/>
                <a:lnTo>
                  <a:pt x="2223837" y="11310"/>
                </a:lnTo>
                <a:close/>
                <a:lnTo>
                  <a:pt x="2228661" y="19331"/>
                </a:lnTo>
                <a:close/>
                <a:lnTo>
                  <a:pt x="2233485" y="29413"/>
                </a:lnTo>
                <a:close/>
                <a:lnTo>
                  <a:pt x="2238309" y="41498"/>
                </a:lnTo>
                <a:close/>
                <a:lnTo>
                  <a:pt x="2243133" y="55506"/>
                </a:lnTo>
                <a:close/>
                <a:lnTo>
                  <a:pt x="2247957" y="71318"/>
                </a:lnTo>
                <a:close/>
                <a:lnTo>
                  <a:pt x="2252781" y="88779"/>
                </a:lnTo>
                <a:close/>
                <a:lnTo>
                  <a:pt x="2257605" y="107688"/>
                </a:lnTo>
                <a:close/>
                <a:lnTo>
                  <a:pt x="2262429" y="127803"/>
                </a:lnTo>
                <a:close/>
                <a:lnTo>
                  <a:pt x="2267253" y="148844"/>
                </a:lnTo>
                <a:close/>
                <a:lnTo>
                  <a:pt x="2272077" y="170502"/>
                </a:lnTo>
                <a:close/>
                <a:lnTo>
                  <a:pt x="2276901" y="192454"/>
                </a:lnTo>
                <a:close/>
                <a:lnTo>
                  <a:pt x="2281725" y="214373"/>
                </a:lnTo>
                <a:close/>
                <a:lnTo>
                  <a:pt x="2286549" y="235947"/>
                </a:lnTo>
                <a:close/>
                <a:lnTo>
                  <a:pt x="2291372" y="256893"/>
                </a:lnTo>
                <a:close/>
                <a:lnTo>
                  <a:pt x="2296196" y="276975"/>
                </a:lnTo>
                <a:close/>
                <a:lnTo>
                  <a:pt x="2301020" y="296012"/>
                </a:lnTo>
                <a:close/>
                <a:lnTo>
                  <a:pt x="2305844" y="313895"/>
                </a:lnTo>
                <a:close/>
                <a:lnTo>
                  <a:pt x="2310668" y="330599"/>
                </a:lnTo>
                <a:close/>
                <a:lnTo>
                  <a:pt x="2315492" y="346181"/>
                </a:lnTo>
                <a:close/>
                <a:lnTo>
                  <a:pt x="2320316" y="360788"/>
                </a:lnTo>
                <a:close/>
                <a:lnTo>
                  <a:pt x="2325140" y="374648"/>
                </a:lnTo>
                <a:close/>
                <a:lnTo>
                  <a:pt x="2329964" y="388060"/>
                </a:lnTo>
                <a:close/>
                <a:lnTo>
                  <a:pt x="2334788" y="401370"/>
                </a:lnTo>
                <a:close/>
                <a:lnTo>
                  <a:pt x="2339612" y="414953"/>
                </a:lnTo>
                <a:close/>
                <a:lnTo>
                  <a:pt x="2344436" y="429176"/>
                </a:lnTo>
                <a:close/>
                <a:lnTo>
                  <a:pt x="2349260" y="444377"/>
                </a:lnTo>
                <a:close/>
                <a:lnTo>
                  <a:pt x="2354084" y="460836"/>
                </a:lnTo>
                <a:close/>
                <a:lnTo>
                  <a:pt x="2358908" y="478757"/>
                </a:lnTo>
                <a:close/>
                <a:lnTo>
                  <a:pt x="2363732" y="498257"/>
                </a:lnTo>
                <a:close/>
                <a:lnTo>
                  <a:pt x="2368556" y="519366"/>
                </a:lnTo>
                <a:close/>
                <a:lnTo>
                  <a:pt x="2373379" y="542032"/>
                </a:lnTo>
                <a:close/>
                <a:lnTo>
                  <a:pt x="2378203" y="566135"/>
                </a:lnTo>
                <a:close/>
                <a:lnTo>
                  <a:pt x="2383027" y="591507"/>
                </a:lnTo>
                <a:close/>
                <a:lnTo>
                  <a:pt x="2387851" y="617954"/>
                </a:lnTo>
                <a:close/>
                <a:lnTo>
                  <a:pt x="2392675" y="645271"/>
                </a:lnTo>
                <a:close/>
                <a:lnTo>
                  <a:pt x="2397499" y="673259"/>
                </a:lnTo>
                <a:close/>
                <a:lnTo>
                  <a:pt x="2402323" y="701737"/>
                </a:lnTo>
                <a:close/>
                <a:lnTo>
                  <a:pt x="2407147" y="730549"/>
                </a:lnTo>
                <a:close/>
                <a:lnTo>
                  <a:pt x="2411971" y="759557"/>
                </a:lnTo>
                <a:close/>
                <a:lnTo>
                  <a:pt x="2416795" y="788644"/>
                </a:lnTo>
                <a:close/>
                <a:lnTo>
                  <a:pt x="2421619" y="817702"/>
                </a:lnTo>
                <a:close/>
                <a:lnTo>
                  <a:pt x="2426443" y="846624"/>
                </a:lnTo>
                <a:close/>
                <a:lnTo>
                  <a:pt x="2431267" y="875297"/>
                </a:lnTo>
                <a:close/>
                <a:lnTo>
                  <a:pt x="2436091" y="903598"/>
                </a:lnTo>
                <a:close/>
                <a:lnTo>
                  <a:pt x="2440915" y="931387"/>
                </a:lnTo>
                <a:close/>
                <a:lnTo>
                  <a:pt x="2445739" y="958510"/>
                </a:lnTo>
                <a:close/>
                <a:lnTo>
                  <a:pt x="2450563" y="984809"/>
                </a:lnTo>
                <a:close/>
                <a:lnTo>
                  <a:pt x="2455387" y="1010121"/>
                </a:lnTo>
                <a:close/>
                <a:lnTo>
                  <a:pt x="2460210" y="1034297"/>
                </a:lnTo>
                <a:close/>
                <a:lnTo>
                  <a:pt x="2465034" y="1057207"/>
                </a:lnTo>
                <a:close/>
                <a:lnTo>
                  <a:pt x="2469858" y="1078752"/>
                </a:lnTo>
                <a:close/>
                <a:lnTo>
                  <a:pt x="2474682" y="1098869"/>
                </a:lnTo>
                <a:close/>
                <a:lnTo>
                  <a:pt x="2479506" y="1117541"/>
                </a:lnTo>
                <a:close/>
                <a:lnTo>
                  <a:pt x="2484330" y="1134792"/>
                </a:lnTo>
                <a:close/>
                <a:lnTo>
                  <a:pt x="2489154" y="1150684"/>
                </a:lnTo>
                <a:close/>
                <a:lnTo>
                  <a:pt x="2493978" y="1165314"/>
                </a:lnTo>
                <a:close/>
                <a:lnTo>
                  <a:pt x="2498802" y="1178803"/>
                </a:lnTo>
                <a:close/>
                <a:lnTo>
                  <a:pt x="2503626" y="1191281"/>
                </a:lnTo>
                <a:close/>
                <a:lnTo>
                  <a:pt x="2508450" y="1202880"/>
                </a:lnTo>
                <a:close/>
                <a:lnTo>
                  <a:pt x="2513274" y="1213720"/>
                </a:lnTo>
                <a:close/>
                <a:lnTo>
                  <a:pt x="2518098" y="1223900"/>
                </a:lnTo>
                <a:close/>
                <a:lnTo>
                  <a:pt x="2522922" y="1233490"/>
                </a:lnTo>
                <a:close/>
                <a:lnTo>
                  <a:pt x="2527746" y="1242528"/>
                </a:lnTo>
                <a:close/>
                <a:lnTo>
                  <a:pt x="2532570" y="1251022"/>
                </a:lnTo>
                <a:close/>
                <a:lnTo>
                  <a:pt x="2537394" y="1258953"/>
                </a:lnTo>
                <a:close/>
                <a:lnTo>
                  <a:pt x="2542217" y="1266280"/>
                </a:lnTo>
                <a:close/>
                <a:lnTo>
                  <a:pt x="2547041" y="1272955"/>
                </a:lnTo>
                <a:close/>
                <a:lnTo>
                  <a:pt x="2551865" y="1278928"/>
                </a:lnTo>
                <a:close/>
                <a:lnTo>
                  <a:pt x="2556689" y="1284165"/>
                </a:lnTo>
                <a:close/>
                <a:lnTo>
                  <a:pt x="2561513" y="1288654"/>
                </a:lnTo>
                <a:close/>
                <a:lnTo>
                  <a:pt x="2566337" y="1292416"/>
                </a:lnTo>
                <a:close/>
                <a:lnTo>
                  <a:pt x="2571161" y="1295505"/>
                </a:lnTo>
                <a:close/>
                <a:lnTo>
                  <a:pt x="2575985" y="1298011"/>
                </a:lnTo>
                <a:close/>
                <a:lnTo>
                  <a:pt x="2580809" y="1300057"/>
                </a:lnTo>
                <a:close/>
                <a:lnTo>
                  <a:pt x="2585633" y="1301786"/>
                </a:lnTo>
                <a:close/>
                <a:lnTo>
                  <a:pt x="2590457" y="1303353"/>
                </a:lnTo>
                <a:close/>
                <a:lnTo>
                  <a:pt x="2595281" y="1304913"/>
                </a:lnTo>
                <a:close/>
                <a:lnTo>
                  <a:pt x="2600105" y="1306606"/>
                </a:lnTo>
                <a:close/>
                <a:lnTo>
                  <a:pt x="2604929" y="1308548"/>
                </a:lnTo>
                <a:close/>
                <a:lnTo>
                  <a:pt x="2609753" y="1310821"/>
                </a:lnTo>
                <a:close/>
                <a:lnTo>
                  <a:pt x="2614577" y="1313470"/>
                </a:lnTo>
                <a:close/>
                <a:lnTo>
                  <a:pt x="2619401" y="1316497"/>
                </a:lnTo>
                <a:close/>
                <a:lnTo>
                  <a:pt x="2624224" y="1319869"/>
                </a:lnTo>
                <a:close/>
                <a:lnTo>
                  <a:pt x="2629048" y="1323518"/>
                </a:lnTo>
                <a:close/>
                <a:lnTo>
                  <a:pt x="2633872" y="1327349"/>
                </a:lnTo>
                <a:close/>
                <a:lnTo>
                  <a:pt x="2638696" y="1331251"/>
                </a:lnTo>
                <a:close/>
                <a:lnTo>
                  <a:pt x="2643520" y="1335100"/>
                </a:lnTo>
                <a:close/>
                <a:lnTo>
                  <a:pt x="2648344" y="1338776"/>
                </a:lnTo>
                <a:close/>
                <a:lnTo>
                  <a:pt x="2653168" y="1342167"/>
                </a:lnTo>
                <a:close/>
                <a:lnTo>
                  <a:pt x="2657992" y="1345178"/>
                </a:lnTo>
                <a:close/>
                <a:lnTo>
                  <a:pt x="2662816" y="1347743"/>
                </a:lnTo>
                <a:close/>
                <a:lnTo>
                  <a:pt x="2667640" y="1349825"/>
                </a:lnTo>
                <a:close/>
                <a:lnTo>
                  <a:pt x="2672464" y="1351423"/>
                </a:lnTo>
                <a:close/>
                <a:lnTo>
                  <a:pt x="2677288" y="1352575"/>
                </a:lnTo>
                <a:close/>
                <a:lnTo>
                  <a:pt x="2682112" y="1353350"/>
                </a:lnTo>
                <a:close/>
                <a:lnTo>
                  <a:pt x="2686936" y="1353845"/>
                </a:lnTo>
                <a:close/>
                <a:lnTo>
                  <a:pt x="2691760" y="1354175"/>
                </a:lnTo>
                <a:close/>
                <a:lnTo>
                  <a:pt x="2696584" y="1354464"/>
                </a:lnTo>
                <a:close/>
                <a:lnTo>
                  <a:pt x="2701408" y="1354831"/>
                </a:lnTo>
                <a:close/>
                <a:lnTo>
                  <a:pt x="2706231" y="1355376"/>
                </a:lnTo>
                <a:close/>
                <a:lnTo>
                  <a:pt x="2711055" y="1356177"/>
                </a:lnTo>
                <a:close/>
                <a:lnTo>
                  <a:pt x="2715879" y="1357278"/>
                </a:lnTo>
                <a:close/>
                <a:lnTo>
                  <a:pt x="2720703" y="1358693"/>
                </a:lnTo>
                <a:close/>
                <a:lnTo>
                  <a:pt x="2725527" y="1360401"/>
                </a:lnTo>
                <a:close/>
                <a:lnTo>
                  <a:pt x="2730351" y="1362357"/>
                </a:lnTo>
                <a:close/>
                <a:lnTo>
                  <a:pt x="2735175" y="1364499"/>
                </a:lnTo>
                <a:close/>
                <a:lnTo>
                  <a:pt x="2739999" y="1366753"/>
                </a:lnTo>
                <a:close/>
                <a:lnTo>
                  <a:pt x="2744823" y="1369044"/>
                </a:lnTo>
                <a:close/>
                <a:lnTo>
                  <a:pt x="2749647" y="1371304"/>
                </a:lnTo>
                <a:close/>
                <a:lnTo>
                  <a:pt x="2754471" y="1373475"/>
                </a:lnTo>
                <a:close/>
                <a:lnTo>
                  <a:pt x="2759295" y="1375511"/>
                </a:lnTo>
                <a:close/>
                <a:lnTo>
                  <a:pt x="2764119" y="1377385"/>
                </a:lnTo>
                <a:close/>
                <a:lnTo>
                  <a:pt x="2768943" y="1379080"/>
                </a:lnTo>
                <a:close/>
                <a:lnTo>
                  <a:pt x="2773767" y="1380593"/>
                </a:lnTo>
                <a:close/>
                <a:lnTo>
                  <a:pt x="2778591" y="1381929"/>
                </a:lnTo>
                <a:close/>
                <a:lnTo>
                  <a:pt x="2783415" y="1383099"/>
                </a:lnTo>
                <a:close/>
                <a:lnTo>
                  <a:pt x="2788239" y="1384120"/>
                </a:lnTo>
                <a:close/>
                <a:lnTo>
                  <a:pt x="2793062" y="1385007"/>
                </a:lnTo>
                <a:close/>
                <a:lnTo>
                  <a:pt x="2797886" y="1385775"/>
                </a:lnTo>
                <a:close/>
                <a:lnTo>
                  <a:pt x="2802710" y="1386439"/>
                </a:lnTo>
                <a:close/>
                <a:lnTo>
                  <a:pt x="2807534" y="1387011"/>
                </a:lnTo>
                <a:close/>
                <a:lnTo>
                  <a:pt x="2812358" y="1387502"/>
                </a:lnTo>
                <a:close/>
                <a:lnTo>
                  <a:pt x="2817182" y="1387919"/>
                </a:lnTo>
                <a:close/>
                <a:lnTo>
                  <a:pt x="2822006" y="1388272"/>
                </a:lnTo>
                <a:close/>
                <a:lnTo>
                  <a:pt x="2826830" y="1388565"/>
                </a:lnTo>
                <a:close/>
                <a:lnTo>
                  <a:pt x="2831654" y="1388806"/>
                </a:lnTo>
                <a:close/>
                <a:lnTo>
                  <a:pt x="2836478" y="1389000"/>
                </a:lnTo>
                <a:close/>
                <a:lnTo>
                  <a:pt x="2841302" y="1389154"/>
                </a:lnTo>
                <a:close/>
                <a:lnTo>
                  <a:pt x="2846126" y="1389273"/>
                </a:lnTo>
                <a:close/>
                <a:lnTo>
                  <a:pt x="2850950" y="1389363"/>
                </a:lnTo>
                <a:close/>
                <a:lnTo>
                  <a:pt x="2855774" y="1389430"/>
                </a:lnTo>
                <a:close/>
                <a:lnTo>
                  <a:pt x="2860598" y="1389479"/>
                </a:lnTo>
                <a:close/>
                <a:lnTo>
                  <a:pt x="2865422" y="1389513"/>
                </a:lnTo>
                <a:close/>
                <a:lnTo>
                  <a:pt x="2870246" y="1389537"/>
                </a:lnTo>
                <a:close/>
                <a:lnTo>
                  <a:pt x="2875069" y="1389553"/>
                </a:lnTo>
                <a:close/>
                <a:lnTo>
                  <a:pt x="2879893" y="1389563"/>
                </a:lnTo>
                <a:close/>
                <a:lnTo>
                  <a:pt x="2884717" y="1389570"/>
                </a:lnTo>
                <a:close/>
                <a:lnTo>
                  <a:pt x="2889541" y="1389574"/>
                </a:lnTo>
                <a:close/>
                <a:lnTo>
                  <a:pt x="2889541" y="1389579"/>
                </a:lnTo>
                <a:close/>
                <a:lnTo>
                  <a:pt x="2889541" y="1389579"/>
                </a:lnTo>
                <a:close/>
                <a:lnTo>
                  <a:pt x="2884717" y="1389579"/>
                </a:lnTo>
                <a:close/>
                <a:lnTo>
                  <a:pt x="2879893" y="1389579"/>
                </a:lnTo>
                <a:close/>
                <a:lnTo>
                  <a:pt x="2875069" y="1389579"/>
                </a:lnTo>
                <a:close/>
                <a:lnTo>
                  <a:pt x="2870246" y="1389579"/>
                </a:lnTo>
                <a:close/>
                <a:lnTo>
                  <a:pt x="2865422" y="1389579"/>
                </a:lnTo>
                <a:close/>
                <a:lnTo>
                  <a:pt x="2860598" y="1389579"/>
                </a:lnTo>
                <a:close/>
                <a:lnTo>
                  <a:pt x="2855774" y="1389579"/>
                </a:lnTo>
                <a:close/>
                <a:lnTo>
                  <a:pt x="2850950" y="1389579"/>
                </a:lnTo>
                <a:close/>
                <a:lnTo>
                  <a:pt x="2846126" y="1389579"/>
                </a:lnTo>
                <a:close/>
                <a:lnTo>
                  <a:pt x="2841302" y="1389579"/>
                </a:lnTo>
                <a:close/>
                <a:lnTo>
                  <a:pt x="2836478" y="1389579"/>
                </a:lnTo>
                <a:close/>
                <a:lnTo>
                  <a:pt x="2831654" y="1389579"/>
                </a:lnTo>
                <a:close/>
                <a:lnTo>
                  <a:pt x="2826830" y="1389579"/>
                </a:lnTo>
                <a:close/>
                <a:lnTo>
                  <a:pt x="2822006" y="1389579"/>
                </a:lnTo>
                <a:close/>
                <a:lnTo>
                  <a:pt x="2817182" y="1389579"/>
                </a:lnTo>
                <a:close/>
                <a:lnTo>
                  <a:pt x="2812358" y="1389579"/>
                </a:lnTo>
                <a:close/>
                <a:lnTo>
                  <a:pt x="2807534" y="1389579"/>
                </a:lnTo>
                <a:close/>
                <a:lnTo>
                  <a:pt x="2802710" y="1389579"/>
                </a:lnTo>
                <a:close/>
                <a:lnTo>
                  <a:pt x="2797886" y="1389579"/>
                </a:lnTo>
                <a:close/>
                <a:lnTo>
                  <a:pt x="2793062" y="1389579"/>
                </a:lnTo>
                <a:close/>
                <a:lnTo>
                  <a:pt x="2788239" y="1389579"/>
                </a:lnTo>
                <a:close/>
                <a:lnTo>
                  <a:pt x="2783415" y="1389579"/>
                </a:lnTo>
                <a:close/>
                <a:lnTo>
                  <a:pt x="2778591" y="1389579"/>
                </a:lnTo>
                <a:close/>
                <a:lnTo>
                  <a:pt x="2773767" y="1389579"/>
                </a:lnTo>
                <a:close/>
                <a:lnTo>
                  <a:pt x="2768943" y="1389579"/>
                </a:lnTo>
                <a:close/>
                <a:lnTo>
                  <a:pt x="2764119" y="1389579"/>
                </a:lnTo>
                <a:close/>
                <a:lnTo>
                  <a:pt x="2759295" y="1389579"/>
                </a:lnTo>
                <a:close/>
                <a:lnTo>
                  <a:pt x="2754471" y="1389579"/>
                </a:lnTo>
                <a:close/>
                <a:lnTo>
                  <a:pt x="2749647" y="1389579"/>
                </a:lnTo>
                <a:close/>
                <a:lnTo>
                  <a:pt x="2744823" y="1389579"/>
                </a:lnTo>
                <a:close/>
                <a:lnTo>
                  <a:pt x="2739999" y="1389579"/>
                </a:lnTo>
                <a:close/>
                <a:lnTo>
                  <a:pt x="2735175" y="1389579"/>
                </a:lnTo>
                <a:close/>
                <a:lnTo>
                  <a:pt x="2730351" y="1389579"/>
                </a:lnTo>
                <a:close/>
                <a:lnTo>
                  <a:pt x="2725527" y="1389579"/>
                </a:lnTo>
                <a:close/>
                <a:lnTo>
                  <a:pt x="2720703" y="1389579"/>
                </a:lnTo>
                <a:close/>
                <a:lnTo>
                  <a:pt x="2715879" y="1389579"/>
                </a:lnTo>
                <a:close/>
                <a:lnTo>
                  <a:pt x="2711055" y="1389579"/>
                </a:lnTo>
                <a:close/>
                <a:lnTo>
                  <a:pt x="2706231" y="1389579"/>
                </a:lnTo>
                <a:close/>
                <a:lnTo>
                  <a:pt x="2701408" y="1389579"/>
                </a:lnTo>
                <a:close/>
                <a:lnTo>
                  <a:pt x="2696584" y="1389579"/>
                </a:lnTo>
                <a:close/>
                <a:lnTo>
                  <a:pt x="2691760" y="1389579"/>
                </a:lnTo>
                <a:close/>
                <a:lnTo>
                  <a:pt x="2686936" y="1389579"/>
                </a:lnTo>
                <a:close/>
                <a:lnTo>
                  <a:pt x="2682112" y="1389579"/>
                </a:lnTo>
                <a:close/>
                <a:lnTo>
                  <a:pt x="2677288" y="1389579"/>
                </a:lnTo>
                <a:close/>
                <a:lnTo>
                  <a:pt x="2672464" y="1389579"/>
                </a:lnTo>
                <a:close/>
                <a:lnTo>
                  <a:pt x="2667640" y="1389579"/>
                </a:lnTo>
                <a:close/>
                <a:lnTo>
                  <a:pt x="2662816" y="1389579"/>
                </a:lnTo>
                <a:close/>
                <a:lnTo>
                  <a:pt x="2657992" y="1389579"/>
                </a:lnTo>
                <a:close/>
                <a:lnTo>
                  <a:pt x="2653168" y="1389579"/>
                </a:lnTo>
                <a:close/>
                <a:lnTo>
                  <a:pt x="2648344" y="1389579"/>
                </a:lnTo>
                <a:close/>
                <a:lnTo>
                  <a:pt x="2643520" y="1389579"/>
                </a:lnTo>
                <a:close/>
                <a:lnTo>
                  <a:pt x="2638696" y="1389579"/>
                </a:lnTo>
                <a:close/>
                <a:lnTo>
                  <a:pt x="2633872" y="1389579"/>
                </a:lnTo>
                <a:close/>
                <a:lnTo>
                  <a:pt x="2629048" y="1389579"/>
                </a:lnTo>
                <a:close/>
                <a:lnTo>
                  <a:pt x="2624224" y="1389579"/>
                </a:lnTo>
                <a:close/>
                <a:lnTo>
                  <a:pt x="2619401" y="1389579"/>
                </a:lnTo>
                <a:close/>
                <a:lnTo>
                  <a:pt x="2614577" y="1389579"/>
                </a:lnTo>
                <a:close/>
                <a:lnTo>
                  <a:pt x="2609753" y="1389579"/>
                </a:lnTo>
                <a:close/>
                <a:lnTo>
                  <a:pt x="2604929" y="1389579"/>
                </a:lnTo>
                <a:close/>
                <a:lnTo>
                  <a:pt x="2600105" y="1389579"/>
                </a:lnTo>
                <a:close/>
                <a:lnTo>
                  <a:pt x="2595281" y="1389579"/>
                </a:lnTo>
                <a:close/>
                <a:lnTo>
                  <a:pt x="2590457" y="1389579"/>
                </a:lnTo>
                <a:close/>
                <a:lnTo>
                  <a:pt x="2585633" y="1389579"/>
                </a:lnTo>
                <a:close/>
                <a:lnTo>
                  <a:pt x="2580809" y="1389579"/>
                </a:lnTo>
                <a:close/>
                <a:lnTo>
                  <a:pt x="2575985" y="1389579"/>
                </a:lnTo>
                <a:close/>
                <a:lnTo>
                  <a:pt x="2571161" y="1389579"/>
                </a:lnTo>
                <a:close/>
                <a:lnTo>
                  <a:pt x="2566337" y="1389579"/>
                </a:lnTo>
                <a:close/>
                <a:lnTo>
                  <a:pt x="2561513" y="1389579"/>
                </a:lnTo>
                <a:close/>
                <a:lnTo>
                  <a:pt x="2556689" y="1389579"/>
                </a:lnTo>
                <a:close/>
                <a:lnTo>
                  <a:pt x="2551865" y="1389579"/>
                </a:lnTo>
                <a:close/>
                <a:lnTo>
                  <a:pt x="2547041" y="1389579"/>
                </a:lnTo>
                <a:close/>
                <a:lnTo>
                  <a:pt x="2542217" y="1389579"/>
                </a:lnTo>
                <a:close/>
                <a:lnTo>
                  <a:pt x="2537394" y="1389579"/>
                </a:lnTo>
                <a:close/>
                <a:lnTo>
                  <a:pt x="2532570" y="1389579"/>
                </a:lnTo>
                <a:close/>
                <a:lnTo>
                  <a:pt x="2527746" y="1389579"/>
                </a:lnTo>
                <a:close/>
                <a:lnTo>
                  <a:pt x="2522922" y="1389579"/>
                </a:lnTo>
                <a:close/>
                <a:lnTo>
                  <a:pt x="2518098" y="1389579"/>
                </a:lnTo>
                <a:close/>
                <a:lnTo>
                  <a:pt x="2513274" y="1389579"/>
                </a:lnTo>
                <a:close/>
                <a:lnTo>
                  <a:pt x="2508450" y="1389579"/>
                </a:lnTo>
                <a:close/>
                <a:lnTo>
                  <a:pt x="2503626" y="1389579"/>
                </a:lnTo>
                <a:close/>
                <a:lnTo>
                  <a:pt x="2498802" y="1389579"/>
                </a:lnTo>
                <a:close/>
                <a:lnTo>
                  <a:pt x="2493978" y="1389579"/>
                </a:lnTo>
                <a:close/>
                <a:lnTo>
                  <a:pt x="2489154" y="1389579"/>
                </a:lnTo>
                <a:close/>
                <a:lnTo>
                  <a:pt x="2484330" y="1389579"/>
                </a:lnTo>
                <a:close/>
                <a:lnTo>
                  <a:pt x="2479506" y="1389579"/>
                </a:lnTo>
                <a:close/>
                <a:lnTo>
                  <a:pt x="2474682" y="1389579"/>
                </a:lnTo>
                <a:close/>
                <a:lnTo>
                  <a:pt x="2469858" y="1389579"/>
                </a:lnTo>
                <a:close/>
                <a:lnTo>
                  <a:pt x="2465034" y="1389579"/>
                </a:lnTo>
                <a:close/>
                <a:lnTo>
                  <a:pt x="2460210" y="1389579"/>
                </a:lnTo>
                <a:close/>
                <a:lnTo>
                  <a:pt x="2455387" y="1389579"/>
                </a:lnTo>
                <a:close/>
                <a:lnTo>
                  <a:pt x="2450563" y="1389579"/>
                </a:lnTo>
                <a:close/>
                <a:lnTo>
                  <a:pt x="2445739" y="1389579"/>
                </a:lnTo>
                <a:close/>
                <a:lnTo>
                  <a:pt x="2440915" y="1389579"/>
                </a:lnTo>
                <a:close/>
                <a:lnTo>
                  <a:pt x="2436091" y="1389579"/>
                </a:lnTo>
                <a:close/>
                <a:lnTo>
                  <a:pt x="2431267" y="1389579"/>
                </a:lnTo>
                <a:close/>
                <a:lnTo>
                  <a:pt x="2426443" y="1389579"/>
                </a:lnTo>
                <a:close/>
                <a:lnTo>
                  <a:pt x="2421619" y="1389579"/>
                </a:lnTo>
                <a:close/>
                <a:lnTo>
                  <a:pt x="2416795" y="1389579"/>
                </a:lnTo>
                <a:close/>
                <a:lnTo>
                  <a:pt x="2411971" y="1389579"/>
                </a:lnTo>
                <a:close/>
                <a:lnTo>
                  <a:pt x="2407147" y="1389579"/>
                </a:lnTo>
                <a:close/>
                <a:lnTo>
                  <a:pt x="2402323" y="1389579"/>
                </a:lnTo>
                <a:close/>
                <a:lnTo>
                  <a:pt x="2397499" y="1389579"/>
                </a:lnTo>
                <a:close/>
                <a:lnTo>
                  <a:pt x="2392675" y="1389579"/>
                </a:lnTo>
                <a:close/>
                <a:lnTo>
                  <a:pt x="2387851" y="1389579"/>
                </a:lnTo>
                <a:close/>
                <a:lnTo>
                  <a:pt x="2383027" y="1389579"/>
                </a:lnTo>
                <a:close/>
                <a:lnTo>
                  <a:pt x="2378203" y="1389579"/>
                </a:lnTo>
                <a:close/>
                <a:lnTo>
                  <a:pt x="2373379" y="1389579"/>
                </a:lnTo>
                <a:close/>
                <a:lnTo>
                  <a:pt x="2368556" y="1389579"/>
                </a:lnTo>
                <a:close/>
                <a:lnTo>
                  <a:pt x="2363732" y="1389579"/>
                </a:lnTo>
                <a:close/>
                <a:lnTo>
                  <a:pt x="2358908" y="1389579"/>
                </a:lnTo>
                <a:close/>
                <a:lnTo>
                  <a:pt x="2354084" y="1389579"/>
                </a:lnTo>
                <a:close/>
                <a:lnTo>
                  <a:pt x="2349260" y="1389579"/>
                </a:lnTo>
                <a:close/>
                <a:lnTo>
                  <a:pt x="2344436" y="1389579"/>
                </a:lnTo>
                <a:close/>
                <a:lnTo>
                  <a:pt x="2339612" y="1389579"/>
                </a:lnTo>
                <a:close/>
                <a:lnTo>
                  <a:pt x="2334788" y="1389579"/>
                </a:lnTo>
                <a:close/>
                <a:lnTo>
                  <a:pt x="2329964" y="1389579"/>
                </a:lnTo>
                <a:close/>
                <a:lnTo>
                  <a:pt x="2325140" y="1389579"/>
                </a:lnTo>
                <a:close/>
                <a:lnTo>
                  <a:pt x="2320316" y="1389579"/>
                </a:lnTo>
                <a:close/>
                <a:lnTo>
                  <a:pt x="2315492" y="1389579"/>
                </a:lnTo>
                <a:close/>
                <a:lnTo>
                  <a:pt x="2310668" y="1389579"/>
                </a:lnTo>
                <a:close/>
                <a:lnTo>
                  <a:pt x="2305844" y="1389579"/>
                </a:lnTo>
                <a:close/>
                <a:lnTo>
                  <a:pt x="2301020" y="1389579"/>
                </a:lnTo>
                <a:close/>
                <a:lnTo>
                  <a:pt x="2296196" y="1389579"/>
                </a:lnTo>
                <a:close/>
                <a:lnTo>
                  <a:pt x="2291372" y="1389579"/>
                </a:lnTo>
                <a:close/>
                <a:lnTo>
                  <a:pt x="2286549" y="1389579"/>
                </a:lnTo>
                <a:close/>
                <a:lnTo>
                  <a:pt x="2281725" y="1389579"/>
                </a:lnTo>
                <a:close/>
                <a:lnTo>
                  <a:pt x="2276901" y="1389579"/>
                </a:lnTo>
                <a:close/>
                <a:lnTo>
                  <a:pt x="2272077" y="1389579"/>
                </a:lnTo>
                <a:close/>
                <a:lnTo>
                  <a:pt x="2267253" y="1389579"/>
                </a:lnTo>
                <a:close/>
                <a:lnTo>
                  <a:pt x="2262429" y="1389579"/>
                </a:lnTo>
                <a:close/>
                <a:lnTo>
                  <a:pt x="2257605" y="1389579"/>
                </a:lnTo>
                <a:close/>
                <a:lnTo>
                  <a:pt x="2252781" y="1389579"/>
                </a:lnTo>
                <a:close/>
                <a:lnTo>
                  <a:pt x="2247957" y="1389579"/>
                </a:lnTo>
                <a:close/>
                <a:lnTo>
                  <a:pt x="2243133" y="1389579"/>
                </a:lnTo>
                <a:close/>
                <a:lnTo>
                  <a:pt x="2238309" y="1389579"/>
                </a:lnTo>
                <a:close/>
                <a:lnTo>
                  <a:pt x="2233485" y="1389579"/>
                </a:lnTo>
                <a:close/>
                <a:lnTo>
                  <a:pt x="2228661" y="1389579"/>
                </a:lnTo>
                <a:close/>
                <a:lnTo>
                  <a:pt x="2223837" y="1389579"/>
                </a:lnTo>
                <a:close/>
                <a:lnTo>
                  <a:pt x="2219013" y="1389579"/>
                </a:lnTo>
                <a:close/>
                <a:lnTo>
                  <a:pt x="2214189" y="1389579"/>
                </a:lnTo>
                <a:close/>
                <a:lnTo>
                  <a:pt x="2209365" y="1389579"/>
                </a:lnTo>
                <a:close/>
                <a:lnTo>
                  <a:pt x="2204542" y="1389579"/>
                </a:lnTo>
                <a:close/>
                <a:lnTo>
                  <a:pt x="2199718" y="1389579"/>
                </a:lnTo>
                <a:close/>
                <a:lnTo>
                  <a:pt x="2194894" y="1389579"/>
                </a:lnTo>
                <a:close/>
                <a:lnTo>
                  <a:pt x="2190070" y="1389579"/>
                </a:lnTo>
                <a:close/>
                <a:lnTo>
                  <a:pt x="2185246" y="1389579"/>
                </a:lnTo>
                <a:close/>
                <a:lnTo>
                  <a:pt x="2180422" y="1389579"/>
                </a:lnTo>
                <a:close/>
                <a:lnTo>
                  <a:pt x="2175598" y="1389579"/>
                </a:lnTo>
                <a:close/>
                <a:lnTo>
                  <a:pt x="2170774" y="1389579"/>
                </a:lnTo>
                <a:close/>
                <a:lnTo>
                  <a:pt x="2165950" y="1389579"/>
                </a:lnTo>
                <a:close/>
                <a:lnTo>
                  <a:pt x="2161126" y="1389579"/>
                </a:lnTo>
                <a:close/>
                <a:lnTo>
                  <a:pt x="2156302" y="1389579"/>
                </a:lnTo>
                <a:close/>
                <a:lnTo>
                  <a:pt x="2151478" y="1389579"/>
                </a:lnTo>
                <a:close/>
                <a:lnTo>
                  <a:pt x="2146654" y="1389579"/>
                </a:lnTo>
                <a:close/>
                <a:lnTo>
                  <a:pt x="2141830" y="1389579"/>
                </a:lnTo>
                <a:close/>
                <a:lnTo>
                  <a:pt x="2137006" y="1389579"/>
                </a:lnTo>
                <a:close/>
                <a:lnTo>
                  <a:pt x="2132182" y="1389579"/>
                </a:lnTo>
                <a:close/>
                <a:lnTo>
                  <a:pt x="2127358" y="1389579"/>
                </a:lnTo>
                <a:close/>
                <a:lnTo>
                  <a:pt x="2122535" y="1389579"/>
                </a:lnTo>
                <a:close/>
                <a:lnTo>
                  <a:pt x="2117711" y="1389579"/>
                </a:lnTo>
                <a:close/>
                <a:lnTo>
                  <a:pt x="2112887" y="1389579"/>
                </a:lnTo>
                <a:close/>
                <a:lnTo>
                  <a:pt x="2108063" y="1389579"/>
                </a:lnTo>
                <a:close/>
                <a:lnTo>
                  <a:pt x="2103239" y="1389579"/>
                </a:lnTo>
                <a:close/>
                <a:lnTo>
                  <a:pt x="2098415" y="1389579"/>
                </a:lnTo>
                <a:close/>
                <a:lnTo>
                  <a:pt x="2093591" y="1389579"/>
                </a:lnTo>
                <a:close/>
                <a:lnTo>
                  <a:pt x="2088767" y="1389579"/>
                </a:lnTo>
                <a:close/>
                <a:lnTo>
                  <a:pt x="2083943" y="1389579"/>
                </a:lnTo>
                <a:close/>
                <a:lnTo>
                  <a:pt x="2079119" y="1389579"/>
                </a:lnTo>
                <a:close/>
                <a:lnTo>
                  <a:pt x="2074295" y="1389579"/>
                </a:lnTo>
                <a:close/>
                <a:lnTo>
                  <a:pt x="2069471" y="1389579"/>
                </a:lnTo>
                <a:close/>
                <a:lnTo>
                  <a:pt x="2064647" y="1389579"/>
                </a:lnTo>
                <a:close/>
                <a:lnTo>
                  <a:pt x="2059823" y="1389579"/>
                </a:lnTo>
                <a:close/>
                <a:lnTo>
                  <a:pt x="2054999" y="1389579"/>
                </a:lnTo>
                <a:close/>
                <a:lnTo>
                  <a:pt x="2050175" y="1389579"/>
                </a:lnTo>
                <a:close/>
                <a:lnTo>
                  <a:pt x="2045351" y="1389579"/>
                </a:lnTo>
                <a:close/>
                <a:lnTo>
                  <a:pt x="2040527" y="1389579"/>
                </a:lnTo>
                <a:close/>
                <a:lnTo>
                  <a:pt x="2035704" y="1389579"/>
                </a:lnTo>
                <a:close/>
                <a:lnTo>
                  <a:pt x="2030880" y="1389579"/>
                </a:lnTo>
                <a:close/>
                <a:lnTo>
                  <a:pt x="2026056" y="1389579"/>
                </a:lnTo>
                <a:close/>
                <a:lnTo>
                  <a:pt x="2021232" y="1389579"/>
                </a:lnTo>
                <a:close/>
                <a:lnTo>
                  <a:pt x="2016408" y="1389579"/>
                </a:lnTo>
                <a:close/>
                <a:lnTo>
                  <a:pt x="2011584" y="1389579"/>
                </a:lnTo>
                <a:close/>
                <a:lnTo>
                  <a:pt x="2006760" y="1389579"/>
                </a:lnTo>
                <a:close/>
                <a:lnTo>
                  <a:pt x="2001936" y="1389579"/>
                </a:lnTo>
                <a:close/>
                <a:lnTo>
                  <a:pt x="1997112" y="1389579"/>
                </a:lnTo>
                <a:close/>
                <a:lnTo>
                  <a:pt x="1992288" y="1389579"/>
                </a:lnTo>
                <a:close/>
                <a:lnTo>
                  <a:pt x="1987464" y="1389579"/>
                </a:lnTo>
                <a:close/>
                <a:lnTo>
                  <a:pt x="1982640" y="1389579"/>
                </a:lnTo>
                <a:close/>
                <a:lnTo>
                  <a:pt x="1977816" y="1389579"/>
                </a:lnTo>
                <a:close/>
                <a:lnTo>
                  <a:pt x="1972992" y="1389579"/>
                </a:lnTo>
                <a:close/>
                <a:lnTo>
                  <a:pt x="1968168" y="1389579"/>
                </a:lnTo>
                <a:close/>
                <a:lnTo>
                  <a:pt x="1963344" y="1389579"/>
                </a:lnTo>
                <a:close/>
                <a:lnTo>
                  <a:pt x="1958520" y="1389579"/>
                </a:lnTo>
                <a:close/>
                <a:lnTo>
                  <a:pt x="1953697" y="1389579"/>
                </a:lnTo>
                <a:close/>
                <a:lnTo>
                  <a:pt x="1948873" y="1389579"/>
                </a:lnTo>
                <a:close/>
                <a:lnTo>
                  <a:pt x="1944049" y="1389579"/>
                </a:lnTo>
                <a:close/>
                <a:lnTo>
                  <a:pt x="1939225" y="1389579"/>
                </a:lnTo>
                <a:close/>
                <a:lnTo>
                  <a:pt x="1934401" y="1389579"/>
                </a:lnTo>
                <a:close/>
                <a:lnTo>
                  <a:pt x="1929577" y="1389579"/>
                </a:lnTo>
                <a:close/>
                <a:lnTo>
                  <a:pt x="1924753" y="1389579"/>
                </a:lnTo>
                <a:close/>
                <a:lnTo>
                  <a:pt x="1919929" y="1389579"/>
                </a:lnTo>
                <a:close/>
                <a:lnTo>
                  <a:pt x="1915105" y="1389579"/>
                </a:lnTo>
                <a:close/>
                <a:lnTo>
                  <a:pt x="1910281" y="1389579"/>
                </a:lnTo>
                <a:close/>
                <a:lnTo>
                  <a:pt x="1905457" y="1389579"/>
                </a:lnTo>
                <a:close/>
                <a:lnTo>
                  <a:pt x="1900633" y="1389579"/>
                </a:lnTo>
                <a:close/>
                <a:lnTo>
                  <a:pt x="1895809" y="1389579"/>
                </a:lnTo>
                <a:close/>
                <a:lnTo>
                  <a:pt x="1890985" y="1389579"/>
                </a:lnTo>
                <a:close/>
                <a:lnTo>
                  <a:pt x="1886161" y="1389579"/>
                </a:lnTo>
                <a:close/>
                <a:lnTo>
                  <a:pt x="1881337" y="1389579"/>
                </a:lnTo>
                <a:close/>
                <a:lnTo>
                  <a:pt x="1876513" y="1389579"/>
                </a:lnTo>
                <a:close/>
                <a:lnTo>
                  <a:pt x="1871690" y="1389579"/>
                </a:lnTo>
                <a:close/>
                <a:lnTo>
                  <a:pt x="1866866" y="1389579"/>
                </a:lnTo>
                <a:close/>
                <a:lnTo>
                  <a:pt x="1862042" y="1389579"/>
                </a:lnTo>
                <a:close/>
                <a:lnTo>
                  <a:pt x="1857218" y="1389579"/>
                </a:lnTo>
                <a:close/>
                <a:lnTo>
                  <a:pt x="1852394" y="1389579"/>
                </a:lnTo>
                <a:close/>
                <a:lnTo>
                  <a:pt x="1847570" y="1389579"/>
                </a:lnTo>
                <a:close/>
                <a:lnTo>
                  <a:pt x="1842746" y="1389579"/>
                </a:lnTo>
                <a:close/>
                <a:lnTo>
                  <a:pt x="1837922" y="1389579"/>
                </a:lnTo>
                <a:close/>
                <a:lnTo>
                  <a:pt x="1833098" y="1389579"/>
                </a:lnTo>
                <a:close/>
                <a:lnTo>
                  <a:pt x="1828274" y="1389579"/>
                </a:lnTo>
                <a:close/>
                <a:lnTo>
                  <a:pt x="1823450" y="1389579"/>
                </a:lnTo>
                <a:close/>
                <a:lnTo>
                  <a:pt x="1818626" y="1389579"/>
                </a:lnTo>
                <a:close/>
                <a:lnTo>
                  <a:pt x="1813802" y="1389579"/>
                </a:lnTo>
                <a:close/>
                <a:lnTo>
                  <a:pt x="1808978" y="1389579"/>
                </a:lnTo>
                <a:close/>
                <a:lnTo>
                  <a:pt x="1804154" y="1389579"/>
                </a:lnTo>
                <a:close/>
                <a:lnTo>
                  <a:pt x="1799330" y="1389579"/>
                </a:lnTo>
                <a:close/>
                <a:lnTo>
                  <a:pt x="1794506" y="1389579"/>
                </a:lnTo>
                <a:close/>
                <a:lnTo>
                  <a:pt x="1789683" y="1389579"/>
                </a:lnTo>
                <a:close/>
                <a:lnTo>
                  <a:pt x="1784859" y="1389579"/>
                </a:lnTo>
                <a:close/>
                <a:lnTo>
                  <a:pt x="1780035" y="1389579"/>
                </a:lnTo>
                <a:close/>
                <a:lnTo>
                  <a:pt x="1775211" y="1389579"/>
                </a:lnTo>
                <a:close/>
                <a:lnTo>
                  <a:pt x="1770387" y="1389579"/>
                </a:lnTo>
                <a:close/>
                <a:lnTo>
                  <a:pt x="1765563" y="1389579"/>
                </a:lnTo>
                <a:close/>
                <a:lnTo>
                  <a:pt x="1760739" y="1389579"/>
                </a:lnTo>
                <a:close/>
                <a:lnTo>
                  <a:pt x="1755915" y="1389579"/>
                </a:lnTo>
                <a:close/>
                <a:lnTo>
                  <a:pt x="1751091" y="1389579"/>
                </a:lnTo>
                <a:close/>
                <a:lnTo>
                  <a:pt x="1746267" y="1389579"/>
                </a:lnTo>
                <a:close/>
                <a:lnTo>
                  <a:pt x="1741443" y="1389579"/>
                </a:lnTo>
                <a:close/>
                <a:lnTo>
                  <a:pt x="1736619" y="1389579"/>
                </a:lnTo>
                <a:close/>
                <a:lnTo>
                  <a:pt x="1731795" y="1389579"/>
                </a:lnTo>
                <a:close/>
                <a:lnTo>
                  <a:pt x="1726971" y="1389579"/>
                </a:lnTo>
                <a:close/>
                <a:lnTo>
                  <a:pt x="1722147" y="1389579"/>
                </a:lnTo>
                <a:close/>
                <a:lnTo>
                  <a:pt x="1717323" y="1389579"/>
                </a:lnTo>
                <a:close/>
                <a:lnTo>
                  <a:pt x="1712499" y="1389579"/>
                </a:lnTo>
                <a:close/>
                <a:lnTo>
                  <a:pt x="1707675" y="1389579"/>
                </a:lnTo>
                <a:close/>
                <a:lnTo>
                  <a:pt x="1702852" y="1389579"/>
                </a:lnTo>
                <a:close/>
                <a:lnTo>
                  <a:pt x="1698028" y="1389579"/>
                </a:lnTo>
                <a:close/>
                <a:lnTo>
                  <a:pt x="1693204" y="1389579"/>
                </a:lnTo>
                <a:close/>
                <a:lnTo>
                  <a:pt x="1688380" y="1389579"/>
                </a:lnTo>
                <a:close/>
                <a:lnTo>
                  <a:pt x="1683556" y="1389579"/>
                </a:lnTo>
                <a:close/>
                <a:lnTo>
                  <a:pt x="1678732" y="1389579"/>
                </a:lnTo>
                <a:close/>
                <a:lnTo>
                  <a:pt x="1673908" y="1389579"/>
                </a:lnTo>
                <a:close/>
                <a:lnTo>
                  <a:pt x="1669084" y="1389579"/>
                </a:lnTo>
                <a:close/>
                <a:lnTo>
                  <a:pt x="1664260" y="1389579"/>
                </a:lnTo>
                <a:close/>
                <a:lnTo>
                  <a:pt x="1659436" y="1389579"/>
                </a:lnTo>
                <a:close/>
                <a:lnTo>
                  <a:pt x="1654612" y="1389579"/>
                </a:lnTo>
                <a:close/>
                <a:lnTo>
                  <a:pt x="1649788" y="1389579"/>
                </a:lnTo>
                <a:close/>
                <a:lnTo>
                  <a:pt x="1644964" y="1389579"/>
                </a:lnTo>
                <a:close/>
                <a:lnTo>
                  <a:pt x="1640140" y="1389579"/>
                </a:lnTo>
                <a:close/>
                <a:lnTo>
                  <a:pt x="1635316" y="1389579"/>
                </a:lnTo>
                <a:close/>
                <a:lnTo>
                  <a:pt x="1630492" y="1389579"/>
                </a:lnTo>
                <a:close/>
                <a:lnTo>
                  <a:pt x="1625668" y="1389579"/>
                </a:lnTo>
                <a:close/>
                <a:lnTo>
                  <a:pt x="1620845" y="1389579"/>
                </a:lnTo>
                <a:close/>
                <a:lnTo>
                  <a:pt x="1616021" y="1389579"/>
                </a:lnTo>
                <a:close/>
                <a:lnTo>
                  <a:pt x="1611197" y="1389579"/>
                </a:lnTo>
                <a:close/>
                <a:lnTo>
                  <a:pt x="1606373" y="1389579"/>
                </a:lnTo>
                <a:close/>
                <a:lnTo>
                  <a:pt x="1601549" y="1389579"/>
                </a:lnTo>
                <a:close/>
                <a:lnTo>
                  <a:pt x="1596725" y="1389579"/>
                </a:lnTo>
                <a:close/>
                <a:lnTo>
                  <a:pt x="1591901" y="1389579"/>
                </a:lnTo>
                <a:close/>
                <a:lnTo>
                  <a:pt x="1587077" y="1389579"/>
                </a:lnTo>
                <a:close/>
                <a:lnTo>
                  <a:pt x="1582253" y="1389579"/>
                </a:lnTo>
                <a:close/>
                <a:lnTo>
                  <a:pt x="1577429" y="1389579"/>
                </a:lnTo>
                <a:close/>
                <a:lnTo>
                  <a:pt x="1572605" y="1389579"/>
                </a:lnTo>
                <a:close/>
                <a:lnTo>
                  <a:pt x="1567781" y="1389579"/>
                </a:lnTo>
                <a:close/>
                <a:lnTo>
                  <a:pt x="1562957" y="1389579"/>
                </a:lnTo>
                <a:close/>
                <a:lnTo>
                  <a:pt x="1558133" y="1389579"/>
                </a:lnTo>
                <a:close/>
                <a:lnTo>
                  <a:pt x="1553309" y="1389579"/>
                </a:lnTo>
                <a:close/>
                <a:lnTo>
                  <a:pt x="1548485" y="1389579"/>
                </a:lnTo>
                <a:close/>
                <a:lnTo>
                  <a:pt x="1543661" y="1389579"/>
                </a:lnTo>
                <a:close/>
                <a:lnTo>
                  <a:pt x="1538838" y="1389579"/>
                </a:lnTo>
                <a:close/>
                <a:lnTo>
                  <a:pt x="1534014" y="1389579"/>
                </a:lnTo>
                <a:close/>
                <a:lnTo>
                  <a:pt x="1529190" y="1389579"/>
                </a:lnTo>
                <a:close/>
                <a:lnTo>
                  <a:pt x="1524366" y="1389579"/>
                </a:lnTo>
                <a:close/>
                <a:lnTo>
                  <a:pt x="1519542" y="1389579"/>
                </a:lnTo>
                <a:close/>
                <a:lnTo>
                  <a:pt x="1514718" y="1389579"/>
                </a:lnTo>
                <a:close/>
                <a:lnTo>
                  <a:pt x="1509894" y="1389579"/>
                </a:lnTo>
                <a:close/>
                <a:lnTo>
                  <a:pt x="1505070" y="1389579"/>
                </a:lnTo>
                <a:close/>
                <a:lnTo>
                  <a:pt x="1500246" y="1389579"/>
                </a:lnTo>
                <a:close/>
                <a:lnTo>
                  <a:pt x="1495422" y="1389579"/>
                </a:lnTo>
                <a:close/>
                <a:lnTo>
                  <a:pt x="1490598" y="1389579"/>
                </a:lnTo>
                <a:close/>
                <a:lnTo>
                  <a:pt x="1485774" y="1389579"/>
                </a:lnTo>
                <a:close/>
                <a:lnTo>
                  <a:pt x="1480950" y="1389579"/>
                </a:lnTo>
                <a:close/>
                <a:lnTo>
                  <a:pt x="1476126" y="1389579"/>
                </a:lnTo>
                <a:close/>
                <a:lnTo>
                  <a:pt x="1471302" y="1389579"/>
                </a:lnTo>
                <a:close/>
                <a:lnTo>
                  <a:pt x="1466478" y="1389579"/>
                </a:lnTo>
                <a:close/>
                <a:lnTo>
                  <a:pt x="1461654" y="1389579"/>
                </a:lnTo>
                <a:close/>
                <a:lnTo>
                  <a:pt x="1456831" y="1389579"/>
                </a:lnTo>
                <a:close/>
                <a:lnTo>
                  <a:pt x="1452007" y="1389579"/>
                </a:lnTo>
                <a:close/>
                <a:lnTo>
                  <a:pt x="1447183" y="1389579"/>
                </a:lnTo>
                <a:close/>
                <a:lnTo>
                  <a:pt x="1442359" y="1389579"/>
                </a:lnTo>
                <a:close/>
                <a:lnTo>
                  <a:pt x="1437535" y="1389579"/>
                </a:lnTo>
                <a:close/>
                <a:lnTo>
                  <a:pt x="1432711" y="1389579"/>
                </a:lnTo>
                <a:close/>
                <a:lnTo>
                  <a:pt x="1427887" y="1389579"/>
                </a:lnTo>
                <a:close/>
                <a:lnTo>
                  <a:pt x="1423063" y="1389579"/>
                </a:lnTo>
                <a:close/>
                <a:lnTo>
                  <a:pt x="1418239" y="1389579"/>
                </a:lnTo>
                <a:close/>
                <a:lnTo>
                  <a:pt x="1413415" y="1389579"/>
                </a:lnTo>
                <a:close/>
                <a:lnTo>
                  <a:pt x="1408591" y="1389579"/>
                </a:lnTo>
                <a:close/>
                <a:lnTo>
                  <a:pt x="1403767" y="1389579"/>
                </a:lnTo>
                <a:close/>
                <a:lnTo>
                  <a:pt x="1398943" y="1389579"/>
                </a:lnTo>
                <a:close/>
                <a:lnTo>
                  <a:pt x="1394119" y="1389579"/>
                </a:lnTo>
                <a:close/>
                <a:lnTo>
                  <a:pt x="1389295" y="1389579"/>
                </a:lnTo>
                <a:close/>
                <a:lnTo>
                  <a:pt x="1384471" y="1389579"/>
                </a:lnTo>
                <a:close/>
                <a:lnTo>
                  <a:pt x="1379647" y="1389579"/>
                </a:lnTo>
                <a:close/>
                <a:lnTo>
                  <a:pt x="1374823" y="1389579"/>
                </a:lnTo>
                <a:close/>
                <a:lnTo>
                  <a:pt x="1370000" y="1389579"/>
                </a:lnTo>
                <a:close/>
                <a:lnTo>
                  <a:pt x="1365176" y="1389579"/>
                </a:lnTo>
                <a:close/>
                <a:lnTo>
                  <a:pt x="1360352" y="1389579"/>
                </a:lnTo>
                <a:close/>
                <a:lnTo>
                  <a:pt x="1355528" y="1389579"/>
                </a:lnTo>
                <a:close/>
                <a:lnTo>
                  <a:pt x="1350704" y="1389579"/>
                </a:lnTo>
                <a:close/>
                <a:lnTo>
                  <a:pt x="1345880" y="1389579"/>
                </a:lnTo>
                <a:close/>
                <a:lnTo>
                  <a:pt x="1341056" y="1389579"/>
                </a:lnTo>
                <a:close/>
                <a:lnTo>
                  <a:pt x="1336232" y="1389579"/>
                </a:lnTo>
                <a:close/>
                <a:lnTo>
                  <a:pt x="1331408" y="1389579"/>
                </a:lnTo>
                <a:close/>
                <a:lnTo>
                  <a:pt x="1326584" y="1389579"/>
                </a:lnTo>
                <a:close/>
                <a:lnTo>
                  <a:pt x="1321760" y="1389579"/>
                </a:lnTo>
                <a:close/>
                <a:lnTo>
                  <a:pt x="1316936" y="1389579"/>
                </a:lnTo>
                <a:close/>
                <a:lnTo>
                  <a:pt x="1312112" y="1389579"/>
                </a:lnTo>
                <a:close/>
                <a:lnTo>
                  <a:pt x="1307288" y="1389579"/>
                </a:lnTo>
                <a:close/>
                <a:lnTo>
                  <a:pt x="1302464" y="1389579"/>
                </a:lnTo>
                <a:close/>
                <a:lnTo>
                  <a:pt x="1297640" y="1389579"/>
                </a:lnTo>
                <a:close/>
                <a:lnTo>
                  <a:pt x="1292816" y="1389579"/>
                </a:lnTo>
                <a:close/>
                <a:lnTo>
                  <a:pt x="1287993" y="1389579"/>
                </a:lnTo>
                <a:close/>
                <a:lnTo>
                  <a:pt x="1283169" y="1389579"/>
                </a:lnTo>
                <a:close/>
                <a:lnTo>
                  <a:pt x="1278345" y="1389579"/>
                </a:lnTo>
                <a:close/>
                <a:lnTo>
                  <a:pt x="1273521" y="1389579"/>
                </a:lnTo>
                <a:close/>
                <a:lnTo>
                  <a:pt x="1268697" y="1389579"/>
                </a:lnTo>
                <a:close/>
                <a:lnTo>
                  <a:pt x="1263873" y="1389579"/>
                </a:lnTo>
                <a:close/>
                <a:lnTo>
                  <a:pt x="1259049" y="1389579"/>
                </a:lnTo>
                <a:close/>
                <a:lnTo>
                  <a:pt x="1254225" y="1389579"/>
                </a:lnTo>
                <a:close/>
                <a:lnTo>
                  <a:pt x="1249401" y="1389579"/>
                </a:lnTo>
                <a:close/>
                <a:lnTo>
                  <a:pt x="1244577" y="1389579"/>
                </a:lnTo>
                <a:close/>
                <a:lnTo>
                  <a:pt x="1239753" y="1389579"/>
                </a:lnTo>
                <a:close/>
                <a:lnTo>
                  <a:pt x="1234929" y="1389579"/>
                </a:lnTo>
                <a:close/>
                <a:lnTo>
                  <a:pt x="1230105" y="1389579"/>
                </a:lnTo>
                <a:close/>
                <a:lnTo>
                  <a:pt x="1225281" y="1389579"/>
                </a:lnTo>
                <a:close/>
                <a:lnTo>
                  <a:pt x="1220457" y="1389579"/>
                </a:lnTo>
                <a:close/>
                <a:lnTo>
                  <a:pt x="1215633" y="1389579"/>
                </a:lnTo>
                <a:close/>
                <a:lnTo>
                  <a:pt x="1210809" y="1389579"/>
                </a:lnTo>
                <a:close/>
                <a:lnTo>
                  <a:pt x="1205986" y="1389579"/>
                </a:lnTo>
                <a:close/>
                <a:lnTo>
                  <a:pt x="1201162" y="1389579"/>
                </a:lnTo>
                <a:close/>
                <a:lnTo>
                  <a:pt x="1196338" y="1389579"/>
                </a:lnTo>
                <a:close/>
                <a:lnTo>
                  <a:pt x="1191514" y="1389579"/>
                </a:lnTo>
                <a:close/>
                <a:lnTo>
                  <a:pt x="1186690" y="1389579"/>
                </a:lnTo>
                <a:close/>
                <a:lnTo>
                  <a:pt x="1181866" y="1389579"/>
                </a:lnTo>
                <a:close/>
                <a:lnTo>
                  <a:pt x="1177042" y="1389579"/>
                </a:lnTo>
                <a:close/>
                <a:lnTo>
                  <a:pt x="1172218" y="1389579"/>
                </a:lnTo>
                <a:close/>
                <a:lnTo>
                  <a:pt x="1167394" y="1389579"/>
                </a:lnTo>
                <a:close/>
                <a:lnTo>
                  <a:pt x="1162570" y="1389579"/>
                </a:lnTo>
                <a:close/>
                <a:lnTo>
                  <a:pt x="1157746" y="1389579"/>
                </a:lnTo>
                <a:close/>
                <a:lnTo>
                  <a:pt x="1152922" y="1389579"/>
                </a:lnTo>
                <a:close/>
                <a:lnTo>
                  <a:pt x="1148098" y="1389579"/>
                </a:lnTo>
                <a:close/>
                <a:lnTo>
                  <a:pt x="1143274" y="1389579"/>
                </a:lnTo>
                <a:close/>
                <a:lnTo>
                  <a:pt x="1138450" y="1389579"/>
                </a:lnTo>
                <a:close/>
                <a:lnTo>
                  <a:pt x="1133626" y="1389579"/>
                </a:lnTo>
                <a:close/>
                <a:lnTo>
                  <a:pt x="1128802" y="1389579"/>
                </a:lnTo>
                <a:close/>
                <a:lnTo>
                  <a:pt x="1123978" y="1389579"/>
                </a:lnTo>
                <a:close/>
                <a:lnTo>
                  <a:pt x="1119155" y="1389579"/>
                </a:lnTo>
                <a:close/>
                <a:lnTo>
                  <a:pt x="1114331" y="1389579"/>
                </a:lnTo>
                <a:close/>
                <a:lnTo>
                  <a:pt x="1109507" y="1389579"/>
                </a:lnTo>
                <a:close/>
                <a:lnTo>
                  <a:pt x="1104683" y="1389579"/>
                </a:lnTo>
                <a:close/>
                <a:lnTo>
                  <a:pt x="1099859" y="1389579"/>
                </a:lnTo>
                <a:close/>
                <a:lnTo>
                  <a:pt x="1095035" y="1389579"/>
                </a:lnTo>
                <a:close/>
                <a:lnTo>
                  <a:pt x="1090211" y="1389579"/>
                </a:lnTo>
                <a:close/>
                <a:lnTo>
                  <a:pt x="1085387" y="1389579"/>
                </a:lnTo>
                <a:close/>
                <a:lnTo>
                  <a:pt x="1080563" y="1389579"/>
                </a:lnTo>
                <a:close/>
                <a:lnTo>
                  <a:pt x="1075739" y="1389579"/>
                </a:lnTo>
                <a:close/>
                <a:lnTo>
                  <a:pt x="1070915" y="1389579"/>
                </a:lnTo>
                <a:close/>
                <a:lnTo>
                  <a:pt x="1066091" y="1389579"/>
                </a:lnTo>
                <a:close/>
                <a:lnTo>
                  <a:pt x="1061267" y="1389579"/>
                </a:lnTo>
                <a:close/>
                <a:lnTo>
                  <a:pt x="1056443" y="1389579"/>
                </a:lnTo>
                <a:close/>
                <a:lnTo>
                  <a:pt x="1051619" y="1389579"/>
                </a:lnTo>
                <a:close/>
                <a:lnTo>
                  <a:pt x="1046795" y="1389579"/>
                </a:lnTo>
                <a:close/>
                <a:lnTo>
                  <a:pt x="1041971" y="1389579"/>
                </a:lnTo>
                <a:close/>
                <a:lnTo>
                  <a:pt x="1037148" y="1389579"/>
                </a:lnTo>
                <a:close/>
                <a:lnTo>
                  <a:pt x="1032324" y="1389579"/>
                </a:lnTo>
                <a:close/>
                <a:lnTo>
                  <a:pt x="1027500" y="1389579"/>
                </a:lnTo>
                <a:close/>
                <a:lnTo>
                  <a:pt x="1022676" y="1389579"/>
                </a:lnTo>
                <a:close/>
                <a:lnTo>
                  <a:pt x="1017852" y="1389579"/>
                </a:lnTo>
                <a:close/>
                <a:lnTo>
                  <a:pt x="1013028" y="1389579"/>
                </a:lnTo>
                <a:close/>
                <a:lnTo>
                  <a:pt x="1008204" y="1389579"/>
                </a:lnTo>
                <a:close/>
                <a:lnTo>
                  <a:pt x="1003380" y="1389579"/>
                </a:lnTo>
                <a:close/>
                <a:lnTo>
                  <a:pt x="998556" y="1389579"/>
                </a:lnTo>
                <a:close/>
                <a:lnTo>
                  <a:pt x="993732" y="1389579"/>
                </a:lnTo>
                <a:close/>
                <a:lnTo>
                  <a:pt x="988908" y="1389579"/>
                </a:lnTo>
                <a:close/>
                <a:lnTo>
                  <a:pt x="984084" y="1389579"/>
                </a:lnTo>
                <a:close/>
                <a:lnTo>
                  <a:pt x="979260" y="1389579"/>
                </a:lnTo>
                <a:close/>
                <a:lnTo>
                  <a:pt x="974436" y="1389579"/>
                </a:lnTo>
                <a:close/>
                <a:lnTo>
                  <a:pt x="969612" y="1389579"/>
                </a:lnTo>
                <a:close/>
                <a:lnTo>
                  <a:pt x="964788" y="1389579"/>
                </a:lnTo>
                <a:close/>
                <a:lnTo>
                  <a:pt x="959964" y="1389579"/>
                </a:lnTo>
                <a:close/>
                <a:lnTo>
                  <a:pt x="955141" y="1389579"/>
                </a:lnTo>
                <a:close/>
                <a:lnTo>
                  <a:pt x="950317" y="1389579"/>
                </a:lnTo>
                <a:close/>
                <a:lnTo>
                  <a:pt x="945493" y="1389579"/>
                </a:lnTo>
                <a:close/>
                <a:lnTo>
                  <a:pt x="940669" y="1389579"/>
                </a:lnTo>
                <a:close/>
                <a:lnTo>
                  <a:pt x="935845" y="1389579"/>
                </a:lnTo>
                <a:close/>
                <a:lnTo>
                  <a:pt x="931021" y="1389579"/>
                </a:lnTo>
                <a:close/>
                <a:lnTo>
                  <a:pt x="926197" y="1389579"/>
                </a:lnTo>
                <a:close/>
                <a:lnTo>
                  <a:pt x="921373" y="1389579"/>
                </a:lnTo>
                <a:close/>
                <a:lnTo>
                  <a:pt x="916549" y="1389579"/>
                </a:lnTo>
                <a:close/>
                <a:lnTo>
                  <a:pt x="911725" y="1389579"/>
                </a:lnTo>
                <a:close/>
                <a:lnTo>
                  <a:pt x="906901" y="1389579"/>
                </a:lnTo>
                <a:close/>
                <a:lnTo>
                  <a:pt x="902077" y="1389579"/>
                </a:lnTo>
                <a:close/>
                <a:lnTo>
                  <a:pt x="897253" y="1389579"/>
                </a:lnTo>
                <a:close/>
                <a:lnTo>
                  <a:pt x="892429" y="1389579"/>
                </a:lnTo>
                <a:close/>
                <a:lnTo>
                  <a:pt x="887605" y="1389579"/>
                </a:lnTo>
                <a:close/>
                <a:lnTo>
                  <a:pt x="882781" y="1389579"/>
                </a:lnTo>
                <a:close/>
                <a:lnTo>
                  <a:pt x="877957" y="1389579"/>
                </a:lnTo>
                <a:close/>
                <a:lnTo>
                  <a:pt x="873134" y="1389579"/>
                </a:lnTo>
                <a:close/>
                <a:lnTo>
                  <a:pt x="868310" y="1389579"/>
                </a:lnTo>
                <a:close/>
                <a:lnTo>
                  <a:pt x="863486" y="1389579"/>
                </a:lnTo>
                <a:close/>
                <a:lnTo>
                  <a:pt x="858662" y="1389579"/>
                </a:lnTo>
                <a:close/>
                <a:lnTo>
                  <a:pt x="853838" y="1389579"/>
                </a:lnTo>
                <a:close/>
                <a:lnTo>
                  <a:pt x="849014" y="1389579"/>
                </a:lnTo>
                <a:close/>
                <a:lnTo>
                  <a:pt x="844190" y="1389579"/>
                </a:lnTo>
                <a:close/>
                <a:lnTo>
                  <a:pt x="839366" y="1389579"/>
                </a:lnTo>
                <a:close/>
                <a:lnTo>
                  <a:pt x="834542" y="1389579"/>
                </a:lnTo>
                <a:close/>
                <a:lnTo>
                  <a:pt x="829718" y="1389579"/>
                </a:lnTo>
                <a:close/>
                <a:lnTo>
                  <a:pt x="824894" y="1389579"/>
                </a:lnTo>
                <a:close/>
                <a:lnTo>
                  <a:pt x="820070" y="1389579"/>
                </a:lnTo>
                <a:close/>
                <a:lnTo>
                  <a:pt x="815246" y="1389579"/>
                </a:lnTo>
                <a:close/>
                <a:lnTo>
                  <a:pt x="810422" y="1389579"/>
                </a:lnTo>
                <a:close/>
                <a:lnTo>
                  <a:pt x="805598" y="1389579"/>
                </a:lnTo>
                <a:close/>
                <a:lnTo>
                  <a:pt x="800774" y="1389579"/>
                </a:lnTo>
                <a:close/>
                <a:lnTo>
                  <a:pt x="795950" y="1389579"/>
                </a:lnTo>
                <a:close/>
                <a:lnTo>
                  <a:pt x="791126" y="1389579"/>
                </a:lnTo>
                <a:close/>
                <a:lnTo>
                  <a:pt x="786303" y="1389579"/>
                </a:lnTo>
                <a:close/>
                <a:lnTo>
                  <a:pt x="781479" y="1389579"/>
                </a:lnTo>
                <a:close/>
                <a:lnTo>
                  <a:pt x="776655" y="1389579"/>
                </a:lnTo>
                <a:close/>
                <a:lnTo>
                  <a:pt x="771831" y="1389579"/>
                </a:lnTo>
                <a:close/>
                <a:lnTo>
                  <a:pt x="767007" y="1389579"/>
                </a:lnTo>
                <a:close/>
                <a:lnTo>
                  <a:pt x="762183" y="1389579"/>
                </a:lnTo>
                <a:close/>
                <a:lnTo>
                  <a:pt x="757359" y="1389579"/>
                </a:lnTo>
                <a:close/>
                <a:lnTo>
                  <a:pt x="752535" y="1389579"/>
                </a:lnTo>
                <a:close/>
                <a:lnTo>
                  <a:pt x="747711" y="1389579"/>
                </a:lnTo>
                <a:close/>
                <a:lnTo>
                  <a:pt x="742887" y="1389579"/>
                </a:lnTo>
                <a:close/>
                <a:lnTo>
                  <a:pt x="738063" y="1389579"/>
                </a:lnTo>
                <a:close/>
                <a:lnTo>
                  <a:pt x="733239" y="1389579"/>
                </a:lnTo>
                <a:close/>
                <a:lnTo>
                  <a:pt x="728415" y="1389579"/>
                </a:lnTo>
                <a:close/>
                <a:lnTo>
                  <a:pt x="723591" y="1389579"/>
                </a:lnTo>
                <a:close/>
                <a:lnTo>
                  <a:pt x="718767" y="1389579"/>
                </a:lnTo>
                <a:close/>
                <a:lnTo>
                  <a:pt x="713943" y="1389579"/>
                </a:lnTo>
                <a:close/>
                <a:lnTo>
                  <a:pt x="709119" y="1389579"/>
                </a:lnTo>
                <a:close/>
                <a:lnTo>
                  <a:pt x="704296" y="1389579"/>
                </a:lnTo>
                <a:close/>
                <a:lnTo>
                  <a:pt x="699472" y="1389579"/>
                </a:lnTo>
                <a:close/>
                <a:lnTo>
                  <a:pt x="694648" y="1389579"/>
                </a:lnTo>
                <a:close/>
                <a:lnTo>
                  <a:pt x="689824" y="1389579"/>
                </a:lnTo>
                <a:close/>
                <a:lnTo>
                  <a:pt x="685000" y="1389579"/>
                </a:lnTo>
                <a:close/>
                <a:lnTo>
                  <a:pt x="680176" y="1389579"/>
                </a:lnTo>
                <a:close/>
                <a:lnTo>
                  <a:pt x="675352" y="1389579"/>
                </a:lnTo>
                <a:close/>
                <a:lnTo>
                  <a:pt x="670528" y="1389579"/>
                </a:lnTo>
                <a:close/>
                <a:lnTo>
                  <a:pt x="665704" y="1389579"/>
                </a:lnTo>
                <a:close/>
                <a:lnTo>
                  <a:pt x="660880" y="1389579"/>
                </a:lnTo>
                <a:close/>
                <a:lnTo>
                  <a:pt x="656056" y="1389579"/>
                </a:lnTo>
                <a:close/>
                <a:lnTo>
                  <a:pt x="651232" y="1389579"/>
                </a:lnTo>
                <a:close/>
                <a:lnTo>
                  <a:pt x="646408" y="1389579"/>
                </a:lnTo>
                <a:close/>
                <a:lnTo>
                  <a:pt x="641584" y="1389579"/>
                </a:lnTo>
                <a:close/>
                <a:lnTo>
                  <a:pt x="636760" y="1389579"/>
                </a:lnTo>
                <a:close/>
                <a:lnTo>
                  <a:pt x="631936" y="1389579"/>
                </a:lnTo>
                <a:close/>
                <a:lnTo>
                  <a:pt x="627112" y="1389579"/>
                </a:lnTo>
                <a:close/>
                <a:lnTo>
                  <a:pt x="622289" y="1389579"/>
                </a:lnTo>
                <a:close/>
                <a:lnTo>
                  <a:pt x="617465" y="1389579"/>
                </a:lnTo>
                <a:close/>
                <a:lnTo>
                  <a:pt x="612641" y="1389579"/>
                </a:lnTo>
                <a:close/>
                <a:lnTo>
                  <a:pt x="607817" y="1389579"/>
                </a:lnTo>
                <a:close/>
                <a:lnTo>
                  <a:pt x="602993" y="1389579"/>
                </a:lnTo>
                <a:close/>
                <a:lnTo>
                  <a:pt x="598169" y="1389579"/>
                </a:lnTo>
                <a:close/>
                <a:lnTo>
                  <a:pt x="593345" y="1389579"/>
                </a:lnTo>
                <a:close/>
                <a:lnTo>
                  <a:pt x="588521" y="1389579"/>
                </a:lnTo>
                <a:close/>
                <a:lnTo>
                  <a:pt x="583697" y="1389579"/>
                </a:lnTo>
                <a:close/>
                <a:lnTo>
                  <a:pt x="578873" y="1389579"/>
                </a:lnTo>
                <a:close/>
                <a:lnTo>
                  <a:pt x="574049" y="1389579"/>
                </a:lnTo>
                <a:close/>
                <a:lnTo>
                  <a:pt x="569225" y="1389579"/>
                </a:lnTo>
                <a:close/>
                <a:lnTo>
                  <a:pt x="564401" y="1389579"/>
                </a:lnTo>
                <a:close/>
                <a:lnTo>
                  <a:pt x="559577" y="1389579"/>
                </a:lnTo>
                <a:close/>
                <a:lnTo>
                  <a:pt x="554753" y="1389579"/>
                </a:lnTo>
                <a:close/>
                <a:lnTo>
                  <a:pt x="549929" y="1389579"/>
                </a:lnTo>
                <a:close/>
                <a:lnTo>
                  <a:pt x="545105" y="1389579"/>
                </a:lnTo>
                <a:close/>
                <a:lnTo>
                  <a:pt x="540282" y="1389579"/>
                </a:lnTo>
                <a:close/>
                <a:lnTo>
                  <a:pt x="535458" y="1389579"/>
                </a:lnTo>
                <a:close/>
                <a:lnTo>
                  <a:pt x="530634" y="1389579"/>
                </a:lnTo>
                <a:close/>
                <a:lnTo>
                  <a:pt x="525810" y="1389579"/>
                </a:lnTo>
                <a:close/>
                <a:lnTo>
                  <a:pt x="520986" y="1389579"/>
                </a:lnTo>
                <a:close/>
                <a:lnTo>
                  <a:pt x="516162" y="1389579"/>
                </a:lnTo>
                <a:close/>
                <a:lnTo>
                  <a:pt x="511338" y="1389579"/>
                </a:lnTo>
                <a:close/>
                <a:lnTo>
                  <a:pt x="506514" y="1389579"/>
                </a:lnTo>
                <a:close/>
                <a:lnTo>
                  <a:pt x="501690" y="1389579"/>
                </a:lnTo>
                <a:close/>
                <a:lnTo>
                  <a:pt x="496866" y="1389579"/>
                </a:lnTo>
                <a:close/>
                <a:lnTo>
                  <a:pt x="492042" y="1389579"/>
                </a:lnTo>
                <a:close/>
                <a:lnTo>
                  <a:pt x="487218" y="1389579"/>
                </a:lnTo>
                <a:close/>
                <a:lnTo>
                  <a:pt x="482394" y="1389579"/>
                </a:lnTo>
                <a:close/>
                <a:lnTo>
                  <a:pt x="477570" y="1389579"/>
                </a:lnTo>
                <a:close/>
                <a:lnTo>
                  <a:pt x="472746" y="1389579"/>
                </a:lnTo>
                <a:close/>
                <a:lnTo>
                  <a:pt x="467922" y="1389579"/>
                </a:lnTo>
                <a:close/>
                <a:lnTo>
                  <a:pt x="463098" y="1389579"/>
                </a:lnTo>
                <a:close/>
                <a:lnTo>
                  <a:pt x="458274" y="1389579"/>
                </a:lnTo>
                <a:close/>
                <a:lnTo>
                  <a:pt x="453451" y="1389579"/>
                </a:lnTo>
                <a:close/>
                <a:lnTo>
                  <a:pt x="448627" y="1389579"/>
                </a:lnTo>
                <a:close/>
                <a:lnTo>
                  <a:pt x="443803" y="1389579"/>
                </a:lnTo>
                <a:close/>
                <a:lnTo>
                  <a:pt x="438979" y="1389579"/>
                </a:lnTo>
                <a:close/>
                <a:lnTo>
                  <a:pt x="434155" y="1389579"/>
                </a:lnTo>
                <a:close/>
                <a:lnTo>
                  <a:pt x="429331" y="1389579"/>
                </a:lnTo>
                <a:close/>
                <a:lnTo>
                  <a:pt x="424507" y="1389579"/>
                </a:lnTo>
                <a:close/>
                <a:lnTo>
                  <a:pt x="419683" y="1389579"/>
                </a:lnTo>
                <a:close/>
                <a:lnTo>
                  <a:pt x="414859" y="1389579"/>
                </a:lnTo>
                <a:close/>
                <a:lnTo>
                  <a:pt x="410035" y="1389579"/>
                </a:lnTo>
                <a:close/>
                <a:lnTo>
                  <a:pt x="405211" y="1389579"/>
                </a:lnTo>
                <a:close/>
                <a:lnTo>
                  <a:pt x="400387" y="1389579"/>
                </a:lnTo>
                <a:close/>
                <a:lnTo>
                  <a:pt x="395563" y="1389579"/>
                </a:lnTo>
                <a:close/>
                <a:lnTo>
                  <a:pt x="390739" y="1389579"/>
                </a:lnTo>
                <a:close/>
                <a:lnTo>
                  <a:pt x="385915" y="1389579"/>
                </a:lnTo>
                <a:close/>
                <a:lnTo>
                  <a:pt x="381091" y="1389579"/>
                </a:lnTo>
                <a:close/>
                <a:lnTo>
                  <a:pt x="376267" y="1389579"/>
                </a:lnTo>
                <a:close/>
                <a:lnTo>
                  <a:pt x="371444" y="1389579"/>
                </a:lnTo>
                <a:close/>
                <a:lnTo>
                  <a:pt x="366620" y="1389579"/>
                </a:lnTo>
                <a:close/>
                <a:lnTo>
                  <a:pt x="361796" y="1389579"/>
                </a:lnTo>
                <a:close/>
                <a:lnTo>
                  <a:pt x="356972" y="1389579"/>
                </a:lnTo>
                <a:close/>
                <a:lnTo>
                  <a:pt x="352148" y="1389579"/>
                </a:lnTo>
                <a:close/>
                <a:lnTo>
                  <a:pt x="347324" y="1389579"/>
                </a:lnTo>
                <a:close/>
                <a:lnTo>
                  <a:pt x="342500" y="1389579"/>
                </a:lnTo>
                <a:close/>
                <a:lnTo>
                  <a:pt x="337676" y="1389579"/>
                </a:lnTo>
                <a:close/>
                <a:lnTo>
                  <a:pt x="332852" y="1389579"/>
                </a:lnTo>
                <a:close/>
                <a:lnTo>
                  <a:pt x="328028" y="1389579"/>
                </a:lnTo>
                <a:close/>
                <a:lnTo>
                  <a:pt x="323204" y="1389579"/>
                </a:lnTo>
                <a:close/>
                <a:lnTo>
                  <a:pt x="318380" y="1389579"/>
                </a:lnTo>
                <a:close/>
                <a:lnTo>
                  <a:pt x="313556" y="1389579"/>
                </a:lnTo>
                <a:close/>
                <a:lnTo>
                  <a:pt x="308732" y="1389579"/>
                </a:lnTo>
                <a:close/>
                <a:lnTo>
                  <a:pt x="303908" y="1389579"/>
                </a:lnTo>
                <a:close/>
                <a:lnTo>
                  <a:pt x="299084" y="1389579"/>
                </a:lnTo>
                <a:close/>
                <a:lnTo>
                  <a:pt x="294260" y="1389579"/>
                </a:lnTo>
                <a:close/>
                <a:lnTo>
                  <a:pt x="289437" y="1389579"/>
                </a:lnTo>
                <a:close/>
                <a:lnTo>
                  <a:pt x="284613" y="1389579"/>
                </a:lnTo>
                <a:close/>
                <a:lnTo>
                  <a:pt x="279789" y="1389579"/>
                </a:lnTo>
                <a:close/>
                <a:lnTo>
                  <a:pt x="274965" y="1389579"/>
                </a:lnTo>
                <a:close/>
                <a:lnTo>
                  <a:pt x="270141" y="1389579"/>
                </a:lnTo>
                <a:close/>
                <a:lnTo>
                  <a:pt x="265317" y="1389579"/>
                </a:lnTo>
                <a:close/>
                <a:lnTo>
                  <a:pt x="260493" y="1389579"/>
                </a:lnTo>
                <a:close/>
                <a:lnTo>
                  <a:pt x="255669" y="1389579"/>
                </a:lnTo>
                <a:close/>
                <a:lnTo>
                  <a:pt x="250845" y="1389579"/>
                </a:lnTo>
                <a:close/>
                <a:lnTo>
                  <a:pt x="246021" y="1389579"/>
                </a:lnTo>
                <a:close/>
                <a:lnTo>
                  <a:pt x="241197" y="1389579"/>
                </a:lnTo>
                <a:close/>
                <a:lnTo>
                  <a:pt x="236373" y="1389579"/>
                </a:lnTo>
                <a:close/>
                <a:lnTo>
                  <a:pt x="231549" y="1389579"/>
                </a:lnTo>
                <a:close/>
                <a:lnTo>
                  <a:pt x="226725" y="1389579"/>
                </a:lnTo>
                <a:close/>
                <a:lnTo>
                  <a:pt x="221901" y="1389579"/>
                </a:lnTo>
                <a:close/>
                <a:lnTo>
                  <a:pt x="217077" y="1389579"/>
                </a:lnTo>
                <a:close/>
                <a:lnTo>
                  <a:pt x="212253" y="1389579"/>
                </a:lnTo>
                <a:close/>
                <a:lnTo>
                  <a:pt x="207430" y="1389579"/>
                </a:lnTo>
                <a:close/>
                <a:lnTo>
                  <a:pt x="202606" y="1389579"/>
                </a:lnTo>
                <a:close/>
                <a:lnTo>
                  <a:pt x="197782" y="1389579"/>
                </a:lnTo>
                <a:close/>
                <a:lnTo>
                  <a:pt x="192958" y="1389579"/>
                </a:lnTo>
                <a:close/>
                <a:lnTo>
                  <a:pt x="188134" y="1389579"/>
                </a:lnTo>
                <a:close/>
                <a:lnTo>
                  <a:pt x="183310" y="1389579"/>
                </a:lnTo>
                <a:close/>
                <a:lnTo>
                  <a:pt x="178486" y="1389579"/>
                </a:lnTo>
                <a:close/>
                <a:lnTo>
                  <a:pt x="173662" y="1389579"/>
                </a:lnTo>
                <a:close/>
                <a:lnTo>
                  <a:pt x="168838" y="1389579"/>
                </a:lnTo>
                <a:close/>
                <a:lnTo>
                  <a:pt x="164014" y="1389579"/>
                </a:lnTo>
                <a:close/>
                <a:lnTo>
                  <a:pt x="159190" y="1389579"/>
                </a:lnTo>
                <a:close/>
                <a:lnTo>
                  <a:pt x="154366" y="1389579"/>
                </a:lnTo>
                <a:close/>
                <a:lnTo>
                  <a:pt x="149542" y="1389579"/>
                </a:lnTo>
                <a:close/>
                <a:lnTo>
                  <a:pt x="144718" y="1389579"/>
                </a:lnTo>
                <a:close/>
                <a:lnTo>
                  <a:pt x="139894" y="1389579"/>
                </a:lnTo>
                <a:close/>
                <a:lnTo>
                  <a:pt x="135070" y="1389579"/>
                </a:lnTo>
                <a:close/>
                <a:lnTo>
                  <a:pt x="130246" y="1389579"/>
                </a:lnTo>
                <a:close/>
                <a:lnTo>
                  <a:pt x="125422" y="1389579"/>
                </a:lnTo>
                <a:close/>
                <a:lnTo>
                  <a:pt x="120599" y="1389579"/>
                </a:lnTo>
                <a:close/>
                <a:lnTo>
                  <a:pt x="115775" y="1389579"/>
                </a:lnTo>
                <a:close/>
                <a:lnTo>
                  <a:pt x="110951" y="1389579"/>
                </a:lnTo>
                <a:close/>
                <a:lnTo>
                  <a:pt x="106127" y="1389579"/>
                </a:lnTo>
                <a:close/>
                <a:lnTo>
                  <a:pt x="101303" y="1389579"/>
                </a:lnTo>
                <a:close/>
                <a:lnTo>
                  <a:pt x="96479" y="1389579"/>
                </a:lnTo>
                <a:close/>
                <a:lnTo>
                  <a:pt x="91655" y="1389579"/>
                </a:lnTo>
                <a:close/>
                <a:lnTo>
                  <a:pt x="86831" y="1389579"/>
                </a:lnTo>
                <a:close/>
                <a:lnTo>
                  <a:pt x="82007" y="1389579"/>
                </a:lnTo>
                <a:close/>
                <a:lnTo>
                  <a:pt x="77183" y="1389579"/>
                </a:lnTo>
                <a:close/>
                <a:lnTo>
                  <a:pt x="72359" y="1389579"/>
                </a:lnTo>
                <a:close/>
                <a:lnTo>
                  <a:pt x="67535" y="1389579"/>
                </a:lnTo>
                <a:close/>
                <a:lnTo>
                  <a:pt x="62711" y="1389579"/>
                </a:lnTo>
                <a:close/>
                <a:lnTo>
                  <a:pt x="57887" y="1389579"/>
                </a:lnTo>
                <a:close/>
                <a:lnTo>
                  <a:pt x="53063" y="1389579"/>
                </a:lnTo>
                <a:close/>
                <a:lnTo>
                  <a:pt x="48239" y="1389579"/>
                </a:lnTo>
                <a:close/>
                <a:lnTo>
                  <a:pt x="43415" y="1389579"/>
                </a:lnTo>
                <a:close/>
                <a:lnTo>
                  <a:pt x="38592" y="1389579"/>
                </a:lnTo>
                <a:close/>
                <a:lnTo>
                  <a:pt x="33768" y="1389579"/>
                </a:lnTo>
                <a:close/>
                <a:lnTo>
                  <a:pt x="28944" y="1389579"/>
                </a:lnTo>
                <a:close/>
                <a:lnTo>
                  <a:pt x="24120" y="1389579"/>
                </a:lnTo>
                <a:close/>
                <a:lnTo>
                  <a:pt x="19296" y="1389579"/>
                </a:lnTo>
                <a:close/>
                <a:lnTo>
                  <a:pt x="14472" y="1389579"/>
                </a:lnTo>
                <a:close/>
                <a:lnTo>
                  <a:pt x="9648" y="1389579"/>
                </a:lnTo>
                <a:close/>
                <a:lnTo>
                  <a:pt x="4824" y="1389579"/>
                </a:lnTo>
                <a:close/>
                <a:lnTo>
                  <a:pt x="0" y="1389579"/>
                </a:lnTo>
                <a:close/>
                <a:lnTo>
                  <a:pt x="0" y="1389579"/>
                </a:lnTo>
                <a:close/>
              </a:path>
            </a:pathLst>
          </a:custGeom>
          <a:solidFill>
            <a:srgbClr val="C5DAE9">
              <a:alpha val="45000"/>
            </a:srgbClr>
          </a:solidFill>
          <a:ln w="12700">
            <a:solidFill>
              <a:srgbClr val="C5DAE9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658368" y="431465"/>
            <a:ext cx="0" cy="1598016"/>
          </a:xfrm>
          <a:custGeom>
            <a:avLst/>
            <a:gdLst/>
            <a:ahLst/>
            <a:cxnLst/>
            <a:rect l="l" t="t" r="r" b="b"/>
            <a:pathLst>
              <a:path w="0" h="1598016">
                <a:moveTo>
                  <a:pt x="0" y="159801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58368" y="2029481"/>
            <a:ext cx="2889541" cy="0"/>
          </a:xfrm>
          <a:custGeom>
            <a:avLst/>
            <a:gdLst/>
            <a:ahLst/>
            <a:cxnLst/>
            <a:rect l="l" t="t" r="r" b="b"/>
            <a:pathLst>
              <a:path w="2889541" h="0">
                <a:moveTo>
                  <a:pt x="0" y="0"/>
                </a:moveTo>
                <a:lnTo>
                  <a:pt x="2889541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58368" y="639902"/>
            <a:ext cx="2889541" cy="1389579"/>
          </a:xfrm>
          <a:custGeom>
            <a:avLst/>
            <a:gdLst/>
            <a:ahLst/>
            <a:cxnLst/>
            <a:rect l="l" t="t" r="r" b="b"/>
            <a:pathLst>
              <a:path w="2889541" h="1389579">
                <a:moveTo>
                  <a:pt x="0" y="1389579"/>
                </a:moveTo>
                <a:lnTo>
                  <a:pt x="1731795" y="1388474"/>
                </a:lnTo>
                <a:close/>
                <a:lnTo>
                  <a:pt x="1746267" y="1386057"/>
                </a:lnTo>
                <a:close/>
                <a:lnTo>
                  <a:pt x="1760739" y="1380411"/>
                </a:lnTo>
                <a:close/>
                <a:lnTo>
                  <a:pt x="1770387" y="1374001"/>
                </a:lnTo>
                <a:close/>
                <a:lnTo>
                  <a:pt x="1784859" y="1359870"/>
                </a:lnTo>
                <a:close/>
                <a:lnTo>
                  <a:pt x="1799330" y="1341210"/>
                </a:lnTo>
                <a:close/>
                <a:lnTo>
                  <a:pt x="1823450" y="1305109"/>
                </a:lnTo>
                <a:close/>
                <a:lnTo>
                  <a:pt x="1842746" y="1272096"/>
                </a:lnTo>
                <a:close/>
                <a:lnTo>
                  <a:pt x="1857218" y="1241912"/>
                </a:lnTo>
                <a:close/>
                <a:lnTo>
                  <a:pt x="1871690" y="1204915"/>
                </a:lnTo>
                <a:close/>
                <a:lnTo>
                  <a:pt x="1886161" y="1159549"/>
                </a:lnTo>
                <a:close/>
                <a:lnTo>
                  <a:pt x="1900633" y="1104048"/>
                </a:lnTo>
                <a:close/>
                <a:lnTo>
                  <a:pt x="1915105" y="1037738"/>
                </a:lnTo>
                <a:close/>
                <a:lnTo>
                  <a:pt x="1939225" y="910024"/>
                </a:lnTo>
                <a:close/>
                <a:lnTo>
                  <a:pt x="1987464" y="648415"/>
                </a:lnTo>
                <a:close/>
                <a:lnTo>
                  <a:pt x="2001936" y="584414"/>
                </a:lnTo>
                <a:close/>
                <a:lnTo>
                  <a:pt x="2016408" y="533632"/>
                </a:lnTo>
                <a:close/>
                <a:lnTo>
                  <a:pt x="2030880" y="494521"/>
                </a:lnTo>
                <a:close/>
                <a:lnTo>
                  <a:pt x="2079119" y="378997"/>
                </a:lnTo>
                <a:close/>
                <a:lnTo>
                  <a:pt x="2098415" y="318959"/>
                </a:lnTo>
                <a:close/>
                <a:lnTo>
                  <a:pt x="2132182" y="203657"/>
                </a:lnTo>
                <a:close/>
                <a:lnTo>
                  <a:pt x="2175598" y="49265"/>
                </a:lnTo>
                <a:close/>
                <a:lnTo>
                  <a:pt x="2185246" y="24868"/>
                </a:lnTo>
                <a:close/>
                <a:lnTo>
                  <a:pt x="2194894" y="8376"/>
                </a:lnTo>
                <a:close/>
                <a:lnTo>
                  <a:pt x="2199718" y="3371"/>
                </a:lnTo>
                <a:close/>
                <a:lnTo>
                  <a:pt x="2204542" y="579"/>
                </a:lnTo>
                <a:close/>
                <a:lnTo>
                  <a:pt x="2209365" y="0"/>
                </a:lnTo>
                <a:close/>
                <a:lnTo>
                  <a:pt x="2214189" y="1613"/>
                </a:lnTo>
                <a:close/>
                <a:lnTo>
                  <a:pt x="2219013" y="5393"/>
                </a:lnTo>
                <a:close/>
                <a:lnTo>
                  <a:pt x="2228661" y="19331"/>
                </a:lnTo>
                <a:close/>
                <a:lnTo>
                  <a:pt x="2238309" y="41498"/>
                </a:lnTo>
                <a:close/>
                <a:lnTo>
                  <a:pt x="2247957" y="71318"/>
                </a:lnTo>
                <a:close/>
                <a:lnTo>
                  <a:pt x="2262429" y="127803"/>
                </a:lnTo>
                <a:close/>
                <a:lnTo>
                  <a:pt x="2305844" y="313895"/>
                </a:lnTo>
                <a:close/>
                <a:lnTo>
                  <a:pt x="2320316" y="360788"/>
                </a:lnTo>
                <a:close/>
                <a:lnTo>
                  <a:pt x="2354084" y="460836"/>
                </a:lnTo>
                <a:close/>
                <a:lnTo>
                  <a:pt x="2368556" y="519366"/>
                </a:lnTo>
                <a:close/>
                <a:lnTo>
                  <a:pt x="2383027" y="591507"/>
                </a:lnTo>
                <a:close/>
                <a:lnTo>
                  <a:pt x="2407147" y="730549"/>
                </a:lnTo>
                <a:close/>
                <a:lnTo>
                  <a:pt x="2450563" y="984809"/>
                </a:lnTo>
                <a:close/>
                <a:lnTo>
                  <a:pt x="2469858" y="1078752"/>
                </a:lnTo>
                <a:close/>
                <a:lnTo>
                  <a:pt x="2484330" y="1134792"/>
                </a:lnTo>
                <a:close/>
                <a:lnTo>
                  <a:pt x="2498802" y="1178803"/>
                </a:lnTo>
                <a:close/>
                <a:lnTo>
                  <a:pt x="2513274" y="1213720"/>
                </a:lnTo>
                <a:close/>
                <a:lnTo>
                  <a:pt x="2527746" y="1242528"/>
                </a:lnTo>
                <a:close/>
                <a:lnTo>
                  <a:pt x="2542217" y="1266280"/>
                </a:lnTo>
                <a:close/>
                <a:lnTo>
                  <a:pt x="2556689" y="1284165"/>
                </a:lnTo>
                <a:close/>
                <a:lnTo>
                  <a:pt x="2566337" y="1292416"/>
                </a:lnTo>
                <a:close/>
                <a:lnTo>
                  <a:pt x="2580809" y="1300057"/>
                </a:lnTo>
                <a:close/>
                <a:lnTo>
                  <a:pt x="2614577" y="1313470"/>
                </a:lnTo>
                <a:close/>
                <a:lnTo>
                  <a:pt x="2629048" y="1323518"/>
                </a:lnTo>
                <a:close/>
                <a:lnTo>
                  <a:pt x="2657992" y="1345178"/>
                </a:lnTo>
                <a:close/>
                <a:lnTo>
                  <a:pt x="2672464" y="1351423"/>
                </a:lnTo>
                <a:close/>
                <a:lnTo>
                  <a:pt x="2686936" y="1353845"/>
                </a:lnTo>
                <a:close/>
                <a:lnTo>
                  <a:pt x="2711055" y="1356177"/>
                </a:lnTo>
                <a:close/>
                <a:lnTo>
                  <a:pt x="2725527" y="1360401"/>
                </a:lnTo>
                <a:close/>
                <a:lnTo>
                  <a:pt x="2783415" y="1383099"/>
                </a:lnTo>
                <a:close/>
                <a:lnTo>
                  <a:pt x="2807534" y="1387011"/>
                </a:lnTo>
                <a:close/>
                <a:lnTo>
                  <a:pt x="2841302" y="1389154"/>
                </a:lnTo>
                <a:close/>
                <a:lnTo>
                  <a:pt x="2889541" y="1389574"/>
                </a:lnTo>
                <a:close/>
                <a:lnTo>
                  <a:pt x="2889541" y="1389574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02212" y="228265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E intercept (GPa)</a:t>
            </a:r>
          </a:p>
        </p:txBody>
      </p:sp>
      <p:sp>
        <p:nvSpPr>
          <p:cNvPr id="38" name="Freeform 37"/>
          <p:cNvSpPr/>
          <p:nvPr/>
        </p:nvSpPr>
        <p:spPr>
          <a:xfrm>
            <a:off x="3143171" y="431465"/>
            <a:ext cx="0" cy="1598016"/>
          </a:xfrm>
          <a:custGeom>
            <a:avLst/>
            <a:gdLst/>
            <a:ahLst/>
            <a:cxnLst/>
            <a:rect l="l" t="t" r="r" b="b"/>
            <a:pathLst>
              <a:path w="0" h="1598016">
                <a:moveTo>
                  <a:pt x="0" y="1598016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14772" y="431465"/>
            <a:ext cx="2889541" cy="1598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14772" y="1773816"/>
            <a:ext cx="2889541" cy="255665"/>
          </a:xfrm>
          <a:prstGeom prst="rect">
            <a:avLst/>
          </a:prstGeom>
          <a:solidFill>
            <a:srgbClr val="E8E8E8">
              <a:alpha val="85000"/>
            </a:srgbClr>
          </a:solidFill>
          <a:ln w="1016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414772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4772" y="205501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43" name="Freeform 42"/>
          <p:cNvSpPr/>
          <p:nvPr/>
        </p:nvSpPr>
        <p:spPr>
          <a:xfrm>
            <a:off x="4827563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27563" y="205501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</a:t>
            </a:r>
          </a:p>
        </p:txBody>
      </p:sp>
      <p:sp>
        <p:nvSpPr>
          <p:cNvPr id="45" name="Freeform 44"/>
          <p:cNvSpPr/>
          <p:nvPr/>
        </p:nvSpPr>
        <p:spPr>
          <a:xfrm>
            <a:off x="5240355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40355" y="205501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4</a:t>
            </a:r>
          </a:p>
        </p:txBody>
      </p:sp>
      <p:sp>
        <p:nvSpPr>
          <p:cNvPr id="47" name="Freeform 46"/>
          <p:cNvSpPr/>
          <p:nvPr/>
        </p:nvSpPr>
        <p:spPr>
          <a:xfrm>
            <a:off x="5653147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53147" y="205501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6</a:t>
            </a:r>
          </a:p>
        </p:txBody>
      </p:sp>
      <p:sp>
        <p:nvSpPr>
          <p:cNvPr id="49" name="Freeform 48"/>
          <p:cNvSpPr/>
          <p:nvPr/>
        </p:nvSpPr>
        <p:spPr>
          <a:xfrm>
            <a:off x="6065938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65938" y="205501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8</a:t>
            </a:r>
          </a:p>
        </p:txBody>
      </p:sp>
      <p:sp>
        <p:nvSpPr>
          <p:cNvPr id="51" name="Freeform 50"/>
          <p:cNvSpPr/>
          <p:nvPr/>
        </p:nvSpPr>
        <p:spPr>
          <a:xfrm>
            <a:off x="6478730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8730" y="2055014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</a:t>
            </a:r>
          </a:p>
        </p:txBody>
      </p:sp>
      <p:sp>
        <p:nvSpPr>
          <p:cNvPr id="53" name="Freeform 52"/>
          <p:cNvSpPr/>
          <p:nvPr/>
        </p:nvSpPr>
        <p:spPr>
          <a:xfrm>
            <a:off x="6891521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91521" y="2055014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12</a:t>
            </a:r>
          </a:p>
        </p:txBody>
      </p:sp>
      <p:sp>
        <p:nvSpPr>
          <p:cNvPr id="55" name="Freeform 54"/>
          <p:cNvSpPr/>
          <p:nvPr/>
        </p:nvSpPr>
        <p:spPr>
          <a:xfrm>
            <a:off x="7304313" y="2029481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04313" y="2055014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70414" y="2215939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α base−6−1 ( K) 10</a:t>
            </a:r>
          </a:p>
        </p:txBody>
      </p:sp>
      <p:sp>
        <p:nvSpPr>
          <p:cNvPr id="58" name="Freeform 57"/>
          <p:cNvSpPr/>
          <p:nvPr/>
        </p:nvSpPr>
        <p:spPr>
          <a:xfrm>
            <a:off x="4370322" y="202948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25872" y="193429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</a:t>
            </a:r>
          </a:p>
        </p:txBody>
      </p:sp>
      <p:sp>
        <p:nvSpPr>
          <p:cNvPr id="60" name="Freeform 59"/>
          <p:cNvSpPr/>
          <p:nvPr/>
        </p:nvSpPr>
        <p:spPr>
          <a:xfrm>
            <a:off x="4370322" y="16715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25872" y="157636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0.1</a:t>
            </a:r>
          </a:p>
        </p:txBody>
      </p:sp>
      <p:sp>
        <p:nvSpPr>
          <p:cNvPr id="62" name="Freeform 61"/>
          <p:cNvSpPr/>
          <p:nvPr/>
        </p:nvSpPr>
        <p:spPr>
          <a:xfrm>
            <a:off x="4370322" y="131361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25872" y="121843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0.2</a:t>
            </a:r>
          </a:p>
        </p:txBody>
      </p:sp>
      <p:sp>
        <p:nvSpPr>
          <p:cNvPr id="64" name="Freeform 63"/>
          <p:cNvSpPr/>
          <p:nvPr/>
        </p:nvSpPr>
        <p:spPr>
          <a:xfrm>
            <a:off x="4370322" y="95568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25872" y="860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0.3</a:t>
            </a:r>
          </a:p>
        </p:txBody>
      </p:sp>
      <p:sp>
        <p:nvSpPr>
          <p:cNvPr id="66" name="Freeform 65"/>
          <p:cNvSpPr/>
          <p:nvPr/>
        </p:nvSpPr>
        <p:spPr>
          <a:xfrm>
            <a:off x="4370322" y="5977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25872" y="50257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0.4</a:t>
            </a:r>
          </a:p>
        </p:txBody>
      </p:sp>
      <p:sp>
        <p:nvSpPr>
          <p:cNvPr id="68" name="TextBox 67"/>
          <p:cNvSpPr txBox="1"/>
          <p:nvPr/>
        </p:nvSpPr>
        <p:spPr>
          <a:xfrm rot="16200000">
            <a:off x="1135223" y="-4587317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Density</a:t>
            </a:r>
          </a:p>
        </p:txBody>
      </p:sp>
      <p:sp>
        <p:nvSpPr>
          <p:cNvPr id="69" name="Freeform 68"/>
          <p:cNvSpPr/>
          <p:nvPr/>
        </p:nvSpPr>
        <p:spPr>
          <a:xfrm>
            <a:off x="4414772" y="639902"/>
            <a:ext cx="2889541" cy="1389579"/>
          </a:xfrm>
          <a:custGeom>
            <a:avLst/>
            <a:gdLst/>
            <a:ahLst/>
            <a:cxnLst/>
            <a:rect l="l" t="t" r="r" b="b"/>
            <a:pathLst>
              <a:path w="2889541" h="1389579">
                <a:moveTo>
                  <a:pt x="0" y="1389579"/>
                </a:moveTo>
                <a:lnTo>
                  <a:pt x="0" y="1389579"/>
                </a:lnTo>
                <a:close/>
                <a:lnTo>
                  <a:pt x="4824" y="1389579"/>
                </a:lnTo>
                <a:close/>
                <a:lnTo>
                  <a:pt x="9648" y="1389579"/>
                </a:lnTo>
                <a:close/>
                <a:lnTo>
                  <a:pt x="14471" y="1389579"/>
                </a:lnTo>
                <a:close/>
                <a:lnTo>
                  <a:pt x="19295" y="1389579"/>
                </a:lnTo>
                <a:close/>
                <a:lnTo>
                  <a:pt x="24119" y="1389579"/>
                </a:lnTo>
                <a:close/>
                <a:lnTo>
                  <a:pt x="28943" y="1389579"/>
                </a:lnTo>
                <a:close/>
                <a:lnTo>
                  <a:pt x="33767" y="1389579"/>
                </a:lnTo>
                <a:close/>
                <a:lnTo>
                  <a:pt x="38591" y="1389579"/>
                </a:lnTo>
                <a:close/>
                <a:lnTo>
                  <a:pt x="43415" y="1389579"/>
                </a:lnTo>
                <a:close/>
                <a:lnTo>
                  <a:pt x="48239" y="1389579"/>
                </a:lnTo>
                <a:close/>
                <a:lnTo>
                  <a:pt x="53063" y="1389579"/>
                </a:lnTo>
                <a:close/>
                <a:lnTo>
                  <a:pt x="57887" y="1389579"/>
                </a:lnTo>
                <a:close/>
                <a:lnTo>
                  <a:pt x="62711" y="1389579"/>
                </a:lnTo>
                <a:close/>
                <a:lnTo>
                  <a:pt x="67535" y="1389579"/>
                </a:lnTo>
                <a:close/>
                <a:lnTo>
                  <a:pt x="72359" y="1389579"/>
                </a:lnTo>
                <a:close/>
                <a:lnTo>
                  <a:pt x="77183" y="1389579"/>
                </a:lnTo>
                <a:close/>
                <a:lnTo>
                  <a:pt x="82007" y="1389579"/>
                </a:lnTo>
                <a:close/>
                <a:lnTo>
                  <a:pt x="86831" y="1389579"/>
                </a:lnTo>
                <a:close/>
                <a:lnTo>
                  <a:pt x="91655" y="1389579"/>
                </a:lnTo>
                <a:close/>
                <a:lnTo>
                  <a:pt x="96479" y="1389579"/>
                </a:lnTo>
                <a:close/>
                <a:lnTo>
                  <a:pt x="101302" y="1389579"/>
                </a:lnTo>
                <a:close/>
                <a:lnTo>
                  <a:pt x="106126" y="1389579"/>
                </a:lnTo>
                <a:close/>
                <a:lnTo>
                  <a:pt x="110950" y="1389579"/>
                </a:lnTo>
                <a:close/>
                <a:lnTo>
                  <a:pt x="115774" y="1389579"/>
                </a:lnTo>
                <a:close/>
                <a:lnTo>
                  <a:pt x="120598" y="1389579"/>
                </a:lnTo>
                <a:close/>
                <a:lnTo>
                  <a:pt x="125422" y="1389579"/>
                </a:lnTo>
                <a:close/>
                <a:lnTo>
                  <a:pt x="130246" y="1389579"/>
                </a:lnTo>
                <a:close/>
                <a:lnTo>
                  <a:pt x="135070" y="1389579"/>
                </a:lnTo>
                <a:close/>
                <a:lnTo>
                  <a:pt x="139894" y="1389579"/>
                </a:lnTo>
                <a:close/>
                <a:lnTo>
                  <a:pt x="144718" y="1389579"/>
                </a:lnTo>
                <a:close/>
                <a:lnTo>
                  <a:pt x="149542" y="1389579"/>
                </a:lnTo>
                <a:close/>
                <a:lnTo>
                  <a:pt x="154366" y="1389579"/>
                </a:lnTo>
                <a:close/>
                <a:lnTo>
                  <a:pt x="159190" y="1389579"/>
                </a:lnTo>
                <a:close/>
                <a:lnTo>
                  <a:pt x="164014" y="1389579"/>
                </a:lnTo>
                <a:close/>
                <a:lnTo>
                  <a:pt x="168838" y="1389579"/>
                </a:lnTo>
                <a:close/>
                <a:lnTo>
                  <a:pt x="173662" y="1389579"/>
                </a:lnTo>
                <a:close/>
                <a:lnTo>
                  <a:pt x="178486" y="1389579"/>
                </a:lnTo>
                <a:close/>
                <a:lnTo>
                  <a:pt x="183309" y="1389579"/>
                </a:lnTo>
                <a:close/>
                <a:lnTo>
                  <a:pt x="188133" y="1389579"/>
                </a:lnTo>
                <a:close/>
                <a:lnTo>
                  <a:pt x="192957" y="1389579"/>
                </a:lnTo>
                <a:close/>
                <a:lnTo>
                  <a:pt x="197781" y="1389579"/>
                </a:lnTo>
                <a:close/>
                <a:lnTo>
                  <a:pt x="202605" y="1389579"/>
                </a:lnTo>
                <a:close/>
                <a:lnTo>
                  <a:pt x="207429" y="1389579"/>
                </a:lnTo>
                <a:close/>
                <a:lnTo>
                  <a:pt x="212253" y="1389579"/>
                </a:lnTo>
                <a:close/>
                <a:lnTo>
                  <a:pt x="217077" y="1389579"/>
                </a:lnTo>
                <a:close/>
                <a:lnTo>
                  <a:pt x="221901" y="1389579"/>
                </a:lnTo>
                <a:close/>
                <a:lnTo>
                  <a:pt x="226725" y="1389579"/>
                </a:lnTo>
                <a:close/>
                <a:lnTo>
                  <a:pt x="231549" y="1389579"/>
                </a:lnTo>
                <a:close/>
                <a:lnTo>
                  <a:pt x="236373" y="1389579"/>
                </a:lnTo>
                <a:close/>
                <a:lnTo>
                  <a:pt x="241197" y="1389579"/>
                </a:lnTo>
                <a:close/>
                <a:lnTo>
                  <a:pt x="246021" y="1389579"/>
                </a:lnTo>
                <a:close/>
                <a:lnTo>
                  <a:pt x="250845" y="1389579"/>
                </a:lnTo>
                <a:close/>
                <a:lnTo>
                  <a:pt x="255669" y="1389579"/>
                </a:lnTo>
                <a:close/>
                <a:lnTo>
                  <a:pt x="260493" y="1389579"/>
                </a:lnTo>
                <a:close/>
                <a:lnTo>
                  <a:pt x="265316" y="1389579"/>
                </a:lnTo>
                <a:close/>
                <a:lnTo>
                  <a:pt x="270140" y="1389579"/>
                </a:lnTo>
                <a:close/>
                <a:lnTo>
                  <a:pt x="274964" y="1389579"/>
                </a:lnTo>
                <a:close/>
                <a:lnTo>
                  <a:pt x="279788" y="1389579"/>
                </a:lnTo>
                <a:close/>
                <a:lnTo>
                  <a:pt x="284612" y="1389579"/>
                </a:lnTo>
                <a:close/>
                <a:lnTo>
                  <a:pt x="289436" y="1389579"/>
                </a:lnTo>
                <a:close/>
                <a:lnTo>
                  <a:pt x="294260" y="1389579"/>
                </a:lnTo>
                <a:close/>
                <a:lnTo>
                  <a:pt x="299084" y="1389579"/>
                </a:lnTo>
                <a:close/>
                <a:lnTo>
                  <a:pt x="303908" y="1389579"/>
                </a:lnTo>
                <a:close/>
                <a:lnTo>
                  <a:pt x="308732" y="1389579"/>
                </a:lnTo>
                <a:close/>
                <a:lnTo>
                  <a:pt x="313556" y="1389579"/>
                </a:lnTo>
                <a:close/>
                <a:lnTo>
                  <a:pt x="318380" y="1389579"/>
                </a:lnTo>
                <a:close/>
                <a:lnTo>
                  <a:pt x="323204" y="1389579"/>
                </a:lnTo>
                <a:close/>
                <a:lnTo>
                  <a:pt x="328028" y="1389579"/>
                </a:lnTo>
                <a:close/>
                <a:lnTo>
                  <a:pt x="332852" y="1389579"/>
                </a:lnTo>
                <a:close/>
                <a:lnTo>
                  <a:pt x="337676" y="1389579"/>
                </a:lnTo>
                <a:close/>
                <a:lnTo>
                  <a:pt x="342500" y="1389579"/>
                </a:lnTo>
                <a:close/>
                <a:lnTo>
                  <a:pt x="347323" y="1389579"/>
                </a:lnTo>
                <a:close/>
                <a:lnTo>
                  <a:pt x="352147" y="1389579"/>
                </a:lnTo>
                <a:close/>
                <a:lnTo>
                  <a:pt x="356971" y="1389579"/>
                </a:lnTo>
                <a:close/>
                <a:lnTo>
                  <a:pt x="361795" y="1389579"/>
                </a:lnTo>
                <a:close/>
                <a:lnTo>
                  <a:pt x="366619" y="1389579"/>
                </a:lnTo>
                <a:close/>
                <a:lnTo>
                  <a:pt x="371443" y="1389579"/>
                </a:lnTo>
                <a:close/>
                <a:lnTo>
                  <a:pt x="376267" y="1389579"/>
                </a:lnTo>
                <a:close/>
                <a:lnTo>
                  <a:pt x="381091" y="1389579"/>
                </a:lnTo>
                <a:close/>
                <a:lnTo>
                  <a:pt x="385915" y="1389579"/>
                </a:lnTo>
                <a:close/>
                <a:lnTo>
                  <a:pt x="390739" y="1389579"/>
                </a:lnTo>
                <a:close/>
                <a:lnTo>
                  <a:pt x="395563" y="1389579"/>
                </a:lnTo>
                <a:close/>
                <a:lnTo>
                  <a:pt x="400387" y="1389579"/>
                </a:lnTo>
                <a:close/>
                <a:lnTo>
                  <a:pt x="405211" y="1389579"/>
                </a:lnTo>
                <a:close/>
                <a:lnTo>
                  <a:pt x="410035" y="1389579"/>
                </a:lnTo>
                <a:close/>
                <a:lnTo>
                  <a:pt x="414859" y="1389579"/>
                </a:lnTo>
                <a:close/>
                <a:lnTo>
                  <a:pt x="419683" y="1389579"/>
                </a:lnTo>
                <a:close/>
                <a:lnTo>
                  <a:pt x="424507" y="1389579"/>
                </a:lnTo>
                <a:close/>
                <a:lnTo>
                  <a:pt x="429331" y="1389579"/>
                </a:lnTo>
                <a:close/>
                <a:lnTo>
                  <a:pt x="434154" y="1389579"/>
                </a:lnTo>
                <a:close/>
                <a:lnTo>
                  <a:pt x="438978" y="1389579"/>
                </a:lnTo>
                <a:close/>
                <a:lnTo>
                  <a:pt x="443802" y="1389579"/>
                </a:lnTo>
                <a:close/>
                <a:lnTo>
                  <a:pt x="448626" y="1389579"/>
                </a:lnTo>
                <a:close/>
                <a:lnTo>
                  <a:pt x="453450" y="1389579"/>
                </a:lnTo>
                <a:close/>
                <a:lnTo>
                  <a:pt x="458274" y="1389579"/>
                </a:lnTo>
                <a:close/>
                <a:lnTo>
                  <a:pt x="463098" y="1389579"/>
                </a:lnTo>
                <a:close/>
                <a:lnTo>
                  <a:pt x="467922" y="1389579"/>
                </a:lnTo>
                <a:close/>
                <a:lnTo>
                  <a:pt x="472746" y="1389579"/>
                </a:lnTo>
                <a:close/>
                <a:lnTo>
                  <a:pt x="477570" y="1389579"/>
                </a:lnTo>
                <a:close/>
                <a:lnTo>
                  <a:pt x="482394" y="1389579"/>
                </a:lnTo>
                <a:close/>
                <a:lnTo>
                  <a:pt x="487218" y="1389579"/>
                </a:lnTo>
                <a:close/>
                <a:lnTo>
                  <a:pt x="492042" y="1389579"/>
                </a:lnTo>
                <a:close/>
                <a:lnTo>
                  <a:pt x="496866" y="1389579"/>
                </a:lnTo>
                <a:close/>
                <a:lnTo>
                  <a:pt x="501690" y="1389579"/>
                </a:lnTo>
                <a:close/>
                <a:lnTo>
                  <a:pt x="506514" y="1389579"/>
                </a:lnTo>
                <a:close/>
                <a:lnTo>
                  <a:pt x="511338" y="1389579"/>
                </a:lnTo>
                <a:close/>
                <a:lnTo>
                  <a:pt x="516161" y="1389579"/>
                </a:lnTo>
                <a:close/>
                <a:lnTo>
                  <a:pt x="520985" y="1389579"/>
                </a:lnTo>
                <a:close/>
                <a:lnTo>
                  <a:pt x="525809" y="1389579"/>
                </a:lnTo>
                <a:close/>
                <a:lnTo>
                  <a:pt x="530633" y="1389579"/>
                </a:lnTo>
                <a:close/>
                <a:lnTo>
                  <a:pt x="535457" y="1389579"/>
                </a:lnTo>
                <a:close/>
                <a:lnTo>
                  <a:pt x="540281" y="1389579"/>
                </a:lnTo>
                <a:close/>
                <a:lnTo>
                  <a:pt x="545105" y="1389579"/>
                </a:lnTo>
                <a:close/>
                <a:lnTo>
                  <a:pt x="549929" y="1389579"/>
                </a:lnTo>
                <a:close/>
                <a:lnTo>
                  <a:pt x="554753" y="1389579"/>
                </a:lnTo>
                <a:close/>
                <a:lnTo>
                  <a:pt x="559577" y="1389579"/>
                </a:lnTo>
                <a:close/>
                <a:lnTo>
                  <a:pt x="564401" y="1389579"/>
                </a:lnTo>
                <a:close/>
                <a:lnTo>
                  <a:pt x="569225" y="1389579"/>
                </a:lnTo>
                <a:close/>
                <a:lnTo>
                  <a:pt x="574049" y="1389579"/>
                </a:lnTo>
                <a:close/>
                <a:lnTo>
                  <a:pt x="578873" y="1389579"/>
                </a:lnTo>
                <a:close/>
                <a:lnTo>
                  <a:pt x="583697" y="1389579"/>
                </a:lnTo>
                <a:close/>
                <a:lnTo>
                  <a:pt x="588521" y="1389579"/>
                </a:lnTo>
                <a:close/>
                <a:lnTo>
                  <a:pt x="593345" y="1389579"/>
                </a:lnTo>
                <a:close/>
                <a:lnTo>
                  <a:pt x="598168" y="1389579"/>
                </a:lnTo>
                <a:close/>
                <a:lnTo>
                  <a:pt x="602992" y="1389579"/>
                </a:lnTo>
                <a:close/>
                <a:lnTo>
                  <a:pt x="607816" y="1389579"/>
                </a:lnTo>
                <a:close/>
                <a:lnTo>
                  <a:pt x="612640" y="1389579"/>
                </a:lnTo>
                <a:close/>
                <a:lnTo>
                  <a:pt x="617464" y="1389579"/>
                </a:lnTo>
                <a:close/>
                <a:lnTo>
                  <a:pt x="622288" y="1389579"/>
                </a:lnTo>
                <a:close/>
                <a:lnTo>
                  <a:pt x="627112" y="1389579"/>
                </a:lnTo>
                <a:close/>
                <a:lnTo>
                  <a:pt x="631936" y="1389579"/>
                </a:lnTo>
                <a:close/>
                <a:lnTo>
                  <a:pt x="636760" y="1389579"/>
                </a:lnTo>
                <a:close/>
                <a:lnTo>
                  <a:pt x="641584" y="1389579"/>
                </a:lnTo>
                <a:close/>
                <a:lnTo>
                  <a:pt x="646408" y="1389579"/>
                </a:lnTo>
                <a:close/>
                <a:lnTo>
                  <a:pt x="651232" y="1389579"/>
                </a:lnTo>
                <a:close/>
                <a:lnTo>
                  <a:pt x="656056" y="1389579"/>
                </a:lnTo>
                <a:close/>
                <a:lnTo>
                  <a:pt x="660880" y="1389579"/>
                </a:lnTo>
                <a:close/>
                <a:lnTo>
                  <a:pt x="665704" y="1389579"/>
                </a:lnTo>
                <a:close/>
                <a:lnTo>
                  <a:pt x="670528" y="1389579"/>
                </a:lnTo>
                <a:close/>
                <a:lnTo>
                  <a:pt x="675352" y="1389579"/>
                </a:lnTo>
                <a:close/>
                <a:lnTo>
                  <a:pt x="680175" y="1389579"/>
                </a:lnTo>
                <a:close/>
                <a:lnTo>
                  <a:pt x="684999" y="1389579"/>
                </a:lnTo>
                <a:close/>
                <a:lnTo>
                  <a:pt x="689823" y="1389579"/>
                </a:lnTo>
                <a:close/>
                <a:lnTo>
                  <a:pt x="694647" y="1389579"/>
                </a:lnTo>
                <a:close/>
                <a:lnTo>
                  <a:pt x="699471" y="1389579"/>
                </a:lnTo>
                <a:close/>
                <a:lnTo>
                  <a:pt x="704295" y="1389579"/>
                </a:lnTo>
                <a:close/>
                <a:lnTo>
                  <a:pt x="709119" y="1389579"/>
                </a:lnTo>
                <a:close/>
                <a:lnTo>
                  <a:pt x="713943" y="1389579"/>
                </a:lnTo>
                <a:close/>
                <a:lnTo>
                  <a:pt x="718767" y="1389579"/>
                </a:lnTo>
                <a:close/>
                <a:lnTo>
                  <a:pt x="723591" y="1389579"/>
                </a:lnTo>
                <a:close/>
                <a:lnTo>
                  <a:pt x="728415" y="1389579"/>
                </a:lnTo>
                <a:close/>
                <a:lnTo>
                  <a:pt x="733239" y="1389579"/>
                </a:lnTo>
                <a:close/>
                <a:lnTo>
                  <a:pt x="738063" y="1389579"/>
                </a:lnTo>
                <a:close/>
                <a:lnTo>
                  <a:pt x="742887" y="1389579"/>
                </a:lnTo>
                <a:close/>
                <a:lnTo>
                  <a:pt x="747711" y="1389579"/>
                </a:lnTo>
                <a:close/>
                <a:lnTo>
                  <a:pt x="752535" y="1389579"/>
                </a:lnTo>
                <a:close/>
                <a:lnTo>
                  <a:pt x="757359" y="1389579"/>
                </a:lnTo>
                <a:close/>
                <a:lnTo>
                  <a:pt x="762183" y="1389579"/>
                </a:lnTo>
                <a:close/>
                <a:lnTo>
                  <a:pt x="767006" y="1389579"/>
                </a:lnTo>
                <a:close/>
                <a:lnTo>
                  <a:pt x="771830" y="1389579"/>
                </a:lnTo>
                <a:close/>
                <a:lnTo>
                  <a:pt x="776654" y="1389579"/>
                </a:lnTo>
                <a:close/>
                <a:lnTo>
                  <a:pt x="781478" y="1389579"/>
                </a:lnTo>
                <a:close/>
                <a:lnTo>
                  <a:pt x="786302" y="1389579"/>
                </a:lnTo>
                <a:close/>
                <a:lnTo>
                  <a:pt x="791126" y="1389579"/>
                </a:lnTo>
                <a:close/>
                <a:lnTo>
                  <a:pt x="795950" y="1389579"/>
                </a:lnTo>
                <a:close/>
                <a:lnTo>
                  <a:pt x="800774" y="1389579"/>
                </a:lnTo>
                <a:close/>
                <a:lnTo>
                  <a:pt x="805598" y="1389579"/>
                </a:lnTo>
                <a:close/>
                <a:lnTo>
                  <a:pt x="810422" y="1389579"/>
                </a:lnTo>
                <a:close/>
                <a:lnTo>
                  <a:pt x="815246" y="1389579"/>
                </a:lnTo>
                <a:close/>
                <a:lnTo>
                  <a:pt x="820070" y="1389579"/>
                </a:lnTo>
                <a:close/>
                <a:lnTo>
                  <a:pt x="824894" y="1389579"/>
                </a:lnTo>
                <a:close/>
                <a:lnTo>
                  <a:pt x="829718" y="1389579"/>
                </a:lnTo>
                <a:close/>
                <a:lnTo>
                  <a:pt x="834542" y="1389579"/>
                </a:lnTo>
                <a:close/>
                <a:lnTo>
                  <a:pt x="839366" y="1389579"/>
                </a:lnTo>
                <a:close/>
                <a:lnTo>
                  <a:pt x="844190" y="1389579"/>
                </a:lnTo>
                <a:close/>
                <a:lnTo>
                  <a:pt x="849013" y="1389579"/>
                </a:lnTo>
                <a:close/>
                <a:lnTo>
                  <a:pt x="853837" y="1389579"/>
                </a:lnTo>
                <a:close/>
                <a:lnTo>
                  <a:pt x="858661" y="1389579"/>
                </a:lnTo>
                <a:close/>
                <a:lnTo>
                  <a:pt x="863485" y="1389579"/>
                </a:lnTo>
                <a:close/>
                <a:lnTo>
                  <a:pt x="868309" y="1389579"/>
                </a:lnTo>
                <a:close/>
                <a:lnTo>
                  <a:pt x="873133" y="1389579"/>
                </a:lnTo>
                <a:close/>
                <a:lnTo>
                  <a:pt x="877957" y="1389579"/>
                </a:lnTo>
                <a:close/>
                <a:lnTo>
                  <a:pt x="882781" y="1389579"/>
                </a:lnTo>
                <a:close/>
                <a:lnTo>
                  <a:pt x="887605" y="1389579"/>
                </a:lnTo>
                <a:close/>
                <a:lnTo>
                  <a:pt x="892429" y="1389579"/>
                </a:lnTo>
                <a:close/>
                <a:lnTo>
                  <a:pt x="897253" y="1389579"/>
                </a:lnTo>
                <a:close/>
                <a:lnTo>
                  <a:pt x="902077" y="1389579"/>
                </a:lnTo>
                <a:close/>
                <a:lnTo>
                  <a:pt x="906901" y="1389579"/>
                </a:lnTo>
                <a:close/>
                <a:lnTo>
                  <a:pt x="911725" y="1389579"/>
                </a:lnTo>
                <a:close/>
                <a:lnTo>
                  <a:pt x="916549" y="1389579"/>
                </a:lnTo>
                <a:close/>
                <a:lnTo>
                  <a:pt x="921373" y="1389579"/>
                </a:lnTo>
                <a:close/>
                <a:lnTo>
                  <a:pt x="926197" y="1389579"/>
                </a:lnTo>
                <a:close/>
                <a:lnTo>
                  <a:pt x="931020" y="1389579"/>
                </a:lnTo>
                <a:close/>
                <a:lnTo>
                  <a:pt x="935844" y="1389579"/>
                </a:lnTo>
                <a:close/>
                <a:lnTo>
                  <a:pt x="940668" y="1389579"/>
                </a:lnTo>
                <a:close/>
                <a:lnTo>
                  <a:pt x="945492" y="1389579"/>
                </a:lnTo>
                <a:close/>
                <a:lnTo>
                  <a:pt x="950316" y="1389579"/>
                </a:lnTo>
                <a:close/>
                <a:lnTo>
                  <a:pt x="955140" y="1389579"/>
                </a:lnTo>
                <a:close/>
                <a:lnTo>
                  <a:pt x="959964" y="1389579"/>
                </a:lnTo>
                <a:close/>
                <a:lnTo>
                  <a:pt x="964788" y="1389579"/>
                </a:lnTo>
                <a:close/>
                <a:lnTo>
                  <a:pt x="969612" y="1389579"/>
                </a:lnTo>
                <a:close/>
                <a:lnTo>
                  <a:pt x="974436" y="1389579"/>
                </a:lnTo>
                <a:close/>
                <a:lnTo>
                  <a:pt x="979260" y="1389579"/>
                </a:lnTo>
                <a:close/>
                <a:lnTo>
                  <a:pt x="984084" y="1389579"/>
                </a:lnTo>
                <a:close/>
                <a:lnTo>
                  <a:pt x="988908" y="1389579"/>
                </a:lnTo>
                <a:close/>
                <a:lnTo>
                  <a:pt x="993732" y="1389579"/>
                </a:lnTo>
                <a:close/>
                <a:lnTo>
                  <a:pt x="998556" y="1389579"/>
                </a:lnTo>
                <a:close/>
                <a:lnTo>
                  <a:pt x="1003380" y="1389579"/>
                </a:lnTo>
                <a:close/>
                <a:lnTo>
                  <a:pt x="1008204" y="1389579"/>
                </a:lnTo>
                <a:close/>
                <a:lnTo>
                  <a:pt x="1013027" y="1389579"/>
                </a:lnTo>
                <a:close/>
                <a:lnTo>
                  <a:pt x="1017851" y="1389579"/>
                </a:lnTo>
                <a:close/>
                <a:lnTo>
                  <a:pt x="1022675" y="1389579"/>
                </a:lnTo>
                <a:close/>
                <a:lnTo>
                  <a:pt x="1027499" y="1389579"/>
                </a:lnTo>
                <a:close/>
                <a:lnTo>
                  <a:pt x="1032323" y="1389579"/>
                </a:lnTo>
                <a:close/>
                <a:lnTo>
                  <a:pt x="1037147" y="1389579"/>
                </a:lnTo>
                <a:close/>
                <a:lnTo>
                  <a:pt x="1041971" y="1389579"/>
                </a:lnTo>
                <a:close/>
                <a:lnTo>
                  <a:pt x="1046795" y="1389579"/>
                </a:lnTo>
                <a:close/>
                <a:lnTo>
                  <a:pt x="1051619" y="1389579"/>
                </a:lnTo>
                <a:close/>
                <a:lnTo>
                  <a:pt x="1056443" y="1389579"/>
                </a:lnTo>
                <a:close/>
                <a:lnTo>
                  <a:pt x="1061267" y="1389578"/>
                </a:lnTo>
                <a:close/>
                <a:lnTo>
                  <a:pt x="1066091" y="1389578"/>
                </a:lnTo>
                <a:close/>
                <a:lnTo>
                  <a:pt x="1070915" y="1389577"/>
                </a:lnTo>
                <a:close/>
                <a:lnTo>
                  <a:pt x="1075739" y="1389576"/>
                </a:lnTo>
                <a:close/>
                <a:lnTo>
                  <a:pt x="1080563" y="1389574"/>
                </a:lnTo>
                <a:close/>
                <a:lnTo>
                  <a:pt x="1085387" y="1389571"/>
                </a:lnTo>
                <a:close/>
                <a:lnTo>
                  <a:pt x="1090211" y="1389566"/>
                </a:lnTo>
                <a:close/>
                <a:lnTo>
                  <a:pt x="1095035" y="1389559"/>
                </a:lnTo>
                <a:close/>
                <a:lnTo>
                  <a:pt x="1099858" y="1389549"/>
                </a:lnTo>
                <a:close/>
                <a:lnTo>
                  <a:pt x="1104682" y="1389535"/>
                </a:lnTo>
                <a:close/>
                <a:lnTo>
                  <a:pt x="1109506" y="1389515"/>
                </a:lnTo>
                <a:close/>
                <a:lnTo>
                  <a:pt x="1114330" y="1389487"/>
                </a:lnTo>
                <a:close/>
                <a:lnTo>
                  <a:pt x="1119154" y="1389450"/>
                </a:lnTo>
                <a:close/>
                <a:lnTo>
                  <a:pt x="1123978" y="1389399"/>
                </a:lnTo>
                <a:close/>
                <a:lnTo>
                  <a:pt x="1128802" y="1389333"/>
                </a:lnTo>
                <a:close/>
                <a:lnTo>
                  <a:pt x="1133626" y="1389248"/>
                </a:lnTo>
                <a:close/>
                <a:lnTo>
                  <a:pt x="1138450" y="1389139"/>
                </a:lnTo>
                <a:close/>
                <a:lnTo>
                  <a:pt x="1143274" y="1389002"/>
                </a:lnTo>
                <a:close/>
                <a:lnTo>
                  <a:pt x="1148098" y="1388835"/>
                </a:lnTo>
                <a:close/>
                <a:lnTo>
                  <a:pt x="1152922" y="1388633"/>
                </a:lnTo>
                <a:close/>
                <a:lnTo>
                  <a:pt x="1157746" y="1388393"/>
                </a:lnTo>
                <a:close/>
                <a:lnTo>
                  <a:pt x="1162570" y="1388113"/>
                </a:lnTo>
                <a:close/>
                <a:lnTo>
                  <a:pt x="1167394" y="1387792"/>
                </a:lnTo>
                <a:close/>
                <a:lnTo>
                  <a:pt x="1172218" y="1387432"/>
                </a:lnTo>
                <a:close/>
                <a:lnTo>
                  <a:pt x="1177042" y="1387035"/>
                </a:lnTo>
                <a:close/>
                <a:lnTo>
                  <a:pt x="1181865" y="1386607"/>
                </a:lnTo>
                <a:close/>
                <a:lnTo>
                  <a:pt x="1186689" y="1386153"/>
                </a:lnTo>
                <a:close/>
                <a:lnTo>
                  <a:pt x="1191513" y="1385684"/>
                </a:lnTo>
                <a:close/>
                <a:lnTo>
                  <a:pt x="1196337" y="1385210"/>
                </a:lnTo>
                <a:close/>
                <a:lnTo>
                  <a:pt x="1201161" y="1384741"/>
                </a:lnTo>
                <a:close/>
                <a:lnTo>
                  <a:pt x="1205985" y="1384292"/>
                </a:lnTo>
                <a:close/>
                <a:lnTo>
                  <a:pt x="1210809" y="1383874"/>
                </a:lnTo>
                <a:close/>
                <a:lnTo>
                  <a:pt x="1215633" y="1383498"/>
                </a:lnTo>
                <a:close/>
                <a:lnTo>
                  <a:pt x="1220457" y="1383175"/>
                </a:lnTo>
                <a:close/>
                <a:lnTo>
                  <a:pt x="1225281" y="1382911"/>
                </a:lnTo>
                <a:close/>
                <a:lnTo>
                  <a:pt x="1230105" y="1382713"/>
                </a:lnTo>
                <a:close/>
                <a:lnTo>
                  <a:pt x="1234929" y="1382583"/>
                </a:lnTo>
                <a:close/>
                <a:lnTo>
                  <a:pt x="1239753" y="1382518"/>
                </a:lnTo>
                <a:close/>
                <a:lnTo>
                  <a:pt x="1244577" y="1382517"/>
                </a:lnTo>
                <a:close/>
                <a:lnTo>
                  <a:pt x="1249401" y="1382573"/>
                </a:lnTo>
                <a:close/>
                <a:lnTo>
                  <a:pt x="1254225" y="1382678"/>
                </a:lnTo>
                <a:close/>
                <a:lnTo>
                  <a:pt x="1259049" y="1382822"/>
                </a:lnTo>
                <a:close/>
                <a:lnTo>
                  <a:pt x="1263872" y="1382996"/>
                </a:lnTo>
                <a:close/>
                <a:lnTo>
                  <a:pt x="1268696" y="1383188"/>
                </a:lnTo>
                <a:close/>
                <a:lnTo>
                  <a:pt x="1273520" y="1383390"/>
                </a:lnTo>
                <a:close/>
                <a:lnTo>
                  <a:pt x="1278344" y="1383591"/>
                </a:lnTo>
                <a:close/>
                <a:lnTo>
                  <a:pt x="1283168" y="1383782"/>
                </a:lnTo>
                <a:close/>
                <a:lnTo>
                  <a:pt x="1287992" y="1383957"/>
                </a:lnTo>
                <a:close/>
                <a:lnTo>
                  <a:pt x="1292816" y="1384107"/>
                </a:lnTo>
                <a:close/>
                <a:lnTo>
                  <a:pt x="1297640" y="1384228"/>
                </a:lnTo>
                <a:close/>
                <a:lnTo>
                  <a:pt x="1302464" y="1384313"/>
                </a:lnTo>
                <a:close/>
                <a:lnTo>
                  <a:pt x="1307288" y="1384356"/>
                </a:lnTo>
                <a:close/>
                <a:lnTo>
                  <a:pt x="1312112" y="1384352"/>
                </a:lnTo>
                <a:close/>
                <a:lnTo>
                  <a:pt x="1316936" y="1384295"/>
                </a:lnTo>
                <a:close/>
                <a:lnTo>
                  <a:pt x="1321760" y="1384177"/>
                </a:lnTo>
                <a:close/>
                <a:lnTo>
                  <a:pt x="1326584" y="1383993"/>
                </a:lnTo>
                <a:close/>
                <a:lnTo>
                  <a:pt x="1331408" y="1383735"/>
                </a:lnTo>
                <a:close/>
                <a:lnTo>
                  <a:pt x="1336232" y="1383394"/>
                </a:lnTo>
                <a:close/>
                <a:lnTo>
                  <a:pt x="1341056" y="1382962"/>
                </a:lnTo>
                <a:close/>
                <a:lnTo>
                  <a:pt x="1345879" y="1382430"/>
                </a:lnTo>
                <a:close/>
                <a:lnTo>
                  <a:pt x="1350703" y="1381790"/>
                </a:lnTo>
                <a:close/>
                <a:lnTo>
                  <a:pt x="1355527" y="1381032"/>
                </a:lnTo>
                <a:close/>
                <a:lnTo>
                  <a:pt x="1360351" y="1380150"/>
                </a:lnTo>
                <a:close/>
                <a:lnTo>
                  <a:pt x="1365175" y="1379136"/>
                </a:lnTo>
                <a:close/>
                <a:lnTo>
                  <a:pt x="1369999" y="1377984"/>
                </a:lnTo>
                <a:close/>
                <a:lnTo>
                  <a:pt x="1374823" y="1376689"/>
                </a:lnTo>
                <a:close/>
                <a:lnTo>
                  <a:pt x="1379647" y="1375249"/>
                </a:lnTo>
                <a:close/>
                <a:lnTo>
                  <a:pt x="1384471" y="1373662"/>
                </a:lnTo>
                <a:close/>
                <a:lnTo>
                  <a:pt x="1389295" y="1371926"/>
                </a:lnTo>
                <a:close/>
                <a:lnTo>
                  <a:pt x="1394119" y="1370041"/>
                </a:lnTo>
                <a:close/>
                <a:lnTo>
                  <a:pt x="1398943" y="1368004"/>
                </a:lnTo>
                <a:close/>
                <a:lnTo>
                  <a:pt x="1403767" y="1365813"/>
                </a:lnTo>
                <a:close/>
                <a:lnTo>
                  <a:pt x="1408591" y="1363458"/>
                </a:lnTo>
                <a:close/>
                <a:lnTo>
                  <a:pt x="1413415" y="1360928"/>
                </a:lnTo>
                <a:close/>
                <a:lnTo>
                  <a:pt x="1418239" y="1358202"/>
                </a:lnTo>
                <a:close/>
                <a:lnTo>
                  <a:pt x="1423063" y="1355253"/>
                </a:lnTo>
                <a:close/>
                <a:lnTo>
                  <a:pt x="1427887" y="1352043"/>
                </a:lnTo>
                <a:close/>
                <a:lnTo>
                  <a:pt x="1432710" y="1348527"/>
                </a:lnTo>
                <a:close/>
                <a:lnTo>
                  <a:pt x="1437534" y="1344650"/>
                </a:lnTo>
                <a:close/>
                <a:lnTo>
                  <a:pt x="1442358" y="1340350"/>
                </a:lnTo>
                <a:close/>
                <a:lnTo>
                  <a:pt x="1447182" y="1335560"/>
                </a:lnTo>
                <a:close/>
                <a:lnTo>
                  <a:pt x="1452006" y="1330211"/>
                </a:lnTo>
                <a:close/>
                <a:lnTo>
                  <a:pt x="1456830" y="1324237"/>
                </a:lnTo>
                <a:close/>
                <a:lnTo>
                  <a:pt x="1461654" y="1317577"/>
                </a:lnTo>
                <a:close/>
                <a:lnTo>
                  <a:pt x="1466478" y="1310182"/>
                </a:lnTo>
                <a:close/>
                <a:lnTo>
                  <a:pt x="1471302" y="1302017"/>
                </a:lnTo>
                <a:close/>
                <a:lnTo>
                  <a:pt x="1476126" y="1293065"/>
                </a:lnTo>
                <a:close/>
                <a:lnTo>
                  <a:pt x="1480950" y="1283327"/>
                </a:lnTo>
                <a:close/>
                <a:lnTo>
                  <a:pt x="1485774" y="1272827"/>
                </a:lnTo>
                <a:close/>
                <a:lnTo>
                  <a:pt x="1490598" y="1261606"/>
                </a:lnTo>
                <a:close/>
                <a:lnTo>
                  <a:pt x="1495422" y="1249723"/>
                </a:lnTo>
                <a:close/>
                <a:lnTo>
                  <a:pt x="1500246" y="1237252"/>
                </a:lnTo>
                <a:close/>
                <a:lnTo>
                  <a:pt x="1505070" y="1224273"/>
                </a:lnTo>
                <a:close/>
                <a:lnTo>
                  <a:pt x="1509894" y="1210871"/>
                </a:lnTo>
                <a:close/>
                <a:lnTo>
                  <a:pt x="1514717" y="1197129"/>
                </a:lnTo>
                <a:close/>
                <a:lnTo>
                  <a:pt x="1519541" y="1183123"/>
                </a:lnTo>
                <a:close/>
                <a:lnTo>
                  <a:pt x="1524365" y="1168918"/>
                </a:lnTo>
                <a:close/>
                <a:lnTo>
                  <a:pt x="1529189" y="1154568"/>
                </a:lnTo>
                <a:close/>
                <a:lnTo>
                  <a:pt x="1534013" y="1140112"/>
                </a:lnTo>
                <a:close/>
                <a:lnTo>
                  <a:pt x="1538837" y="1125577"/>
                </a:lnTo>
                <a:close/>
                <a:lnTo>
                  <a:pt x="1543661" y="1110979"/>
                </a:lnTo>
                <a:close/>
                <a:lnTo>
                  <a:pt x="1548485" y="1096324"/>
                </a:lnTo>
                <a:close/>
                <a:lnTo>
                  <a:pt x="1553309" y="1081615"/>
                </a:lnTo>
                <a:close/>
                <a:lnTo>
                  <a:pt x="1558133" y="1066853"/>
                </a:lnTo>
                <a:close/>
                <a:lnTo>
                  <a:pt x="1562957" y="1052041"/>
                </a:lnTo>
                <a:close/>
                <a:lnTo>
                  <a:pt x="1567781" y="1037187"/>
                </a:lnTo>
                <a:close/>
                <a:lnTo>
                  <a:pt x="1572605" y="1022306"/>
                </a:lnTo>
                <a:close/>
                <a:lnTo>
                  <a:pt x="1577429" y="1007419"/>
                </a:lnTo>
                <a:close/>
                <a:lnTo>
                  <a:pt x="1582253" y="992553"/>
                </a:lnTo>
                <a:close/>
                <a:lnTo>
                  <a:pt x="1587077" y="977744"/>
                </a:lnTo>
                <a:close/>
                <a:lnTo>
                  <a:pt x="1591901" y="963030"/>
                </a:lnTo>
                <a:close/>
                <a:lnTo>
                  <a:pt x="1596724" y="948453"/>
                </a:lnTo>
                <a:close/>
                <a:lnTo>
                  <a:pt x="1601548" y="934053"/>
                </a:lnTo>
                <a:close/>
                <a:lnTo>
                  <a:pt x="1606372" y="919868"/>
                </a:lnTo>
                <a:close/>
                <a:lnTo>
                  <a:pt x="1611196" y="905934"/>
                </a:lnTo>
                <a:close/>
                <a:lnTo>
                  <a:pt x="1616020" y="892278"/>
                </a:lnTo>
                <a:close/>
                <a:lnTo>
                  <a:pt x="1620844" y="878918"/>
                </a:lnTo>
                <a:close/>
                <a:lnTo>
                  <a:pt x="1625668" y="865865"/>
                </a:lnTo>
                <a:close/>
                <a:lnTo>
                  <a:pt x="1630492" y="853116"/>
                </a:lnTo>
                <a:close/>
                <a:lnTo>
                  <a:pt x="1635316" y="840660"/>
                </a:lnTo>
                <a:close/>
                <a:lnTo>
                  <a:pt x="1640140" y="828471"/>
                </a:lnTo>
                <a:close/>
                <a:lnTo>
                  <a:pt x="1644964" y="816514"/>
                </a:lnTo>
                <a:close/>
                <a:lnTo>
                  <a:pt x="1649788" y="804738"/>
                </a:lnTo>
                <a:close/>
                <a:lnTo>
                  <a:pt x="1654612" y="793084"/>
                </a:lnTo>
                <a:close/>
                <a:lnTo>
                  <a:pt x="1659436" y="781483"/>
                </a:lnTo>
                <a:close/>
                <a:lnTo>
                  <a:pt x="1664260" y="769853"/>
                </a:lnTo>
                <a:close/>
                <a:lnTo>
                  <a:pt x="1669084" y="758108"/>
                </a:lnTo>
                <a:close/>
                <a:lnTo>
                  <a:pt x="1673908" y="746154"/>
                </a:lnTo>
                <a:close/>
                <a:lnTo>
                  <a:pt x="1678731" y="733893"/>
                </a:lnTo>
                <a:close/>
                <a:lnTo>
                  <a:pt x="1683555" y="721228"/>
                </a:lnTo>
                <a:close/>
                <a:lnTo>
                  <a:pt x="1688379" y="708063"/>
                </a:lnTo>
                <a:close/>
                <a:lnTo>
                  <a:pt x="1693203" y="694312"/>
                </a:lnTo>
                <a:close/>
                <a:lnTo>
                  <a:pt x="1698027" y="679898"/>
                </a:lnTo>
                <a:close/>
                <a:lnTo>
                  <a:pt x="1702851" y="664764"/>
                </a:lnTo>
                <a:close/>
                <a:lnTo>
                  <a:pt x="1707675" y="648869"/>
                </a:lnTo>
                <a:close/>
                <a:lnTo>
                  <a:pt x="1712499" y="632202"/>
                </a:lnTo>
                <a:close/>
                <a:lnTo>
                  <a:pt x="1717323" y="614774"/>
                </a:lnTo>
                <a:close/>
                <a:lnTo>
                  <a:pt x="1722147" y="596630"/>
                </a:lnTo>
                <a:close/>
                <a:lnTo>
                  <a:pt x="1726971" y="577838"/>
                </a:lnTo>
                <a:close/>
                <a:lnTo>
                  <a:pt x="1731795" y="558496"/>
                </a:lnTo>
                <a:close/>
                <a:lnTo>
                  <a:pt x="1736619" y="538723"/>
                </a:lnTo>
                <a:close/>
                <a:lnTo>
                  <a:pt x="1741443" y="518655"/>
                </a:lnTo>
                <a:close/>
                <a:lnTo>
                  <a:pt x="1746267" y="498438"/>
                </a:lnTo>
                <a:close/>
                <a:lnTo>
                  <a:pt x="1751091" y="478226"/>
                </a:lnTo>
                <a:close/>
                <a:lnTo>
                  <a:pt x="1755915" y="458168"/>
                </a:lnTo>
                <a:close/>
                <a:lnTo>
                  <a:pt x="1760739" y="438406"/>
                </a:lnTo>
                <a:close/>
                <a:lnTo>
                  <a:pt x="1765562" y="419070"/>
                </a:lnTo>
                <a:close/>
                <a:lnTo>
                  <a:pt x="1770386" y="400271"/>
                </a:lnTo>
                <a:close/>
                <a:lnTo>
                  <a:pt x="1775210" y="382102"/>
                </a:lnTo>
                <a:close/>
                <a:lnTo>
                  <a:pt x="1780034" y="364637"/>
                </a:lnTo>
                <a:close/>
                <a:lnTo>
                  <a:pt x="1784858" y="347924"/>
                </a:lnTo>
                <a:close/>
                <a:lnTo>
                  <a:pt x="1789682" y="331993"/>
                </a:lnTo>
                <a:close/>
                <a:lnTo>
                  <a:pt x="1794506" y="316853"/>
                </a:lnTo>
                <a:close/>
                <a:lnTo>
                  <a:pt x="1799330" y="302491"/>
                </a:lnTo>
                <a:close/>
                <a:lnTo>
                  <a:pt x="1804154" y="288879"/>
                </a:lnTo>
                <a:close/>
                <a:lnTo>
                  <a:pt x="1808978" y="275970"/>
                </a:lnTo>
                <a:close/>
                <a:lnTo>
                  <a:pt x="1813802" y="263703"/>
                </a:lnTo>
                <a:close/>
                <a:lnTo>
                  <a:pt x="1818626" y="252002"/>
                </a:lnTo>
                <a:close/>
                <a:lnTo>
                  <a:pt x="1823450" y="240782"/>
                </a:lnTo>
                <a:close/>
                <a:lnTo>
                  <a:pt x="1828274" y="229949"/>
                </a:lnTo>
                <a:close/>
                <a:lnTo>
                  <a:pt x="1833098" y="219407"/>
                </a:lnTo>
                <a:close/>
                <a:lnTo>
                  <a:pt x="1837922" y="209056"/>
                </a:lnTo>
                <a:close/>
                <a:lnTo>
                  <a:pt x="1842746" y="198804"/>
                </a:lnTo>
                <a:close/>
                <a:lnTo>
                  <a:pt x="1847569" y="188565"/>
                </a:lnTo>
                <a:close/>
                <a:lnTo>
                  <a:pt x="1852393" y="178270"/>
                </a:lnTo>
                <a:close/>
                <a:lnTo>
                  <a:pt x="1857217" y="167866"/>
                </a:lnTo>
                <a:close/>
                <a:lnTo>
                  <a:pt x="1862041" y="157325"/>
                </a:lnTo>
                <a:close/>
                <a:lnTo>
                  <a:pt x="1866865" y="146641"/>
                </a:lnTo>
                <a:close/>
                <a:lnTo>
                  <a:pt x="1871689" y="135835"/>
                </a:lnTo>
                <a:close/>
                <a:lnTo>
                  <a:pt x="1876513" y="124951"/>
                </a:lnTo>
                <a:close/>
                <a:lnTo>
                  <a:pt x="1881337" y="114054"/>
                </a:lnTo>
                <a:close/>
                <a:lnTo>
                  <a:pt x="1886161" y="103228"/>
                </a:lnTo>
                <a:close/>
                <a:lnTo>
                  <a:pt x="1890985" y="92565"/>
                </a:lnTo>
                <a:close/>
                <a:lnTo>
                  <a:pt x="1895809" y="82164"/>
                </a:lnTo>
                <a:close/>
                <a:lnTo>
                  <a:pt x="1900633" y="72124"/>
                </a:lnTo>
                <a:close/>
                <a:lnTo>
                  <a:pt x="1905457" y="62534"/>
                </a:lnTo>
                <a:close/>
                <a:lnTo>
                  <a:pt x="1910281" y="53474"/>
                </a:lnTo>
                <a:close/>
                <a:lnTo>
                  <a:pt x="1915105" y="45009"/>
                </a:lnTo>
                <a:close/>
                <a:lnTo>
                  <a:pt x="1919929" y="37192"/>
                </a:lnTo>
                <a:close/>
                <a:lnTo>
                  <a:pt x="1924753" y="30060"/>
                </a:lnTo>
                <a:close/>
                <a:lnTo>
                  <a:pt x="1929576" y="23640"/>
                </a:lnTo>
                <a:close/>
                <a:lnTo>
                  <a:pt x="1934400" y="17951"/>
                </a:lnTo>
                <a:close/>
                <a:lnTo>
                  <a:pt x="1939224" y="13008"/>
                </a:lnTo>
                <a:close/>
                <a:lnTo>
                  <a:pt x="1944048" y="8826"/>
                </a:lnTo>
                <a:close/>
                <a:lnTo>
                  <a:pt x="1948872" y="5421"/>
                </a:lnTo>
                <a:close/>
                <a:lnTo>
                  <a:pt x="1953696" y="2812"/>
                </a:lnTo>
                <a:close/>
                <a:lnTo>
                  <a:pt x="1958520" y="1022"/>
                </a:lnTo>
                <a:close/>
                <a:lnTo>
                  <a:pt x="1963344" y="76"/>
                </a:lnTo>
                <a:close/>
                <a:lnTo>
                  <a:pt x="1968168" y="0"/>
                </a:lnTo>
                <a:close/>
                <a:lnTo>
                  <a:pt x="1972992" y="817"/>
                </a:lnTo>
                <a:close/>
                <a:lnTo>
                  <a:pt x="1977816" y="2548"/>
                </a:lnTo>
                <a:close/>
                <a:lnTo>
                  <a:pt x="1982640" y="5209"/>
                </a:lnTo>
                <a:close/>
                <a:lnTo>
                  <a:pt x="1987464" y="8810"/>
                </a:lnTo>
                <a:close/>
                <a:lnTo>
                  <a:pt x="1992288" y="13356"/>
                </a:lnTo>
                <a:close/>
                <a:lnTo>
                  <a:pt x="1997112" y="18851"/>
                </a:lnTo>
                <a:close/>
                <a:lnTo>
                  <a:pt x="2001936" y="25301"/>
                </a:lnTo>
                <a:close/>
                <a:lnTo>
                  <a:pt x="2006760" y="32712"/>
                </a:lnTo>
                <a:close/>
                <a:lnTo>
                  <a:pt x="2011583" y="41103"/>
                </a:lnTo>
                <a:close/>
                <a:lnTo>
                  <a:pt x="2016407" y="50497"/>
                </a:lnTo>
                <a:close/>
                <a:lnTo>
                  <a:pt x="2021231" y="60931"/>
                </a:lnTo>
                <a:close/>
                <a:lnTo>
                  <a:pt x="2026055" y="72451"/>
                </a:lnTo>
                <a:close/>
                <a:lnTo>
                  <a:pt x="2030879" y="85107"/>
                </a:lnTo>
                <a:close/>
                <a:lnTo>
                  <a:pt x="2035703" y="98953"/>
                </a:lnTo>
                <a:close/>
                <a:lnTo>
                  <a:pt x="2040527" y="114034"/>
                </a:lnTo>
                <a:close/>
                <a:lnTo>
                  <a:pt x="2045351" y="130382"/>
                </a:lnTo>
                <a:close/>
                <a:lnTo>
                  <a:pt x="2050175" y="148008"/>
                </a:lnTo>
                <a:close/>
                <a:lnTo>
                  <a:pt x="2054999" y="166892"/>
                </a:lnTo>
                <a:close/>
                <a:lnTo>
                  <a:pt x="2059823" y="186978"/>
                </a:lnTo>
                <a:close/>
                <a:lnTo>
                  <a:pt x="2064647" y="208172"/>
                </a:lnTo>
                <a:close/>
                <a:lnTo>
                  <a:pt x="2069471" y="230343"/>
                </a:lnTo>
                <a:close/>
                <a:lnTo>
                  <a:pt x="2074295" y="253323"/>
                </a:lnTo>
                <a:close/>
                <a:lnTo>
                  <a:pt x="2079119" y="276918"/>
                </a:lnTo>
                <a:close/>
                <a:lnTo>
                  <a:pt x="2083943" y="300911"/>
                </a:lnTo>
                <a:close/>
                <a:lnTo>
                  <a:pt x="2088767" y="325081"/>
                </a:lnTo>
                <a:close/>
                <a:lnTo>
                  <a:pt x="2093591" y="349208"/>
                </a:lnTo>
                <a:close/>
                <a:lnTo>
                  <a:pt x="2098414" y="373089"/>
                </a:lnTo>
                <a:close/>
                <a:lnTo>
                  <a:pt x="2103238" y="396547"/>
                </a:lnTo>
                <a:close/>
                <a:lnTo>
                  <a:pt x="2108062" y="419438"/>
                </a:lnTo>
                <a:close/>
                <a:lnTo>
                  <a:pt x="2112886" y="441657"/>
                </a:lnTo>
                <a:close/>
                <a:lnTo>
                  <a:pt x="2117710" y="463141"/>
                </a:lnTo>
                <a:close/>
                <a:lnTo>
                  <a:pt x="2122534" y="483863"/>
                </a:lnTo>
                <a:close/>
                <a:lnTo>
                  <a:pt x="2127358" y="503834"/>
                </a:lnTo>
                <a:close/>
                <a:lnTo>
                  <a:pt x="2132182" y="523091"/>
                </a:lnTo>
                <a:close/>
                <a:lnTo>
                  <a:pt x="2137006" y="541689"/>
                </a:lnTo>
                <a:close/>
                <a:lnTo>
                  <a:pt x="2141830" y="559695"/>
                </a:lnTo>
                <a:close/>
                <a:lnTo>
                  <a:pt x="2146654" y="577180"/>
                </a:lnTo>
                <a:close/>
                <a:lnTo>
                  <a:pt x="2151478" y="594208"/>
                </a:lnTo>
                <a:close/>
                <a:lnTo>
                  <a:pt x="2156302" y="610833"/>
                </a:lnTo>
                <a:close/>
                <a:lnTo>
                  <a:pt x="2161126" y="627098"/>
                </a:lnTo>
                <a:close/>
                <a:lnTo>
                  <a:pt x="2165950" y="643030"/>
                </a:lnTo>
                <a:close/>
                <a:lnTo>
                  <a:pt x="2170774" y="658645"/>
                </a:lnTo>
                <a:close/>
                <a:lnTo>
                  <a:pt x="2175598" y="673947"/>
                </a:lnTo>
                <a:close/>
                <a:lnTo>
                  <a:pt x="2180421" y="688934"/>
                </a:lnTo>
                <a:close/>
                <a:lnTo>
                  <a:pt x="2185245" y="703606"/>
                </a:lnTo>
                <a:close/>
                <a:lnTo>
                  <a:pt x="2190069" y="717961"/>
                </a:lnTo>
                <a:close/>
                <a:lnTo>
                  <a:pt x="2194893" y="732005"/>
                </a:lnTo>
                <a:close/>
                <a:lnTo>
                  <a:pt x="2199717" y="745755"/>
                </a:lnTo>
                <a:close/>
                <a:lnTo>
                  <a:pt x="2204541" y="759234"/>
                </a:lnTo>
                <a:close/>
                <a:lnTo>
                  <a:pt x="2209365" y="772480"/>
                </a:lnTo>
                <a:close/>
                <a:lnTo>
                  <a:pt x="2214189" y="785533"/>
                </a:lnTo>
                <a:close/>
                <a:lnTo>
                  <a:pt x="2219013" y="798443"/>
                </a:lnTo>
                <a:close/>
                <a:lnTo>
                  <a:pt x="2223837" y="811258"/>
                </a:lnTo>
                <a:close/>
                <a:lnTo>
                  <a:pt x="2228661" y="824023"/>
                </a:lnTo>
                <a:close/>
                <a:lnTo>
                  <a:pt x="2233485" y="836775"/>
                </a:lnTo>
                <a:close/>
                <a:lnTo>
                  <a:pt x="2238309" y="849539"/>
                </a:lnTo>
                <a:close/>
                <a:lnTo>
                  <a:pt x="2243133" y="862326"/>
                </a:lnTo>
                <a:close/>
                <a:lnTo>
                  <a:pt x="2247957" y="875129"/>
                </a:lnTo>
                <a:close/>
                <a:lnTo>
                  <a:pt x="2252781" y="887926"/>
                </a:lnTo>
                <a:close/>
                <a:lnTo>
                  <a:pt x="2257605" y="900681"/>
                </a:lnTo>
                <a:close/>
                <a:lnTo>
                  <a:pt x="2262428" y="913344"/>
                </a:lnTo>
                <a:close/>
                <a:lnTo>
                  <a:pt x="2267252" y="925862"/>
                </a:lnTo>
                <a:close/>
                <a:lnTo>
                  <a:pt x="2272076" y="938176"/>
                </a:lnTo>
                <a:close/>
                <a:lnTo>
                  <a:pt x="2276900" y="950230"/>
                </a:lnTo>
                <a:close/>
                <a:lnTo>
                  <a:pt x="2281724" y="961974"/>
                </a:lnTo>
                <a:close/>
                <a:lnTo>
                  <a:pt x="2286548" y="973369"/>
                </a:lnTo>
                <a:close/>
                <a:lnTo>
                  <a:pt x="2291372" y="984387"/>
                </a:lnTo>
                <a:close/>
                <a:lnTo>
                  <a:pt x="2296196" y="995016"/>
                </a:lnTo>
                <a:close/>
                <a:lnTo>
                  <a:pt x="2301020" y="1005258"/>
                </a:lnTo>
                <a:close/>
                <a:lnTo>
                  <a:pt x="2305844" y="1015127"/>
                </a:lnTo>
                <a:close/>
                <a:lnTo>
                  <a:pt x="2310668" y="1024654"/>
                </a:lnTo>
                <a:close/>
                <a:lnTo>
                  <a:pt x="2315492" y="1033880"/>
                </a:lnTo>
                <a:close/>
                <a:lnTo>
                  <a:pt x="2320316" y="1042858"/>
                </a:lnTo>
                <a:close/>
                <a:lnTo>
                  <a:pt x="2325140" y="1051650"/>
                </a:lnTo>
                <a:close/>
                <a:lnTo>
                  <a:pt x="2329964" y="1060325"/>
                </a:lnTo>
                <a:close/>
                <a:lnTo>
                  <a:pt x="2334788" y="1068957"/>
                </a:lnTo>
                <a:close/>
                <a:lnTo>
                  <a:pt x="2339612" y="1077623"/>
                </a:lnTo>
                <a:close/>
                <a:lnTo>
                  <a:pt x="2344436" y="1086400"/>
                </a:lnTo>
                <a:close/>
                <a:lnTo>
                  <a:pt x="2349259" y="1095359"/>
                </a:lnTo>
                <a:close/>
                <a:lnTo>
                  <a:pt x="2354083" y="1104561"/>
                </a:lnTo>
                <a:close/>
                <a:lnTo>
                  <a:pt x="2358907" y="1114057"/>
                </a:lnTo>
                <a:close/>
                <a:lnTo>
                  <a:pt x="2363731" y="1123877"/>
                </a:lnTo>
                <a:close/>
                <a:lnTo>
                  <a:pt x="2368555" y="1134031"/>
                </a:lnTo>
                <a:close/>
                <a:lnTo>
                  <a:pt x="2373379" y="1144507"/>
                </a:lnTo>
                <a:close/>
                <a:lnTo>
                  <a:pt x="2378203" y="1155268"/>
                </a:lnTo>
                <a:close/>
                <a:lnTo>
                  <a:pt x="2383027" y="1166252"/>
                </a:lnTo>
                <a:close/>
                <a:lnTo>
                  <a:pt x="2387851" y="1177380"/>
                </a:lnTo>
                <a:close/>
                <a:lnTo>
                  <a:pt x="2392675" y="1188556"/>
                </a:lnTo>
                <a:close/>
                <a:lnTo>
                  <a:pt x="2397499" y="1199676"/>
                </a:lnTo>
                <a:close/>
                <a:lnTo>
                  <a:pt x="2402323" y="1210635"/>
                </a:lnTo>
                <a:close/>
                <a:lnTo>
                  <a:pt x="2407147" y="1221332"/>
                </a:lnTo>
                <a:close/>
                <a:lnTo>
                  <a:pt x="2411971" y="1231680"/>
                </a:lnTo>
                <a:close/>
                <a:lnTo>
                  <a:pt x="2416795" y="1241608"/>
                </a:lnTo>
                <a:close/>
                <a:lnTo>
                  <a:pt x="2421619" y="1251069"/>
                </a:lnTo>
                <a:close/>
                <a:lnTo>
                  <a:pt x="2426443" y="1260037"/>
                </a:lnTo>
                <a:close/>
                <a:lnTo>
                  <a:pt x="2431266" y="1268511"/>
                </a:lnTo>
                <a:close/>
                <a:lnTo>
                  <a:pt x="2436090" y="1276510"/>
                </a:lnTo>
                <a:close/>
                <a:lnTo>
                  <a:pt x="2440914" y="1284070"/>
                </a:lnTo>
                <a:close/>
                <a:lnTo>
                  <a:pt x="2445738" y="1291236"/>
                </a:lnTo>
                <a:close/>
                <a:lnTo>
                  <a:pt x="2450562" y="1298061"/>
                </a:lnTo>
                <a:close/>
                <a:lnTo>
                  <a:pt x="2455386" y="1304596"/>
                </a:lnTo>
                <a:close/>
                <a:lnTo>
                  <a:pt x="2460210" y="1310888"/>
                </a:lnTo>
                <a:close/>
                <a:lnTo>
                  <a:pt x="2465034" y="1316973"/>
                </a:lnTo>
                <a:close/>
                <a:lnTo>
                  <a:pt x="2469858" y="1322877"/>
                </a:lnTo>
                <a:close/>
                <a:lnTo>
                  <a:pt x="2474682" y="1328610"/>
                </a:lnTo>
                <a:close/>
                <a:lnTo>
                  <a:pt x="2479506" y="1334173"/>
                </a:lnTo>
                <a:close/>
                <a:lnTo>
                  <a:pt x="2484330" y="1339553"/>
                </a:lnTo>
                <a:close/>
                <a:lnTo>
                  <a:pt x="2489154" y="1344730"/>
                </a:lnTo>
                <a:close/>
                <a:lnTo>
                  <a:pt x="2493978" y="1349677"/>
                </a:lnTo>
                <a:close/>
                <a:lnTo>
                  <a:pt x="2498802" y="1354367"/>
                </a:lnTo>
                <a:close/>
                <a:lnTo>
                  <a:pt x="2503626" y="1358771"/>
                </a:lnTo>
                <a:close/>
                <a:lnTo>
                  <a:pt x="2508450" y="1362864"/>
                </a:lnTo>
                <a:close/>
                <a:lnTo>
                  <a:pt x="2513273" y="1366628"/>
                </a:lnTo>
                <a:close/>
                <a:lnTo>
                  <a:pt x="2518097" y="1370049"/>
                </a:lnTo>
                <a:close/>
                <a:lnTo>
                  <a:pt x="2522921" y="1373124"/>
                </a:lnTo>
                <a:close/>
                <a:lnTo>
                  <a:pt x="2527745" y="1375853"/>
                </a:lnTo>
                <a:close/>
                <a:lnTo>
                  <a:pt x="2532569" y="1378247"/>
                </a:lnTo>
                <a:close/>
                <a:lnTo>
                  <a:pt x="2537393" y="1380321"/>
                </a:lnTo>
                <a:close/>
                <a:lnTo>
                  <a:pt x="2542217" y="1382096"/>
                </a:lnTo>
                <a:close/>
                <a:lnTo>
                  <a:pt x="2547041" y="1383596"/>
                </a:lnTo>
                <a:close/>
                <a:lnTo>
                  <a:pt x="2551865" y="1384848"/>
                </a:lnTo>
                <a:close/>
                <a:lnTo>
                  <a:pt x="2556689" y="1385880"/>
                </a:lnTo>
                <a:close/>
                <a:lnTo>
                  <a:pt x="2561513" y="1386720"/>
                </a:lnTo>
                <a:close/>
                <a:lnTo>
                  <a:pt x="2566337" y="1387395"/>
                </a:lnTo>
                <a:close/>
                <a:lnTo>
                  <a:pt x="2571161" y="1387930"/>
                </a:lnTo>
                <a:close/>
                <a:lnTo>
                  <a:pt x="2575985" y="1388349"/>
                </a:lnTo>
                <a:close/>
                <a:lnTo>
                  <a:pt x="2580809" y="1388673"/>
                </a:lnTo>
                <a:close/>
                <a:lnTo>
                  <a:pt x="2585633" y="1388919"/>
                </a:lnTo>
                <a:close/>
                <a:lnTo>
                  <a:pt x="2590457" y="1389105"/>
                </a:lnTo>
                <a:close/>
                <a:lnTo>
                  <a:pt x="2595280" y="1389243"/>
                </a:lnTo>
                <a:close/>
                <a:lnTo>
                  <a:pt x="2600104" y="1389343"/>
                </a:lnTo>
                <a:close/>
                <a:lnTo>
                  <a:pt x="2604928" y="1389416"/>
                </a:lnTo>
                <a:close/>
                <a:lnTo>
                  <a:pt x="2609752" y="1389468"/>
                </a:lnTo>
                <a:close/>
                <a:lnTo>
                  <a:pt x="2614576" y="1389504"/>
                </a:lnTo>
                <a:close/>
                <a:lnTo>
                  <a:pt x="2619400" y="1389530"/>
                </a:lnTo>
                <a:close/>
                <a:lnTo>
                  <a:pt x="2624224" y="1389547"/>
                </a:lnTo>
                <a:close/>
                <a:lnTo>
                  <a:pt x="2629048" y="1389558"/>
                </a:lnTo>
                <a:close/>
                <a:lnTo>
                  <a:pt x="2633872" y="1389566"/>
                </a:lnTo>
                <a:close/>
                <a:lnTo>
                  <a:pt x="2638696" y="1389571"/>
                </a:lnTo>
                <a:close/>
                <a:lnTo>
                  <a:pt x="2643520" y="1389574"/>
                </a:lnTo>
                <a:close/>
                <a:lnTo>
                  <a:pt x="2648344" y="1389576"/>
                </a:lnTo>
                <a:close/>
                <a:lnTo>
                  <a:pt x="2653168" y="1389577"/>
                </a:lnTo>
                <a:close/>
                <a:lnTo>
                  <a:pt x="2657992" y="1389578"/>
                </a:lnTo>
                <a:close/>
                <a:lnTo>
                  <a:pt x="2662816" y="1389579"/>
                </a:lnTo>
                <a:close/>
                <a:lnTo>
                  <a:pt x="2667640" y="1389579"/>
                </a:lnTo>
                <a:close/>
                <a:lnTo>
                  <a:pt x="2672464" y="1389579"/>
                </a:lnTo>
                <a:close/>
                <a:lnTo>
                  <a:pt x="2677288" y="1389579"/>
                </a:lnTo>
                <a:close/>
                <a:lnTo>
                  <a:pt x="2682111" y="1389579"/>
                </a:lnTo>
                <a:close/>
                <a:lnTo>
                  <a:pt x="2686935" y="1389579"/>
                </a:lnTo>
                <a:close/>
                <a:lnTo>
                  <a:pt x="2691759" y="1389579"/>
                </a:lnTo>
                <a:close/>
                <a:lnTo>
                  <a:pt x="2696583" y="1389579"/>
                </a:lnTo>
                <a:close/>
                <a:lnTo>
                  <a:pt x="2701407" y="1389579"/>
                </a:lnTo>
                <a:close/>
                <a:lnTo>
                  <a:pt x="2706231" y="1389579"/>
                </a:lnTo>
                <a:close/>
                <a:lnTo>
                  <a:pt x="2711055" y="1389579"/>
                </a:lnTo>
                <a:close/>
                <a:lnTo>
                  <a:pt x="2715879" y="1389579"/>
                </a:lnTo>
                <a:close/>
                <a:lnTo>
                  <a:pt x="2720703" y="1389579"/>
                </a:lnTo>
                <a:close/>
                <a:lnTo>
                  <a:pt x="2725527" y="1389579"/>
                </a:lnTo>
                <a:close/>
                <a:lnTo>
                  <a:pt x="2730351" y="1389579"/>
                </a:lnTo>
                <a:close/>
                <a:lnTo>
                  <a:pt x="2735175" y="1389579"/>
                </a:lnTo>
                <a:close/>
                <a:lnTo>
                  <a:pt x="2739999" y="1389579"/>
                </a:lnTo>
                <a:close/>
                <a:lnTo>
                  <a:pt x="2744823" y="1389579"/>
                </a:lnTo>
                <a:close/>
                <a:lnTo>
                  <a:pt x="2749647" y="1389579"/>
                </a:lnTo>
                <a:close/>
                <a:lnTo>
                  <a:pt x="2754471" y="1389579"/>
                </a:lnTo>
                <a:close/>
                <a:lnTo>
                  <a:pt x="2759295" y="1389579"/>
                </a:lnTo>
                <a:close/>
                <a:lnTo>
                  <a:pt x="2764118" y="1389579"/>
                </a:lnTo>
                <a:close/>
                <a:lnTo>
                  <a:pt x="2768942" y="1389579"/>
                </a:lnTo>
                <a:close/>
                <a:lnTo>
                  <a:pt x="2773766" y="1389579"/>
                </a:lnTo>
                <a:close/>
                <a:lnTo>
                  <a:pt x="2778590" y="1389579"/>
                </a:lnTo>
                <a:close/>
                <a:lnTo>
                  <a:pt x="2783414" y="1389579"/>
                </a:lnTo>
                <a:close/>
                <a:lnTo>
                  <a:pt x="2788238" y="1389579"/>
                </a:lnTo>
                <a:close/>
                <a:lnTo>
                  <a:pt x="2793062" y="1389579"/>
                </a:lnTo>
                <a:close/>
                <a:lnTo>
                  <a:pt x="2797886" y="1389579"/>
                </a:lnTo>
                <a:close/>
                <a:lnTo>
                  <a:pt x="2802710" y="1389579"/>
                </a:lnTo>
                <a:close/>
                <a:lnTo>
                  <a:pt x="2807534" y="1389579"/>
                </a:lnTo>
                <a:close/>
                <a:lnTo>
                  <a:pt x="2812358" y="1389579"/>
                </a:lnTo>
                <a:close/>
                <a:lnTo>
                  <a:pt x="2817182" y="1389579"/>
                </a:lnTo>
                <a:close/>
                <a:lnTo>
                  <a:pt x="2822006" y="1389579"/>
                </a:lnTo>
                <a:close/>
                <a:lnTo>
                  <a:pt x="2826830" y="1389579"/>
                </a:lnTo>
                <a:close/>
                <a:lnTo>
                  <a:pt x="2831654" y="1389579"/>
                </a:lnTo>
                <a:close/>
                <a:lnTo>
                  <a:pt x="2836478" y="1389579"/>
                </a:lnTo>
                <a:close/>
                <a:lnTo>
                  <a:pt x="2841302" y="1389579"/>
                </a:lnTo>
                <a:close/>
                <a:lnTo>
                  <a:pt x="2846125" y="1389579"/>
                </a:lnTo>
                <a:close/>
                <a:lnTo>
                  <a:pt x="2850949" y="1389579"/>
                </a:lnTo>
                <a:close/>
                <a:lnTo>
                  <a:pt x="2855773" y="1389579"/>
                </a:lnTo>
                <a:close/>
                <a:lnTo>
                  <a:pt x="2860597" y="1389579"/>
                </a:lnTo>
                <a:close/>
                <a:lnTo>
                  <a:pt x="2865421" y="1389579"/>
                </a:lnTo>
                <a:close/>
                <a:lnTo>
                  <a:pt x="2870245" y="1389579"/>
                </a:lnTo>
                <a:close/>
                <a:lnTo>
                  <a:pt x="2875069" y="1389579"/>
                </a:lnTo>
                <a:close/>
                <a:lnTo>
                  <a:pt x="2879893" y="1389579"/>
                </a:lnTo>
                <a:close/>
                <a:lnTo>
                  <a:pt x="2884717" y="1389579"/>
                </a:lnTo>
                <a:close/>
                <a:lnTo>
                  <a:pt x="2889541" y="1389579"/>
                </a:lnTo>
                <a:close/>
                <a:lnTo>
                  <a:pt x="2889541" y="1389579"/>
                </a:lnTo>
                <a:close/>
                <a:lnTo>
                  <a:pt x="2889541" y="1389579"/>
                </a:lnTo>
                <a:close/>
                <a:lnTo>
                  <a:pt x="2884717" y="1389579"/>
                </a:lnTo>
                <a:close/>
                <a:lnTo>
                  <a:pt x="2879893" y="1389579"/>
                </a:lnTo>
                <a:close/>
                <a:lnTo>
                  <a:pt x="2875069" y="1389579"/>
                </a:lnTo>
                <a:close/>
                <a:lnTo>
                  <a:pt x="2870245" y="1389579"/>
                </a:lnTo>
                <a:close/>
                <a:lnTo>
                  <a:pt x="2865421" y="1389579"/>
                </a:lnTo>
                <a:close/>
                <a:lnTo>
                  <a:pt x="2860597" y="1389579"/>
                </a:lnTo>
                <a:close/>
                <a:lnTo>
                  <a:pt x="2855773" y="1389579"/>
                </a:lnTo>
                <a:close/>
                <a:lnTo>
                  <a:pt x="2850949" y="1389579"/>
                </a:lnTo>
                <a:close/>
                <a:lnTo>
                  <a:pt x="2846125" y="1389579"/>
                </a:lnTo>
                <a:close/>
                <a:lnTo>
                  <a:pt x="2841302" y="1389579"/>
                </a:lnTo>
                <a:close/>
                <a:lnTo>
                  <a:pt x="2836478" y="1389579"/>
                </a:lnTo>
                <a:close/>
                <a:lnTo>
                  <a:pt x="2831654" y="1389579"/>
                </a:lnTo>
                <a:close/>
                <a:lnTo>
                  <a:pt x="2826830" y="1389579"/>
                </a:lnTo>
                <a:close/>
                <a:lnTo>
                  <a:pt x="2822006" y="1389579"/>
                </a:lnTo>
                <a:close/>
                <a:lnTo>
                  <a:pt x="2817182" y="1389579"/>
                </a:lnTo>
                <a:close/>
                <a:lnTo>
                  <a:pt x="2812358" y="1389579"/>
                </a:lnTo>
                <a:close/>
                <a:lnTo>
                  <a:pt x="2807534" y="1389579"/>
                </a:lnTo>
                <a:close/>
                <a:lnTo>
                  <a:pt x="2802710" y="1389579"/>
                </a:lnTo>
                <a:close/>
                <a:lnTo>
                  <a:pt x="2797886" y="1389579"/>
                </a:lnTo>
                <a:close/>
                <a:lnTo>
                  <a:pt x="2793062" y="1389579"/>
                </a:lnTo>
                <a:close/>
                <a:lnTo>
                  <a:pt x="2788238" y="1389579"/>
                </a:lnTo>
                <a:close/>
                <a:lnTo>
                  <a:pt x="2783414" y="1389579"/>
                </a:lnTo>
                <a:close/>
                <a:lnTo>
                  <a:pt x="2778590" y="1389579"/>
                </a:lnTo>
                <a:close/>
                <a:lnTo>
                  <a:pt x="2773766" y="1389579"/>
                </a:lnTo>
                <a:close/>
                <a:lnTo>
                  <a:pt x="2768942" y="1389579"/>
                </a:lnTo>
                <a:close/>
                <a:lnTo>
                  <a:pt x="2764118" y="1389579"/>
                </a:lnTo>
                <a:close/>
                <a:lnTo>
                  <a:pt x="2759295" y="1389579"/>
                </a:lnTo>
                <a:close/>
                <a:lnTo>
                  <a:pt x="2754471" y="1389579"/>
                </a:lnTo>
                <a:close/>
                <a:lnTo>
                  <a:pt x="2749647" y="1389579"/>
                </a:lnTo>
                <a:close/>
                <a:lnTo>
                  <a:pt x="2744823" y="1389579"/>
                </a:lnTo>
                <a:close/>
                <a:lnTo>
                  <a:pt x="2739999" y="1389579"/>
                </a:lnTo>
                <a:close/>
                <a:lnTo>
                  <a:pt x="2735175" y="1389579"/>
                </a:lnTo>
                <a:close/>
                <a:lnTo>
                  <a:pt x="2730351" y="1389579"/>
                </a:lnTo>
                <a:close/>
                <a:lnTo>
                  <a:pt x="2725527" y="1389579"/>
                </a:lnTo>
                <a:close/>
                <a:lnTo>
                  <a:pt x="2720703" y="1389579"/>
                </a:lnTo>
                <a:close/>
                <a:lnTo>
                  <a:pt x="2715879" y="1389579"/>
                </a:lnTo>
                <a:close/>
                <a:lnTo>
                  <a:pt x="2711055" y="1389579"/>
                </a:lnTo>
                <a:close/>
                <a:lnTo>
                  <a:pt x="2706231" y="1389579"/>
                </a:lnTo>
                <a:close/>
                <a:lnTo>
                  <a:pt x="2701407" y="1389579"/>
                </a:lnTo>
                <a:close/>
                <a:lnTo>
                  <a:pt x="2696583" y="1389579"/>
                </a:lnTo>
                <a:close/>
                <a:lnTo>
                  <a:pt x="2691759" y="1389579"/>
                </a:lnTo>
                <a:close/>
                <a:lnTo>
                  <a:pt x="2686935" y="1389579"/>
                </a:lnTo>
                <a:close/>
                <a:lnTo>
                  <a:pt x="2682111" y="1389579"/>
                </a:lnTo>
                <a:close/>
                <a:lnTo>
                  <a:pt x="2677288" y="1389579"/>
                </a:lnTo>
                <a:close/>
                <a:lnTo>
                  <a:pt x="2672464" y="1389579"/>
                </a:lnTo>
                <a:close/>
                <a:lnTo>
                  <a:pt x="2667640" y="1389579"/>
                </a:lnTo>
                <a:close/>
                <a:lnTo>
                  <a:pt x="2662816" y="1389579"/>
                </a:lnTo>
                <a:close/>
                <a:lnTo>
                  <a:pt x="2657992" y="1389579"/>
                </a:lnTo>
                <a:close/>
                <a:lnTo>
                  <a:pt x="2653168" y="1389579"/>
                </a:lnTo>
                <a:close/>
                <a:lnTo>
                  <a:pt x="2648344" y="1389579"/>
                </a:lnTo>
                <a:close/>
                <a:lnTo>
                  <a:pt x="2643520" y="1389579"/>
                </a:lnTo>
                <a:close/>
                <a:lnTo>
                  <a:pt x="2638696" y="1389579"/>
                </a:lnTo>
                <a:close/>
                <a:lnTo>
                  <a:pt x="2633872" y="1389579"/>
                </a:lnTo>
                <a:close/>
                <a:lnTo>
                  <a:pt x="2629048" y="1389579"/>
                </a:lnTo>
                <a:close/>
                <a:lnTo>
                  <a:pt x="2624224" y="1389579"/>
                </a:lnTo>
                <a:close/>
                <a:lnTo>
                  <a:pt x="2619400" y="1389579"/>
                </a:lnTo>
                <a:close/>
                <a:lnTo>
                  <a:pt x="2614576" y="1389579"/>
                </a:lnTo>
                <a:close/>
                <a:lnTo>
                  <a:pt x="2609752" y="1389579"/>
                </a:lnTo>
                <a:close/>
                <a:lnTo>
                  <a:pt x="2604928" y="1389579"/>
                </a:lnTo>
                <a:close/>
                <a:lnTo>
                  <a:pt x="2600104" y="1389579"/>
                </a:lnTo>
                <a:close/>
                <a:lnTo>
                  <a:pt x="2595280" y="1389579"/>
                </a:lnTo>
                <a:close/>
                <a:lnTo>
                  <a:pt x="2590457" y="1389579"/>
                </a:lnTo>
                <a:close/>
                <a:lnTo>
                  <a:pt x="2585633" y="1389579"/>
                </a:lnTo>
                <a:close/>
                <a:lnTo>
                  <a:pt x="2580809" y="1389579"/>
                </a:lnTo>
                <a:close/>
                <a:lnTo>
                  <a:pt x="2575985" y="1389579"/>
                </a:lnTo>
                <a:close/>
                <a:lnTo>
                  <a:pt x="2571161" y="1389579"/>
                </a:lnTo>
                <a:close/>
                <a:lnTo>
                  <a:pt x="2566337" y="1389579"/>
                </a:lnTo>
                <a:close/>
                <a:lnTo>
                  <a:pt x="2561513" y="1389579"/>
                </a:lnTo>
                <a:close/>
                <a:lnTo>
                  <a:pt x="2556689" y="1389579"/>
                </a:lnTo>
                <a:close/>
                <a:lnTo>
                  <a:pt x="2551865" y="1389579"/>
                </a:lnTo>
                <a:close/>
                <a:lnTo>
                  <a:pt x="2547041" y="1389579"/>
                </a:lnTo>
                <a:close/>
                <a:lnTo>
                  <a:pt x="2542217" y="1389579"/>
                </a:lnTo>
                <a:close/>
                <a:lnTo>
                  <a:pt x="2537393" y="1389579"/>
                </a:lnTo>
                <a:close/>
                <a:lnTo>
                  <a:pt x="2532569" y="1389579"/>
                </a:lnTo>
                <a:close/>
                <a:lnTo>
                  <a:pt x="2527745" y="1389579"/>
                </a:lnTo>
                <a:close/>
                <a:lnTo>
                  <a:pt x="2522921" y="1389579"/>
                </a:lnTo>
                <a:close/>
                <a:lnTo>
                  <a:pt x="2518097" y="1389579"/>
                </a:lnTo>
                <a:close/>
                <a:lnTo>
                  <a:pt x="2513273" y="1389579"/>
                </a:lnTo>
                <a:close/>
                <a:lnTo>
                  <a:pt x="2508450" y="1389579"/>
                </a:lnTo>
                <a:close/>
                <a:lnTo>
                  <a:pt x="2503626" y="1389579"/>
                </a:lnTo>
                <a:close/>
                <a:lnTo>
                  <a:pt x="2498802" y="1389579"/>
                </a:lnTo>
                <a:close/>
                <a:lnTo>
                  <a:pt x="2493978" y="1389579"/>
                </a:lnTo>
                <a:close/>
                <a:lnTo>
                  <a:pt x="2489154" y="1389579"/>
                </a:lnTo>
                <a:close/>
                <a:lnTo>
                  <a:pt x="2484330" y="1389579"/>
                </a:lnTo>
                <a:close/>
                <a:lnTo>
                  <a:pt x="2479506" y="1389579"/>
                </a:lnTo>
                <a:close/>
                <a:lnTo>
                  <a:pt x="2474682" y="1389579"/>
                </a:lnTo>
                <a:close/>
                <a:lnTo>
                  <a:pt x="2469858" y="1389579"/>
                </a:lnTo>
                <a:close/>
                <a:lnTo>
                  <a:pt x="2465034" y="1389579"/>
                </a:lnTo>
                <a:close/>
                <a:lnTo>
                  <a:pt x="2460210" y="1389579"/>
                </a:lnTo>
                <a:close/>
                <a:lnTo>
                  <a:pt x="2455386" y="1389579"/>
                </a:lnTo>
                <a:close/>
                <a:lnTo>
                  <a:pt x="2450562" y="1389579"/>
                </a:lnTo>
                <a:close/>
                <a:lnTo>
                  <a:pt x="2445738" y="1389579"/>
                </a:lnTo>
                <a:close/>
                <a:lnTo>
                  <a:pt x="2440914" y="1389579"/>
                </a:lnTo>
                <a:close/>
                <a:lnTo>
                  <a:pt x="2436090" y="1389579"/>
                </a:lnTo>
                <a:close/>
                <a:lnTo>
                  <a:pt x="2431266" y="1389579"/>
                </a:lnTo>
                <a:close/>
                <a:lnTo>
                  <a:pt x="2426443" y="1389579"/>
                </a:lnTo>
                <a:close/>
                <a:lnTo>
                  <a:pt x="2421619" y="1389579"/>
                </a:lnTo>
                <a:close/>
                <a:lnTo>
                  <a:pt x="2416795" y="1389579"/>
                </a:lnTo>
                <a:close/>
                <a:lnTo>
                  <a:pt x="2411971" y="1389579"/>
                </a:lnTo>
                <a:close/>
                <a:lnTo>
                  <a:pt x="2407147" y="1389579"/>
                </a:lnTo>
                <a:close/>
                <a:lnTo>
                  <a:pt x="2402323" y="1389579"/>
                </a:lnTo>
                <a:close/>
                <a:lnTo>
                  <a:pt x="2397499" y="1389579"/>
                </a:lnTo>
                <a:close/>
                <a:lnTo>
                  <a:pt x="2392675" y="1389579"/>
                </a:lnTo>
                <a:close/>
                <a:lnTo>
                  <a:pt x="2387851" y="1389579"/>
                </a:lnTo>
                <a:close/>
                <a:lnTo>
                  <a:pt x="2383027" y="1389579"/>
                </a:lnTo>
                <a:close/>
                <a:lnTo>
                  <a:pt x="2378203" y="1389579"/>
                </a:lnTo>
                <a:close/>
                <a:lnTo>
                  <a:pt x="2373379" y="1389579"/>
                </a:lnTo>
                <a:close/>
                <a:lnTo>
                  <a:pt x="2368555" y="1389579"/>
                </a:lnTo>
                <a:close/>
                <a:lnTo>
                  <a:pt x="2363731" y="1389579"/>
                </a:lnTo>
                <a:close/>
                <a:lnTo>
                  <a:pt x="2358907" y="1389579"/>
                </a:lnTo>
                <a:close/>
                <a:lnTo>
                  <a:pt x="2354083" y="1389579"/>
                </a:lnTo>
                <a:close/>
                <a:lnTo>
                  <a:pt x="2349259" y="1389579"/>
                </a:lnTo>
                <a:close/>
                <a:lnTo>
                  <a:pt x="2344436" y="1389579"/>
                </a:lnTo>
                <a:close/>
                <a:lnTo>
                  <a:pt x="2339612" y="1389579"/>
                </a:lnTo>
                <a:close/>
                <a:lnTo>
                  <a:pt x="2334788" y="1389579"/>
                </a:lnTo>
                <a:close/>
                <a:lnTo>
                  <a:pt x="2329964" y="1389579"/>
                </a:lnTo>
                <a:close/>
                <a:lnTo>
                  <a:pt x="2325140" y="1389579"/>
                </a:lnTo>
                <a:close/>
                <a:lnTo>
                  <a:pt x="2320316" y="1389579"/>
                </a:lnTo>
                <a:close/>
                <a:lnTo>
                  <a:pt x="2315492" y="1389579"/>
                </a:lnTo>
                <a:close/>
                <a:lnTo>
                  <a:pt x="2310668" y="1389579"/>
                </a:lnTo>
                <a:close/>
                <a:lnTo>
                  <a:pt x="2305844" y="1389579"/>
                </a:lnTo>
                <a:close/>
                <a:lnTo>
                  <a:pt x="2301020" y="1389579"/>
                </a:lnTo>
                <a:close/>
                <a:lnTo>
                  <a:pt x="2296196" y="1389579"/>
                </a:lnTo>
                <a:close/>
                <a:lnTo>
                  <a:pt x="2291372" y="1389579"/>
                </a:lnTo>
                <a:close/>
                <a:lnTo>
                  <a:pt x="2286548" y="1389579"/>
                </a:lnTo>
                <a:close/>
                <a:lnTo>
                  <a:pt x="2281724" y="1389579"/>
                </a:lnTo>
                <a:close/>
                <a:lnTo>
                  <a:pt x="2276900" y="1389579"/>
                </a:lnTo>
                <a:close/>
                <a:lnTo>
                  <a:pt x="2272076" y="1389579"/>
                </a:lnTo>
                <a:close/>
                <a:lnTo>
                  <a:pt x="2267252" y="1389579"/>
                </a:lnTo>
                <a:close/>
                <a:lnTo>
                  <a:pt x="2262428" y="1389579"/>
                </a:lnTo>
                <a:close/>
                <a:lnTo>
                  <a:pt x="2257605" y="1389579"/>
                </a:lnTo>
                <a:close/>
                <a:lnTo>
                  <a:pt x="2252781" y="1389579"/>
                </a:lnTo>
                <a:close/>
                <a:lnTo>
                  <a:pt x="2247957" y="1389579"/>
                </a:lnTo>
                <a:close/>
                <a:lnTo>
                  <a:pt x="2243133" y="1389579"/>
                </a:lnTo>
                <a:close/>
                <a:lnTo>
                  <a:pt x="2238309" y="1389579"/>
                </a:lnTo>
                <a:close/>
                <a:lnTo>
                  <a:pt x="2233485" y="1389579"/>
                </a:lnTo>
                <a:close/>
                <a:lnTo>
                  <a:pt x="2228661" y="1389579"/>
                </a:lnTo>
                <a:close/>
                <a:lnTo>
                  <a:pt x="2223837" y="1389579"/>
                </a:lnTo>
                <a:close/>
                <a:lnTo>
                  <a:pt x="2219013" y="1389579"/>
                </a:lnTo>
                <a:close/>
                <a:lnTo>
                  <a:pt x="2214189" y="1389579"/>
                </a:lnTo>
                <a:close/>
                <a:lnTo>
                  <a:pt x="2209365" y="1389579"/>
                </a:lnTo>
                <a:close/>
                <a:lnTo>
                  <a:pt x="2204541" y="1389579"/>
                </a:lnTo>
                <a:close/>
                <a:lnTo>
                  <a:pt x="2199717" y="1389579"/>
                </a:lnTo>
                <a:close/>
                <a:lnTo>
                  <a:pt x="2194893" y="1389579"/>
                </a:lnTo>
                <a:close/>
                <a:lnTo>
                  <a:pt x="2190069" y="1389579"/>
                </a:lnTo>
                <a:close/>
                <a:lnTo>
                  <a:pt x="2185245" y="1389579"/>
                </a:lnTo>
                <a:close/>
                <a:lnTo>
                  <a:pt x="2180421" y="1389579"/>
                </a:lnTo>
                <a:close/>
                <a:lnTo>
                  <a:pt x="2175598" y="1389579"/>
                </a:lnTo>
                <a:close/>
                <a:lnTo>
                  <a:pt x="2170774" y="1389579"/>
                </a:lnTo>
                <a:close/>
                <a:lnTo>
                  <a:pt x="2165950" y="1389579"/>
                </a:lnTo>
                <a:close/>
                <a:lnTo>
                  <a:pt x="2161126" y="1389579"/>
                </a:lnTo>
                <a:close/>
                <a:lnTo>
                  <a:pt x="2156302" y="1389579"/>
                </a:lnTo>
                <a:close/>
                <a:lnTo>
                  <a:pt x="2151478" y="1389579"/>
                </a:lnTo>
                <a:close/>
                <a:lnTo>
                  <a:pt x="2146654" y="1389579"/>
                </a:lnTo>
                <a:close/>
                <a:lnTo>
                  <a:pt x="2141830" y="1389579"/>
                </a:lnTo>
                <a:close/>
                <a:lnTo>
                  <a:pt x="2137006" y="1389579"/>
                </a:lnTo>
                <a:close/>
                <a:lnTo>
                  <a:pt x="2132182" y="1389579"/>
                </a:lnTo>
                <a:close/>
                <a:lnTo>
                  <a:pt x="2127358" y="1389579"/>
                </a:lnTo>
                <a:close/>
                <a:lnTo>
                  <a:pt x="2122534" y="1389579"/>
                </a:lnTo>
                <a:close/>
                <a:lnTo>
                  <a:pt x="2117710" y="1389579"/>
                </a:lnTo>
                <a:close/>
                <a:lnTo>
                  <a:pt x="2112886" y="1389579"/>
                </a:lnTo>
                <a:close/>
                <a:lnTo>
                  <a:pt x="2108062" y="1389579"/>
                </a:lnTo>
                <a:close/>
                <a:lnTo>
                  <a:pt x="2103238" y="1389579"/>
                </a:lnTo>
                <a:close/>
                <a:lnTo>
                  <a:pt x="2098414" y="1389579"/>
                </a:lnTo>
                <a:close/>
                <a:lnTo>
                  <a:pt x="2093591" y="1389579"/>
                </a:lnTo>
                <a:close/>
                <a:lnTo>
                  <a:pt x="2088767" y="1389579"/>
                </a:lnTo>
                <a:close/>
                <a:lnTo>
                  <a:pt x="2083943" y="1389579"/>
                </a:lnTo>
                <a:close/>
                <a:lnTo>
                  <a:pt x="2079119" y="1389579"/>
                </a:lnTo>
                <a:close/>
                <a:lnTo>
                  <a:pt x="2074295" y="1389579"/>
                </a:lnTo>
                <a:close/>
                <a:lnTo>
                  <a:pt x="2069471" y="1389579"/>
                </a:lnTo>
                <a:close/>
                <a:lnTo>
                  <a:pt x="2064647" y="1389579"/>
                </a:lnTo>
                <a:close/>
                <a:lnTo>
                  <a:pt x="2059823" y="1389579"/>
                </a:lnTo>
                <a:close/>
                <a:lnTo>
                  <a:pt x="2054999" y="1389579"/>
                </a:lnTo>
                <a:close/>
                <a:lnTo>
                  <a:pt x="2050175" y="1389579"/>
                </a:lnTo>
                <a:close/>
                <a:lnTo>
                  <a:pt x="2045351" y="1389579"/>
                </a:lnTo>
                <a:close/>
                <a:lnTo>
                  <a:pt x="2040527" y="1389579"/>
                </a:lnTo>
                <a:close/>
                <a:lnTo>
                  <a:pt x="2035703" y="1389579"/>
                </a:lnTo>
                <a:close/>
                <a:lnTo>
                  <a:pt x="2030879" y="1389579"/>
                </a:lnTo>
                <a:close/>
                <a:lnTo>
                  <a:pt x="2026055" y="1389579"/>
                </a:lnTo>
                <a:close/>
                <a:lnTo>
                  <a:pt x="2021231" y="1389579"/>
                </a:lnTo>
                <a:close/>
                <a:lnTo>
                  <a:pt x="2016407" y="1389579"/>
                </a:lnTo>
                <a:close/>
                <a:lnTo>
                  <a:pt x="2011583" y="1389579"/>
                </a:lnTo>
                <a:close/>
                <a:lnTo>
                  <a:pt x="2006760" y="1389579"/>
                </a:lnTo>
                <a:close/>
                <a:lnTo>
                  <a:pt x="2001936" y="1389579"/>
                </a:lnTo>
                <a:close/>
                <a:lnTo>
                  <a:pt x="1997112" y="1389579"/>
                </a:lnTo>
                <a:close/>
                <a:lnTo>
                  <a:pt x="1992288" y="1389579"/>
                </a:lnTo>
                <a:close/>
                <a:lnTo>
                  <a:pt x="1987464" y="1389579"/>
                </a:lnTo>
                <a:close/>
                <a:lnTo>
                  <a:pt x="1982640" y="1389579"/>
                </a:lnTo>
                <a:close/>
                <a:lnTo>
                  <a:pt x="1977816" y="1389579"/>
                </a:lnTo>
                <a:close/>
                <a:lnTo>
                  <a:pt x="1972992" y="1389579"/>
                </a:lnTo>
                <a:close/>
                <a:lnTo>
                  <a:pt x="1968168" y="1389579"/>
                </a:lnTo>
                <a:close/>
                <a:lnTo>
                  <a:pt x="1963344" y="1389579"/>
                </a:lnTo>
                <a:close/>
                <a:lnTo>
                  <a:pt x="1958520" y="1389579"/>
                </a:lnTo>
                <a:close/>
                <a:lnTo>
                  <a:pt x="1953696" y="1389579"/>
                </a:lnTo>
                <a:close/>
                <a:lnTo>
                  <a:pt x="1948872" y="1389579"/>
                </a:lnTo>
                <a:close/>
                <a:lnTo>
                  <a:pt x="1944048" y="1389579"/>
                </a:lnTo>
                <a:close/>
                <a:lnTo>
                  <a:pt x="1939224" y="1389579"/>
                </a:lnTo>
                <a:close/>
                <a:lnTo>
                  <a:pt x="1934400" y="1389579"/>
                </a:lnTo>
                <a:close/>
                <a:lnTo>
                  <a:pt x="1929576" y="1389579"/>
                </a:lnTo>
                <a:close/>
                <a:lnTo>
                  <a:pt x="1924753" y="1389579"/>
                </a:lnTo>
                <a:close/>
                <a:lnTo>
                  <a:pt x="1919929" y="1389579"/>
                </a:lnTo>
                <a:close/>
                <a:lnTo>
                  <a:pt x="1915105" y="1389579"/>
                </a:lnTo>
                <a:close/>
                <a:lnTo>
                  <a:pt x="1910281" y="1389579"/>
                </a:lnTo>
                <a:close/>
                <a:lnTo>
                  <a:pt x="1905457" y="1389579"/>
                </a:lnTo>
                <a:close/>
                <a:lnTo>
                  <a:pt x="1900633" y="1389579"/>
                </a:lnTo>
                <a:close/>
                <a:lnTo>
                  <a:pt x="1895809" y="1389579"/>
                </a:lnTo>
                <a:close/>
                <a:lnTo>
                  <a:pt x="1890985" y="1389579"/>
                </a:lnTo>
                <a:close/>
                <a:lnTo>
                  <a:pt x="1886161" y="1389579"/>
                </a:lnTo>
                <a:close/>
                <a:lnTo>
                  <a:pt x="1881337" y="1389579"/>
                </a:lnTo>
                <a:close/>
                <a:lnTo>
                  <a:pt x="1876513" y="1389579"/>
                </a:lnTo>
                <a:close/>
                <a:lnTo>
                  <a:pt x="1871689" y="1389579"/>
                </a:lnTo>
                <a:close/>
                <a:lnTo>
                  <a:pt x="1866865" y="1389579"/>
                </a:lnTo>
                <a:close/>
                <a:lnTo>
                  <a:pt x="1862041" y="1389579"/>
                </a:lnTo>
                <a:close/>
                <a:lnTo>
                  <a:pt x="1857217" y="1389579"/>
                </a:lnTo>
                <a:close/>
                <a:lnTo>
                  <a:pt x="1852393" y="1389579"/>
                </a:lnTo>
                <a:close/>
                <a:lnTo>
                  <a:pt x="1847569" y="1389579"/>
                </a:lnTo>
                <a:close/>
                <a:lnTo>
                  <a:pt x="1842746" y="1389579"/>
                </a:lnTo>
                <a:close/>
                <a:lnTo>
                  <a:pt x="1837922" y="1389579"/>
                </a:lnTo>
                <a:close/>
                <a:lnTo>
                  <a:pt x="1833098" y="1389579"/>
                </a:lnTo>
                <a:close/>
                <a:lnTo>
                  <a:pt x="1828274" y="1389579"/>
                </a:lnTo>
                <a:close/>
                <a:lnTo>
                  <a:pt x="1823450" y="1389579"/>
                </a:lnTo>
                <a:close/>
                <a:lnTo>
                  <a:pt x="1818626" y="1389579"/>
                </a:lnTo>
                <a:close/>
                <a:lnTo>
                  <a:pt x="1813802" y="1389579"/>
                </a:lnTo>
                <a:close/>
                <a:lnTo>
                  <a:pt x="1808978" y="1389579"/>
                </a:lnTo>
                <a:close/>
                <a:lnTo>
                  <a:pt x="1804154" y="1389579"/>
                </a:lnTo>
                <a:close/>
                <a:lnTo>
                  <a:pt x="1799330" y="1389579"/>
                </a:lnTo>
                <a:close/>
                <a:lnTo>
                  <a:pt x="1794506" y="1389579"/>
                </a:lnTo>
                <a:close/>
                <a:lnTo>
                  <a:pt x="1789682" y="1389579"/>
                </a:lnTo>
                <a:close/>
                <a:lnTo>
                  <a:pt x="1784858" y="1389579"/>
                </a:lnTo>
                <a:close/>
                <a:lnTo>
                  <a:pt x="1780034" y="1389579"/>
                </a:lnTo>
                <a:close/>
                <a:lnTo>
                  <a:pt x="1775210" y="1389579"/>
                </a:lnTo>
                <a:close/>
                <a:lnTo>
                  <a:pt x="1770386" y="1389579"/>
                </a:lnTo>
                <a:close/>
                <a:lnTo>
                  <a:pt x="1765562" y="1389579"/>
                </a:lnTo>
                <a:close/>
                <a:lnTo>
                  <a:pt x="1760739" y="1389579"/>
                </a:lnTo>
                <a:close/>
                <a:lnTo>
                  <a:pt x="1755915" y="1389579"/>
                </a:lnTo>
                <a:close/>
                <a:lnTo>
                  <a:pt x="1751091" y="1389579"/>
                </a:lnTo>
                <a:close/>
                <a:lnTo>
                  <a:pt x="1746267" y="1389579"/>
                </a:lnTo>
                <a:close/>
                <a:lnTo>
                  <a:pt x="1741443" y="1389579"/>
                </a:lnTo>
                <a:close/>
                <a:lnTo>
                  <a:pt x="1736619" y="1389579"/>
                </a:lnTo>
                <a:close/>
                <a:lnTo>
                  <a:pt x="1731795" y="1389579"/>
                </a:lnTo>
                <a:close/>
                <a:lnTo>
                  <a:pt x="1726971" y="1389579"/>
                </a:lnTo>
                <a:close/>
                <a:lnTo>
                  <a:pt x="1722147" y="1389579"/>
                </a:lnTo>
                <a:close/>
                <a:lnTo>
                  <a:pt x="1717323" y="1389579"/>
                </a:lnTo>
                <a:close/>
                <a:lnTo>
                  <a:pt x="1712499" y="1389579"/>
                </a:lnTo>
                <a:close/>
                <a:lnTo>
                  <a:pt x="1707675" y="1389579"/>
                </a:lnTo>
                <a:close/>
                <a:lnTo>
                  <a:pt x="1702851" y="1389579"/>
                </a:lnTo>
                <a:close/>
                <a:lnTo>
                  <a:pt x="1698027" y="1389579"/>
                </a:lnTo>
                <a:close/>
                <a:lnTo>
                  <a:pt x="1693203" y="1389579"/>
                </a:lnTo>
                <a:close/>
                <a:lnTo>
                  <a:pt x="1688379" y="1389579"/>
                </a:lnTo>
                <a:close/>
                <a:lnTo>
                  <a:pt x="1683555" y="1389579"/>
                </a:lnTo>
                <a:close/>
                <a:lnTo>
                  <a:pt x="1678731" y="1389579"/>
                </a:lnTo>
                <a:close/>
                <a:lnTo>
                  <a:pt x="1673908" y="1389579"/>
                </a:lnTo>
                <a:close/>
                <a:lnTo>
                  <a:pt x="1669084" y="1389579"/>
                </a:lnTo>
                <a:close/>
                <a:lnTo>
                  <a:pt x="1664260" y="1389579"/>
                </a:lnTo>
                <a:close/>
                <a:lnTo>
                  <a:pt x="1659436" y="1389579"/>
                </a:lnTo>
                <a:close/>
                <a:lnTo>
                  <a:pt x="1654612" y="1389579"/>
                </a:lnTo>
                <a:close/>
                <a:lnTo>
                  <a:pt x="1649788" y="1389579"/>
                </a:lnTo>
                <a:close/>
                <a:lnTo>
                  <a:pt x="1644964" y="1389579"/>
                </a:lnTo>
                <a:close/>
                <a:lnTo>
                  <a:pt x="1640140" y="1389579"/>
                </a:lnTo>
                <a:close/>
                <a:lnTo>
                  <a:pt x="1635316" y="1389579"/>
                </a:lnTo>
                <a:close/>
                <a:lnTo>
                  <a:pt x="1630492" y="1389579"/>
                </a:lnTo>
                <a:close/>
                <a:lnTo>
                  <a:pt x="1625668" y="1389579"/>
                </a:lnTo>
                <a:close/>
                <a:lnTo>
                  <a:pt x="1620844" y="1389579"/>
                </a:lnTo>
                <a:close/>
                <a:lnTo>
                  <a:pt x="1616020" y="1389579"/>
                </a:lnTo>
                <a:close/>
                <a:lnTo>
                  <a:pt x="1611196" y="1389579"/>
                </a:lnTo>
                <a:close/>
                <a:lnTo>
                  <a:pt x="1606372" y="1389579"/>
                </a:lnTo>
                <a:close/>
                <a:lnTo>
                  <a:pt x="1601548" y="1389579"/>
                </a:lnTo>
                <a:close/>
                <a:lnTo>
                  <a:pt x="1596724" y="1389579"/>
                </a:lnTo>
                <a:close/>
                <a:lnTo>
                  <a:pt x="1591901" y="1389579"/>
                </a:lnTo>
                <a:close/>
                <a:lnTo>
                  <a:pt x="1587077" y="1389579"/>
                </a:lnTo>
                <a:close/>
                <a:lnTo>
                  <a:pt x="1582253" y="1389579"/>
                </a:lnTo>
                <a:close/>
                <a:lnTo>
                  <a:pt x="1577429" y="1389579"/>
                </a:lnTo>
                <a:close/>
                <a:lnTo>
                  <a:pt x="1572605" y="1389579"/>
                </a:lnTo>
                <a:close/>
                <a:lnTo>
                  <a:pt x="1567781" y="1389579"/>
                </a:lnTo>
                <a:close/>
                <a:lnTo>
                  <a:pt x="1562957" y="1389579"/>
                </a:lnTo>
                <a:close/>
                <a:lnTo>
                  <a:pt x="1558133" y="1389579"/>
                </a:lnTo>
                <a:close/>
                <a:lnTo>
                  <a:pt x="1553309" y="1389579"/>
                </a:lnTo>
                <a:close/>
                <a:lnTo>
                  <a:pt x="1548485" y="1389579"/>
                </a:lnTo>
                <a:close/>
                <a:lnTo>
                  <a:pt x="1543661" y="1389579"/>
                </a:lnTo>
                <a:close/>
                <a:lnTo>
                  <a:pt x="1538837" y="1389579"/>
                </a:lnTo>
                <a:close/>
                <a:lnTo>
                  <a:pt x="1534013" y="1389579"/>
                </a:lnTo>
                <a:close/>
                <a:lnTo>
                  <a:pt x="1529189" y="1389579"/>
                </a:lnTo>
                <a:close/>
                <a:lnTo>
                  <a:pt x="1524365" y="1389579"/>
                </a:lnTo>
                <a:close/>
                <a:lnTo>
                  <a:pt x="1519541" y="1389579"/>
                </a:lnTo>
                <a:close/>
                <a:lnTo>
                  <a:pt x="1514717" y="1389579"/>
                </a:lnTo>
                <a:close/>
                <a:lnTo>
                  <a:pt x="1509894" y="1389579"/>
                </a:lnTo>
                <a:close/>
                <a:lnTo>
                  <a:pt x="1505070" y="1389579"/>
                </a:lnTo>
                <a:close/>
                <a:lnTo>
                  <a:pt x="1500246" y="1389579"/>
                </a:lnTo>
                <a:close/>
                <a:lnTo>
                  <a:pt x="1495422" y="1389579"/>
                </a:lnTo>
                <a:close/>
                <a:lnTo>
                  <a:pt x="1490598" y="1389579"/>
                </a:lnTo>
                <a:close/>
                <a:lnTo>
                  <a:pt x="1485774" y="1389579"/>
                </a:lnTo>
                <a:close/>
                <a:lnTo>
                  <a:pt x="1480950" y="1389579"/>
                </a:lnTo>
                <a:close/>
                <a:lnTo>
                  <a:pt x="1476126" y="1389579"/>
                </a:lnTo>
                <a:close/>
                <a:lnTo>
                  <a:pt x="1471302" y="1389579"/>
                </a:lnTo>
                <a:close/>
                <a:lnTo>
                  <a:pt x="1466478" y="1389579"/>
                </a:lnTo>
                <a:close/>
                <a:lnTo>
                  <a:pt x="1461654" y="1389579"/>
                </a:lnTo>
                <a:close/>
                <a:lnTo>
                  <a:pt x="1456830" y="1389579"/>
                </a:lnTo>
                <a:close/>
                <a:lnTo>
                  <a:pt x="1452006" y="1389579"/>
                </a:lnTo>
                <a:close/>
                <a:lnTo>
                  <a:pt x="1447182" y="1389579"/>
                </a:lnTo>
                <a:close/>
                <a:lnTo>
                  <a:pt x="1442358" y="1389579"/>
                </a:lnTo>
                <a:close/>
                <a:lnTo>
                  <a:pt x="1437534" y="1389579"/>
                </a:lnTo>
                <a:close/>
                <a:lnTo>
                  <a:pt x="1432710" y="1389579"/>
                </a:lnTo>
                <a:close/>
                <a:lnTo>
                  <a:pt x="1427887" y="1389579"/>
                </a:lnTo>
                <a:close/>
                <a:lnTo>
                  <a:pt x="1423063" y="1389579"/>
                </a:lnTo>
                <a:close/>
                <a:lnTo>
                  <a:pt x="1418239" y="1389579"/>
                </a:lnTo>
                <a:close/>
                <a:lnTo>
                  <a:pt x="1413415" y="1389579"/>
                </a:lnTo>
                <a:close/>
                <a:lnTo>
                  <a:pt x="1408591" y="1389579"/>
                </a:lnTo>
                <a:close/>
                <a:lnTo>
                  <a:pt x="1403767" y="1389579"/>
                </a:lnTo>
                <a:close/>
                <a:lnTo>
                  <a:pt x="1398943" y="1389579"/>
                </a:lnTo>
                <a:close/>
                <a:lnTo>
                  <a:pt x="1394119" y="1389579"/>
                </a:lnTo>
                <a:close/>
                <a:lnTo>
                  <a:pt x="1389295" y="1389579"/>
                </a:lnTo>
                <a:close/>
                <a:lnTo>
                  <a:pt x="1384471" y="1389579"/>
                </a:lnTo>
                <a:close/>
                <a:lnTo>
                  <a:pt x="1379647" y="1389579"/>
                </a:lnTo>
                <a:close/>
                <a:lnTo>
                  <a:pt x="1374823" y="1389579"/>
                </a:lnTo>
                <a:close/>
                <a:lnTo>
                  <a:pt x="1369999" y="1389579"/>
                </a:lnTo>
                <a:close/>
                <a:lnTo>
                  <a:pt x="1365175" y="1389579"/>
                </a:lnTo>
                <a:close/>
                <a:lnTo>
                  <a:pt x="1360351" y="1389579"/>
                </a:lnTo>
                <a:close/>
                <a:lnTo>
                  <a:pt x="1355527" y="1389579"/>
                </a:lnTo>
                <a:close/>
                <a:lnTo>
                  <a:pt x="1350703" y="1389579"/>
                </a:lnTo>
                <a:close/>
                <a:lnTo>
                  <a:pt x="1345879" y="1389579"/>
                </a:lnTo>
                <a:close/>
                <a:lnTo>
                  <a:pt x="1341056" y="1389579"/>
                </a:lnTo>
                <a:close/>
                <a:lnTo>
                  <a:pt x="1336232" y="1389579"/>
                </a:lnTo>
                <a:close/>
                <a:lnTo>
                  <a:pt x="1331408" y="1389579"/>
                </a:lnTo>
                <a:close/>
                <a:lnTo>
                  <a:pt x="1326584" y="1389579"/>
                </a:lnTo>
                <a:close/>
                <a:lnTo>
                  <a:pt x="1321760" y="1389579"/>
                </a:lnTo>
                <a:close/>
                <a:lnTo>
                  <a:pt x="1316936" y="1389579"/>
                </a:lnTo>
                <a:close/>
                <a:lnTo>
                  <a:pt x="1312112" y="1389579"/>
                </a:lnTo>
                <a:close/>
                <a:lnTo>
                  <a:pt x="1307288" y="1389579"/>
                </a:lnTo>
                <a:close/>
                <a:lnTo>
                  <a:pt x="1302464" y="1389579"/>
                </a:lnTo>
                <a:close/>
                <a:lnTo>
                  <a:pt x="1297640" y="1389579"/>
                </a:lnTo>
                <a:close/>
                <a:lnTo>
                  <a:pt x="1292816" y="1389579"/>
                </a:lnTo>
                <a:close/>
                <a:lnTo>
                  <a:pt x="1287992" y="1389579"/>
                </a:lnTo>
                <a:close/>
                <a:lnTo>
                  <a:pt x="1283168" y="1389579"/>
                </a:lnTo>
                <a:close/>
                <a:lnTo>
                  <a:pt x="1278344" y="1389579"/>
                </a:lnTo>
                <a:close/>
                <a:lnTo>
                  <a:pt x="1273520" y="1389579"/>
                </a:lnTo>
                <a:close/>
                <a:lnTo>
                  <a:pt x="1268696" y="1389579"/>
                </a:lnTo>
                <a:close/>
                <a:lnTo>
                  <a:pt x="1263872" y="1389579"/>
                </a:lnTo>
                <a:close/>
                <a:lnTo>
                  <a:pt x="1259049" y="1389579"/>
                </a:lnTo>
                <a:close/>
                <a:lnTo>
                  <a:pt x="1254225" y="1389579"/>
                </a:lnTo>
                <a:close/>
                <a:lnTo>
                  <a:pt x="1249401" y="1389579"/>
                </a:lnTo>
                <a:close/>
                <a:lnTo>
                  <a:pt x="1244577" y="1389579"/>
                </a:lnTo>
                <a:close/>
                <a:lnTo>
                  <a:pt x="1239753" y="1389579"/>
                </a:lnTo>
                <a:close/>
                <a:lnTo>
                  <a:pt x="1234929" y="1389579"/>
                </a:lnTo>
                <a:close/>
                <a:lnTo>
                  <a:pt x="1230105" y="1389579"/>
                </a:lnTo>
                <a:close/>
                <a:lnTo>
                  <a:pt x="1225281" y="1389579"/>
                </a:lnTo>
                <a:close/>
                <a:lnTo>
                  <a:pt x="1220457" y="1389579"/>
                </a:lnTo>
                <a:close/>
                <a:lnTo>
                  <a:pt x="1215633" y="1389579"/>
                </a:lnTo>
                <a:close/>
                <a:lnTo>
                  <a:pt x="1210809" y="1389579"/>
                </a:lnTo>
                <a:close/>
                <a:lnTo>
                  <a:pt x="1205985" y="1389579"/>
                </a:lnTo>
                <a:close/>
                <a:lnTo>
                  <a:pt x="1201161" y="1389579"/>
                </a:lnTo>
                <a:close/>
                <a:lnTo>
                  <a:pt x="1196337" y="1389579"/>
                </a:lnTo>
                <a:close/>
                <a:lnTo>
                  <a:pt x="1191513" y="1389579"/>
                </a:lnTo>
                <a:close/>
                <a:lnTo>
                  <a:pt x="1186689" y="1389579"/>
                </a:lnTo>
                <a:close/>
                <a:lnTo>
                  <a:pt x="1181865" y="1389579"/>
                </a:lnTo>
                <a:close/>
                <a:lnTo>
                  <a:pt x="1177042" y="1389579"/>
                </a:lnTo>
                <a:close/>
                <a:lnTo>
                  <a:pt x="1172218" y="1389579"/>
                </a:lnTo>
                <a:close/>
                <a:lnTo>
                  <a:pt x="1167394" y="1389579"/>
                </a:lnTo>
                <a:close/>
                <a:lnTo>
                  <a:pt x="1162570" y="1389579"/>
                </a:lnTo>
                <a:close/>
                <a:lnTo>
                  <a:pt x="1157746" y="1389579"/>
                </a:lnTo>
                <a:close/>
                <a:lnTo>
                  <a:pt x="1152922" y="1389579"/>
                </a:lnTo>
                <a:close/>
                <a:lnTo>
                  <a:pt x="1148098" y="1389579"/>
                </a:lnTo>
                <a:close/>
                <a:lnTo>
                  <a:pt x="1143274" y="1389579"/>
                </a:lnTo>
                <a:close/>
                <a:lnTo>
                  <a:pt x="1138450" y="1389579"/>
                </a:lnTo>
                <a:close/>
                <a:lnTo>
                  <a:pt x="1133626" y="1389579"/>
                </a:lnTo>
                <a:close/>
                <a:lnTo>
                  <a:pt x="1128802" y="1389579"/>
                </a:lnTo>
                <a:close/>
                <a:lnTo>
                  <a:pt x="1123978" y="1389579"/>
                </a:lnTo>
                <a:close/>
                <a:lnTo>
                  <a:pt x="1119154" y="1389579"/>
                </a:lnTo>
                <a:close/>
                <a:lnTo>
                  <a:pt x="1114330" y="1389579"/>
                </a:lnTo>
                <a:close/>
                <a:lnTo>
                  <a:pt x="1109506" y="1389579"/>
                </a:lnTo>
                <a:close/>
                <a:lnTo>
                  <a:pt x="1104682" y="1389579"/>
                </a:lnTo>
                <a:close/>
                <a:lnTo>
                  <a:pt x="1099858" y="1389579"/>
                </a:lnTo>
                <a:close/>
                <a:lnTo>
                  <a:pt x="1095035" y="1389579"/>
                </a:lnTo>
                <a:close/>
                <a:lnTo>
                  <a:pt x="1090211" y="1389579"/>
                </a:lnTo>
                <a:close/>
                <a:lnTo>
                  <a:pt x="1085387" y="1389579"/>
                </a:lnTo>
                <a:close/>
                <a:lnTo>
                  <a:pt x="1080563" y="1389579"/>
                </a:lnTo>
                <a:close/>
                <a:lnTo>
                  <a:pt x="1075739" y="1389579"/>
                </a:lnTo>
                <a:close/>
                <a:lnTo>
                  <a:pt x="1070915" y="1389579"/>
                </a:lnTo>
                <a:close/>
                <a:lnTo>
                  <a:pt x="1066091" y="1389579"/>
                </a:lnTo>
                <a:close/>
                <a:lnTo>
                  <a:pt x="1061267" y="1389579"/>
                </a:lnTo>
                <a:close/>
                <a:lnTo>
                  <a:pt x="1056443" y="1389579"/>
                </a:lnTo>
                <a:close/>
                <a:lnTo>
                  <a:pt x="1051619" y="1389579"/>
                </a:lnTo>
                <a:close/>
                <a:lnTo>
                  <a:pt x="1046795" y="1389579"/>
                </a:lnTo>
                <a:close/>
                <a:lnTo>
                  <a:pt x="1041971" y="1389579"/>
                </a:lnTo>
                <a:close/>
                <a:lnTo>
                  <a:pt x="1037147" y="1389579"/>
                </a:lnTo>
                <a:close/>
                <a:lnTo>
                  <a:pt x="1032323" y="1389579"/>
                </a:lnTo>
                <a:close/>
                <a:lnTo>
                  <a:pt x="1027499" y="1389579"/>
                </a:lnTo>
                <a:close/>
                <a:lnTo>
                  <a:pt x="1022675" y="1389579"/>
                </a:lnTo>
                <a:close/>
                <a:lnTo>
                  <a:pt x="1017851" y="1389579"/>
                </a:lnTo>
                <a:close/>
                <a:lnTo>
                  <a:pt x="1013027" y="1389579"/>
                </a:lnTo>
                <a:close/>
                <a:lnTo>
                  <a:pt x="1008204" y="1389579"/>
                </a:lnTo>
                <a:close/>
                <a:lnTo>
                  <a:pt x="1003380" y="1389579"/>
                </a:lnTo>
                <a:close/>
                <a:lnTo>
                  <a:pt x="998556" y="1389579"/>
                </a:lnTo>
                <a:close/>
                <a:lnTo>
                  <a:pt x="993732" y="1389579"/>
                </a:lnTo>
                <a:close/>
                <a:lnTo>
                  <a:pt x="988908" y="1389579"/>
                </a:lnTo>
                <a:close/>
                <a:lnTo>
                  <a:pt x="984084" y="1389579"/>
                </a:lnTo>
                <a:close/>
                <a:lnTo>
                  <a:pt x="979260" y="1389579"/>
                </a:lnTo>
                <a:close/>
                <a:lnTo>
                  <a:pt x="974436" y="1389579"/>
                </a:lnTo>
                <a:close/>
                <a:lnTo>
                  <a:pt x="969612" y="1389579"/>
                </a:lnTo>
                <a:close/>
                <a:lnTo>
                  <a:pt x="964788" y="1389579"/>
                </a:lnTo>
                <a:close/>
                <a:lnTo>
                  <a:pt x="959964" y="1389579"/>
                </a:lnTo>
                <a:close/>
                <a:lnTo>
                  <a:pt x="955140" y="1389579"/>
                </a:lnTo>
                <a:close/>
                <a:lnTo>
                  <a:pt x="950316" y="1389579"/>
                </a:lnTo>
                <a:close/>
                <a:lnTo>
                  <a:pt x="945492" y="1389579"/>
                </a:lnTo>
                <a:close/>
                <a:lnTo>
                  <a:pt x="940668" y="1389579"/>
                </a:lnTo>
                <a:close/>
                <a:lnTo>
                  <a:pt x="935844" y="1389579"/>
                </a:lnTo>
                <a:close/>
                <a:lnTo>
                  <a:pt x="931020" y="1389579"/>
                </a:lnTo>
                <a:close/>
                <a:lnTo>
                  <a:pt x="926197" y="1389579"/>
                </a:lnTo>
                <a:close/>
                <a:lnTo>
                  <a:pt x="921373" y="1389579"/>
                </a:lnTo>
                <a:close/>
                <a:lnTo>
                  <a:pt x="916549" y="1389579"/>
                </a:lnTo>
                <a:close/>
                <a:lnTo>
                  <a:pt x="911725" y="1389579"/>
                </a:lnTo>
                <a:close/>
                <a:lnTo>
                  <a:pt x="906901" y="1389579"/>
                </a:lnTo>
                <a:close/>
                <a:lnTo>
                  <a:pt x="902077" y="1389579"/>
                </a:lnTo>
                <a:close/>
                <a:lnTo>
                  <a:pt x="897253" y="1389579"/>
                </a:lnTo>
                <a:close/>
                <a:lnTo>
                  <a:pt x="892429" y="1389579"/>
                </a:lnTo>
                <a:close/>
                <a:lnTo>
                  <a:pt x="887605" y="1389579"/>
                </a:lnTo>
                <a:close/>
                <a:lnTo>
                  <a:pt x="882781" y="1389579"/>
                </a:lnTo>
                <a:close/>
                <a:lnTo>
                  <a:pt x="877957" y="1389579"/>
                </a:lnTo>
                <a:close/>
                <a:lnTo>
                  <a:pt x="873133" y="1389579"/>
                </a:lnTo>
                <a:close/>
                <a:lnTo>
                  <a:pt x="868309" y="1389579"/>
                </a:lnTo>
                <a:close/>
                <a:lnTo>
                  <a:pt x="863485" y="1389579"/>
                </a:lnTo>
                <a:close/>
                <a:lnTo>
                  <a:pt x="858661" y="1389579"/>
                </a:lnTo>
                <a:close/>
                <a:lnTo>
                  <a:pt x="853837" y="1389579"/>
                </a:lnTo>
                <a:close/>
                <a:lnTo>
                  <a:pt x="849013" y="1389579"/>
                </a:lnTo>
                <a:close/>
                <a:lnTo>
                  <a:pt x="844190" y="1389579"/>
                </a:lnTo>
                <a:close/>
                <a:lnTo>
                  <a:pt x="839366" y="1389579"/>
                </a:lnTo>
                <a:close/>
                <a:lnTo>
                  <a:pt x="834542" y="1389579"/>
                </a:lnTo>
                <a:close/>
                <a:lnTo>
                  <a:pt x="829718" y="1389579"/>
                </a:lnTo>
                <a:close/>
                <a:lnTo>
                  <a:pt x="824894" y="1389579"/>
                </a:lnTo>
                <a:close/>
                <a:lnTo>
                  <a:pt x="820070" y="1389579"/>
                </a:lnTo>
                <a:close/>
                <a:lnTo>
                  <a:pt x="815246" y="1389579"/>
                </a:lnTo>
                <a:close/>
                <a:lnTo>
                  <a:pt x="810422" y="1389579"/>
                </a:lnTo>
                <a:close/>
                <a:lnTo>
                  <a:pt x="805598" y="1389579"/>
                </a:lnTo>
                <a:close/>
                <a:lnTo>
                  <a:pt x="800774" y="1389579"/>
                </a:lnTo>
                <a:close/>
                <a:lnTo>
                  <a:pt x="795950" y="1389579"/>
                </a:lnTo>
                <a:close/>
                <a:lnTo>
                  <a:pt x="791126" y="1389579"/>
                </a:lnTo>
                <a:close/>
                <a:lnTo>
                  <a:pt x="786302" y="1389579"/>
                </a:lnTo>
                <a:close/>
                <a:lnTo>
                  <a:pt x="781478" y="1389579"/>
                </a:lnTo>
                <a:close/>
                <a:lnTo>
                  <a:pt x="776654" y="1389579"/>
                </a:lnTo>
                <a:close/>
                <a:lnTo>
                  <a:pt x="771830" y="1389579"/>
                </a:lnTo>
                <a:close/>
                <a:lnTo>
                  <a:pt x="767006" y="1389579"/>
                </a:lnTo>
                <a:close/>
                <a:lnTo>
                  <a:pt x="762183" y="1389579"/>
                </a:lnTo>
                <a:close/>
                <a:lnTo>
                  <a:pt x="757359" y="1389579"/>
                </a:lnTo>
                <a:close/>
                <a:lnTo>
                  <a:pt x="752535" y="1389579"/>
                </a:lnTo>
                <a:close/>
                <a:lnTo>
                  <a:pt x="747711" y="1389579"/>
                </a:lnTo>
                <a:close/>
                <a:lnTo>
                  <a:pt x="742887" y="1389579"/>
                </a:lnTo>
                <a:close/>
                <a:lnTo>
                  <a:pt x="738063" y="1389579"/>
                </a:lnTo>
                <a:close/>
                <a:lnTo>
                  <a:pt x="733239" y="1389579"/>
                </a:lnTo>
                <a:close/>
                <a:lnTo>
                  <a:pt x="728415" y="1389579"/>
                </a:lnTo>
                <a:close/>
                <a:lnTo>
                  <a:pt x="723591" y="1389579"/>
                </a:lnTo>
                <a:close/>
                <a:lnTo>
                  <a:pt x="718767" y="1389579"/>
                </a:lnTo>
                <a:close/>
                <a:lnTo>
                  <a:pt x="713943" y="1389579"/>
                </a:lnTo>
                <a:close/>
                <a:lnTo>
                  <a:pt x="709119" y="1389579"/>
                </a:lnTo>
                <a:close/>
                <a:lnTo>
                  <a:pt x="704295" y="1389579"/>
                </a:lnTo>
                <a:close/>
                <a:lnTo>
                  <a:pt x="699471" y="1389579"/>
                </a:lnTo>
                <a:close/>
                <a:lnTo>
                  <a:pt x="694647" y="1389579"/>
                </a:lnTo>
                <a:close/>
                <a:lnTo>
                  <a:pt x="689823" y="1389579"/>
                </a:lnTo>
                <a:close/>
                <a:lnTo>
                  <a:pt x="684999" y="1389579"/>
                </a:lnTo>
                <a:close/>
                <a:lnTo>
                  <a:pt x="680175" y="1389579"/>
                </a:lnTo>
                <a:close/>
                <a:lnTo>
                  <a:pt x="675352" y="1389579"/>
                </a:lnTo>
                <a:close/>
                <a:lnTo>
                  <a:pt x="670528" y="1389579"/>
                </a:lnTo>
                <a:close/>
                <a:lnTo>
                  <a:pt x="665704" y="1389579"/>
                </a:lnTo>
                <a:close/>
                <a:lnTo>
                  <a:pt x="660880" y="1389579"/>
                </a:lnTo>
                <a:close/>
                <a:lnTo>
                  <a:pt x="656056" y="1389579"/>
                </a:lnTo>
                <a:close/>
                <a:lnTo>
                  <a:pt x="651232" y="1389579"/>
                </a:lnTo>
                <a:close/>
                <a:lnTo>
                  <a:pt x="646408" y="1389579"/>
                </a:lnTo>
                <a:close/>
                <a:lnTo>
                  <a:pt x="641584" y="1389579"/>
                </a:lnTo>
                <a:close/>
                <a:lnTo>
                  <a:pt x="636760" y="1389579"/>
                </a:lnTo>
                <a:close/>
                <a:lnTo>
                  <a:pt x="631936" y="1389579"/>
                </a:lnTo>
                <a:close/>
                <a:lnTo>
                  <a:pt x="627112" y="1389579"/>
                </a:lnTo>
                <a:close/>
                <a:lnTo>
                  <a:pt x="622288" y="1389579"/>
                </a:lnTo>
                <a:close/>
                <a:lnTo>
                  <a:pt x="617464" y="1389579"/>
                </a:lnTo>
                <a:close/>
                <a:lnTo>
                  <a:pt x="612640" y="1389579"/>
                </a:lnTo>
                <a:close/>
                <a:lnTo>
                  <a:pt x="607816" y="1389579"/>
                </a:lnTo>
                <a:close/>
                <a:lnTo>
                  <a:pt x="602992" y="1389579"/>
                </a:lnTo>
                <a:close/>
                <a:lnTo>
                  <a:pt x="598168" y="1389579"/>
                </a:lnTo>
                <a:close/>
                <a:lnTo>
                  <a:pt x="593345" y="1389579"/>
                </a:lnTo>
                <a:close/>
                <a:lnTo>
                  <a:pt x="588521" y="1389579"/>
                </a:lnTo>
                <a:close/>
                <a:lnTo>
                  <a:pt x="583697" y="1389579"/>
                </a:lnTo>
                <a:close/>
                <a:lnTo>
                  <a:pt x="578873" y="1389579"/>
                </a:lnTo>
                <a:close/>
                <a:lnTo>
                  <a:pt x="574049" y="1389579"/>
                </a:lnTo>
                <a:close/>
                <a:lnTo>
                  <a:pt x="569225" y="1389579"/>
                </a:lnTo>
                <a:close/>
                <a:lnTo>
                  <a:pt x="564401" y="1389579"/>
                </a:lnTo>
                <a:close/>
                <a:lnTo>
                  <a:pt x="559577" y="1389579"/>
                </a:lnTo>
                <a:close/>
                <a:lnTo>
                  <a:pt x="554753" y="1389579"/>
                </a:lnTo>
                <a:close/>
                <a:lnTo>
                  <a:pt x="549929" y="1389579"/>
                </a:lnTo>
                <a:close/>
                <a:lnTo>
                  <a:pt x="545105" y="1389579"/>
                </a:lnTo>
                <a:close/>
                <a:lnTo>
                  <a:pt x="540281" y="1389579"/>
                </a:lnTo>
                <a:close/>
                <a:lnTo>
                  <a:pt x="535457" y="1389579"/>
                </a:lnTo>
                <a:close/>
                <a:lnTo>
                  <a:pt x="530633" y="1389579"/>
                </a:lnTo>
                <a:close/>
                <a:lnTo>
                  <a:pt x="525809" y="1389579"/>
                </a:lnTo>
                <a:close/>
                <a:lnTo>
                  <a:pt x="520985" y="1389579"/>
                </a:lnTo>
                <a:close/>
                <a:lnTo>
                  <a:pt x="516161" y="1389579"/>
                </a:lnTo>
                <a:close/>
                <a:lnTo>
                  <a:pt x="511338" y="1389579"/>
                </a:lnTo>
                <a:close/>
                <a:lnTo>
                  <a:pt x="506514" y="1389579"/>
                </a:lnTo>
                <a:close/>
                <a:lnTo>
                  <a:pt x="501690" y="1389579"/>
                </a:lnTo>
                <a:close/>
                <a:lnTo>
                  <a:pt x="496866" y="1389579"/>
                </a:lnTo>
                <a:close/>
                <a:lnTo>
                  <a:pt x="492042" y="1389579"/>
                </a:lnTo>
                <a:close/>
                <a:lnTo>
                  <a:pt x="487218" y="1389579"/>
                </a:lnTo>
                <a:close/>
                <a:lnTo>
                  <a:pt x="482394" y="1389579"/>
                </a:lnTo>
                <a:close/>
                <a:lnTo>
                  <a:pt x="477570" y="1389579"/>
                </a:lnTo>
                <a:close/>
                <a:lnTo>
                  <a:pt x="472746" y="1389579"/>
                </a:lnTo>
                <a:close/>
                <a:lnTo>
                  <a:pt x="467922" y="1389579"/>
                </a:lnTo>
                <a:close/>
                <a:lnTo>
                  <a:pt x="463098" y="1389579"/>
                </a:lnTo>
                <a:close/>
                <a:lnTo>
                  <a:pt x="458274" y="1389579"/>
                </a:lnTo>
                <a:close/>
                <a:lnTo>
                  <a:pt x="453450" y="1389579"/>
                </a:lnTo>
                <a:close/>
                <a:lnTo>
                  <a:pt x="448626" y="1389579"/>
                </a:lnTo>
                <a:close/>
                <a:lnTo>
                  <a:pt x="443802" y="1389579"/>
                </a:lnTo>
                <a:close/>
                <a:lnTo>
                  <a:pt x="438978" y="1389579"/>
                </a:lnTo>
                <a:close/>
                <a:lnTo>
                  <a:pt x="434154" y="1389579"/>
                </a:lnTo>
                <a:close/>
                <a:lnTo>
                  <a:pt x="429331" y="1389579"/>
                </a:lnTo>
                <a:close/>
                <a:lnTo>
                  <a:pt x="424507" y="1389579"/>
                </a:lnTo>
                <a:close/>
                <a:lnTo>
                  <a:pt x="419683" y="1389579"/>
                </a:lnTo>
                <a:close/>
                <a:lnTo>
                  <a:pt x="414859" y="1389579"/>
                </a:lnTo>
                <a:close/>
                <a:lnTo>
                  <a:pt x="410035" y="1389579"/>
                </a:lnTo>
                <a:close/>
                <a:lnTo>
                  <a:pt x="405211" y="1389579"/>
                </a:lnTo>
                <a:close/>
                <a:lnTo>
                  <a:pt x="400387" y="1389579"/>
                </a:lnTo>
                <a:close/>
                <a:lnTo>
                  <a:pt x="395563" y="1389579"/>
                </a:lnTo>
                <a:close/>
                <a:lnTo>
                  <a:pt x="390739" y="1389579"/>
                </a:lnTo>
                <a:close/>
                <a:lnTo>
                  <a:pt x="385915" y="1389579"/>
                </a:lnTo>
                <a:close/>
                <a:lnTo>
                  <a:pt x="381091" y="1389579"/>
                </a:lnTo>
                <a:close/>
                <a:lnTo>
                  <a:pt x="376267" y="1389579"/>
                </a:lnTo>
                <a:close/>
                <a:lnTo>
                  <a:pt x="371443" y="1389579"/>
                </a:lnTo>
                <a:close/>
                <a:lnTo>
                  <a:pt x="366619" y="1389579"/>
                </a:lnTo>
                <a:close/>
                <a:lnTo>
                  <a:pt x="361795" y="1389579"/>
                </a:lnTo>
                <a:close/>
                <a:lnTo>
                  <a:pt x="356971" y="1389579"/>
                </a:lnTo>
                <a:close/>
                <a:lnTo>
                  <a:pt x="352147" y="1389579"/>
                </a:lnTo>
                <a:close/>
                <a:lnTo>
                  <a:pt x="347323" y="1389579"/>
                </a:lnTo>
                <a:close/>
                <a:lnTo>
                  <a:pt x="342500" y="1389579"/>
                </a:lnTo>
                <a:close/>
                <a:lnTo>
                  <a:pt x="337676" y="1389579"/>
                </a:lnTo>
                <a:close/>
                <a:lnTo>
                  <a:pt x="332852" y="1389579"/>
                </a:lnTo>
                <a:close/>
                <a:lnTo>
                  <a:pt x="328028" y="1389579"/>
                </a:lnTo>
                <a:close/>
                <a:lnTo>
                  <a:pt x="323204" y="1389579"/>
                </a:lnTo>
                <a:close/>
                <a:lnTo>
                  <a:pt x="318380" y="1389579"/>
                </a:lnTo>
                <a:close/>
                <a:lnTo>
                  <a:pt x="313556" y="1389579"/>
                </a:lnTo>
                <a:close/>
                <a:lnTo>
                  <a:pt x="308732" y="1389579"/>
                </a:lnTo>
                <a:close/>
                <a:lnTo>
                  <a:pt x="303908" y="1389579"/>
                </a:lnTo>
                <a:close/>
                <a:lnTo>
                  <a:pt x="299084" y="1389579"/>
                </a:lnTo>
                <a:close/>
                <a:lnTo>
                  <a:pt x="294260" y="1389579"/>
                </a:lnTo>
                <a:close/>
                <a:lnTo>
                  <a:pt x="289436" y="1389579"/>
                </a:lnTo>
                <a:close/>
                <a:lnTo>
                  <a:pt x="284612" y="1389579"/>
                </a:lnTo>
                <a:close/>
                <a:lnTo>
                  <a:pt x="279788" y="1389579"/>
                </a:lnTo>
                <a:close/>
                <a:lnTo>
                  <a:pt x="274964" y="1389579"/>
                </a:lnTo>
                <a:close/>
                <a:lnTo>
                  <a:pt x="270140" y="1389579"/>
                </a:lnTo>
                <a:close/>
                <a:lnTo>
                  <a:pt x="265316" y="1389579"/>
                </a:lnTo>
                <a:close/>
                <a:lnTo>
                  <a:pt x="260493" y="1389579"/>
                </a:lnTo>
                <a:close/>
                <a:lnTo>
                  <a:pt x="255669" y="1389579"/>
                </a:lnTo>
                <a:close/>
                <a:lnTo>
                  <a:pt x="250845" y="1389579"/>
                </a:lnTo>
                <a:close/>
                <a:lnTo>
                  <a:pt x="246021" y="1389579"/>
                </a:lnTo>
                <a:close/>
                <a:lnTo>
                  <a:pt x="241197" y="1389579"/>
                </a:lnTo>
                <a:close/>
                <a:lnTo>
                  <a:pt x="236373" y="1389579"/>
                </a:lnTo>
                <a:close/>
                <a:lnTo>
                  <a:pt x="231549" y="1389579"/>
                </a:lnTo>
                <a:close/>
                <a:lnTo>
                  <a:pt x="226725" y="1389579"/>
                </a:lnTo>
                <a:close/>
                <a:lnTo>
                  <a:pt x="221901" y="1389579"/>
                </a:lnTo>
                <a:close/>
                <a:lnTo>
                  <a:pt x="217077" y="1389579"/>
                </a:lnTo>
                <a:close/>
                <a:lnTo>
                  <a:pt x="212253" y="1389579"/>
                </a:lnTo>
                <a:close/>
                <a:lnTo>
                  <a:pt x="207429" y="1389579"/>
                </a:lnTo>
                <a:close/>
                <a:lnTo>
                  <a:pt x="202605" y="1389579"/>
                </a:lnTo>
                <a:close/>
                <a:lnTo>
                  <a:pt x="197781" y="1389579"/>
                </a:lnTo>
                <a:close/>
                <a:lnTo>
                  <a:pt x="192957" y="1389579"/>
                </a:lnTo>
                <a:close/>
                <a:lnTo>
                  <a:pt x="188133" y="1389579"/>
                </a:lnTo>
                <a:close/>
                <a:lnTo>
                  <a:pt x="183309" y="1389579"/>
                </a:lnTo>
                <a:close/>
                <a:lnTo>
                  <a:pt x="178486" y="1389579"/>
                </a:lnTo>
                <a:close/>
                <a:lnTo>
                  <a:pt x="173662" y="1389579"/>
                </a:lnTo>
                <a:close/>
                <a:lnTo>
                  <a:pt x="168838" y="1389579"/>
                </a:lnTo>
                <a:close/>
                <a:lnTo>
                  <a:pt x="164014" y="1389579"/>
                </a:lnTo>
                <a:close/>
                <a:lnTo>
                  <a:pt x="159190" y="1389579"/>
                </a:lnTo>
                <a:close/>
                <a:lnTo>
                  <a:pt x="154366" y="1389579"/>
                </a:lnTo>
                <a:close/>
                <a:lnTo>
                  <a:pt x="149542" y="1389579"/>
                </a:lnTo>
                <a:close/>
                <a:lnTo>
                  <a:pt x="144718" y="1389579"/>
                </a:lnTo>
                <a:close/>
                <a:lnTo>
                  <a:pt x="139894" y="1389579"/>
                </a:lnTo>
                <a:close/>
                <a:lnTo>
                  <a:pt x="135070" y="1389579"/>
                </a:lnTo>
                <a:close/>
                <a:lnTo>
                  <a:pt x="130246" y="1389579"/>
                </a:lnTo>
                <a:close/>
                <a:lnTo>
                  <a:pt x="125422" y="1389579"/>
                </a:lnTo>
                <a:close/>
                <a:lnTo>
                  <a:pt x="120598" y="1389579"/>
                </a:lnTo>
                <a:close/>
                <a:lnTo>
                  <a:pt x="115774" y="1389579"/>
                </a:lnTo>
                <a:close/>
                <a:lnTo>
                  <a:pt x="110950" y="1389579"/>
                </a:lnTo>
                <a:close/>
                <a:lnTo>
                  <a:pt x="106126" y="1389579"/>
                </a:lnTo>
                <a:close/>
                <a:lnTo>
                  <a:pt x="101302" y="1389579"/>
                </a:lnTo>
                <a:close/>
                <a:lnTo>
                  <a:pt x="96479" y="1389579"/>
                </a:lnTo>
                <a:close/>
                <a:lnTo>
                  <a:pt x="91655" y="1389579"/>
                </a:lnTo>
                <a:close/>
                <a:lnTo>
                  <a:pt x="86831" y="1389579"/>
                </a:lnTo>
                <a:close/>
                <a:lnTo>
                  <a:pt x="82007" y="1389579"/>
                </a:lnTo>
                <a:close/>
                <a:lnTo>
                  <a:pt x="77183" y="1389579"/>
                </a:lnTo>
                <a:close/>
                <a:lnTo>
                  <a:pt x="72359" y="1389579"/>
                </a:lnTo>
                <a:close/>
                <a:lnTo>
                  <a:pt x="67535" y="1389579"/>
                </a:lnTo>
                <a:close/>
                <a:lnTo>
                  <a:pt x="62711" y="1389579"/>
                </a:lnTo>
                <a:close/>
                <a:lnTo>
                  <a:pt x="57887" y="1389579"/>
                </a:lnTo>
                <a:close/>
                <a:lnTo>
                  <a:pt x="53063" y="1389579"/>
                </a:lnTo>
                <a:close/>
                <a:lnTo>
                  <a:pt x="48239" y="1389579"/>
                </a:lnTo>
                <a:close/>
                <a:lnTo>
                  <a:pt x="43415" y="1389579"/>
                </a:lnTo>
                <a:close/>
                <a:lnTo>
                  <a:pt x="38591" y="1389579"/>
                </a:lnTo>
                <a:close/>
                <a:lnTo>
                  <a:pt x="33767" y="1389579"/>
                </a:lnTo>
                <a:close/>
                <a:lnTo>
                  <a:pt x="28943" y="1389579"/>
                </a:lnTo>
                <a:close/>
                <a:lnTo>
                  <a:pt x="24119" y="1389579"/>
                </a:lnTo>
                <a:close/>
                <a:lnTo>
                  <a:pt x="19295" y="1389579"/>
                </a:lnTo>
                <a:close/>
                <a:lnTo>
                  <a:pt x="14471" y="1389579"/>
                </a:lnTo>
                <a:close/>
                <a:lnTo>
                  <a:pt x="9648" y="1389579"/>
                </a:lnTo>
                <a:close/>
                <a:lnTo>
                  <a:pt x="4824" y="1389579"/>
                </a:lnTo>
                <a:close/>
                <a:lnTo>
                  <a:pt x="0" y="1389579"/>
                </a:lnTo>
                <a:close/>
                <a:lnTo>
                  <a:pt x="0" y="1389579"/>
                </a:lnTo>
                <a:close/>
              </a:path>
            </a:pathLst>
          </a:custGeom>
          <a:solidFill>
            <a:srgbClr val="C5DAE9">
              <a:alpha val="45000"/>
            </a:srgbClr>
          </a:solidFill>
          <a:ln w="12700">
            <a:solidFill>
              <a:srgbClr val="C5DAE9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414772" y="431465"/>
            <a:ext cx="0" cy="1598016"/>
          </a:xfrm>
          <a:custGeom>
            <a:avLst/>
            <a:gdLst/>
            <a:ahLst/>
            <a:cxnLst/>
            <a:rect l="l" t="t" r="r" b="b"/>
            <a:pathLst>
              <a:path w="0" h="1598016">
                <a:moveTo>
                  <a:pt x="0" y="159801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414772" y="2029481"/>
            <a:ext cx="2889541" cy="0"/>
          </a:xfrm>
          <a:custGeom>
            <a:avLst/>
            <a:gdLst/>
            <a:ahLst/>
            <a:cxnLst/>
            <a:rect l="l" t="t" r="r" b="b"/>
            <a:pathLst>
              <a:path w="2889541" h="0">
                <a:moveTo>
                  <a:pt x="0" y="0"/>
                </a:moveTo>
                <a:lnTo>
                  <a:pt x="2889541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4414772" y="639902"/>
            <a:ext cx="2889541" cy="1389579"/>
          </a:xfrm>
          <a:custGeom>
            <a:avLst/>
            <a:gdLst/>
            <a:ahLst/>
            <a:cxnLst/>
            <a:rect l="l" t="t" r="r" b="b"/>
            <a:pathLst>
              <a:path w="2889541" h="1389579">
                <a:moveTo>
                  <a:pt x="0" y="1389579"/>
                </a:moveTo>
                <a:lnTo>
                  <a:pt x="1157746" y="1388393"/>
                </a:lnTo>
                <a:close/>
                <a:lnTo>
                  <a:pt x="1205985" y="1384292"/>
                </a:lnTo>
                <a:close/>
                <a:lnTo>
                  <a:pt x="1239753" y="1382518"/>
                </a:lnTo>
                <a:close/>
                <a:lnTo>
                  <a:pt x="1283168" y="1383782"/>
                </a:lnTo>
                <a:close/>
                <a:lnTo>
                  <a:pt x="1326584" y="1383993"/>
                </a:lnTo>
                <a:close/>
                <a:lnTo>
                  <a:pt x="1355527" y="1381032"/>
                </a:lnTo>
                <a:close/>
                <a:lnTo>
                  <a:pt x="1379647" y="1375249"/>
                </a:lnTo>
                <a:close/>
                <a:lnTo>
                  <a:pt x="1398943" y="1368004"/>
                </a:lnTo>
                <a:close/>
                <a:lnTo>
                  <a:pt x="1418239" y="1358202"/>
                </a:lnTo>
                <a:close/>
                <a:lnTo>
                  <a:pt x="1432710" y="1348527"/>
                </a:lnTo>
                <a:close/>
                <a:lnTo>
                  <a:pt x="1447182" y="1335560"/>
                </a:lnTo>
                <a:close/>
                <a:lnTo>
                  <a:pt x="1461654" y="1317577"/>
                </a:lnTo>
                <a:close/>
                <a:lnTo>
                  <a:pt x="1476126" y="1293065"/>
                </a:lnTo>
                <a:close/>
                <a:lnTo>
                  <a:pt x="1490598" y="1261606"/>
                </a:lnTo>
                <a:close/>
                <a:lnTo>
                  <a:pt x="1509894" y="1210871"/>
                </a:lnTo>
                <a:close/>
                <a:lnTo>
                  <a:pt x="1543661" y="1110979"/>
                </a:lnTo>
                <a:close/>
                <a:lnTo>
                  <a:pt x="1625668" y="865865"/>
                </a:lnTo>
                <a:close/>
                <a:lnTo>
                  <a:pt x="1654612" y="793084"/>
                </a:lnTo>
                <a:close/>
                <a:lnTo>
                  <a:pt x="1683555" y="721228"/>
                </a:lnTo>
                <a:close/>
                <a:lnTo>
                  <a:pt x="1702851" y="664764"/>
                </a:lnTo>
                <a:close/>
                <a:lnTo>
                  <a:pt x="1722147" y="596630"/>
                </a:lnTo>
                <a:close/>
                <a:lnTo>
                  <a:pt x="1751091" y="478226"/>
                </a:lnTo>
                <a:close/>
                <a:lnTo>
                  <a:pt x="1775210" y="382102"/>
                </a:lnTo>
                <a:close/>
                <a:lnTo>
                  <a:pt x="1794506" y="316853"/>
                </a:lnTo>
                <a:close/>
                <a:lnTo>
                  <a:pt x="1813802" y="263703"/>
                </a:lnTo>
                <a:close/>
                <a:lnTo>
                  <a:pt x="1833098" y="219407"/>
                </a:lnTo>
                <a:close/>
                <a:lnTo>
                  <a:pt x="1915105" y="45009"/>
                </a:lnTo>
                <a:close/>
                <a:lnTo>
                  <a:pt x="1929576" y="23640"/>
                </a:lnTo>
                <a:close/>
                <a:lnTo>
                  <a:pt x="1939224" y="13008"/>
                </a:lnTo>
                <a:close/>
                <a:lnTo>
                  <a:pt x="1948872" y="5421"/>
                </a:lnTo>
                <a:close/>
                <a:lnTo>
                  <a:pt x="1958520" y="1022"/>
                </a:lnTo>
                <a:close/>
                <a:lnTo>
                  <a:pt x="1968168" y="0"/>
                </a:lnTo>
                <a:close/>
                <a:lnTo>
                  <a:pt x="1977816" y="2548"/>
                </a:lnTo>
                <a:close/>
                <a:lnTo>
                  <a:pt x="1987464" y="8810"/>
                </a:lnTo>
                <a:close/>
                <a:lnTo>
                  <a:pt x="1997112" y="18851"/>
                </a:lnTo>
                <a:close/>
                <a:lnTo>
                  <a:pt x="2006760" y="32712"/>
                </a:lnTo>
                <a:close/>
                <a:lnTo>
                  <a:pt x="2016407" y="50497"/>
                </a:lnTo>
                <a:close/>
                <a:lnTo>
                  <a:pt x="2030879" y="85107"/>
                </a:lnTo>
                <a:close/>
                <a:lnTo>
                  <a:pt x="2045351" y="130382"/>
                </a:lnTo>
                <a:close/>
                <a:lnTo>
                  <a:pt x="2059823" y="186978"/>
                </a:lnTo>
                <a:close/>
                <a:lnTo>
                  <a:pt x="2079119" y="276918"/>
                </a:lnTo>
                <a:close/>
                <a:lnTo>
                  <a:pt x="2117710" y="463141"/>
                </a:lnTo>
                <a:close/>
                <a:lnTo>
                  <a:pt x="2137006" y="541689"/>
                </a:lnTo>
                <a:close/>
                <a:lnTo>
                  <a:pt x="2161126" y="627098"/>
                </a:lnTo>
                <a:close/>
                <a:lnTo>
                  <a:pt x="2190069" y="717961"/>
                </a:lnTo>
                <a:close/>
                <a:lnTo>
                  <a:pt x="2219013" y="798443"/>
                </a:lnTo>
                <a:close/>
                <a:lnTo>
                  <a:pt x="2281724" y="961974"/>
                </a:lnTo>
                <a:close/>
                <a:lnTo>
                  <a:pt x="2301020" y="1005258"/>
                </a:lnTo>
                <a:close/>
                <a:lnTo>
                  <a:pt x="2325140" y="1051650"/>
                </a:lnTo>
                <a:close/>
                <a:lnTo>
                  <a:pt x="2363731" y="1123877"/>
                </a:lnTo>
                <a:close/>
                <a:lnTo>
                  <a:pt x="2387851" y="1177380"/>
                </a:lnTo>
                <a:close/>
                <a:lnTo>
                  <a:pt x="2416795" y="1241608"/>
                </a:lnTo>
                <a:close/>
                <a:lnTo>
                  <a:pt x="2436090" y="1276510"/>
                </a:lnTo>
                <a:close/>
                <a:lnTo>
                  <a:pt x="2455386" y="1304596"/>
                </a:lnTo>
                <a:close/>
                <a:lnTo>
                  <a:pt x="2479506" y="1334173"/>
                </a:lnTo>
                <a:close/>
                <a:lnTo>
                  <a:pt x="2498802" y="1354367"/>
                </a:lnTo>
                <a:close/>
                <a:lnTo>
                  <a:pt x="2513273" y="1366628"/>
                </a:lnTo>
                <a:close/>
                <a:lnTo>
                  <a:pt x="2527745" y="1375853"/>
                </a:lnTo>
                <a:close/>
                <a:lnTo>
                  <a:pt x="2542217" y="1382096"/>
                </a:lnTo>
                <a:close/>
                <a:lnTo>
                  <a:pt x="2561513" y="1386720"/>
                </a:lnTo>
                <a:close/>
                <a:lnTo>
                  <a:pt x="2585633" y="1388919"/>
                </a:lnTo>
                <a:close/>
                <a:lnTo>
                  <a:pt x="2638696" y="1389571"/>
                </a:lnTo>
                <a:close/>
                <a:lnTo>
                  <a:pt x="2889541" y="1389579"/>
                </a:lnTo>
                <a:close/>
                <a:lnTo>
                  <a:pt x="2889541" y="1389579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19055" y="228265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α base−6−1 ( K) 10</a:t>
            </a:r>
          </a:p>
        </p:txBody>
      </p:sp>
      <p:sp>
        <p:nvSpPr>
          <p:cNvPr id="74" name="Freeform 73"/>
          <p:cNvSpPr/>
          <p:nvPr/>
        </p:nvSpPr>
        <p:spPr>
          <a:xfrm>
            <a:off x="6064163" y="431465"/>
            <a:ext cx="0" cy="1598016"/>
          </a:xfrm>
          <a:custGeom>
            <a:avLst/>
            <a:gdLst/>
            <a:ahLst/>
            <a:cxnLst/>
            <a:rect l="l" t="t" r="r" b="b"/>
            <a:pathLst>
              <a:path w="0" h="1598016">
                <a:moveTo>
                  <a:pt x="0" y="1598016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58368" y="2748589"/>
            <a:ext cx="2889541" cy="1598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8368" y="4174751"/>
            <a:ext cx="2889541" cy="171854"/>
          </a:xfrm>
          <a:prstGeom prst="rect">
            <a:avLst/>
          </a:prstGeom>
          <a:solidFill>
            <a:srgbClr val="E8E8E8">
              <a:alpha val="85000"/>
            </a:srgbClr>
          </a:solidFill>
          <a:ln w="1016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658368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437213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79" name="Freeform 78"/>
          <p:cNvSpPr/>
          <p:nvPr/>
        </p:nvSpPr>
        <p:spPr>
          <a:xfrm>
            <a:off x="1236276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36276" y="437213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</a:t>
            </a:r>
          </a:p>
        </p:txBody>
      </p:sp>
      <p:sp>
        <p:nvSpPr>
          <p:cNvPr id="81" name="Freeform 80"/>
          <p:cNvSpPr/>
          <p:nvPr/>
        </p:nvSpPr>
        <p:spPr>
          <a:xfrm>
            <a:off x="1814185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14185" y="437213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4</a:t>
            </a:r>
          </a:p>
        </p:txBody>
      </p:sp>
      <p:sp>
        <p:nvSpPr>
          <p:cNvPr id="83" name="Freeform 82"/>
          <p:cNvSpPr/>
          <p:nvPr/>
        </p:nvSpPr>
        <p:spPr>
          <a:xfrm>
            <a:off x="2392093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92093" y="437213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6</a:t>
            </a:r>
          </a:p>
        </p:txBody>
      </p:sp>
      <p:sp>
        <p:nvSpPr>
          <p:cNvPr id="85" name="Freeform 84"/>
          <p:cNvSpPr/>
          <p:nvPr/>
        </p:nvSpPr>
        <p:spPr>
          <a:xfrm>
            <a:off x="2970001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70001" y="437213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8</a:t>
            </a:r>
          </a:p>
        </p:txBody>
      </p:sp>
      <p:sp>
        <p:nvSpPr>
          <p:cNvPr id="87" name="Freeform 86"/>
          <p:cNvSpPr/>
          <p:nvPr/>
        </p:nvSpPr>
        <p:spPr>
          <a:xfrm>
            <a:off x="3547909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547909" y="437213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04359" y="4533063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α slope−9−2 ( K) 10</a:t>
            </a:r>
          </a:p>
        </p:txBody>
      </p:sp>
      <p:sp>
        <p:nvSpPr>
          <p:cNvPr id="90" name="Freeform 89"/>
          <p:cNvSpPr/>
          <p:nvPr/>
        </p:nvSpPr>
        <p:spPr>
          <a:xfrm>
            <a:off x="613918" y="434660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9468" y="425142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</a:t>
            </a:r>
          </a:p>
        </p:txBody>
      </p:sp>
      <p:sp>
        <p:nvSpPr>
          <p:cNvPr id="92" name="Freeform 91"/>
          <p:cNvSpPr/>
          <p:nvPr/>
        </p:nvSpPr>
        <p:spPr>
          <a:xfrm>
            <a:off x="613918" y="400289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9468" y="390771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0.2</a:t>
            </a:r>
          </a:p>
        </p:txBody>
      </p:sp>
      <p:sp>
        <p:nvSpPr>
          <p:cNvPr id="94" name="Freeform 93"/>
          <p:cNvSpPr/>
          <p:nvPr/>
        </p:nvSpPr>
        <p:spPr>
          <a:xfrm>
            <a:off x="613918" y="365918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9468" y="356400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0.4</a:t>
            </a:r>
          </a:p>
        </p:txBody>
      </p:sp>
      <p:sp>
        <p:nvSpPr>
          <p:cNvPr id="96" name="Freeform 95"/>
          <p:cNvSpPr/>
          <p:nvPr/>
        </p:nvSpPr>
        <p:spPr>
          <a:xfrm>
            <a:off x="613918" y="33154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9468" y="322029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0.6</a:t>
            </a:r>
          </a:p>
        </p:txBody>
      </p:sp>
      <p:sp>
        <p:nvSpPr>
          <p:cNvPr id="98" name="Freeform 97"/>
          <p:cNvSpPr/>
          <p:nvPr/>
        </p:nvSpPr>
        <p:spPr>
          <a:xfrm>
            <a:off x="613918" y="297177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69468" y="287658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0.8</a:t>
            </a:r>
          </a:p>
        </p:txBody>
      </p:sp>
      <p:sp>
        <p:nvSpPr>
          <p:cNvPr id="100" name="TextBox 99"/>
          <p:cNvSpPr txBox="1"/>
          <p:nvPr/>
        </p:nvSpPr>
        <p:spPr>
          <a:xfrm rot="16200000">
            <a:off x="3452347" y="-830913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Density</a:t>
            </a:r>
          </a:p>
        </p:txBody>
      </p:sp>
      <p:sp>
        <p:nvSpPr>
          <p:cNvPr id="101" name="Freeform 100"/>
          <p:cNvSpPr/>
          <p:nvPr/>
        </p:nvSpPr>
        <p:spPr>
          <a:xfrm>
            <a:off x="658368" y="2957026"/>
            <a:ext cx="2889541" cy="1389579"/>
          </a:xfrm>
          <a:custGeom>
            <a:avLst/>
            <a:gdLst/>
            <a:ahLst/>
            <a:cxnLst/>
            <a:rect l="l" t="t" r="r" b="b"/>
            <a:pathLst>
              <a:path w="2889541" h="1389579">
                <a:moveTo>
                  <a:pt x="0" y="1389579"/>
                </a:moveTo>
                <a:lnTo>
                  <a:pt x="0" y="1389579"/>
                </a:lnTo>
                <a:close/>
                <a:lnTo>
                  <a:pt x="4824" y="1389579"/>
                </a:lnTo>
                <a:close/>
                <a:lnTo>
                  <a:pt x="9648" y="1389579"/>
                </a:lnTo>
                <a:close/>
                <a:lnTo>
                  <a:pt x="14472" y="1389579"/>
                </a:lnTo>
                <a:close/>
                <a:lnTo>
                  <a:pt x="19296" y="1389579"/>
                </a:lnTo>
                <a:close/>
                <a:lnTo>
                  <a:pt x="24120" y="1389579"/>
                </a:lnTo>
                <a:close/>
                <a:lnTo>
                  <a:pt x="28944" y="1389579"/>
                </a:lnTo>
                <a:close/>
                <a:lnTo>
                  <a:pt x="33768" y="1389579"/>
                </a:lnTo>
                <a:close/>
                <a:lnTo>
                  <a:pt x="38592" y="1389579"/>
                </a:lnTo>
                <a:close/>
                <a:lnTo>
                  <a:pt x="43415" y="1389579"/>
                </a:lnTo>
                <a:close/>
                <a:lnTo>
                  <a:pt x="48239" y="1389579"/>
                </a:lnTo>
                <a:close/>
                <a:lnTo>
                  <a:pt x="53063" y="1389579"/>
                </a:lnTo>
                <a:close/>
                <a:lnTo>
                  <a:pt x="57887" y="1389579"/>
                </a:lnTo>
                <a:close/>
                <a:lnTo>
                  <a:pt x="62711" y="1389579"/>
                </a:lnTo>
                <a:close/>
                <a:lnTo>
                  <a:pt x="67535" y="1389579"/>
                </a:lnTo>
                <a:close/>
                <a:lnTo>
                  <a:pt x="72359" y="1389579"/>
                </a:lnTo>
                <a:close/>
                <a:lnTo>
                  <a:pt x="77183" y="1389579"/>
                </a:lnTo>
                <a:close/>
                <a:lnTo>
                  <a:pt x="82007" y="1389579"/>
                </a:lnTo>
                <a:close/>
                <a:lnTo>
                  <a:pt x="86831" y="1389579"/>
                </a:lnTo>
                <a:close/>
                <a:lnTo>
                  <a:pt x="91655" y="1389579"/>
                </a:lnTo>
                <a:close/>
                <a:lnTo>
                  <a:pt x="96479" y="1389579"/>
                </a:lnTo>
                <a:close/>
                <a:lnTo>
                  <a:pt x="101303" y="1389579"/>
                </a:lnTo>
                <a:close/>
                <a:lnTo>
                  <a:pt x="106127" y="1389579"/>
                </a:lnTo>
                <a:close/>
                <a:lnTo>
                  <a:pt x="110951" y="1389579"/>
                </a:lnTo>
                <a:close/>
                <a:lnTo>
                  <a:pt x="115775" y="1389579"/>
                </a:lnTo>
                <a:close/>
                <a:lnTo>
                  <a:pt x="120599" y="1389579"/>
                </a:lnTo>
                <a:close/>
                <a:lnTo>
                  <a:pt x="125422" y="1389579"/>
                </a:lnTo>
                <a:close/>
                <a:lnTo>
                  <a:pt x="130246" y="1389579"/>
                </a:lnTo>
                <a:close/>
                <a:lnTo>
                  <a:pt x="135070" y="1389579"/>
                </a:lnTo>
                <a:close/>
                <a:lnTo>
                  <a:pt x="139894" y="1389579"/>
                </a:lnTo>
                <a:close/>
                <a:lnTo>
                  <a:pt x="144718" y="1389579"/>
                </a:lnTo>
                <a:close/>
                <a:lnTo>
                  <a:pt x="149542" y="1389579"/>
                </a:lnTo>
                <a:close/>
                <a:lnTo>
                  <a:pt x="154366" y="1389579"/>
                </a:lnTo>
                <a:close/>
                <a:lnTo>
                  <a:pt x="159190" y="1389579"/>
                </a:lnTo>
                <a:close/>
                <a:lnTo>
                  <a:pt x="164014" y="1389579"/>
                </a:lnTo>
                <a:close/>
                <a:lnTo>
                  <a:pt x="168838" y="1389579"/>
                </a:lnTo>
                <a:close/>
                <a:lnTo>
                  <a:pt x="173662" y="1389579"/>
                </a:lnTo>
                <a:close/>
                <a:lnTo>
                  <a:pt x="178486" y="1389579"/>
                </a:lnTo>
                <a:close/>
                <a:lnTo>
                  <a:pt x="183310" y="1389579"/>
                </a:lnTo>
                <a:close/>
                <a:lnTo>
                  <a:pt x="188134" y="1389579"/>
                </a:lnTo>
                <a:close/>
                <a:lnTo>
                  <a:pt x="192958" y="1389579"/>
                </a:lnTo>
                <a:close/>
                <a:lnTo>
                  <a:pt x="197782" y="1389579"/>
                </a:lnTo>
                <a:close/>
                <a:lnTo>
                  <a:pt x="202606" y="1389579"/>
                </a:lnTo>
                <a:close/>
                <a:lnTo>
                  <a:pt x="207430" y="1389579"/>
                </a:lnTo>
                <a:close/>
                <a:lnTo>
                  <a:pt x="212253" y="1389579"/>
                </a:lnTo>
                <a:close/>
                <a:lnTo>
                  <a:pt x="217077" y="1389579"/>
                </a:lnTo>
                <a:close/>
                <a:lnTo>
                  <a:pt x="221901" y="1389579"/>
                </a:lnTo>
                <a:close/>
                <a:lnTo>
                  <a:pt x="226725" y="1389579"/>
                </a:lnTo>
                <a:close/>
                <a:lnTo>
                  <a:pt x="231549" y="1389579"/>
                </a:lnTo>
                <a:close/>
                <a:lnTo>
                  <a:pt x="236373" y="1389579"/>
                </a:lnTo>
                <a:close/>
                <a:lnTo>
                  <a:pt x="241197" y="1389579"/>
                </a:lnTo>
                <a:close/>
                <a:lnTo>
                  <a:pt x="246021" y="1389579"/>
                </a:lnTo>
                <a:close/>
                <a:lnTo>
                  <a:pt x="250845" y="1389579"/>
                </a:lnTo>
                <a:close/>
                <a:lnTo>
                  <a:pt x="255669" y="1389579"/>
                </a:lnTo>
                <a:close/>
                <a:lnTo>
                  <a:pt x="260493" y="1389579"/>
                </a:lnTo>
                <a:close/>
                <a:lnTo>
                  <a:pt x="265317" y="1389579"/>
                </a:lnTo>
                <a:close/>
                <a:lnTo>
                  <a:pt x="270141" y="1389579"/>
                </a:lnTo>
                <a:close/>
                <a:lnTo>
                  <a:pt x="274965" y="1389579"/>
                </a:lnTo>
                <a:close/>
                <a:lnTo>
                  <a:pt x="279789" y="1389579"/>
                </a:lnTo>
                <a:close/>
                <a:lnTo>
                  <a:pt x="284613" y="1389579"/>
                </a:lnTo>
                <a:close/>
                <a:lnTo>
                  <a:pt x="289437" y="1389579"/>
                </a:lnTo>
                <a:close/>
                <a:lnTo>
                  <a:pt x="294260" y="1389579"/>
                </a:lnTo>
                <a:close/>
                <a:lnTo>
                  <a:pt x="299084" y="1389579"/>
                </a:lnTo>
                <a:close/>
                <a:lnTo>
                  <a:pt x="303908" y="1389579"/>
                </a:lnTo>
                <a:close/>
                <a:lnTo>
                  <a:pt x="308732" y="1389579"/>
                </a:lnTo>
                <a:close/>
                <a:lnTo>
                  <a:pt x="313556" y="1389579"/>
                </a:lnTo>
                <a:close/>
                <a:lnTo>
                  <a:pt x="318380" y="1389579"/>
                </a:lnTo>
                <a:close/>
                <a:lnTo>
                  <a:pt x="323204" y="1389579"/>
                </a:lnTo>
                <a:close/>
                <a:lnTo>
                  <a:pt x="328028" y="1389579"/>
                </a:lnTo>
                <a:close/>
                <a:lnTo>
                  <a:pt x="332852" y="1389579"/>
                </a:lnTo>
                <a:close/>
                <a:lnTo>
                  <a:pt x="337676" y="1389579"/>
                </a:lnTo>
                <a:close/>
                <a:lnTo>
                  <a:pt x="342500" y="1389579"/>
                </a:lnTo>
                <a:close/>
                <a:lnTo>
                  <a:pt x="347324" y="1389579"/>
                </a:lnTo>
                <a:close/>
                <a:lnTo>
                  <a:pt x="352148" y="1389579"/>
                </a:lnTo>
                <a:close/>
                <a:lnTo>
                  <a:pt x="356972" y="1389579"/>
                </a:lnTo>
                <a:close/>
                <a:lnTo>
                  <a:pt x="361796" y="1389579"/>
                </a:lnTo>
                <a:close/>
                <a:lnTo>
                  <a:pt x="366620" y="1389579"/>
                </a:lnTo>
                <a:close/>
                <a:lnTo>
                  <a:pt x="371444" y="1389579"/>
                </a:lnTo>
                <a:close/>
                <a:lnTo>
                  <a:pt x="376267" y="1389579"/>
                </a:lnTo>
                <a:close/>
                <a:lnTo>
                  <a:pt x="381091" y="1389579"/>
                </a:lnTo>
                <a:close/>
                <a:lnTo>
                  <a:pt x="385915" y="1389579"/>
                </a:lnTo>
                <a:close/>
                <a:lnTo>
                  <a:pt x="390739" y="1389579"/>
                </a:lnTo>
                <a:close/>
                <a:lnTo>
                  <a:pt x="395563" y="1389579"/>
                </a:lnTo>
                <a:close/>
                <a:lnTo>
                  <a:pt x="400387" y="1389579"/>
                </a:lnTo>
                <a:close/>
                <a:lnTo>
                  <a:pt x="405211" y="1389579"/>
                </a:lnTo>
                <a:close/>
                <a:lnTo>
                  <a:pt x="410035" y="1389579"/>
                </a:lnTo>
                <a:close/>
                <a:lnTo>
                  <a:pt x="414859" y="1389579"/>
                </a:lnTo>
                <a:close/>
                <a:lnTo>
                  <a:pt x="419683" y="1389579"/>
                </a:lnTo>
                <a:close/>
                <a:lnTo>
                  <a:pt x="424507" y="1389579"/>
                </a:lnTo>
                <a:close/>
                <a:lnTo>
                  <a:pt x="429331" y="1389579"/>
                </a:lnTo>
                <a:close/>
                <a:lnTo>
                  <a:pt x="434155" y="1389579"/>
                </a:lnTo>
                <a:close/>
                <a:lnTo>
                  <a:pt x="438979" y="1389579"/>
                </a:lnTo>
                <a:close/>
                <a:lnTo>
                  <a:pt x="443803" y="1389579"/>
                </a:lnTo>
                <a:close/>
                <a:lnTo>
                  <a:pt x="448627" y="1389579"/>
                </a:lnTo>
                <a:close/>
                <a:lnTo>
                  <a:pt x="453451" y="1389579"/>
                </a:lnTo>
                <a:close/>
                <a:lnTo>
                  <a:pt x="458274" y="1389579"/>
                </a:lnTo>
                <a:close/>
                <a:lnTo>
                  <a:pt x="463098" y="1389579"/>
                </a:lnTo>
                <a:close/>
                <a:lnTo>
                  <a:pt x="467922" y="1389579"/>
                </a:lnTo>
                <a:close/>
                <a:lnTo>
                  <a:pt x="472746" y="1389579"/>
                </a:lnTo>
                <a:close/>
                <a:lnTo>
                  <a:pt x="477570" y="1389579"/>
                </a:lnTo>
                <a:close/>
                <a:lnTo>
                  <a:pt x="482394" y="1389579"/>
                </a:lnTo>
                <a:close/>
                <a:lnTo>
                  <a:pt x="487218" y="1389579"/>
                </a:lnTo>
                <a:close/>
                <a:lnTo>
                  <a:pt x="492042" y="1389579"/>
                </a:lnTo>
                <a:close/>
                <a:lnTo>
                  <a:pt x="496866" y="1389579"/>
                </a:lnTo>
                <a:close/>
                <a:lnTo>
                  <a:pt x="501690" y="1389579"/>
                </a:lnTo>
                <a:close/>
                <a:lnTo>
                  <a:pt x="506514" y="1389579"/>
                </a:lnTo>
                <a:close/>
                <a:lnTo>
                  <a:pt x="511338" y="1389579"/>
                </a:lnTo>
                <a:close/>
                <a:lnTo>
                  <a:pt x="516162" y="1389579"/>
                </a:lnTo>
                <a:close/>
                <a:lnTo>
                  <a:pt x="520986" y="1389579"/>
                </a:lnTo>
                <a:close/>
                <a:lnTo>
                  <a:pt x="525810" y="1389579"/>
                </a:lnTo>
                <a:close/>
                <a:lnTo>
                  <a:pt x="530634" y="1389579"/>
                </a:lnTo>
                <a:close/>
                <a:lnTo>
                  <a:pt x="535458" y="1389579"/>
                </a:lnTo>
                <a:close/>
                <a:lnTo>
                  <a:pt x="540282" y="1389579"/>
                </a:lnTo>
                <a:close/>
                <a:lnTo>
                  <a:pt x="545105" y="1389579"/>
                </a:lnTo>
                <a:close/>
                <a:lnTo>
                  <a:pt x="549929" y="1389579"/>
                </a:lnTo>
                <a:close/>
                <a:lnTo>
                  <a:pt x="554753" y="1389579"/>
                </a:lnTo>
                <a:close/>
                <a:lnTo>
                  <a:pt x="559577" y="1389579"/>
                </a:lnTo>
                <a:close/>
                <a:lnTo>
                  <a:pt x="564401" y="1389579"/>
                </a:lnTo>
                <a:close/>
                <a:lnTo>
                  <a:pt x="569225" y="1389579"/>
                </a:lnTo>
                <a:close/>
                <a:lnTo>
                  <a:pt x="574049" y="1389579"/>
                </a:lnTo>
                <a:close/>
                <a:lnTo>
                  <a:pt x="578873" y="1389579"/>
                </a:lnTo>
                <a:close/>
                <a:lnTo>
                  <a:pt x="583697" y="1389579"/>
                </a:lnTo>
                <a:close/>
                <a:lnTo>
                  <a:pt x="588521" y="1389579"/>
                </a:lnTo>
                <a:close/>
                <a:lnTo>
                  <a:pt x="593345" y="1389579"/>
                </a:lnTo>
                <a:close/>
                <a:lnTo>
                  <a:pt x="598169" y="1389579"/>
                </a:lnTo>
                <a:close/>
                <a:lnTo>
                  <a:pt x="602993" y="1389579"/>
                </a:lnTo>
                <a:close/>
                <a:lnTo>
                  <a:pt x="607817" y="1389579"/>
                </a:lnTo>
                <a:close/>
                <a:lnTo>
                  <a:pt x="612641" y="1389579"/>
                </a:lnTo>
                <a:close/>
                <a:lnTo>
                  <a:pt x="617465" y="1389579"/>
                </a:lnTo>
                <a:close/>
                <a:lnTo>
                  <a:pt x="622289" y="1389579"/>
                </a:lnTo>
                <a:close/>
                <a:lnTo>
                  <a:pt x="627112" y="1389579"/>
                </a:lnTo>
                <a:close/>
                <a:lnTo>
                  <a:pt x="631936" y="1389579"/>
                </a:lnTo>
                <a:close/>
                <a:lnTo>
                  <a:pt x="636760" y="1389579"/>
                </a:lnTo>
                <a:close/>
                <a:lnTo>
                  <a:pt x="641584" y="1389579"/>
                </a:lnTo>
                <a:close/>
                <a:lnTo>
                  <a:pt x="646408" y="1389579"/>
                </a:lnTo>
                <a:close/>
                <a:lnTo>
                  <a:pt x="651232" y="1389579"/>
                </a:lnTo>
                <a:close/>
                <a:lnTo>
                  <a:pt x="656056" y="1389579"/>
                </a:lnTo>
                <a:close/>
                <a:lnTo>
                  <a:pt x="660880" y="1389579"/>
                </a:lnTo>
                <a:close/>
                <a:lnTo>
                  <a:pt x="665704" y="1389579"/>
                </a:lnTo>
                <a:close/>
                <a:lnTo>
                  <a:pt x="670528" y="1389579"/>
                </a:lnTo>
                <a:close/>
                <a:lnTo>
                  <a:pt x="675352" y="1389579"/>
                </a:lnTo>
                <a:close/>
                <a:lnTo>
                  <a:pt x="680176" y="1389579"/>
                </a:lnTo>
                <a:close/>
                <a:lnTo>
                  <a:pt x="685000" y="1389579"/>
                </a:lnTo>
                <a:close/>
                <a:lnTo>
                  <a:pt x="689824" y="1389579"/>
                </a:lnTo>
                <a:close/>
                <a:lnTo>
                  <a:pt x="694648" y="1389579"/>
                </a:lnTo>
                <a:close/>
                <a:lnTo>
                  <a:pt x="699472" y="1389579"/>
                </a:lnTo>
                <a:close/>
                <a:lnTo>
                  <a:pt x="704296" y="1389579"/>
                </a:lnTo>
                <a:close/>
                <a:lnTo>
                  <a:pt x="709119" y="1389579"/>
                </a:lnTo>
                <a:close/>
                <a:lnTo>
                  <a:pt x="713943" y="1389579"/>
                </a:lnTo>
                <a:close/>
                <a:lnTo>
                  <a:pt x="718767" y="1389579"/>
                </a:lnTo>
                <a:close/>
                <a:lnTo>
                  <a:pt x="723591" y="1389579"/>
                </a:lnTo>
                <a:close/>
                <a:lnTo>
                  <a:pt x="728415" y="1389579"/>
                </a:lnTo>
                <a:close/>
                <a:lnTo>
                  <a:pt x="733239" y="1389579"/>
                </a:lnTo>
                <a:close/>
                <a:lnTo>
                  <a:pt x="738063" y="1389579"/>
                </a:lnTo>
                <a:close/>
                <a:lnTo>
                  <a:pt x="742887" y="1389579"/>
                </a:lnTo>
                <a:close/>
                <a:lnTo>
                  <a:pt x="747711" y="1389579"/>
                </a:lnTo>
                <a:close/>
                <a:lnTo>
                  <a:pt x="752535" y="1389579"/>
                </a:lnTo>
                <a:close/>
                <a:lnTo>
                  <a:pt x="757359" y="1389579"/>
                </a:lnTo>
                <a:close/>
                <a:lnTo>
                  <a:pt x="762183" y="1389579"/>
                </a:lnTo>
                <a:close/>
                <a:lnTo>
                  <a:pt x="767007" y="1389579"/>
                </a:lnTo>
                <a:close/>
                <a:lnTo>
                  <a:pt x="771831" y="1389579"/>
                </a:lnTo>
                <a:close/>
                <a:lnTo>
                  <a:pt x="776655" y="1389579"/>
                </a:lnTo>
                <a:close/>
                <a:lnTo>
                  <a:pt x="781479" y="1389579"/>
                </a:lnTo>
                <a:close/>
                <a:lnTo>
                  <a:pt x="786303" y="1389579"/>
                </a:lnTo>
                <a:close/>
                <a:lnTo>
                  <a:pt x="791126" y="1389579"/>
                </a:lnTo>
                <a:close/>
                <a:lnTo>
                  <a:pt x="795950" y="1389579"/>
                </a:lnTo>
                <a:close/>
                <a:lnTo>
                  <a:pt x="800774" y="1389579"/>
                </a:lnTo>
                <a:close/>
                <a:lnTo>
                  <a:pt x="805598" y="1389579"/>
                </a:lnTo>
                <a:close/>
                <a:lnTo>
                  <a:pt x="810422" y="1389579"/>
                </a:lnTo>
                <a:close/>
                <a:lnTo>
                  <a:pt x="815246" y="1389579"/>
                </a:lnTo>
                <a:close/>
                <a:lnTo>
                  <a:pt x="820070" y="1389579"/>
                </a:lnTo>
                <a:close/>
                <a:lnTo>
                  <a:pt x="824894" y="1389579"/>
                </a:lnTo>
                <a:close/>
                <a:lnTo>
                  <a:pt x="829718" y="1389579"/>
                </a:lnTo>
                <a:close/>
                <a:lnTo>
                  <a:pt x="834542" y="1389579"/>
                </a:lnTo>
                <a:close/>
                <a:lnTo>
                  <a:pt x="839366" y="1389579"/>
                </a:lnTo>
                <a:close/>
                <a:lnTo>
                  <a:pt x="844190" y="1389579"/>
                </a:lnTo>
                <a:close/>
                <a:lnTo>
                  <a:pt x="849014" y="1389579"/>
                </a:lnTo>
                <a:close/>
                <a:lnTo>
                  <a:pt x="853838" y="1389579"/>
                </a:lnTo>
                <a:close/>
                <a:lnTo>
                  <a:pt x="858662" y="1389579"/>
                </a:lnTo>
                <a:close/>
                <a:lnTo>
                  <a:pt x="863486" y="1389579"/>
                </a:lnTo>
                <a:close/>
                <a:lnTo>
                  <a:pt x="868310" y="1389578"/>
                </a:lnTo>
                <a:close/>
                <a:lnTo>
                  <a:pt x="873134" y="1389576"/>
                </a:lnTo>
                <a:close/>
                <a:lnTo>
                  <a:pt x="877957" y="1389573"/>
                </a:lnTo>
                <a:close/>
                <a:lnTo>
                  <a:pt x="882781" y="1389566"/>
                </a:lnTo>
                <a:close/>
                <a:lnTo>
                  <a:pt x="887605" y="1389555"/>
                </a:lnTo>
                <a:close/>
                <a:lnTo>
                  <a:pt x="892429" y="1389536"/>
                </a:lnTo>
                <a:close/>
                <a:lnTo>
                  <a:pt x="897253" y="1389505"/>
                </a:lnTo>
                <a:close/>
                <a:lnTo>
                  <a:pt x="902077" y="1389455"/>
                </a:lnTo>
                <a:close/>
                <a:lnTo>
                  <a:pt x="906901" y="1389378"/>
                </a:lnTo>
                <a:close/>
                <a:lnTo>
                  <a:pt x="911725" y="1389263"/>
                </a:lnTo>
                <a:close/>
                <a:lnTo>
                  <a:pt x="916549" y="1389097"/>
                </a:lnTo>
                <a:close/>
                <a:lnTo>
                  <a:pt x="921373" y="1388867"/>
                </a:lnTo>
                <a:close/>
                <a:lnTo>
                  <a:pt x="926197" y="1388558"/>
                </a:lnTo>
                <a:close/>
                <a:lnTo>
                  <a:pt x="931021" y="1388153"/>
                </a:lnTo>
                <a:close/>
                <a:lnTo>
                  <a:pt x="935845" y="1387641"/>
                </a:lnTo>
                <a:close/>
                <a:lnTo>
                  <a:pt x="940669" y="1387010"/>
                </a:lnTo>
                <a:close/>
                <a:lnTo>
                  <a:pt x="945493" y="1386250"/>
                </a:lnTo>
                <a:close/>
                <a:lnTo>
                  <a:pt x="950317" y="1385357"/>
                </a:lnTo>
                <a:close/>
                <a:lnTo>
                  <a:pt x="955141" y="1384325"/>
                </a:lnTo>
                <a:close/>
                <a:lnTo>
                  <a:pt x="959964" y="1383150"/>
                </a:lnTo>
                <a:close/>
                <a:lnTo>
                  <a:pt x="964788" y="1381822"/>
                </a:lnTo>
                <a:close/>
                <a:lnTo>
                  <a:pt x="969612" y="1380331"/>
                </a:lnTo>
                <a:close/>
                <a:lnTo>
                  <a:pt x="974436" y="1378658"/>
                </a:lnTo>
                <a:close/>
                <a:lnTo>
                  <a:pt x="979260" y="1376776"/>
                </a:lnTo>
                <a:close/>
                <a:lnTo>
                  <a:pt x="984084" y="1374657"/>
                </a:lnTo>
                <a:close/>
                <a:lnTo>
                  <a:pt x="988908" y="1372264"/>
                </a:lnTo>
                <a:close/>
                <a:lnTo>
                  <a:pt x="993732" y="1369565"/>
                </a:lnTo>
                <a:close/>
                <a:lnTo>
                  <a:pt x="998556" y="1366531"/>
                </a:lnTo>
                <a:close/>
                <a:lnTo>
                  <a:pt x="1003380" y="1363149"/>
                </a:lnTo>
                <a:close/>
                <a:lnTo>
                  <a:pt x="1008204" y="1359422"/>
                </a:lnTo>
                <a:close/>
                <a:lnTo>
                  <a:pt x="1013028" y="1355382"/>
                </a:lnTo>
                <a:close/>
                <a:lnTo>
                  <a:pt x="1017852" y="1351089"/>
                </a:lnTo>
                <a:close/>
                <a:lnTo>
                  <a:pt x="1022676" y="1346636"/>
                </a:lnTo>
                <a:close/>
                <a:lnTo>
                  <a:pt x="1027500" y="1342139"/>
                </a:lnTo>
                <a:close/>
                <a:lnTo>
                  <a:pt x="1032324" y="1337734"/>
                </a:lnTo>
                <a:close/>
                <a:lnTo>
                  <a:pt x="1037148" y="1333555"/>
                </a:lnTo>
                <a:close/>
                <a:lnTo>
                  <a:pt x="1041971" y="1329722"/>
                </a:lnTo>
                <a:close/>
                <a:lnTo>
                  <a:pt x="1046795" y="1326317"/>
                </a:lnTo>
                <a:close/>
                <a:lnTo>
                  <a:pt x="1051619" y="1323373"/>
                </a:lnTo>
                <a:close/>
                <a:lnTo>
                  <a:pt x="1056443" y="1320865"/>
                </a:lnTo>
                <a:close/>
                <a:lnTo>
                  <a:pt x="1061267" y="1318710"/>
                </a:lnTo>
                <a:close/>
                <a:lnTo>
                  <a:pt x="1066091" y="1316774"/>
                </a:lnTo>
                <a:close/>
                <a:lnTo>
                  <a:pt x="1070915" y="1314892"/>
                </a:lnTo>
                <a:close/>
                <a:lnTo>
                  <a:pt x="1075739" y="1312883"/>
                </a:lnTo>
                <a:close/>
                <a:lnTo>
                  <a:pt x="1080563" y="1310568"/>
                </a:lnTo>
                <a:close/>
                <a:lnTo>
                  <a:pt x="1085387" y="1307779"/>
                </a:lnTo>
                <a:close/>
                <a:lnTo>
                  <a:pt x="1090211" y="1304368"/>
                </a:lnTo>
                <a:close/>
                <a:lnTo>
                  <a:pt x="1095035" y="1300200"/>
                </a:lnTo>
                <a:close/>
                <a:lnTo>
                  <a:pt x="1099859" y="1295150"/>
                </a:lnTo>
                <a:close/>
                <a:lnTo>
                  <a:pt x="1104683" y="1289095"/>
                </a:lnTo>
                <a:close/>
                <a:lnTo>
                  <a:pt x="1109507" y="1281906"/>
                </a:lnTo>
                <a:close/>
                <a:lnTo>
                  <a:pt x="1114331" y="1273460"/>
                </a:lnTo>
                <a:close/>
                <a:lnTo>
                  <a:pt x="1119155" y="1263639"/>
                </a:lnTo>
                <a:close/>
                <a:lnTo>
                  <a:pt x="1123978" y="1252354"/>
                </a:lnTo>
                <a:close/>
                <a:lnTo>
                  <a:pt x="1128802" y="1239563"/>
                </a:lnTo>
                <a:close/>
                <a:lnTo>
                  <a:pt x="1133626" y="1225286"/>
                </a:lnTo>
                <a:close/>
                <a:lnTo>
                  <a:pt x="1138450" y="1209615"/>
                </a:lnTo>
                <a:close/>
                <a:lnTo>
                  <a:pt x="1143274" y="1192721"/>
                </a:lnTo>
                <a:close/>
                <a:lnTo>
                  <a:pt x="1148098" y="1174838"/>
                </a:lnTo>
                <a:close/>
                <a:lnTo>
                  <a:pt x="1152922" y="1156242"/>
                </a:lnTo>
                <a:close/>
                <a:lnTo>
                  <a:pt x="1157746" y="1137217"/>
                </a:lnTo>
                <a:close/>
                <a:lnTo>
                  <a:pt x="1162570" y="1118018"/>
                </a:lnTo>
                <a:close/>
                <a:lnTo>
                  <a:pt x="1167394" y="1098831"/>
                </a:lnTo>
                <a:close/>
                <a:lnTo>
                  <a:pt x="1172218" y="1079745"/>
                </a:lnTo>
                <a:close/>
                <a:lnTo>
                  <a:pt x="1177042" y="1060738"/>
                </a:lnTo>
                <a:close/>
                <a:lnTo>
                  <a:pt x="1181866" y="1041689"/>
                </a:lnTo>
                <a:close/>
                <a:lnTo>
                  <a:pt x="1186690" y="1022408"/>
                </a:lnTo>
                <a:close/>
                <a:lnTo>
                  <a:pt x="1191514" y="1002685"/>
                </a:lnTo>
                <a:close/>
                <a:lnTo>
                  <a:pt x="1196338" y="982354"/>
                </a:lnTo>
                <a:close/>
                <a:lnTo>
                  <a:pt x="1201162" y="961346"/>
                </a:lnTo>
                <a:close/>
                <a:lnTo>
                  <a:pt x="1205986" y="939731"/>
                </a:lnTo>
                <a:close/>
                <a:lnTo>
                  <a:pt x="1210809" y="917718"/>
                </a:lnTo>
                <a:close/>
                <a:lnTo>
                  <a:pt x="1215633" y="895636"/>
                </a:lnTo>
                <a:close/>
                <a:lnTo>
                  <a:pt x="1220457" y="873865"/>
                </a:lnTo>
                <a:close/>
                <a:lnTo>
                  <a:pt x="1225281" y="852762"/>
                </a:lnTo>
                <a:close/>
                <a:lnTo>
                  <a:pt x="1230105" y="832580"/>
                </a:lnTo>
                <a:close/>
                <a:lnTo>
                  <a:pt x="1234929" y="813405"/>
                </a:lnTo>
                <a:close/>
                <a:lnTo>
                  <a:pt x="1239753" y="795126"/>
                </a:lnTo>
                <a:close/>
                <a:lnTo>
                  <a:pt x="1244577" y="777444"/>
                </a:lnTo>
                <a:close/>
                <a:lnTo>
                  <a:pt x="1249401" y="759914"/>
                </a:lnTo>
                <a:close/>
                <a:lnTo>
                  <a:pt x="1254225" y="742012"/>
                </a:lnTo>
                <a:close/>
                <a:lnTo>
                  <a:pt x="1259049" y="723209"/>
                </a:lnTo>
                <a:close/>
                <a:lnTo>
                  <a:pt x="1263873" y="703031"/>
                </a:lnTo>
                <a:close/>
                <a:lnTo>
                  <a:pt x="1268697" y="681119"/>
                </a:lnTo>
                <a:close/>
                <a:lnTo>
                  <a:pt x="1273521" y="657254"/>
                </a:lnTo>
                <a:close/>
                <a:lnTo>
                  <a:pt x="1278345" y="631385"/>
                </a:lnTo>
                <a:close/>
                <a:lnTo>
                  <a:pt x="1283169" y="603632"/>
                </a:lnTo>
                <a:close/>
                <a:lnTo>
                  <a:pt x="1287993" y="574283"/>
                </a:lnTo>
                <a:close/>
                <a:lnTo>
                  <a:pt x="1292816" y="543778"/>
                </a:lnTo>
                <a:close/>
                <a:lnTo>
                  <a:pt x="1297640" y="512676"/>
                </a:lnTo>
                <a:close/>
                <a:lnTo>
                  <a:pt x="1302464" y="481596"/>
                </a:lnTo>
                <a:close/>
                <a:lnTo>
                  <a:pt x="1307288" y="451146"/>
                </a:lnTo>
                <a:close/>
                <a:lnTo>
                  <a:pt x="1312112" y="421844"/>
                </a:lnTo>
                <a:close/>
                <a:lnTo>
                  <a:pt x="1316936" y="394041"/>
                </a:lnTo>
                <a:close/>
                <a:lnTo>
                  <a:pt x="1321760" y="367879"/>
                </a:lnTo>
                <a:close/>
                <a:lnTo>
                  <a:pt x="1326584" y="343270"/>
                </a:lnTo>
                <a:close/>
                <a:lnTo>
                  <a:pt x="1331408" y="319932"/>
                </a:lnTo>
                <a:close/>
                <a:lnTo>
                  <a:pt x="1336232" y="297452"/>
                </a:lnTo>
                <a:close/>
                <a:lnTo>
                  <a:pt x="1341056" y="275377"/>
                </a:lnTo>
                <a:close/>
                <a:lnTo>
                  <a:pt x="1345880" y="253302"/>
                </a:lnTo>
                <a:close/>
                <a:lnTo>
                  <a:pt x="1350704" y="230948"/>
                </a:lnTo>
                <a:close/>
                <a:lnTo>
                  <a:pt x="1355528" y="208205"/>
                </a:lnTo>
                <a:close/>
                <a:lnTo>
                  <a:pt x="1360352" y="185143"/>
                </a:lnTo>
                <a:close/>
                <a:lnTo>
                  <a:pt x="1365176" y="161989"/>
                </a:lnTo>
                <a:close/>
                <a:lnTo>
                  <a:pt x="1370000" y="139087"/>
                </a:lnTo>
                <a:close/>
                <a:lnTo>
                  <a:pt x="1374823" y="116851"/>
                </a:lnTo>
                <a:close/>
                <a:lnTo>
                  <a:pt x="1379647" y="95714"/>
                </a:lnTo>
                <a:close/>
                <a:lnTo>
                  <a:pt x="1384471" y="76097"/>
                </a:lnTo>
                <a:close/>
                <a:lnTo>
                  <a:pt x="1389295" y="58376"/>
                </a:lnTo>
                <a:close/>
                <a:lnTo>
                  <a:pt x="1394119" y="42863"/>
                </a:lnTo>
                <a:close/>
                <a:lnTo>
                  <a:pt x="1398943" y="29785"/>
                </a:lnTo>
                <a:close/>
                <a:lnTo>
                  <a:pt x="1403767" y="19255"/>
                </a:lnTo>
                <a:close/>
                <a:lnTo>
                  <a:pt x="1408591" y="11261"/>
                </a:lnTo>
                <a:close/>
                <a:lnTo>
                  <a:pt x="1413415" y="5655"/>
                </a:lnTo>
                <a:close/>
                <a:lnTo>
                  <a:pt x="1418239" y="2163"/>
                </a:lnTo>
                <a:close/>
                <a:lnTo>
                  <a:pt x="1423063" y="415"/>
                </a:lnTo>
                <a:close/>
                <a:lnTo>
                  <a:pt x="1427887" y="0"/>
                </a:lnTo>
                <a:close/>
                <a:lnTo>
                  <a:pt x="1432711" y="520"/>
                </a:lnTo>
                <a:close/>
                <a:lnTo>
                  <a:pt x="1437535" y="1659"/>
                </a:lnTo>
                <a:close/>
                <a:lnTo>
                  <a:pt x="1442359" y="3225"/>
                </a:lnTo>
                <a:close/>
                <a:lnTo>
                  <a:pt x="1447183" y="5176"/>
                </a:lnTo>
                <a:close/>
                <a:lnTo>
                  <a:pt x="1452007" y="7619"/>
                </a:lnTo>
                <a:close/>
                <a:lnTo>
                  <a:pt x="1456831" y="10776"/>
                </a:lnTo>
                <a:close/>
                <a:lnTo>
                  <a:pt x="1461654" y="14936"/>
                </a:lnTo>
                <a:close/>
                <a:lnTo>
                  <a:pt x="1466478" y="20386"/>
                </a:lnTo>
                <a:close/>
                <a:lnTo>
                  <a:pt x="1471302" y="27352"/>
                </a:lnTo>
                <a:close/>
                <a:lnTo>
                  <a:pt x="1476126" y="35943"/>
                </a:lnTo>
                <a:close/>
                <a:lnTo>
                  <a:pt x="1480950" y="46120"/>
                </a:lnTo>
                <a:close/>
                <a:lnTo>
                  <a:pt x="1485774" y="57703"/>
                </a:lnTo>
                <a:close/>
                <a:lnTo>
                  <a:pt x="1490598" y="70402"/>
                </a:lnTo>
                <a:close/>
                <a:lnTo>
                  <a:pt x="1495422" y="83890"/>
                </a:lnTo>
                <a:close/>
                <a:lnTo>
                  <a:pt x="1500246" y="97881"/>
                </a:lnTo>
                <a:close/>
                <a:lnTo>
                  <a:pt x="1505070" y="112220"/>
                </a:lnTo>
                <a:close/>
                <a:lnTo>
                  <a:pt x="1509894" y="126938"/>
                </a:lnTo>
                <a:close/>
                <a:lnTo>
                  <a:pt x="1514718" y="142282"/>
                </a:lnTo>
                <a:close/>
                <a:lnTo>
                  <a:pt x="1519542" y="158695"/>
                </a:lnTo>
                <a:close/>
                <a:lnTo>
                  <a:pt x="1524366" y="176756"/>
                </a:lnTo>
                <a:close/>
                <a:lnTo>
                  <a:pt x="1529190" y="197093"/>
                </a:lnTo>
                <a:close/>
                <a:lnTo>
                  <a:pt x="1534014" y="220297"/>
                </a:lnTo>
                <a:close/>
                <a:lnTo>
                  <a:pt x="1538838" y="246832"/>
                </a:lnTo>
                <a:close/>
                <a:lnTo>
                  <a:pt x="1543661" y="276982"/>
                </a:lnTo>
                <a:close/>
                <a:lnTo>
                  <a:pt x="1548485" y="310827"/>
                </a:lnTo>
                <a:close/>
                <a:lnTo>
                  <a:pt x="1553309" y="348235"/>
                </a:lnTo>
                <a:close/>
                <a:lnTo>
                  <a:pt x="1558133" y="388881"/>
                </a:lnTo>
                <a:close/>
                <a:lnTo>
                  <a:pt x="1562957" y="432276"/>
                </a:lnTo>
                <a:close/>
                <a:lnTo>
                  <a:pt x="1567781" y="477790"/>
                </a:lnTo>
                <a:close/>
                <a:lnTo>
                  <a:pt x="1572605" y="524688"/>
                </a:lnTo>
                <a:close/>
                <a:lnTo>
                  <a:pt x="1577429" y="572161"/>
                </a:lnTo>
                <a:close/>
                <a:lnTo>
                  <a:pt x="1582253" y="619370"/>
                </a:lnTo>
                <a:close/>
                <a:lnTo>
                  <a:pt x="1587077" y="665492"/>
                </a:lnTo>
                <a:close/>
                <a:lnTo>
                  <a:pt x="1591901" y="709774"/>
                </a:lnTo>
                <a:close/>
                <a:lnTo>
                  <a:pt x="1596725" y="751580"/>
                </a:lnTo>
                <a:close/>
                <a:lnTo>
                  <a:pt x="1601549" y="790439"/>
                </a:lnTo>
                <a:close/>
                <a:lnTo>
                  <a:pt x="1606373" y="826059"/>
                </a:lnTo>
                <a:close/>
                <a:lnTo>
                  <a:pt x="1611197" y="858339"/>
                </a:lnTo>
                <a:close/>
                <a:lnTo>
                  <a:pt x="1616021" y="887346"/>
                </a:lnTo>
                <a:close/>
                <a:lnTo>
                  <a:pt x="1620845" y="913284"/>
                </a:lnTo>
                <a:close/>
                <a:lnTo>
                  <a:pt x="1625668" y="936448"/>
                </a:lnTo>
                <a:close/>
                <a:lnTo>
                  <a:pt x="1630492" y="957179"/>
                </a:lnTo>
                <a:close/>
                <a:lnTo>
                  <a:pt x="1635316" y="975823"/>
                </a:lnTo>
                <a:close/>
                <a:lnTo>
                  <a:pt x="1640140" y="992703"/>
                </a:lnTo>
                <a:close/>
                <a:lnTo>
                  <a:pt x="1644964" y="1008101"/>
                </a:lnTo>
                <a:close/>
                <a:lnTo>
                  <a:pt x="1649788" y="1022253"/>
                </a:lnTo>
                <a:close/>
                <a:lnTo>
                  <a:pt x="1654612" y="1035356"/>
                </a:lnTo>
                <a:close/>
                <a:lnTo>
                  <a:pt x="1659436" y="1047591"/>
                </a:lnTo>
                <a:close/>
                <a:lnTo>
                  <a:pt x="1664260" y="1059136"/>
                </a:lnTo>
                <a:close/>
                <a:lnTo>
                  <a:pt x="1669084" y="1070188"/>
                </a:lnTo>
                <a:close/>
                <a:lnTo>
                  <a:pt x="1673908" y="1080975"/>
                </a:lnTo>
                <a:close/>
                <a:lnTo>
                  <a:pt x="1678732" y="1091750"/>
                </a:lnTo>
                <a:close/>
                <a:lnTo>
                  <a:pt x="1683556" y="1102787"/>
                </a:lnTo>
                <a:close/>
                <a:lnTo>
                  <a:pt x="1688380" y="1114348"/>
                </a:lnTo>
                <a:close/>
                <a:lnTo>
                  <a:pt x="1693204" y="1126664"/>
                </a:lnTo>
                <a:close/>
                <a:lnTo>
                  <a:pt x="1698028" y="1139909"/>
                </a:lnTo>
                <a:close/>
                <a:lnTo>
                  <a:pt x="1702852" y="1154173"/>
                </a:lnTo>
                <a:close/>
                <a:lnTo>
                  <a:pt x="1707675" y="1169457"/>
                </a:lnTo>
                <a:close/>
                <a:lnTo>
                  <a:pt x="1712499" y="1185668"/>
                </a:lnTo>
                <a:close/>
                <a:lnTo>
                  <a:pt x="1717323" y="1202628"/>
                </a:lnTo>
                <a:close/>
                <a:lnTo>
                  <a:pt x="1722147" y="1220083"/>
                </a:lnTo>
                <a:close/>
                <a:lnTo>
                  <a:pt x="1726971" y="1237728"/>
                </a:lnTo>
                <a:close/>
                <a:lnTo>
                  <a:pt x="1731795" y="1255223"/>
                </a:lnTo>
                <a:close/>
                <a:lnTo>
                  <a:pt x="1736619" y="1272221"/>
                </a:lnTo>
                <a:close/>
                <a:lnTo>
                  <a:pt x="1741443" y="1288393"/>
                </a:lnTo>
                <a:close/>
                <a:lnTo>
                  <a:pt x="1746267" y="1303448"/>
                </a:lnTo>
                <a:close/>
                <a:lnTo>
                  <a:pt x="1751091" y="1317154"/>
                </a:lnTo>
                <a:close/>
                <a:lnTo>
                  <a:pt x="1755915" y="1329354"/>
                </a:lnTo>
                <a:close/>
                <a:lnTo>
                  <a:pt x="1760739" y="1339967"/>
                </a:lnTo>
                <a:close/>
                <a:lnTo>
                  <a:pt x="1765563" y="1348992"/>
                </a:lnTo>
                <a:close/>
                <a:lnTo>
                  <a:pt x="1770387" y="1356495"/>
                </a:lnTo>
                <a:close/>
                <a:lnTo>
                  <a:pt x="1775211" y="1362601"/>
                </a:lnTo>
                <a:close/>
                <a:lnTo>
                  <a:pt x="1780035" y="1367470"/>
                </a:lnTo>
                <a:close/>
                <a:lnTo>
                  <a:pt x="1784859" y="1371288"/>
                </a:lnTo>
                <a:close/>
                <a:lnTo>
                  <a:pt x="1789683" y="1374243"/>
                </a:lnTo>
                <a:close/>
                <a:lnTo>
                  <a:pt x="1794506" y="1376518"/>
                </a:lnTo>
                <a:close/>
                <a:lnTo>
                  <a:pt x="1799330" y="1378275"/>
                </a:lnTo>
                <a:close/>
                <a:lnTo>
                  <a:pt x="1804154" y="1379654"/>
                </a:lnTo>
                <a:close/>
                <a:lnTo>
                  <a:pt x="1808978" y="1380767"/>
                </a:lnTo>
                <a:close/>
                <a:lnTo>
                  <a:pt x="1813802" y="1381700"/>
                </a:lnTo>
                <a:close/>
                <a:lnTo>
                  <a:pt x="1818626" y="1382517"/>
                </a:lnTo>
                <a:close/>
                <a:lnTo>
                  <a:pt x="1823450" y="1383262"/>
                </a:lnTo>
                <a:close/>
                <a:lnTo>
                  <a:pt x="1828274" y="1383963"/>
                </a:lnTo>
                <a:close/>
                <a:lnTo>
                  <a:pt x="1833098" y="1384634"/>
                </a:lnTo>
                <a:close/>
                <a:lnTo>
                  <a:pt x="1837922" y="1385282"/>
                </a:lnTo>
                <a:close/>
                <a:lnTo>
                  <a:pt x="1842746" y="1385905"/>
                </a:lnTo>
                <a:close/>
                <a:lnTo>
                  <a:pt x="1847570" y="1386497"/>
                </a:lnTo>
                <a:close/>
                <a:lnTo>
                  <a:pt x="1852394" y="1387049"/>
                </a:lnTo>
                <a:close/>
                <a:lnTo>
                  <a:pt x="1857218" y="1387550"/>
                </a:lnTo>
                <a:close/>
                <a:lnTo>
                  <a:pt x="1862042" y="1387993"/>
                </a:lnTo>
                <a:close/>
                <a:lnTo>
                  <a:pt x="1866866" y="1388373"/>
                </a:lnTo>
                <a:close/>
                <a:lnTo>
                  <a:pt x="1871690" y="1388687"/>
                </a:lnTo>
                <a:close/>
                <a:lnTo>
                  <a:pt x="1876513" y="1388939"/>
                </a:lnTo>
                <a:close/>
                <a:lnTo>
                  <a:pt x="1881337" y="1389134"/>
                </a:lnTo>
                <a:close/>
                <a:lnTo>
                  <a:pt x="1886161" y="1389279"/>
                </a:lnTo>
                <a:close/>
                <a:lnTo>
                  <a:pt x="1890985" y="1389384"/>
                </a:lnTo>
                <a:close/>
                <a:lnTo>
                  <a:pt x="1895809" y="1389456"/>
                </a:lnTo>
                <a:close/>
                <a:lnTo>
                  <a:pt x="1900633" y="1389504"/>
                </a:lnTo>
                <a:close/>
                <a:lnTo>
                  <a:pt x="1905457" y="1389535"/>
                </a:lnTo>
                <a:close/>
                <a:lnTo>
                  <a:pt x="1910281" y="1389554"/>
                </a:lnTo>
                <a:close/>
                <a:lnTo>
                  <a:pt x="1915105" y="1389565"/>
                </a:lnTo>
                <a:close/>
                <a:lnTo>
                  <a:pt x="1919929" y="1389572"/>
                </a:lnTo>
                <a:close/>
                <a:lnTo>
                  <a:pt x="1924753" y="1389576"/>
                </a:lnTo>
                <a:close/>
                <a:lnTo>
                  <a:pt x="1929577" y="1389578"/>
                </a:lnTo>
                <a:close/>
                <a:lnTo>
                  <a:pt x="1934401" y="1389579"/>
                </a:lnTo>
                <a:close/>
                <a:lnTo>
                  <a:pt x="1939225" y="1389579"/>
                </a:lnTo>
                <a:close/>
                <a:lnTo>
                  <a:pt x="1944049" y="1389579"/>
                </a:lnTo>
                <a:close/>
                <a:lnTo>
                  <a:pt x="1948873" y="1389579"/>
                </a:lnTo>
                <a:close/>
                <a:lnTo>
                  <a:pt x="1953697" y="1389579"/>
                </a:lnTo>
                <a:close/>
                <a:lnTo>
                  <a:pt x="1958520" y="1389579"/>
                </a:lnTo>
                <a:close/>
                <a:lnTo>
                  <a:pt x="1963344" y="1389579"/>
                </a:lnTo>
                <a:close/>
                <a:lnTo>
                  <a:pt x="1968168" y="1389579"/>
                </a:lnTo>
                <a:close/>
                <a:lnTo>
                  <a:pt x="1972992" y="1389579"/>
                </a:lnTo>
                <a:close/>
                <a:lnTo>
                  <a:pt x="1977816" y="1389579"/>
                </a:lnTo>
                <a:close/>
                <a:lnTo>
                  <a:pt x="1982640" y="1389579"/>
                </a:lnTo>
                <a:close/>
                <a:lnTo>
                  <a:pt x="1987464" y="1389579"/>
                </a:lnTo>
                <a:close/>
                <a:lnTo>
                  <a:pt x="1992288" y="1389579"/>
                </a:lnTo>
                <a:close/>
                <a:lnTo>
                  <a:pt x="1997112" y="1389579"/>
                </a:lnTo>
                <a:close/>
                <a:lnTo>
                  <a:pt x="2001936" y="1389579"/>
                </a:lnTo>
                <a:close/>
                <a:lnTo>
                  <a:pt x="2006760" y="1389579"/>
                </a:lnTo>
                <a:close/>
                <a:lnTo>
                  <a:pt x="2011584" y="1389579"/>
                </a:lnTo>
                <a:close/>
                <a:lnTo>
                  <a:pt x="2016408" y="1389579"/>
                </a:lnTo>
                <a:close/>
                <a:lnTo>
                  <a:pt x="2021232" y="1389579"/>
                </a:lnTo>
                <a:close/>
                <a:lnTo>
                  <a:pt x="2026056" y="1389579"/>
                </a:lnTo>
                <a:close/>
                <a:lnTo>
                  <a:pt x="2030880" y="1389579"/>
                </a:lnTo>
                <a:close/>
                <a:lnTo>
                  <a:pt x="2035704" y="1389579"/>
                </a:lnTo>
                <a:close/>
                <a:lnTo>
                  <a:pt x="2040527" y="1389579"/>
                </a:lnTo>
                <a:close/>
                <a:lnTo>
                  <a:pt x="2045351" y="1389579"/>
                </a:lnTo>
                <a:close/>
                <a:lnTo>
                  <a:pt x="2050175" y="1389579"/>
                </a:lnTo>
                <a:close/>
                <a:lnTo>
                  <a:pt x="2054999" y="1389579"/>
                </a:lnTo>
                <a:close/>
                <a:lnTo>
                  <a:pt x="2059823" y="1389579"/>
                </a:lnTo>
                <a:close/>
                <a:lnTo>
                  <a:pt x="2064647" y="1389579"/>
                </a:lnTo>
                <a:close/>
                <a:lnTo>
                  <a:pt x="2069471" y="1389579"/>
                </a:lnTo>
                <a:close/>
                <a:lnTo>
                  <a:pt x="2074295" y="1389579"/>
                </a:lnTo>
                <a:close/>
                <a:lnTo>
                  <a:pt x="2079119" y="1389579"/>
                </a:lnTo>
                <a:close/>
                <a:lnTo>
                  <a:pt x="2083943" y="1389579"/>
                </a:lnTo>
                <a:close/>
                <a:lnTo>
                  <a:pt x="2088767" y="1389579"/>
                </a:lnTo>
                <a:close/>
                <a:lnTo>
                  <a:pt x="2093591" y="1389579"/>
                </a:lnTo>
                <a:close/>
                <a:lnTo>
                  <a:pt x="2098415" y="1389579"/>
                </a:lnTo>
                <a:close/>
                <a:lnTo>
                  <a:pt x="2103239" y="1389579"/>
                </a:lnTo>
                <a:close/>
                <a:lnTo>
                  <a:pt x="2108063" y="1389579"/>
                </a:lnTo>
                <a:close/>
                <a:lnTo>
                  <a:pt x="2112887" y="1389579"/>
                </a:lnTo>
                <a:close/>
                <a:lnTo>
                  <a:pt x="2117711" y="1389579"/>
                </a:lnTo>
                <a:close/>
                <a:lnTo>
                  <a:pt x="2122535" y="1389579"/>
                </a:lnTo>
                <a:close/>
                <a:lnTo>
                  <a:pt x="2127358" y="1389579"/>
                </a:lnTo>
                <a:close/>
                <a:lnTo>
                  <a:pt x="2132182" y="1389579"/>
                </a:lnTo>
                <a:close/>
                <a:lnTo>
                  <a:pt x="2137006" y="1389579"/>
                </a:lnTo>
                <a:close/>
                <a:lnTo>
                  <a:pt x="2141830" y="1389579"/>
                </a:lnTo>
                <a:close/>
                <a:lnTo>
                  <a:pt x="2146654" y="1389579"/>
                </a:lnTo>
                <a:close/>
                <a:lnTo>
                  <a:pt x="2151478" y="1389579"/>
                </a:lnTo>
                <a:close/>
                <a:lnTo>
                  <a:pt x="2156302" y="1389579"/>
                </a:lnTo>
                <a:close/>
                <a:lnTo>
                  <a:pt x="2161126" y="1389579"/>
                </a:lnTo>
                <a:close/>
                <a:lnTo>
                  <a:pt x="2165950" y="1389579"/>
                </a:lnTo>
                <a:close/>
                <a:lnTo>
                  <a:pt x="2170774" y="1389579"/>
                </a:lnTo>
                <a:close/>
                <a:lnTo>
                  <a:pt x="2175598" y="1389579"/>
                </a:lnTo>
                <a:close/>
                <a:lnTo>
                  <a:pt x="2180422" y="1389579"/>
                </a:lnTo>
                <a:close/>
                <a:lnTo>
                  <a:pt x="2185246" y="1389579"/>
                </a:lnTo>
                <a:close/>
                <a:lnTo>
                  <a:pt x="2190070" y="1389579"/>
                </a:lnTo>
                <a:close/>
                <a:lnTo>
                  <a:pt x="2194894" y="1389579"/>
                </a:lnTo>
                <a:close/>
                <a:lnTo>
                  <a:pt x="2199718" y="1389579"/>
                </a:lnTo>
                <a:close/>
                <a:lnTo>
                  <a:pt x="2204542" y="1389579"/>
                </a:lnTo>
                <a:close/>
                <a:lnTo>
                  <a:pt x="2209365" y="1389579"/>
                </a:lnTo>
                <a:close/>
                <a:lnTo>
                  <a:pt x="2214189" y="1389579"/>
                </a:lnTo>
                <a:close/>
                <a:lnTo>
                  <a:pt x="2219013" y="1389579"/>
                </a:lnTo>
                <a:close/>
                <a:lnTo>
                  <a:pt x="2223837" y="1389579"/>
                </a:lnTo>
                <a:close/>
                <a:lnTo>
                  <a:pt x="2228661" y="1389579"/>
                </a:lnTo>
                <a:close/>
                <a:lnTo>
                  <a:pt x="2233485" y="1389579"/>
                </a:lnTo>
                <a:close/>
                <a:lnTo>
                  <a:pt x="2238309" y="1389579"/>
                </a:lnTo>
                <a:close/>
                <a:lnTo>
                  <a:pt x="2243133" y="1389579"/>
                </a:lnTo>
                <a:close/>
                <a:lnTo>
                  <a:pt x="2247957" y="1389579"/>
                </a:lnTo>
                <a:close/>
                <a:lnTo>
                  <a:pt x="2252781" y="1389579"/>
                </a:lnTo>
                <a:close/>
                <a:lnTo>
                  <a:pt x="2257605" y="1389579"/>
                </a:lnTo>
                <a:close/>
                <a:lnTo>
                  <a:pt x="2262429" y="1389579"/>
                </a:lnTo>
                <a:close/>
                <a:lnTo>
                  <a:pt x="2267253" y="1389579"/>
                </a:lnTo>
                <a:close/>
                <a:lnTo>
                  <a:pt x="2272077" y="1389579"/>
                </a:lnTo>
                <a:close/>
                <a:lnTo>
                  <a:pt x="2276901" y="1389579"/>
                </a:lnTo>
                <a:close/>
                <a:lnTo>
                  <a:pt x="2281725" y="1389579"/>
                </a:lnTo>
                <a:close/>
                <a:lnTo>
                  <a:pt x="2286549" y="1389579"/>
                </a:lnTo>
                <a:close/>
                <a:lnTo>
                  <a:pt x="2291372" y="1389579"/>
                </a:lnTo>
                <a:close/>
                <a:lnTo>
                  <a:pt x="2296196" y="1389579"/>
                </a:lnTo>
                <a:close/>
                <a:lnTo>
                  <a:pt x="2301020" y="1389579"/>
                </a:lnTo>
                <a:close/>
                <a:lnTo>
                  <a:pt x="2305844" y="1389579"/>
                </a:lnTo>
                <a:close/>
                <a:lnTo>
                  <a:pt x="2310668" y="1389579"/>
                </a:lnTo>
                <a:close/>
                <a:lnTo>
                  <a:pt x="2315492" y="1389579"/>
                </a:lnTo>
                <a:close/>
                <a:lnTo>
                  <a:pt x="2320316" y="1389579"/>
                </a:lnTo>
                <a:close/>
                <a:lnTo>
                  <a:pt x="2325140" y="1389579"/>
                </a:lnTo>
                <a:close/>
                <a:lnTo>
                  <a:pt x="2329964" y="1389579"/>
                </a:lnTo>
                <a:close/>
                <a:lnTo>
                  <a:pt x="2334788" y="1389579"/>
                </a:lnTo>
                <a:close/>
                <a:lnTo>
                  <a:pt x="2339612" y="1389579"/>
                </a:lnTo>
                <a:close/>
                <a:lnTo>
                  <a:pt x="2344436" y="1389579"/>
                </a:lnTo>
                <a:close/>
                <a:lnTo>
                  <a:pt x="2349260" y="1389579"/>
                </a:lnTo>
                <a:close/>
                <a:lnTo>
                  <a:pt x="2354084" y="1389579"/>
                </a:lnTo>
                <a:close/>
                <a:lnTo>
                  <a:pt x="2358908" y="1389579"/>
                </a:lnTo>
                <a:close/>
                <a:lnTo>
                  <a:pt x="2363732" y="1389579"/>
                </a:lnTo>
                <a:close/>
                <a:lnTo>
                  <a:pt x="2368556" y="1389579"/>
                </a:lnTo>
                <a:close/>
                <a:lnTo>
                  <a:pt x="2373379" y="1389579"/>
                </a:lnTo>
                <a:close/>
                <a:lnTo>
                  <a:pt x="2378203" y="1389579"/>
                </a:lnTo>
                <a:close/>
                <a:lnTo>
                  <a:pt x="2383027" y="1389579"/>
                </a:lnTo>
                <a:close/>
                <a:lnTo>
                  <a:pt x="2387851" y="1389579"/>
                </a:lnTo>
                <a:close/>
                <a:lnTo>
                  <a:pt x="2392675" y="1389579"/>
                </a:lnTo>
                <a:close/>
                <a:lnTo>
                  <a:pt x="2397499" y="1389579"/>
                </a:lnTo>
                <a:close/>
                <a:lnTo>
                  <a:pt x="2402323" y="1389579"/>
                </a:lnTo>
                <a:close/>
                <a:lnTo>
                  <a:pt x="2407147" y="1389579"/>
                </a:lnTo>
                <a:close/>
                <a:lnTo>
                  <a:pt x="2411971" y="1389579"/>
                </a:lnTo>
                <a:close/>
                <a:lnTo>
                  <a:pt x="2416795" y="1389579"/>
                </a:lnTo>
                <a:close/>
                <a:lnTo>
                  <a:pt x="2421619" y="1389579"/>
                </a:lnTo>
                <a:close/>
                <a:lnTo>
                  <a:pt x="2426443" y="1389579"/>
                </a:lnTo>
                <a:close/>
                <a:lnTo>
                  <a:pt x="2431267" y="1389579"/>
                </a:lnTo>
                <a:close/>
                <a:lnTo>
                  <a:pt x="2436091" y="1389579"/>
                </a:lnTo>
                <a:close/>
                <a:lnTo>
                  <a:pt x="2440915" y="1389579"/>
                </a:lnTo>
                <a:close/>
                <a:lnTo>
                  <a:pt x="2445739" y="1389579"/>
                </a:lnTo>
                <a:close/>
                <a:lnTo>
                  <a:pt x="2450563" y="1389579"/>
                </a:lnTo>
                <a:close/>
                <a:lnTo>
                  <a:pt x="2455387" y="1389579"/>
                </a:lnTo>
                <a:close/>
                <a:lnTo>
                  <a:pt x="2460210" y="1389579"/>
                </a:lnTo>
                <a:close/>
                <a:lnTo>
                  <a:pt x="2465034" y="1389579"/>
                </a:lnTo>
                <a:close/>
                <a:lnTo>
                  <a:pt x="2469858" y="1389579"/>
                </a:lnTo>
                <a:close/>
                <a:lnTo>
                  <a:pt x="2474682" y="1389579"/>
                </a:lnTo>
                <a:close/>
                <a:lnTo>
                  <a:pt x="2479506" y="1389579"/>
                </a:lnTo>
                <a:close/>
                <a:lnTo>
                  <a:pt x="2484330" y="1389579"/>
                </a:lnTo>
                <a:close/>
                <a:lnTo>
                  <a:pt x="2489154" y="1389579"/>
                </a:lnTo>
                <a:close/>
                <a:lnTo>
                  <a:pt x="2493978" y="1389579"/>
                </a:lnTo>
                <a:close/>
                <a:lnTo>
                  <a:pt x="2498802" y="1389579"/>
                </a:lnTo>
                <a:close/>
                <a:lnTo>
                  <a:pt x="2503626" y="1389579"/>
                </a:lnTo>
                <a:close/>
                <a:lnTo>
                  <a:pt x="2508450" y="1389579"/>
                </a:lnTo>
                <a:close/>
                <a:lnTo>
                  <a:pt x="2513274" y="1389579"/>
                </a:lnTo>
                <a:close/>
                <a:lnTo>
                  <a:pt x="2518098" y="1389579"/>
                </a:lnTo>
                <a:close/>
                <a:lnTo>
                  <a:pt x="2522922" y="1389579"/>
                </a:lnTo>
                <a:close/>
                <a:lnTo>
                  <a:pt x="2527746" y="1389579"/>
                </a:lnTo>
                <a:close/>
                <a:lnTo>
                  <a:pt x="2532570" y="1389579"/>
                </a:lnTo>
                <a:close/>
                <a:lnTo>
                  <a:pt x="2537394" y="1389579"/>
                </a:lnTo>
                <a:close/>
                <a:lnTo>
                  <a:pt x="2542217" y="1389579"/>
                </a:lnTo>
                <a:close/>
                <a:lnTo>
                  <a:pt x="2547041" y="1389579"/>
                </a:lnTo>
                <a:close/>
                <a:lnTo>
                  <a:pt x="2551865" y="1389579"/>
                </a:lnTo>
                <a:close/>
                <a:lnTo>
                  <a:pt x="2556689" y="1389579"/>
                </a:lnTo>
                <a:close/>
                <a:lnTo>
                  <a:pt x="2561513" y="1389579"/>
                </a:lnTo>
                <a:close/>
                <a:lnTo>
                  <a:pt x="2566337" y="1389579"/>
                </a:lnTo>
                <a:close/>
                <a:lnTo>
                  <a:pt x="2571161" y="1389579"/>
                </a:lnTo>
                <a:close/>
                <a:lnTo>
                  <a:pt x="2575985" y="1389579"/>
                </a:lnTo>
                <a:close/>
                <a:lnTo>
                  <a:pt x="2580809" y="1389579"/>
                </a:lnTo>
                <a:close/>
                <a:lnTo>
                  <a:pt x="2585633" y="1389579"/>
                </a:lnTo>
                <a:close/>
                <a:lnTo>
                  <a:pt x="2590457" y="1389579"/>
                </a:lnTo>
                <a:close/>
                <a:lnTo>
                  <a:pt x="2595281" y="1389579"/>
                </a:lnTo>
                <a:close/>
                <a:lnTo>
                  <a:pt x="2600105" y="1389579"/>
                </a:lnTo>
                <a:close/>
                <a:lnTo>
                  <a:pt x="2604929" y="1389579"/>
                </a:lnTo>
                <a:close/>
                <a:lnTo>
                  <a:pt x="2609753" y="1389579"/>
                </a:lnTo>
                <a:close/>
                <a:lnTo>
                  <a:pt x="2614577" y="1389579"/>
                </a:lnTo>
                <a:close/>
                <a:lnTo>
                  <a:pt x="2619401" y="1389579"/>
                </a:lnTo>
                <a:close/>
                <a:lnTo>
                  <a:pt x="2624224" y="1389579"/>
                </a:lnTo>
                <a:close/>
                <a:lnTo>
                  <a:pt x="2629048" y="1389579"/>
                </a:lnTo>
                <a:close/>
                <a:lnTo>
                  <a:pt x="2633872" y="1389579"/>
                </a:lnTo>
                <a:close/>
                <a:lnTo>
                  <a:pt x="2638696" y="1389579"/>
                </a:lnTo>
                <a:close/>
                <a:lnTo>
                  <a:pt x="2643520" y="1389579"/>
                </a:lnTo>
                <a:close/>
                <a:lnTo>
                  <a:pt x="2648344" y="1389579"/>
                </a:lnTo>
                <a:close/>
                <a:lnTo>
                  <a:pt x="2653168" y="1389579"/>
                </a:lnTo>
                <a:close/>
                <a:lnTo>
                  <a:pt x="2657992" y="1389579"/>
                </a:lnTo>
                <a:close/>
                <a:lnTo>
                  <a:pt x="2662816" y="1389579"/>
                </a:lnTo>
                <a:close/>
                <a:lnTo>
                  <a:pt x="2667640" y="1389579"/>
                </a:lnTo>
                <a:close/>
                <a:lnTo>
                  <a:pt x="2672464" y="1389579"/>
                </a:lnTo>
                <a:close/>
                <a:lnTo>
                  <a:pt x="2677288" y="1389579"/>
                </a:lnTo>
                <a:close/>
                <a:lnTo>
                  <a:pt x="2682112" y="1389579"/>
                </a:lnTo>
                <a:close/>
                <a:lnTo>
                  <a:pt x="2686936" y="1389579"/>
                </a:lnTo>
                <a:close/>
                <a:lnTo>
                  <a:pt x="2691760" y="1389579"/>
                </a:lnTo>
                <a:close/>
                <a:lnTo>
                  <a:pt x="2696584" y="1389579"/>
                </a:lnTo>
                <a:close/>
                <a:lnTo>
                  <a:pt x="2701408" y="1389579"/>
                </a:lnTo>
                <a:close/>
                <a:lnTo>
                  <a:pt x="2706231" y="1389579"/>
                </a:lnTo>
                <a:close/>
                <a:lnTo>
                  <a:pt x="2711055" y="1389579"/>
                </a:lnTo>
                <a:close/>
                <a:lnTo>
                  <a:pt x="2715879" y="1389579"/>
                </a:lnTo>
                <a:close/>
                <a:lnTo>
                  <a:pt x="2720703" y="1389579"/>
                </a:lnTo>
                <a:close/>
                <a:lnTo>
                  <a:pt x="2725527" y="1389579"/>
                </a:lnTo>
                <a:close/>
                <a:lnTo>
                  <a:pt x="2730351" y="1389579"/>
                </a:lnTo>
                <a:close/>
                <a:lnTo>
                  <a:pt x="2735175" y="1389579"/>
                </a:lnTo>
                <a:close/>
                <a:lnTo>
                  <a:pt x="2739999" y="1389579"/>
                </a:lnTo>
                <a:close/>
                <a:lnTo>
                  <a:pt x="2744823" y="1389579"/>
                </a:lnTo>
                <a:close/>
                <a:lnTo>
                  <a:pt x="2749647" y="1389579"/>
                </a:lnTo>
                <a:close/>
                <a:lnTo>
                  <a:pt x="2754471" y="1389579"/>
                </a:lnTo>
                <a:close/>
                <a:lnTo>
                  <a:pt x="2759295" y="1389579"/>
                </a:lnTo>
                <a:close/>
                <a:lnTo>
                  <a:pt x="2764119" y="1389579"/>
                </a:lnTo>
                <a:close/>
                <a:lnTo>
                  <a:pt x="2768943" y="1389579"/>
                </a:lnTo>
                <a:close/>
                <a:lnTo>
                  <a:pt x="2773767" y="1389579"/>
                </a:lnTo>
                <a:close/>
                <a:lnTo>
                  <a:pt x="2778591" y="1389579"/>
                </a:lnTo>
                <a:close/>
                <a:lnTo>
                  <a:pt x="2783415" y="1389579"/>
                </a:lnTo>
                <a:close/>
                <a:lnTo>
                  <a:pt x="2788239" y="1389579"/>
                </a:lnTo>
                <a:close/>
                <a:lnTo>
                  <a:pt x="2793062" y="1389579"/>
                </a:lnTo>
                <a:close/>
                <a:lnTo>
                  <a:pt x="2797886" y="1389579"/>
                </a:lnTo>
                <a:close/>
                <a:lnTo>
                  <a:pt x="2802710" y="1389579"/>
                </a:lnTo>
                <a:close/>
                <a:lnTo>
                  <a:pt x="2807534" y="1389579"/>
                </a:lnTo>
                <a:close/>
                <a:lnTo>
                  <a:pt x="2812358" y="1389579"/>
                </a:lnTo>
                <a:close/>
                <a:lnTo>
                  <a:pt x="2817182" y="1389579"/>
                </a:lnTo>
                <a:close/>
                <a:lnTo>
                  <a:pt x="2822006" y="1389579"/>
                </a:lnTo>
                <a:close/>
                <a:lnTo>
                  <a:pt x="2826830" y="1389579"/>
                </a:lnTo>
                <a:close/>
                <a:lnTo>
                  <a:pt x="2831654" y="1389579"/>
                </a:lnTo>
                <a:close/>
                <a:lnTo>
                  <a:pt x="2836478" y="1389579"/>
                </a:lnTo>
                <a:close/>
                <a:lnTo>
                  <a:pt x="2841302" y="1389579"/>
                </a:lnTo>
                <a:close/>
                <a:lnTo>
                  <a:pt x="2846126" y="1389579"/>
                </a:lnTo>
                <a:close/>
                <a:lnTo>
                  <a:pt x="2850950" y="1389579"/>
                </a:lnTo>
                <a:close/>
                <a:lnTo>
                  <a:pt x="2855774" y="1389579"/>
                </a:lnTo>
                <a:close/>
                <a:lnTo>
                  <a:pt x="2860598" y="1389579"/>
                </a:lnTo>
                <a:close/>
                <a:lnTo>
                  <a:pt x="2865422" y="1389579"/>
                </a:lnTo>
                <a:close/>
                <a:lnTo>
                  <a:pt x="2870246" y="1389579"/>
                </a:lnTo>
                <a:close/>
                <a:lnTo>
                  <a:pt x="2875069" y="1389579"/>
                </a:lnTo>
                <a:close/>
                <a:lnTo>
                  <a:pt x="2879893" y="1389579"/>
                </a:lnTo>
                <a:close/>
                <a:lnTo>
                  <a:pt x="2884717" y="1389579"/>
                </a:lnTo>
                <a:close/>
                <a:lnTo>
                  <a:pt x="2889541" y="1389579"/>
                </a:lnTo>
                <a:close/>
                <a:lnTo>
                  <a:pt x="2889541" y="1389579"/>
                </a:lnTo>
                <a:close/>
                <a:lnTo>
                  <a:pt x="2889541" y="1389579"/>
                </a:lnTo>
                <a:close/>
                <a:lnTo>
                  <a:pt x="2884717" y="1389579"/>
                </a:lnTo>
                <a:close/>
                <a:lnTo>
                  <a:pt x="2879893" y="1389579"/>
                </a:lnTo>
                <a:close/>
                <a:lnTo>
                  <a:pt x="2875069" y="1389579"/>
                </a:lnTo>
                <a:close/>
                <a:lnTo>
                  <a:pt x="2870246" y="1389579"/>
                </a:lnTo>
                <a:close/>
                <a:lnTo>
                  <a:pt x="2865422" y="1389579"/>
                </a:lnTo>
                <a:close/>
                <a:lnTo>
                  <a:pt x="2860598" y="1389579"/>
                </a:lnTo>
                <a:close/>
                <a:lnTo>
                  <a:pt x="2855774" y="1389579"/>
                </a:lnTo>
                <a:close/>
                <a:lnTo>
                  <a:pt x="2850950" y="1389579"/>
                </a:lnTo>
                <a:close/>
                <a:lnTo>
                  <a:pt x="2846126" y="1389579"/>
                </a:lnTo>
                <a:close/>
                <a:lnTo>
                  <a:pt x="2841302" y="1389579"/>
                </a:lnTo>
                <a:close/>
                <a:lnTo>
                  <a:pt x="2836478" y="1389579"/>
                </a:lnTo>
                <a:close/>
                <a:lnTo>
                  <a:pt x="2831654" y="1389579"/>
                </a:lnTo>
                <a:close/>
                <a:lnTo>
                  <a:pt x="2826830" y="1389579"/>
                </a:lnTo>
                <a:close/>
                <a:lnTo>
                  <a:pt x="2822006" y="1389579"/>
                </a:lnTo>
                <a:close/>
                <a:lnTo>
                  <a:pt x="2817182" y="1389579"/>
                </a:lnTo>
                <a:close/>
                <a:lnTo>
                  <a:pt x="2812358" y="1389579"/>
                </a:lnTo>
                <a:close/>
                <a:lnTo>
                  <a:pt x="2807534" y="1389579"/>
                </a:lnTo>
                <a:close/>
                <a:lnTo>
                  <a:pt x="2802710" y="1389579"/>
                </a:lnTo>
                <a:close/>
                <a:lnTo>
                  <a:pt x="2797886" y="1389579"/>
                </a:lnTo>
                <a:close/>
                <a:lnTo>
                  <a:pt x="2793062" y="1389579"/>
                </a:lnTo>
                <a:close/>
                <a:lnTo>
                  <a:pt x="2788239" y="1389579"/>
                </a:lnTo>
                <a:close/>
                <a:lnTo>
                  <a:pt x="2783415" y="1389579"/>
                </a:lnTo>
                <a:close/>
                <a:lnTo>
                  <a:pt x="2778591" y="1389579"/>
                </a:lnTo>
                <a:close/>
                <a:lnTo>
                  <a:pt x="2773767" y="1389579"/>
                </a:lnTo>
                <a:close/>
                <a:lnTo>
                  <a:pt x="2768943" y="1389579"/>
                </a:lnTo>
                <a:close/>
                <a:lnTo>
                  <a:pt x="2764119" y="1389579"/>
                </a:lnTo>
                <a:close/>
                <a:lnTo>
                  <a:pt x="2759295" y="1389579"/>
                </a:lnTo>
                <a:close/>
                <a:lnTo>
                  <a:pt x="2754471" y="1389579"/>
                </a:lnTo>
                <a:close/>
                <a:lnTo>
                  <a:pt x="2749647" y="1389579"/>
                </a:lnTo>
                <a:close/>
                <a:lnTo>
                  <a:pt x="2744823" y="1389579"/>
                </a:lnTo>
                <a:close/>
                <a:lnTo>
                  <a:pt x="2739999" y="1389579"/>
                </a:lnTo>
                <a:close/>
                <a:lnTo>
                  <a:pt x="2735175" y="1389579"/>
                </a:lnTo>
                <a:close/>
                <a:lnTo>
                  <a:pt x="2730351" y="1389579"/>
                </a:lnTo>
                <a:close/>
                <a:lnTo>
                  <a:pt x="2725527" y="1389579"/>
                </a:lnTo>
                <a:close/>
                <a:lnTo>
                  <a:pt x="2720703" y="1389579"/>
                </a:lnTo>
                <a:close/>
                <a:lnTo>
                  <a:pt x="2715879" y="1389579"/>
                </a:lnTo>
                <a:close/>
                <a:lnTo>
                  <a:pt x="2711055" y="1389579"/>
                </a:lnTo>
                <a:close/>
                <a:lnTo>
                  <a:pt x="2706231" y="1389579"/>
                </a:lnTo>
                <a:close/>
                <a:lnTo>
                  <a:pt x="2701408" y="1389579"/>
                </a:lnTo>
                <a:close/>
                <a:lnTo>
                  <a:pt x="2696584" y="1389579"/>
                </a:lnTo>
                <a:close/>
                <a:lnTo>
                  <a:pt x="2691760" y="1389579"/>
                </a:lnTo>
                <a:close/>
                <a:lnTo>
                  <a:pt x="2686936" y="1389579"/>
                </a:lnTo>
                <a:close/>
                <a:lnTo>
                  <a:pt x="2682112" y="1389579"/>
                </a:lnTo>
                <a:close/>
                <a:lnTo>
                  <a:pt x="2677288" y="1389579"/>
                </a:lnTo>
                <a:close/>
                <a:lnTo>
                  <a:pt x="2672464" y="1389579"/>
                </a:lnTo>
                <a:close/>
                <a:lnTo>
                  <a:pt x="2667640" y="1389579"/>
                </a:lnTo>
                <a:close/>
                <a:lnTo>
                  <a:pt x="2662816" y="1389579"/>
                </a:lnTo>
                <a:close/>
                <a:lnTo>
                  <a:pt x="2657992" y="1389579"/>
                </a:lnTo>
                <a:close/>
                <a:lnTo>
                  <a:pt x="2653168" y="1389579"/>
                </a:lnTo>
                <a:close/>
                <a:lnTo>
                  <a:pt x="2648344" y="1389579"/>
                </a:lnTo>
                <a:close/>
                <a:lnTo>
                  <a:pt x="2643520" y="1389579"/>
                </a:lnTo>
                <a:close/>
                <a:lnTo>
                  <a:pt x="2638696" y="1389579"/>
                </a:lnTo>
                <a:close/>
                <a:lnTo>
                  <a:pt x="2633872" y="1389579"/>
                </a:lnTo>
                <a:close/>
                <a:lnTo>
                  <a:pt x="2629048" y="1389579"/>
                </a:lnTo>
                <a:close/>
                <a:lnTo>
                  <a:pt x="2624224" y="1389579"/>
                </a:lnTo>
                <a:close/>
                <a:lnTo>
                  <a:pt x="2619401" y="1389579"/>
                </a:lnTo>
                <a:close/>
                <a:lnTo>
                  <a:pt x="2614577" y="1389579"/>
                </a:lnTo>
                <a:close/>
                <a:lnTo>
                  <a:pt x="2609753" y="1389579"/>
                </a:lnTo>
                <a:close/>
                <a:lnTo>
                  <a:pt x="2604929" y="1389579"/>
                </a:lnTo>
                <a:close/>
                <a:lnTo>
                  <a:pt x="2600105" y="1389579"/>
                </a:lnTo>
                <a:close/>
                <a:lnTo>
                  <a:pt x="2595281" y="1389579"/>
                </a:lnTo>
                <a:close/>
                <a:lnTo>
                  <a:pt x="2590457" y="1389579"/>
                </a:lnTo>
                <a:close/>
                <a:lnTo>
                  <a:pt x="2585633" y="1389579"/>
                </a:lnTo>
                <a:close/>
                <a:lnTo>
                  <a:pt x="2580809" y="1389579"/>
                </a:lnTo>
                <a:close/>
                <a:lnTo>
                  <a:pt x="2575985" y="1389579"/>
                </a:lnTo>
                <a:close/>
                <a:lnTo>
                  <a:pt x="2571161" y="1389579"/>
                </a:lnTo>
                <a:close/>
                <a:lnTo>
                  <a:pt x="2566337" y="1389579"/>
                </a:lnTo>
                <a:close/>
                <a:lnTo>
                  <a:pt x="2561513" y="1389579"/>
                </a:lnTo>
                <a:close/>
                <a:lnTo>
                  <a:pt x="2556689" y="1389579"/>
                </a:lnTo>
                <a:close/>
                <a:lnTo>
                  <a:pt x="2551865" y="1389579"/>
                </a:lnTo>
                <a:close/>
                <a:lnTo>
                  <a:pt x="2547041" y="1389579"/>
                </a:lnTo>
                <a:close/>
                <a:lnTo>
                  <a:pt x="2542217" y="1389579"/>
                </a:lnTo>
                <a:close/>
                <a:lnTo>
                  <a:pt x="2537394" y="1389579"/>
                </a:lnTo>
                <a:close/>
                <a:lnTo>
                  <a:pt x="2532570" y="1389579"/>
                </a:lnTo>
                <a:close/>
                <a:lnTo>
                  <a:pt x="2527746" y="1389579"/>
                </a:lnTo>
                <a:close/>
                <a:lnTo>
                  <a:pt x="2522922" y="1389579"/>
                </a:lnTo>
                <a:close/>
                <a:lnTo>
                  <a:pt x="2518098" y="1389579"/>
                </a:lnTo>
                <a:close/>
                <a:lnTo>
                  <a:pt x="2513274" y="1389579"/>
                </a:lnTo>
                <a:close/>
                <a:lnTo>
                  <a:pt x="2508450" y="1389579"/>
                </a:lnTo>
                <a:close/>
                <a:lnTo>
                  <a:pt x="2503626" y="1389579"/>
                </a:lnTo>
                <a:close/>
                <a:lnTo>
                  <a:pt x="2498802" y="1389579"/>
                </a:lnTo>
                <a:close/>
                <a:lnTo>
                  <a:pt x="2493978" y="1389579"/>
                </a:lnTo>
                <a:close/>
                <a:lnTo>
                  <a:pt x="2489154" y="1389579"/>
                </a:lnTo>
                <a:close/>
                <a:lnTo>
                  <a:pt x="2484330" y="1389579"/>
                </a:lnTo>
                <a:close/>
                <a:lnTo>
                  <a:pt x="2479506" y="1389579"/>
                </a:lnTo>
                <a:close/>
                <a:lnTo>
                  <a:pt x="2474682" y="1389579"/>
                </a:lnTo>
                <a:close/>
                <a:lnTo>
                  <a:pt x="2469858" y="1389579"/>
                </a:lnTo>
                <a:close/>
                <a:lnTo>
                  <a:pt x="2465034" y="1389579"/>
                </a:lnTo>
                <a:close/>
                <a:lnTo>
                  <a:pt x="2460210" y="1389579"/>
                </a:lnTo>
                <a:close/>
                <a:lnTo>
                  <a:pt x="2455387" y="1389579"/>
                </a:lnTo>
                <a:close/>
                <a:lnTo>
                  <a:pt x="2450563" y="1389579"/>
                </a:lnTo>
                <a:close/>
                <a:lnTo>
                  <a:pt x="2445739" y="1389579"/>
                </a:lnTo>
                <a:close/>
                <a:lnTo>
                  <a:pt x="2440915" y="1389579"/>
                </a:lnTo>
                <a:close/>
                <a:lnTo>
                  <a:pt x="2436091" y="1389579"/>
                </a:lnTo>
                <a:close/>
                <a:lnTo>
                  <a:pt x="2431267" y="1389579"/>
                </a:lnTo>
                <a:close/>
                <a:lnTo>
                  <a:pt x="2426443" y="1389579"/>
                </a:lnTo>
                <a:close/>
                <a:lnTo>
                  <a:pt x="2421619" y="1389579"/>
                </a:lnTo>
                <a:close/>
                <a:lnTo>
                  <a:pt x="2416795" y="1389579"/>
                </a:lnTo>
                <a:close/>
                <a:lnTo>
                  <a:pt x="2411971" y="1389579"/>
                </a:lnTo>
                <a:close/>
                <a:lnTo>
                  <a:pt x="2407147" y="1389579"/>
                </a:lnTo>
                <a:close/>
                <a:lnTo>
                  <a:pt x="2402323" y="1389579"/>
                </a:lnTo>
                <a:close/>
                <a:lnTo>
                  <a:pt x="2397499" y="1389579"/>
                </a:lnTo>
                <a:close/>
                <a:lnTo>
                  <a:pt x="2392675" y="1389579"/>
                </a:lnTo>
                <a:close/>
                <a:lnTo>
                  <a:pt x="2387851" y="1389579"/>
                </a:lnTo>
                <a:close/>
                <a:lnTo>
                  <a:pt x="2383027" y="1389579"/>
                </a:lnTo>
                <a:close/>
                <a:lnTo>
                  <a:pt x="2378203" y="1389579"/>
                </a:lnTo>
                <a:close/>
                <a:lnTo>
                  <a:pt x="2373379" y="1389579"/>
                </a:lnTo>
                <a:close/>
                <a:lnTo>
                  <a:pt x="2368556" y="1389579"/>
                </a:lnTo>
                <a:close/>
                <a:lnTo>
                  <a:pt x="2363732" y="1389579"/>
                </a:lnTo>
                <a:close/>
                <a:lnTo>
                  <a:pt x="2358908" y="1389579"/>
                </a:lnTo>
                <a:close/>
                <a:lnTo>
                  <a:pt x="2354084" y="1389579"/>
                </a:lnTo>
                <a:close/>
                <a:lnTo>
                  <a:pt x="2349260" y="1389579"/>
                </a:lnTo>
                <a:close/>
                <a:lnTo>
                  <a:pt x="2344436" y="1389579"/>
                </a:lnTo>
                <a:close/>
                <a:lnTo>
                  <a:pt x="2339612" y="1389579"/>
                </a:lnTo>
                <a:close/>
                <a:lnTo>
                  <a:pt x="2334788" y="1389579"/>
                </a:lnTo>
                <a:close/>
                <a:lnTo>
                  <a:pt x="2329964" y="1389579"/>
                </a:lnTo>
                <a:close/>
                <a:lnTo>
                  <a:pt x="2325140" y="1389579"/>
                </a:lnTo>
                <a:close/>
                <a:lnTo>
                  <a:pt x="2320316" y="1389579"/>
                </a:lnTo>
                <a:close/>
                <a:lnTo>
                  <a:pt x="2315492" y="1389579"/>
                </a:lnTo>
                <a:close/>
                <a:lnTo>
                  <a:pt x="2310668" y="1389579"/>
                </a:lnTo>
                <a:close/>
                <a:lnTo>
                  <a:pt x="2305844" y="1389579"/>
                </a:lnTo>
                <a:close/>
                <a:lnTo>
                  <a:pt x="2301020" y="1389579"/>
                </a:lnTo>
                <a:close/>
                <a:lnTo>
                  <a:pt x="2296196" y="1389579"/>
                </a:lnTo>
                <a:close/>
                <a:lnTo>
                  <a:pt x="2291372" y="1389579"/>
                </a:lnTo>
                <a:close/>
                <a:lnTo>
                  <a:pt x="2286549" y="1389579"/>
                </a:lnTo>
                <a:close/>
                <a:lnTo>
                  <a:pt x="2281725" y="1389579"/>
                </a:lnTo>
                <a:close/>
                <a:lnTo>
                  <a:pt x="2276901" y="1389579"/>
                </a:lnTo>
                <a:close/>
                <a:lnTo>
                  <a:pt x="2272077" y="1389579"/>
                </a:lnTo>
                <a:close/>
                <a:lnTo>
                  <a:pt x="2267253" y="1389579"/>
                </a:lnTo>
                <a:close/>
                <a:lnTo>
                  <a:pt x="2262429" y="1389579"/>
                </a:lnTo>
                <a:close/>
                <a:lnTo>
                  <a:pt x="2257605" y="1389579"/>
                </a:lnTo>
                <a:close/>
                <a:lnTo>
                  <a:pt x="2252781" y="1389579"/>
                </a:lnTo>
                <a:close/>
                <a:lnTo>
                  <a:pt x="2247957" y="1389579"/>
                </a:lnTo>
                <a:close/>
                <a:lnTo>
                  <a:pt x="2243133" y="1389579"/>
                </a:lnTo>
                <a:close/>
                <a:lnTo>
                  <a:pt x="2238309" y="1389579"/>
                </a:lnTo>
                <a:close/>
                <a:lnTo>
                  <a:pt x="2233485" y="1389579"/>
                </a:lnTo>
                <a:close/>
                <a:lnTo>
                  <a:pt x="2228661" y="1389579"/>
                </a:lnTo>
                <a:close/>
                <a:lnTo>
                  <a:pt x="2223837" y="1389579"/>
                </a:lnTo>
                <a:close/>
                <a:lnTo>
                  <a:pt x="2219013" y="1389579"/>
                </a:lnTo>
                <a:close/>
                <a:lnTo>
                  <a:pt x="2214189" y="1389579"/>
                </a:lnTo>
                <a:close/>
                <a:lnTo>
                  <a:pt x="2209365" y="1389579"/>
                </a:lnTo>
                <a:close/>
                <a:lnTo>
                  <a:pt x="2204542" y="1389579"/>
                </a:lnTo>
                <a:close/>
                <a:lnTo>
                  <a:pt x="2199718" y="1389579"/>
                </a:lnTo>
                <a:close/>
                <a:lnTo>
                  <a:pt x="2194894" y="1389579"/>
                </a:lnTo>
                <a:close/>
                <a:lnTo>
                  <a:pt x="2190070" y="1389579"/>
                </a:lnTo>
                <a:close/>
                <a:lnTo>
                  <a:pt x="2185246" y="1389579"/>
                </a:lnTo>
                <a:close/>
                <a:lnTo>
                  <a:pt x="2180422" y="1389579"/>
                </a:lnTo>
                <a:close/>
                <a:lnTo>
                  <a:pt x="2175598" y="1389579"/>
                </a:lnTo>
                <a:close/>
                <a:lnTo>
                  <a:pt x="2170774" y="1389579"/>
                </a:lnTo>
                <a:close/>
                <a:lnTo>
                  <a:pt x="2165950" y="1389579"/>
                </a:lnTo>
                <a:close/>
                <a:lnTo>
                  <a:pt x="2161126" y="1389579"/>
                </a:lnTo>
                <a:close/>
                <a:lnTo>
                  <a:pt x="2156302" y="1389579"/>
                </a:lnTo>
                <a:close/>
                <a:lnTo>
                  <a:pt x="2151478" y="1389579"/>
                </a:lnTo>
                <a:close/>
                <a:lnTo>
                  <a:pt x="2146654" y="1389579"/>
                </a:lnTo>
                <a:close/>
                <a:lnTo>
                  <a:pt x="2141830" y="1389579"/>
                </a:lnTo>
                <a:close/>
                <a:lnTo>
                  <a:pt x="2137006" y="1389579"/>
                </a:lnTo>
                <a:close/>
                <a:lnTo>
                  <a:pt x="2132182" y="1389579"/>
                </a:lnTo>
                <a:close/>
                <a:lnTo>
                  <a:pt x="2127358" y="1389579"/>
                </a:lnTo>
                <a:close/>
                <a:lnTo>
                  <a:pt x="2122535" y="1389579"/>
                </a:lnTo>
                <a:close/>
                <a:lnTo>
                  <a:pt x="2117711" y="1389579"/>
                </a:lnTo>
                <a:close/>
                <a:lnTo>
                  <a:pt x="2112887" y="1389579"/>
                </a:lnTo>
                <a:close/>
                <a:lnTo>
                  <a:pt x="2108063" y="1389579"/>
                </a:lnTo>
                <a:close/>
                <a:lnTo>
                  <a:pt x="2103239" y="1389579"/>
                </a:lnTo>
                <a:close/>
                <a:lnTo>
                  <a:pt x="2098415" y="1389579"/>
                </a:lnTo>
                <a:close/>
                <a:lnTo>
                  <a:pt x="2093591" y="1389579"/>
                </a:lnTo>
                <a:close/>
                <a:lnTo>
                  <a:pt x="2088767" y="1389579"/>
                </a:lnTo>
                <a:close/>
                <a:lnTo>
                  <a:pt x="2083943" y="1389579"/>
                </a:lnTo>
                <a:close/>
                <a:lnTo>
                  <a:pt x="2079119" y="1389579"/>
                </a:lnTo>
                <a:close/>
                <a:lnTo>
                  <a:pt x="2074295" y="1389579"/>
                </a:lnTo>
                <a:close/>
                <a:lnTo>
                  <a:pt x="2069471" y="1389579"/>
                </a:lnTo>
                <a:close/>
                <a:lnTo>
                  <a:pt x="2064647" y="1389579"/>
                </a:lnTo>
                <a:close/>
                <a:lnTo>
                  <a:pt x="2059823" y="1389579"/>
                </a:lnTo>
                <a:close/>
                <a:lnTo>
                  <a:pt x="2054999" y="1389579"/>
                </a:lnTo>
                <a:close/>
                <a:lnTo>
                  <a:pt x="2050175" y="1389579"/>
                </a:lnTo>
                <a:close/>
                <a:lnTo>
                  <a:pt x="2045351" y="1389579"/>
                </a:lnTo>
                <a:close/>
                <a:lnTo>
                  <a:pt x="2040527" y="1389579"/>
                </a:lnTo>
                <a:close/>
                <a:lnTo>
                  <a:pt x="2035704" y="1389579"/>
                </a:lnTo>
                <a:close/>
                <a:lnTo>
                  <a:pt x="2030880" y="1389579"/>
                </a:lnTo>
                <a:close/>
                <a:lnTo>
                  <a:pt x="2026056" y="1389579"/>
                </a:lnTo>
                <a:close/>
                <a:lnTo>
                  <a:pt x="2021232" y="1389579"/>
                </a:lnTo>
                <a:close/>
                <a:lnTo>
                  <a:pt x="2016408" y="1389579"/>
                </a:lnTo>
                <a:close/>
                <a:lnTo>
                  <a:pt x="2011584" y="1389579"/>
                </a:lnTo>
                <a:close/>
                <a:lnTo>
                  <a:pt x="2006760" y="1389579"/>
                </a:lnTo>
                <a:close/>
                <a:lnTo>
                  <a:pt x="2001936" y="1389579"/>
                </a:lnTo>
                <a:close/>
                <a:lnTo>
                  <a:pt x="1997112" y="1389579"/>
                </a:lnTo>
                <a:close/>
                <a:lnTo>
                  <a:pt x="1992288" y="1389579"/>
                </a:lnTo>
                <a:close/>
                <a:lnTo>
                  <a:pt x="1987464" y="1389579"/>
                </a:lnTo>
                <a:close/>
                <a:lnTo>
                  <a:pt x="1982640" y="1389579"/>
                </a:lnTo>
                <a:close/>
                <a:lnTo>
                  <a:pt x="1977816" y="1389579"/>
                </a:lnTo>
                <a:close/>
                <a:lnTo>
                  <a:pt x="1972992" y="1389579"/>
                </a:lnTo>
                <a:close/>
                <a:lnTo>
                  <a:pt x="1968168" y="1389579"/>
                </a:lnTo>
                <a:close/>
                <a:lnTo>
                  <a:pt x="1963344" y="1389579"/>
                </a:lnTo>
                <a:close/>
                <a:lnTo>
                  <a:pt x="1958520" y="1389579"/>
                </a:lnTo>
                <a:close/>
                <a:lnTo>
                  <a:pt x="1953697" y="1389579"/>
                </a:lnTo>
                <a:close/>
                <a:lnTo>
                  <a:pt x="1948873" y="1389579"/>
                </a:lnTo>
                <a:close/>
                <a:lnTo>
                  <a:pt x="1944049" y="1389579"/>
                </a:lnTo>
                <a:close/>
                <a:lnTo>
                  <a:pt x="1939225" y="1389579"/>
                </a:lnTo>
                <a:close/>
                <a:lnTo>
                  <a:pt x="1934401" y="1389579"/>
                </a:lnTo>
                <a:close/>
                <a:lnTo>
                  <a:pt x="1929577" y="1389579"/>
                </a:lnTo>
                <a:close/>
                <a:lnTo>
                  <a:pt x="1924753" y="1389579"/>
                </a:lnTo>
                <a:close/>
                <a:lnTo>
                  <a:pt x="1919929" y="1389579"/>
                </a:lnTo>
                <a:close/>
                <a:lnTo>
                  <a:pt x="1915105" y="1389579"/>
                </a:lnTo>
                <a:close/>
                <a:lnTo>
                  <a:pt x="1910281" y="1389579"/>
                </a:lnTo>
                <a:close/>
                <a:lnTo>
                  <a:pt x="1905457" y="1389579"/>
                </a:lnTo>
                <a:close/>
                <a:lnTo>
                  <a:pt x="1900633" y="1389579"/>
                </a:lnTo>
                <a:close/>
                <a:lnTo>
                  <a:pt x="1895809" y="1389579"/>
                </a:lnTo>
                <a:close/>
                <a:lnTo>
                  <a:pt x="1890985" y="1389579"/>
                </a:lnTo>
                <a:close/>
                <a:lnTo>
                  <a:pt x="1886161" y="1389579"/>
                </a:lnTo>
                <a:close/>
                <a:lnTo>
                  <a:pt x="1881337" y="1389579"/>
                </a:lnTo>
                <a:close/>
                <a:lnTo>
                  <a:pt x="1876513" y="1389579"/>
                </a:lnTo>
                <a:close/>
                <a:lnTo>
                  <a:pt x="1871690" y="1389579"/>
                </a:lnTo>
                <a:close/>
                <a:lnTo>
                  <a:pt x="1866866" y="1389579"/>
                </a:lnTo>
                <a:close/>
                <a:lnTo>
                  <a:pt x="1862042" y="1389579"/>
                </a:lnTo>
                <a:close/>
                <a:lnTo>
                  <a:pt x="1857218" y="1389579"/>
                </a:lnTo>
                <a:close/>
                <a:lnTo>
                  <a:pt x="1852394" y="1389579"/>
                </a:lnTo>
                <a:close/>
                <a:lnTo>
                  <a:pt x="1847570" y="1389579"/>
                </a:lnTo>
                <a:close/>
                <a:lnTo>
                  <a:pt x="1842746" y="1389579"/>
                </a:lnTo>
                <a:close/>
                <a:lnTo>
                  <a:pt x="1837922" y="1389579"/>
                </a:lnTo>
                <a:close/>
                <a:lnTo>
                  <a:pt x="1833098" y="1389579"/>
                </a:lnTo>
                <a:close/>
                <a:lnTo>
                  <a:pt x="1828274" y="1389579"/>
                </a:lnTo>
                <a:close/>
                <a:lnTo>
                  <a:pt x="1823450" y="1389579"/>
                </a:lnTo>
                <a:close/>
                <a:lnTo>
                  <a:pt x="1818626" y="1389579"/>
                </a:lnTo>
                <a:close/>
                <a:lnTo>
                  <a:pt x="1813802" y="1389579"/>
                </a:lnTo>
                <a:close/>
                <a:lnTo>
                  <a:pt x="1808978" y="1389579"/>
                </a:lnTo>
                <a:close/>
                <a:lnTo>
                  <a:pt x="1804154" y="1389579"/>
                </a:lnTo>
                <a:close/>
                <a:lnTo>
                  <a:pt x="1799330" y="1389579"/>
                </a:lnTo>
                <a:close/>
                <a:lnTo>
                  <a:pt x="1794506" y="1389579"/>
                </a:lnTo>
                <a:close/>
                <a:lnTo>
                  <a:pt x="1789683" y="1389579"/>
                </a:lnTo>
                <a:close/>
                <a:lnTo>
                  <a:pt x="1784859" y="1389579"/>
                </a:lnTo>
                <a:close/>
                <a:lnTo>
                  <a:pt x="1780035" y="1389579"/>
                </a:lnTo>
                <a:close/>
                <a:lnTo>
                  <a:pt x="1775211" y="1389579"/>
                </a:lnTo>
                <a:close/>
                <a:lnTo>
                  <a:pt x="1770387" y="1389579"/>
                </a:lnTo>
                <a:close/>
                <a:lnTo>
                  <a:pt x="1765563" y="1389579"/>
                </a:lnTo>
                <a:close/>
                <a:lnTo>
                  <a:pt x="1760739" y="1389579"/>
                </a:lnTo>
                <a:close/>
                <a:lnTo>
                  <a:pt x="1755915" y="1389579"/>
                </a:lnTo>
                <a:close/>
                <a:lnTo>
                  <a:pt x="1751091" y="1389579"/>
                </a:lnTo>
                <a:close/>
                <a:lnTo>
                  <a:pt x="1746267" y="1389579"/>
                </a:lnTo>
                <a:close/>
                <a:lnTo>
                  <a:pt x="1741443" y="1389579"/>
                </a:lnTo>
                <a:close/>
                <a:lnTo>
                  <a:pt x="1736619" y="1389579"/>
                </a:lnTo>
                <a:close/>
                <a:lnTo>
                  <a:pt x="1731795" y="1389579"/>
                </a:lnTo>
                <a:close/>
                <a:lnTo>
                  <a:pt x="1726971" y="1389579"/>
                </a:lnTo>
                <a:close/>
                <a:lnTo>
                  <a:pt x="1722147" y="1389579"/>
                </a:lnTo>
                <a:close/>
                <a:lnTo>
                  <a:pt x="1717323" y="1389579"/>
                </a:lnTo>
                <a:close/>
                <a:lnTo>
                  <a:pt x="1712499" y="1389579"/>
                </a:lnTo>
                <a:close/>
                <a:lnTo>
                  <a:pt x="1707675" y="1389579"/>
                </a:lnTo>
                <a:close/>
                <a:lnTo>
                  <a:pt x="1702852" y="1389579"/>
                </a:lnTo>
                <a:close/>
                <a:lnTo>
                  <a:pt x="1698028" y="1389579"/>
                </a:lnTo>
                <a:close/>
                <a:lnTo>
                  <a:pt x="1693204" y="1389579"/>
                </a:lnTo>
                <a:close/>
                <a:lnTo>
                  <a:pt x="1688380" y="1389579"/>
                </a:lnTo>
                <a:close/>
                <a:lnTo>
                  <a:pt x="1683556" y="1389579"/>
                </a:lnTo>
                <a:close/>
                <a:lnTo>
                  <a:pt x="1678732" y="1389579"/>
                </a:lnTo>
                <a:close/>
                <a:lnTo>
                  <a:pt x="1673908" y="1389579"/>
                </a:lnTo>
                <a:close/>
                <a:lnTo>
                  <a:pt x="1669084" y="1389579"/>
                </a:lnTo>
                <a:close/>
                <a:lnTo>
                  <a:pt x="1664260" y="1389579"/>
                </a:lnTo>
                <a:close/>
                <a:lnTo>
                  <a:pt x="1659436" y="1389579"/>
                </a:lnTo>
                <a:close/>
                <a:lnTo>
                  <a:pt x="1654612" y="1389579"/>
                </a:lnTo>
                <a:close/>
                <a:lnTo>
                  <a:pt x="1649788" y="1389579"/>
                </a:lnTo>
                <a:close/>
                <a:lnTo>
                  <a:pt x="1644964" y="1389579"/>
                </a:lnTo>
                <a:close/>
                <a:lnTo>
                  <a:pt x="1640140" y="1389579"/>
                </a:lnTo>
                <a:close/>
                <a:lnTo>
                  <a:pt x="1635316" y="1389579"/>
                </a:lnTo>
                <a:close/>
                <a:lnTo>
                  <a:pt x="1630492" y="1389579"/>
                </a:lnTo>
                <a:close/>
                <a:lnTo>
                  <a:pt x="1625668" y="1389579"/>
                </a:lnTo>
                <a:close/>
                <a:lnTo>
                  <a:pt x="1620845" y="1389579"/>
                </a:lnTo>
                <a:close/>
                <a:lnTo>
                  <a:pt x="1616021" y="1389579"/>
                </a:lnTo>
                <a:close/>
                <a:lnTo>
                  <a:pt x="1611197" y="1389579"/>
                </a:lnTo>
                <a:close/>
                <a:lnTo>
                  <a:pt x="1606373" y="1389579"/>
                </a:lnTo>
                <a:close/>
                <a:lnTo>
                  <a:pt x="1601549" y="1389579"/>
                </a:lnTo>
                <a:close/>
                <a:lnTo>
                  <a:pt x="1596725" y="1389579"/>
                </a:lnTo>
                <a:close/>
                <a:lnTo>
                  <a:pt x="1591901" y="1389579"/>
                </a:lnTo>
                <a:close/>
                <a:lnTo>
                  <a:pt x="1587077" y="1389579"/>
                </a:lnTo>
                <a:close/>
                <a:lnTo>
                  <a:pt x="1582253" y="1389579"/>
                </a:lnTo>
                <a:close/>
                <a:lnTo>
                  <a:pt x="1577429" y="1389579"/>
                </a:lnTo>
                <a:close/>
                <a:lnTo>
                  <a:pt x="1572605" y="1389579"/>
                </a:lnTo>
                <a:close/>
                <a:lnTo>
                  <a:pt x="1567781" y="1389579"/>
                </a:lnTo>
                <a:close/>
                <a:lnTo>
                  <a:pt x="1562957" y="1389579"/>
                </a:lnTo>
                <a:close/>
                <a:lnTo>
                  <a:pt x="1558133" y="1389579"/>
                </a:lnTo>
                <a:close/>
                <a:lnTo>
                  <a:pt x="1553309" y="1389579"/>
                </a:lnTo>
                <a:close/>
                <a:lnTo>
                  <a:pt x="1548485" y="1389579"/>
                </a:lnTo>
                <a:close/>
                <a:lnTo>
                  <a:pt x="1543661" y="1389579"/>
                </a:lnTo>
                <a:close/>
                <a:lnTo>
                  <a:pt x="1538838" y="1389579"/>
                </a:lnTo>
                <a:close/>
                <a:lnTo>
                  <a:pt x="1534014" y="1389579"/>
                </a:lnTo>
                <a:close/>
                <a:lnTo>
                  <a:pt x="1529190" y="1389579"/>
                </a:lnTo>
                <a:close/>
                <a:lnTo>
                  <a:pt x="1524366" y="1389579"/>
                </a:lnTo>
                <a:close/>
                <a:lnTo>
                  <a:pt x="1519542" y="1389579"/>
                </a:lnTo>
                <a:close/>
                <a:lnTo>
                  <a:pt x="1514718" y="1389579"/>
                </a:lnTo>
                <a:close/>
                <a:lnTo>
                  <a:pt x="1509894" y="1389579"/>
                </a:lnTo>
                <a:close/>
                <a:lnTo>
                  <a:pt x="1505070" y="1389579"/>
                </a:lnTo>
                <a:close/>
                <a:lnTo>
                  <a:pt x="1500246" y="1389579"/>
                </a:lnTo>
                <a:close/>
                <a:lnTo>
                  <a:pt x="1495422" y="1389579"/>
                </a:lnTo>
                <a:close/>
                <a:lnTo>
                  <a:pt x="1490598" y="1389579"/>
                </a:lnTo>
                <a:close/>
                <a:lnTo>
                  <a:pt x="1485774" y="1389579"/>
                </a:lnTo>
                <a:close/>
                <a:lnTo>
                  <a:pt x="1480950" y="1389579"/>
                </a:lnTo>
                <a:close/>
                <a:lnTo>
                  <a:pt x="1476126" y="1389579"/>
                </a:lnTo>
                <a:close/>
                <a:lnTo>
                  <a:pt x="1471302" y="1389579"/>
                </a:lnTo>
                <a:close/>
                <a:lnTo>
                  <a:pt x="1466478" y="1389579"/>
                </a:lnTo>
                <a:close/>
                <a:lnTo>
                  <a:pt x="1461654" y="1389579"/>
                </a:lnTo>
                <a:close/>
                <a:lnTo>
                  <a:pt x="1456831" y="1389579"/>
                </a:lnTo>
                <a:close/>
                <a:lnTo>
                  <a:pt x="1452007" y="1389579"/>
                </a:lnTo>
                <a:close/>
                <a:lnTo>
                  <a:pt x="1447183" y="1389579"/>
                </a:lnTo>
                <a:close/>
                <a:lnTo>
                  <a:pt x="1442359" y="1389579"/>
                </a:lnTo>
                <a:close/>
                <a:lnTo>
                  <a:pt x="1437535" y="1389579"/>
                </a:lnTo>
                <a:close/>
                <a:lnTo>
                  <a:pt x="1432711" y="1389579"/>
                </a:lnTo>
                <a:close/>
                <a:lnTo>
                  <a:pt x="1427887" y="1389579"/>
                </a:lnTo>
                <a:close/>
                <a:lnTo>
                  <a:pt x="1423063" y="1389579"/>
                </a:lnTo>
                <a:close/>
                <a:lnTo>
                  <a:pt x="1418239" y="1389579"/>
                </a:lnTo>
                <a:close/>
                <a:lnTo>
                  <a:pt x="1413415" y="1389579"/>
                </a:lnTo>
                <a:close/>
                <a:lnTo>
                  <a:pt x="1408591" y="1389579"/>
                </a:lnTo>
                <a:close/>
                <a:lnTo>
                  <a:pt x="1403767" y="1389579"/>
                </a:lnTo>
                <a:close/>
                <a:lnTo>
                  <a:pt x="1398943" y="1389579"/>
                </a:lnTo>
                <a:close/>
                <a:lnTo>
                  <a:pt x="1394119" y="1389579"/>
                </a:lnTo>
                <a:close/>
                <a:lnTo>
                  <a:pt x="1389295" y="1389579"/>
                </a:lnTo>
                <a:close/>
                <a:lnTo>
                  <a:pt x="1384471" y="1389579"/>
                </a:lnTo>
                <a:close/>
                <a:lnTo>
                  <a:pt x="1379647" y="1389579"/>
                </a:lnTo>
                <a:close/>
                <a:lnTo>
                  <a:pt x="1374823" y="1389579"/>
                </a:lnTo>
                <a:close/>
                <a:lnTo>
                  <a:pt x="1370000" y="1389579"/>
                </a:lnTo>
                <a:close/>
                <a:lnTo>
                  <a:pt x="1365176" y="1389579"/>
                </a:lnTo>
                <a:close/>
                <a:lnTo>
                  <a:pt x="1360352" y="1389579"/>
                </a:lnTo>
                <a:close/>
                <a:lnTo>
                  <a:pt x="1355528" y="1389579"/>
                </a:lnTo>
                <a:close/>
                <a:lnTo>
                  <a:pt x="1350704" y="1389579"/>
                </a:lnTo>
                <a:close/>
                <a:lnTo>
                  <a:pt x="1345880" y="1389579"/>
                </a:lnTo>
                <a:close/>
                <a:lnTo>
                  <a:pt x="1341056" y="1389579"/>
                </a:lnTo>
                <a:close/>
                <a:lnTo>
                  <a:pt x="1336232" y="1389579"/>
                </a:lnTo>
                <a:close/>
                <a:lnTo>
                  <a:pt x="1331408" y="1389579"/>
                </a:lnTo>
                <a:close/>
                <a:lnTo>
                  <a:pt x="1326584" y="1389579"/>
                </a:lnTo>
                <a:close/>
                <a:lnTo>
                  <a:pt x="1321760" y="1389579"/>
                </a:lnTo>
                <a:close/>
                <a:lnTo>
                  <a:pt x="1316936" y="1389579"/>
                </a:lnTo>
                <a:close/>
                <a:lnTo>
                  <a:pt x="1312112" y="1389579"/>
                </a:lnTo>
                <a:close/>
                <a:lnTo>
                  <a:pt x="1307288" y="1389579"/>
                </a:lnTo>
                <a:close/>
                <a:lnTo>
                  <a:pt x="1302464" y="1389579"/>
                </a:lnTo>
                <a:close/>
                <a:lnTo>
                  <a:pt x="1297640" y="1389579"/>
                </a:lnTo>
                <a:close/>
                <a:lnTo>
                  <a:pt x="1292816" y="1389579"/>
                </a:lnTo>
                <a:close/>
                <a:lnTo>
                  <a:pt x="1287993" y="1389579"/>
                </a:lnTo>
                <a:close/>
                <a:lnTo>
                  <a:pt x="1283169" y="1389579"/>
                </a:lnTo>
                <a:close/>
                <a:lnTo>
                  <a:pt x="1278345" y="1389579"/>
                </a:lnTo>
                <a:close/>
                <a:lnTo>
                  <a:pt x="1273521" y="1389579"/>
                </a:lnTo>
                <a:close/>
                <a:lnTo>
                  <a:pt x="1268697" y="1389579"/>
                </a:lnTo>
                <a:close/>
                <a:lnTo>
                  <a:pt x="1263873" y="1389579"/>
                </a:lnTo>
                <a:close/>
                <a:lnTo>
                  <a:pt x="1259049" y="1389579"/>
                </a:lnTo>
                <a:close/>
                <a:lnTo>
                  <a:pt x="1254225" y="1389579"/>
                </a:lnTo>
                <a:close/>
                <a:lnTo>
                  <a:pt x="1249401" y="1389579"/>
                </a:lnTo>
                <a:close/>
                <a:lnTo>
                  <a:pt x="1244577" y="1389579"/>
                </a:lnTo>
                <a:close/>
                <a:lnTo>
                  <a:pt x="1239753" y="1389579"/>
                </a:lnTo>
                <a:close/>
                <a:lnTo>
                  <a:pt x="1234929" y="1389579"/>
                </a:lnTo>
                <a:close/>
                <a:lnTo>
                  <a:pt x="1230105" y="1389579"/>
                </a:lnTo>
                <a:close/>
                <a:lnTo>
                  <a:pt x="1225281" y="1389579"/>
                </a:lnTo>
                <a:close/>
                <a:lnTo>
                  <a:pt x="1220457" y="1389579"/>
                </a:lnTo>
                <a:close/>
                <a:lnTo>
                  <a:pt x="1215633" y="1389579"/>
                </a:lnTo>
                <a:close/>
                <a:lnTo>
                  <a:pt x="1210809" y="1389579"/>
                </a:lnTo>
                <a:close/>
                <a:lnTo>
                  <a:pt x="1205986" y="1389579"/>
                </a:lnTo>
                <a:close/>
                <a:lnTo>
                  <a:pt x="1201162" y="1389579"/>
                </a:lnTo>
                <a:close/>
                <a:lnTo>
                  <a:pt x="1196338" y="1389579"/>
                </a:lnTo>
                <a:close/>
                <a:lnTo>
                  <a:pt x="1191514" y="1389579"/>
                </a:lnTo>
                <a:close/>
                <a:lnTo>
                  <a:pt x="1186690" y="1389579"/>
                </a:lnTo>
                <a:close/>
                <a:lnTo>
                  <a:pt x="1181866" y="1389579"/>
                </a:lnTo>
                <a:close/>
                <a:lnTo>
                  <a:pt x="1177042" y="1389579"/>
                </a:lnTo>
                <a:close/>
                <a:lnTo>
                  <a:pt x="1172218" y="1389579"/>
                </a:lnTo>
                <a:close/>
                <a:lnTo>
                  <a:pt x="1167394" y="1389579"/>
                </a:lnTo>
                <a:close/>
                <a:lnTo>
                  <a:pt x="1162570" y="1389579"/>
                </a:lnTo>
                <a:close/>
                <a:lnTo>
                  <a:pt x="1157746" y="1389579"/>
                </a:lnTo>
                <a:close/>
                <a:lnTo>
                  <a:pt x="1152922" y="1389579"/>
                </a:lnTo>
                <a:close/>
                <a:lnTo>
                  <a:pt x="1148098" y="1389579"/>
                </a:lnTo>
                <a:close/>
                <a:lnTo>
                  <a:pt x="1143274" y="1389579"/>
                </a:lnTo>
                <a:close/>
                <a:lnTo>
                  <a:pt x="1138450" y="1389579"/>
                </a:lnTo>
                <a:close/>
                <a:lnTo>
                  <a:pt x="1133626" y="1389579"/>
                </a:lnTo>
                <a:close/>
                <a:lnTo>
                  <a:pt x="1128802" y="1389579"/>
                </a:lnTo>
                <a:close/>
                <a:lnTo>
                  <a:pt x="1123978" y="1389579"/>
                </a:lnTo>
                <a:close/>
                <a:lnTo>
                  <a:pt x="1119155" y="1389579"/>
                </a:lnTo>
                <a:close/>
                <a:lnTo>
                  <a:pt x="1114331" y="1389579"/>
                </a:lnTo>
                <a:close/>
                <a:lnTo>
                  <a:pt x="1109507" y="1389579"/>
                </a:lnTo>
                <a:close/>
                <a:lnTo>
                  <a:pt x="1104683" y="1389579"/>
                </a:lnTo>
                <a:close/>
                <a:lnTo>
                  <a:pt x="1099859" y="1389579"/>
                </a:lnTo>
                <a:close/>
                <a:lnTo>
                  <a:pt x="1095035" y="1389579"/>
                </a:lnTo>
                <a:close/>
                <a:lnTo>
                  <a:pt x="1090211" y="1389579"/>
                </a:lnTo>
                <a:close/>
                <a:lnTo>
                  <a:pt x="1085387" y="1389579"/>
                </a:lnTo>
                <a:close/>
                <a:lnTo>
                  <a:pt x="1080563" y="1389579"/>
                </a:lnTo>
                <a:close/>
                <a:lnTo>
                  <a:pt x="1075739" y="1389579"/>
                </a:lnTo>
                <a:close/>
                <a:lnTo>
                  <a:pt x="1070915" y="1389579"/>
                </a:lnTo>
                <a:close/>
                <a:lnTo>
                  <a:pt x="1066091" y="1389579"/>
                </a:lnTo>
                <a:close/>
                <a:lnTo>
                  <a:pt x="1061267" y="1389579"/>
                </a:lnTo>
                <a:close/>
                <a:lnTo>
                  <a:pt x="1056443" y="1389579"/>
                </a:lnTo>
                <a:close/>
                <a:lnTo>
                  <a:pt x="1051619" y="1389579"/>
                </a:lnTo>
                <a:close/>
                <a:lnTo>
                  <a:pt x="1046795" y="1389579"/>
                </a:lnTo>
                <a:close/>
                <a:lnTo>
                  <a:pt x="1041971" y="1389579"/>
                </a:lnTo>
                <a:close/>
                <a:lnTo>
                  <a:pt x="1037148" y="1389579"/>
                </a:lnTo>
                <a:close/>
                <a:lnTo>
                  <a:pt x="1032324" y="1389579"/>
                </a:lnTo>
                <a:close/>
                <a:lnTo>
                  <a:pt x="1027500" y="1389579"/>
                </a:lnTo>
                <a:close/>
                <a:lnTo>
                  <a:pt x="1022676" y="1389579"/>
                </a:lnTo>
                <a:close/>
                <a:lnTo>
                  <a:pt x="1017852" y="1389579"/>
                </a:lnTo>
                <a:close/>
                <a:lnTo>
                  <a:pt x="1013028" y="1389579"/>
                </a:lnTo>
                <a:close/>
                <a:lnTo>
                  <a:pt x="1008204" y="1389579"/>
                </a:lnTo>
                <a:close/>
                <a:lnTo>
                  <a:pt x="1003380" y="1389579"/>
                </a:lnTo>
                <a:close/>
                <a:lnTo>
                  <a:pt x="998556" y="1389579"/>
                </a:lnTo>
                <a:close/>
                <a:lnTo>
                  <a:pt x="993732" y="1389579"/>
                </a:lnTo>
                <a:close/>
                <a:lnTo>
                  <a:pt x="988908" y="1389579"/>
                </a:lnTo>
                <a:close/>
                <a:lnTo>
                  <a:pt x="984084" y="1389579"/>
                </a:lnTo>
                <a:close/>
                <a:lnTo>
                  <a:pt x="979260" y="1389579"/>
                </a:lnTo>
                <a:close/>
                <a:lnTo>
                  <a:pt x="974436" y="1389579"/>
                </a:lnTo>
                <a:close/>
                <a:lnTo>
                  <a:pt x="969612" y="1389579"/>
                </a:lnTo>
                <a:close/>
                <a:lnTo>
                  <a:pt x="964788" y="1389579"/>
                </a:lnTo>
                <a:close/>
                <a:lnTo>
                  <a:pt x="959964" y="1389579"/>
                </a:lnTo>
                <a:close/>
                <a:lnTo>
                  <a:pt x="955141" y="1389579"/>
                </a:lnTo>
                <a:close/>
                <a:lnTo>
                  <a:pt x="950317" y="1389579"/>
                </a:lnTo>
                <a:close/>
                <a:lnTo>
                  <a:pt x="945493" y="1389579"/>
                </a:lnTo>
                <a:close/>
                <a:lnTo>
                  <a:pt x="940669" y="1389579"/>
                </a:lnTo>
                <a:close/>
                <a:lnTo>
                  <a:pt x="935845" y="1389579"/>
                </a:lnTo>
                <a:close/>
                <a:lnTo>
                  <a:pt x="931021" y="1389579"/>
                </a:lnTo>
                <a:close/>
                <a:lnTo>
                  <a:pt x="926197" y="1389579"/>
                </a:lnTo>
                <a:close/>
                <a:lnTo>
                  <a:pt x="921373" y="1389579"/>
                </a:lnTo>
                <a:close/>
                <a:lnTo>
                  <a:pt x="916549" y="1389579"/>
                </a:lnTo>
                <a:close/>
                <a:lnTo>
                  <a:pt x="911725" y="1389579"/>
                </a:lnTo>
                <a:close/>
                <a:lnTo>
                  <a:pt x="906901" y="1389579"/>
                </a:lnTo>
                <a:close/>
                <a:lnTo>
                  <a:pt x="902077" y="1389579"/>
                </a:lnTo>
                <a:close/>
                <a:lnTo>
                  <a:pt x="897253" y="1389579"/>
                </a:lnTo>
                <a:close/>
                <a:lnTo>
                  <a:pt x="892429" y="1389579"/>
                </a:lnTo>
                <a:close/>
                <a:lnTo>
                  <a:pt x="887605" y="1389579"/>
                </a:lnTo>
                <a:close/>
                <a:lnTo>
                  <a:pt x="882781" y="1389579"/>
                </a:lnTo>
                <a:close/>
                <a:lnTo>
                  <a:pt x="877957" y="1389579"/>
                </a:lnTo>
                <a:close/>
                <a:lnTo>
                  <a:pt x="873134" y="1389579"/>
                </a:lnTo>
                <a:close/>
                <a:lnTo>
                  <a:pt x="868310" y="1389579"/>
                </a:lnTo>
                <a:close/>
                <a:lnTo>
                  <a:pt x="863486" y="1389579"/>
                </a:lnTo>
                <a:close/>
                <a:lnTo>
                  <a:pt x="858662" y="1389579"/>
                </a:lnTo>
                <a:close/>
                <a:lnTo>
                  <a:pt x="853838" y="1389579"/>
                </a:lnTo>
                <a:close/>
                <a:lnTo>
                  <a:pt x="849014" y="1389579"/>
                </a:lnTo>
                <a:close/>
                <a:lnTo>
                  <a:pt x="844190" y="1389579"/>
                </a:lnTo>
                <a:close/>
                <a:lnTo>
                  <a:pt x="839366" y="1389579"/>
                </a:lnTo>
                <a:close/>
                <a:lnTo>
                  <a:pt x="834542" y="1389579"/>
                </a:lnTo>
                <a:close/>
                <a:lnTo>
                  <a:pt x="829718" y="1389579"/>
                </a:lnTo>
                <a:close/>
                <a:lnTo>
                  <a:pt x="824894" y="1389579"/>
                </a:lnTo>
                <a:close/>
                <a:lnTo>
                  <a:pt x="820070" y="1389579"/>
                </a:lnTo>
                <a:close/>
                <a:lnTo>
                  <a:pt x="815246" y="1389579"/>
                </a:lnTo>
                <a:close/>
                <a:lnTo>
                  <a:pt x="810422" y="1389579"/>
                </a:lnTo>
                <a:close/>
                <a:lnTo>
                  <a:pt x="805598" y="1389579"/>
                </a:lnTo>
                <a:close/>
                <a:lnTo>
                  <a:pt x="800774" y="1389579"/>
                </a:lnTo>
                <a:close/>
                <a:lnTo>
                  <a:pt x="795950" y="1389579"/>
                </a:lnTo>
                <a:close/>
                <a:lnTo>
                  <a:pt x="791126" y="1389579"/>
                </a:lnTo>
                <a:close/>
                <a:lnTo>
                  <a:pt x="786303" y="1389579"/>
                </a:lnTo>
                <a:close/>
                <a:lnTo>
                  <a:pt x="781479" y="1389579"/>
                </a:lnTo>
                <a:close/>
                <a:lnTo>
                  <a:pt x="776655" y="1389579"/>
                </a:lnTo>
                <a:close/>
                <a:lnTo>
                  <a:pt x="771831" y="1389579"/>
                </a:lnTo>
                <a:close/>
                <a:lnTo>
                  <a:pt x="767007" y="1389579"/>
                </a:lnTo>
                <a:close/>
                <a:lnTo>
                  <a:pt x="762183" y="1389579"/>
                </a:lnTo>
                <a:close/>
                <a:lnTo>
                  <a:pt x="757359" y="1389579"/>
                </a:lnTo>
                <a:close/>
                <a:lnTo>
                  <a:pt x="752535" y="1389579"/>
                </a:lnTo>
                <a:close/>
                <a:lnTo>
                  <a:pt x="747711" y="1389579"/>
                </a:lnTo>
                <a:close/>
                <a:lnTo>
                  <a:pt x="742887" y="1389579"/>
                </a:lnTo>
                <a:close/>
                <a:lnTo>
                  <a:pt x="738063" y="1389579"/>
                </a:lnTo>
                <a:close/>
                <a:lnTo>
                  <a:pt x="733239" y="1389579"/>
                </a:lnTo>
                <a:close/>
                <a:lnTo>
                  <a:pt x="728415" y="1389579"/>
                </a:lnTo>
                <a:close/>
                <a:lnTo>
                  <a:pt x="723591" y="1389579"/>
                </a:lnTo>
                <a:close/>
                <a:lnTo>
                  <a:pt x="718767" y="1389579"/>
                </a:lnTo>
                <a:close/>
                <a:lnTo>
                  <a:pt x="713943" y="1389579"/>
                </a:lnTo>
                <a:close/>
                <a:lnTo>
                  <a:pt x="709119" y="1389579"/>
                </a:lnTo>
                <a:close/>
                <a:lnTo>
                  <a:pt x="704296" y="1389579"/>
                </a:lnTo>
                <a:close/>
                <a:lnTo>
                  <a:pt x="699472" y="1389579"/>
                </a:lnTo>
                <a:close/>
                <a:lnTo>
                  <a:pt x="694648" y="1389579"/>
                </a:lnTo>
                <a:close/>
                <a:lnTo>
                  <a:pt x="689824" y="1389579"/>
                </a:lnTo>
                <a:close/>
                <a:lnTo>
                  <a:pt x="685000" y="1389579"/>
                </a:lnTo>
                <a:close/>
                <a:lnTo>
                  <a:pt x="680176" y="1389579"/>
                </a:lnTo>
                <a:close/>
                <a:lnTo>
                  <a:pt x="675352" y="1389579"/>
                </a:lnTo>
                <a:close/>
                <a:lnTo>
                  <a:pt x="670528" y="1389579"/>
                </a:lnTo>
                <a:close/>
                <a:lnTo>
                  <a:pt x="665704" y="1389579"/>
                </a:lnTo>
                <a:close/>
                <a:lnTo>
                  <a:pt x="660880" y="1389579"/>
                </a:lnTo>
                <a:close/>
                <a:lnTo>
                  <a:pt x="656056" y="1389579"/>
                </a:lnTo>
                <a:close/>
                <a:lnTo>
                  <a:pt x="651232" y="1389579"/>
                </a:lnTo>
                <a:close/>
                <a:lnTo>
                  <a:pt x="646408" y="1389579"/>
                </a:lnTo>
                <a:close/>
                <a:lnTo>
                  <a:pt x="641584" y="1389579"/>
                </a:lnTo>
                <a:close/>
                <a:lnTo>
                  <a:pt x="636760" y="1389579"/>
                </a:lnTo>
                <a:close/>
                <a:lnTo>
                  <a:pt x="631936" y="1389579"/>
                </a:lnTo>
                <a:close/>
                <a:lnTo>
                  <a:pt x="627112" y="1389579"/>
                </a:lnTo>
                <a:close/>
                <a:lnTo>
                  <a:pt x="622289" y="1389579"/>
                </a:lnTo>
                <a:close/>
                <a:lnTo>
                  <a:pt x="617465" y="1389579"/>
                </a:lnTo>
                <a:close/>
                <a:lnTo>
                  <a:pt x="612641" y="1389579"/>
                </a:lnTo>
                <a:close/>
                <a:lnTo>
                  <a:pt x="607817" y="1389579"/>
                </a:lnTo>
                <a:close/>
                <a:lnTo>
                  <a:pt x="602993" y="1389579"/>
                </a:lnTo>
                <a:close/>
                <a:lnTo>
                  <a:pt x="598169" y="1389579"/>
                </a:lnTo>
                <a:close/>
                <a:lnTo>
                  <a:pt x="593345" y="1389579"/>
                </a:lnTo>
                <a:close/>
                <a:lnTo>
                  <a:pt x="588521" y="1389579"/>
                </a:lnTo>
                <a:close/>
                <a:lnTo>
                  <a:pt x="583697" y="1389579"/>
                </a:lnTo>
                <a:close/>
                <a:lnTo>
                  <a:pt x="578873" y="1389579"/>
                </a:lnTo>
                <a:close/>
                <a:lnTo>
                  <a:pt x="574049" y="1389579"/>
                </a:lnTo>
                <a:close/>
                <a:lnTo>
                  <a:pt x="569225" y="1389579"/>
                </a:lnTo>
                <a:close/>
                <a:lnTo>
                  <a:pt x="564401" y="1389579"/>
                </a:lnTo>
                <a:close/>
                <a:lnTo>
                  <a:pt x="559577" y="1389579"/>
                </a:lnTo>
                <a:close/>
                <a:lnTo>
                  <a:pt x="554753" y="1389579"/>
                </a:lnTo>
                <a:close/>
                <a:lnTo>
                  <a:pt x="549929" y="1389579"/>
                </a:lnTo>
                <a:close/>
                <a:lnTo>
                  <a:pt x="545105" y="1389579"/>
                </a:lnTo>
                <a:close/>
                <a:lnTo>
                  <a:pt x="540282" y="1389579"/>
                </a:lnTo>
                <a:close/>
                <a:lnTo>
                  <a:pt x="535458" y="1389579"/>
                </a:lnTo>
                <a:close/>
                <a:lnTo>
                  <a:pt x="530634" y="1389579"/>
                </a:lnTo>
                <a:close/>
                <a:lnTo>
                  <a:pt x="525810" y="1389579"/>
                </a:lnTo>
                <a:close/>
                <a:lnTo>
                  <a:pt x="520986" y="1389579"/>
                </a:lnTo>
                <a:close/>
                <a:lnTo>
                  <a:pt x="516162" y="1389579"/>
                </a:lnTo>
                <a:close/>
                <a:lnTo>
                  <a:pt x="511338" y="1389579"/>
                </a:lnTo>
                <a:close/>
                <a:lnTo>
                  <a:pt x="506514" y="1389579"/>
                </a:lnTo>
                <a:close/>
                <a:lnTo>
                  <a:pt x="501690" y="1389579"/>
                </a:lnTo>
                <a:close/>
                <a:lnTo>
                  <a:pt x="496866" y="1389579"/>
                </a:lnTo>
                <a:close/>
                <a:lnTo>
                  <a:pt x="492042" y="1389579"/>
                </a:lnTo>
                <a:close/>
                <a:lnTo>
                  <a:pt x="487218" y="1389579"/>
                </a:lnTo>
                <a:close/>
                <a:lnTo>
                  <a:pt x="482394" y="1389579"/>
                </a:lnTo>
                <a:close/>
                <a:lnTo>
                  <a:pt x="477570" y="1389579"/>
                </a:lnTo>
                <a:close/>
                <a:lnTo>
                  <a:pt x="472746" y="1389579"/>
                </a:lnTo>
                <a:close/>
                <a:lnTo>
                  <a:pt x="467922" y="1389579"/>
                </a:lnTo>
                <a:close/>
                <a:lnTo>
                  <a:pt x="463098" y="1389579"/>
                </a:lnTo>
                <a:close/>
                <a:lnTo>
                  <a:pt x="458274" y="1389579"/>
                </a:lnTo>
                <a:close/>
                <a:lnTo>
                  <a:pt x="453451" y="1389579"/>
                </a:lnTo>
                <a:close/>
                <a:lnTo>
                  <a:pt x="448627" y="1389579"/>
                </a:lnTo>
                <a:close/>
                <a:lnTo>
                  <a:pt x="443803" y="1389579"/>
                </a:lnTo>
                <a:close/>
                <a:lnTo>
                  <a:pt x="438979" y="1389579"/>
                </a:lnTo>
                <a:close/>
                <a:lnTo>
                  <a:pt x="434155" y="1389579"/>
                </a:lnTo>
                <a:close/>
                <a:lnTo>
                  <a:pt x="429331" y="1389579"/>
                </a:lnTo>
                <a:close/>
                <a:lnTo>
                  <a:pt x="424507" y="1389579"/>
                </a:lnTo>
                <a:close/>
                <a:lnTo>
                  <a:pt x="419683" y="1389579"/>
                </a:lnTo>
                <a:close/>
                <a:lnTo>
                  <a:pt x="414859" y="1389579"/>
                </a:lnTo>
                <a:close/>
                <a:lnTo>
                  <a:pt x="410035" y="1389579"/>
                </a:lnTo>
                <a:close/>
                <a:lnTo>
                  <a:pt x="405211" y="1389579"/>
                </a:lnTo>
                <a:close/>
                <a:lnTo>
                  <a:pt x="400387" y="1389579"/>
                </a:lnTo>
                <a:close/>
                <a:lnTo>
                  <a:pt x="395563" y="1389579"/>
                </a:lnTo>
                <a:close/>
                <a:lnTo>
                  <a:pt x="390739" y="1389579"/>
                </a:lnTo>
                <a:close/>
                <a:lnTo>
                  <a:pt x="385915" y="1389579"/>
                </a:lnTo>
                <a:close/>
                <a:lnTo>
                  <a:pt x="381091" y="1389579"/>
                </a:lnTo>
                <a:close/>
                <a:lnTo>
                  <a:pt x="376267" y="1389579"/>
                </a:lnTo>
                <a:close/>
                <a:lnTo>
                  <a:pt x="371444" y="1389579"/>
                </a:lnTo>
                <a:close/>
                <a:lnTo>
                  <a:pt x="366620" y="1389579"/>
                </a:lnTo>
                <a:close/>
                <a:lnTo>
                  <a:pt x="361796" y="1389579"/>
                </a:lnTo>
                <a:close/>
                <a:lnTo>
                  <a:pt x="356972" y="1389579"/>
                </a:lnTo>
                <a:close/>
                <a:lnTo>
                  <a:pt x="352148" y="1389579"/>
                </a:lnTo>
                <a:close/>
                <a:lnTo>
                  <a:pt x="347324" y="1389579"/>
                </a:lnTo>
                <a:close/>
                <a:lnTo>
                  <a:pt x="342500" y="1389579"/>
                </a:lnTo>
                <a:close/>
                <a:lnTo>
                  <a:pt x="337676" y="1389579"/>
                </a:lnTo>
                <a:close/>
                <a:lnTo>
                  <a:pt x="332852" y="1389579"/>
                </a:lnTo>
                <a:close/>
                <a:lnTo>
                  <a:pt x="328028" y="1389579"/>
                </a:lnTo>
                <a:close/>
                <a:lnTo>
                  <a:pt x="323204" y="1389579"/>
                </a:lnTo>
                <a:close/>
                <a:lnTo>
                  <a:pt x="318380" y="1389579"/>
                </a:lnTo>
                <a:close/>
                <a:lnTo>
                  <a:pt x="313556" y="1389579"/>
                </a:lnTo>
                <a:close/>
                <a:lnTo>
                  <a:pt x="308732" y="1389579"/>
                </a:lnTo>
                <a:close/>
                <a:lnTo>
                  <a:pt x="303908" y="1389579"/>
                </a:lnTo>
                <a:close/>
                <a:lnTo>
                  <a:pt x="299084" y="1389579"/>
                </a:lnTo>
                <a:close/>
                <a:lnTo>
                  <a:pt x="294260" y="1389579"/>
                </a:lnTo>
                <a:close/>
                <a:lnTo>
                  <a:pt x="289437" y="1389579"/>
                </a:lnTo>
                <a:close/>
                <a:lnTo>
                  <a:pt x="284613" y="1389579"/>
                </a:lnTo>
                <a:close/>
                <a:lnTo>
                  <a:pt x="279789" y="1389579"/>
                </a:lnTo>
                <a:close/>
                <a:lnTo>
                  <a:pt x="274965" y="1389579"/>
                </a:lnTo>
                <a:close/>
                <a:lnTo>
                  <a:pt x="270141" y="1389579"/>
                </a:lnTo>
                <a:close/>
                <a:lnTo>
                  <a:pt x="265317" y="1389579"/>
                </a:lnTo>
                <a:close/>
                <a:lnTo>
                  <a:pt x="260493" y="1389579"/>
                </a:lnTo>
                <a:close/>
                <a:lnTo>
                  <a:pt x="255669" y="1389579"/>
                </a:lnTo>
                <a:close/>
                <a:lnTo>
                  <a:pt x="250845" y="1389579"/>
                </a:lnTo>
                <a:close/>
                <a:lnTo>
                  <a:pt x="246021" y="1389579"/>
                </a:lnTo>
                <a:close/>
                <a:lnTo>
                  <a:pt x="241197" y="1389579"/>
                </a:lnTo>
                <a:close/>
                <a:lnTo>
                  <a:pt x="236373" y="1389579"/>
                </a:lnTo>
                <a:close/>
                <a:lnTo>
                  <a:pt x="231549" y="1389579"/>
                </a:lnTo>
                <a:close/>
                <a:lnTo>
                  <a:pt x="226725" y="1389579"/>
                </a:lnTo>
                <a:close/>
                <a:lnTo>
                  <a:pt x="221901" y="1389579"/>
                </a:lnTo>
                <a:close/>
                <a:lnTo>
                  <a:pt x="217077" y="1389579"/>
                </a:lnTo>
                <a:close/>
                <a:lnTo>
                  <a:pt x="212253" y="1389579"/>
                </a:lnTo>
                <a:close/>
                <a:lnTo>
                  <a:pt x="207430" y="1389579"/>
                </a:lnTo>
                <a:close/>
                <a:lnTo>
                  <a:pt x="202606" y="1389579"/>
                </a:lnTo>
                <a:close/>
                <a:lnTo>
                  <a:pt x="197782" y="1389579"/>
                </a:lnTo>
                <a:close/>
                <a:lnTo>
                  <a:pt x="192958" y="1389579"/>
                </a:lnTo>
                <a:close/>
                <a:lnTo>
                  <a:pt x="188134" y="1389579"/>
                </a:lnTo>
                <a:close/>
                <a:lnTo>
                  <a:pt x="183310" y="1389579"/>
                </a:lnTo>
                <a:close/>
                <a:lnTo>
                  <a:pt x="178486" y="1389579"/>
                </a:lnTo>
                <a:close/>
                <a:lnTo>
                  <a:pt x="173662" y="1389579"/>
                </a:lnTo>
                <a:close/>
                <a:lnTo>
                  <a:pt x="168838" y="1389579"/>
                </a:lnTo>
                <a:close/>
                <a:lnTo>
                  <a:pt x="164014" y="1389579"/>
                </a:lnTo>
                <a:close/>
                <a:lnTo>
                  <a:pt x="159190" y="1389579"/>
                </a:lnTo>
                <a:close/>
                <a:lnTo>
                  <a:pt x="154366" y="1389579"/>
                </a:lnTo>
                <a:close/>
                <a:lnTo>
                  <a:pt x="149542" y="1389579"/>
                </a:lnTo>
                <a:close/>
                <a:lnTo>
                  <a:pt x="144718" y="1389579"/>
                </a:lnTo>
                <a:close/>
                <a:lnTo>
                  <a:pt x="139894" y="1389579"/>
                </a:lnTo>
                <a:close/>
                <a:lnTo>
                  <a:pt x="135070" y="1389579"/>
                </a:lnTo>
                <a:close/>
                <a:lnTo>
                  <a:pt x="130246" y="1389579"/>
                </a:lnTo>
                <a:close/>
                <a:lnTo>
                  <a:pt x="125422" y="1389579"/>
                </a:lnTo>
                <a:close/>
                <a:lnTo>
                  <a:pt x="120599" y="1389579"/>
                </a:lnTo>
                <a:close/>
                <a:lnTo>
                  <a:pt x="115775" y="1389579"/>
                </a:lnTo>
                <a:close/>
                <a:lnTo>
                  <a:pt x="110951" y="1389579"/>
                </a:lnTo>
                <a:close/>
                <a:lnTo>
                  <a:pt x="106127" y="1389579"/>
                </a:lnTo>
                <a:close/>
                <a:lnTo>
                  <a:pt x="101303" y="1389579"/>
                </a:lnTo>
                <a:close/>
                <a:lnTo>
                  <a:pt x="96479" y="1389579"/>
                </a:lnTo>
                <a:close/>
                <a:lnTo>
                  <a:pt x="91655" y="1389579"/>
                </a:lnTo>
                <a:close/>
                <a:lnTo>
                  <a:pt x="86831" y="1389579"/>
                </a:lnTo>
                <a:close/>
                <a:lnTo>
                  <a:pt x="82007" y="1389579"/>
                </a:lnTo>
                <a:close/>
                <a:lnTo>
                  <a:pt x="77183" y="1389579"/>
                </a:lnTo>
                <a:close/>
                <a:lnTo>
                  <a:pt x="72359" y="1389579"/>
                </a:lnTo>
                <a:close/>
                <a:lnTo>
                  <a:pt x="67535" y="1389579"/>
                </a:lnTo>
                <a:close/>
                <a:lnTo>
                  <a:pt x="62711" y="1389579"/>
                </a:lnTo>
                <a:close/>
                <a:lnTo>
                  <a:pt x="57887" y="1389579"/>
                </a:lnTo>
                <a:close/>
                <a:lnTo>
                  <a:pt x="53063" y="1389579"/>
                </a:lnTo>
                <a:close/>
                <a:lnTo>
                  <a:pt x="48239" y="1389579"/>
                </a:lnTo>
                <a:close/>
                <a:lnTo>
                  <a:pt x="43415" y="1389579"/>
                </a:lnTo>
                <a:close/>
                <a:lnTo>
                  <a:pt x="38592" y="1389579"/>
                </a:lnTo>
                <a:close/>
                <a:lnTo>
                  <a:pt x="33768" y="1389579"/>
                </a:lnTo>
                <a:close/>
                <a:lnTo>
                  <a:pt x="28944" y="1389579"/>
                </a:lnTo>
                <a:close/>
                <a:lnTo>
                  <a:pt x="24120" y="1389579"/>
                </a:lnTo>
                <a:close/>
                <a:lnTo>
                  <a:pt x="19296" y="1389579"/>
                </a:lnTo>
                <a:close/>
                <a:lnTo>
                  <a:pt x="14472" y="1389579"/>
                </a:lnTo>
                <a:close/>
                <a:lnTo>
                  <a:pt x="9648" y="1389579"/>
                </a:lnTo>
                <a:close/>
                <a:lnTo>
                  <a:pt x="4824" y="1389579"/>
                </a:lnTo>
                <a:close/>
                <a:lnTo>
                  <a:pt x="0" y="1389579"/>
                </a:lnTo>
                <a:close/>
                <a:lnTo>
                  <a:pt x="0" y="1389579"/>
                </a:lnTo>
                <a:close/>
              </a:path>
            </a:pathLst>
          </a:custGeom>
          <a:solidFill>
            <a:srgbClr val="C5DAE9">
              <a:alpha val="45000"/>
            </a:srgbClr>
          </a:solidFill>
          <a:ln w="12700">
            <a:solidFill>
              <a:srgbClr val="C5DAE9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658368" y="2748589"/>
            <a:ext cx="0" cy="1598016"/>
          </a:xfrm>
          <a:custGeom>
            <a:avLst/>
            <a:gdLst/>
            <a:ahLst/>
            <a:cxnLst/>
            <a:rect l="l" t="t" r="r" b="b"/>
            <a:pathLst>
              <a:path w="0" h="1598016">
                <a:moveTo>
                  <a:pt x="0" y="159801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658368" y="4346605"/>
            <a:ext cx="2889541" cy="0"/>
          </a:xfrm>
          <a:custGeom>
            <a:avLst/>
            <a:gdLst/>
            <a:ahLst/>
            <a:cxnLst/>
            <a:rect l="l" t="t" r="r" b="b"/>
            <a:pathLst>
              <a:path w="2889541" h="0">
                <a:moveTo>
                  <a:pt x="0" y="0"/>
                </a:moveTo>
                <a:lnTo>
                  <a:pt x="2889541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658368" y="2957026"/>
            <a:ext cx="2889541" cy="1389579"/>
          </a:xfrm>
          <a:custGeom>
            <a:avLst/>
            <a:gdLst/>
            <a:ahLst/>
            <a:cxnLst/>
            <a:rect l="l" t="t" r="r" b="b"/>
            <a:pathLst>
              <a:path w="2889541" h="1389579">
                <a:moveTo>
                  <a:pt x="0" y="1389579"/>
                </a:moveTo>
                <a:lnTo>
                  <a:pt x="926197" y="1388558"/>
                </a:lnTo>
                <a:close/>
                <a:lnTo>
                  <a:pt x="950317" y="1385357"/>
                </a:lnTo>
                <a:close/>
                <a:lnTo>
                  <a:pt x="969612" y="1380331"/>
                </a:lnTo>
                <a:close/>
                <a:lnTo>
                  <a:pt x="988908" y="1372264"/>
                </a:lnTo>
                <a:close/>
                <a:lnTo>
                  <a:pt x="1003380" y="1363149"/>
                </a:lnTo>
                <a:close/>
                <a:lnTo>
                  <a:pt x="1022676" y="1346636"/>
                </a:lnTo>
                <a:close/>
                <a:lnTo>
                  <a:pt x="1041971" y="1329722"/>
                </a:lnTo>
                <a:close/>
                <a:lnTo>
                  <a:pt x="1056443" y="1320865"/>
                </a:lnTo>
                <a:close/>
                <a:lnTo>
                  <a:pt x="1090211" y="1304368"/>
                </a:lnTo>
                <a:close/>
                <a:lnTo>
                  <a:pt x="1099859" y="1295150"/>
                </a:lnTo>
                <a:close/>
                <a:lnTo>
                  <a:pt x="1109507" y="1281906"/>
                </a:lnTo>
                <a:close/>
                <a:lnTo>
                  <a:pt x="1119155" y="1263639"/>
                </a:lnTo>
                <a:close/>
                <a:lnTo>
                  <a:pt x="1128802" y="1239563"/>
                </a:lnTo>
                <a:close/>
                <a:lnTo>
                  <a:pt x="1143274" y="1192721"/>
                </a:lnTo>
                <a:close/>
                <a:lnTo>
                  <a:pt x="1167394" y="1098831"/>
                </a:lnTo>
                <a:close/>
                <a:lnTo>
                  <a:pt x="1201162" y="961346"/>
                </a:lnTo>
                <a:close/>
                <a:lnTo>
                  <a:pt x="1234929" y="813405"/>
                </a:lnTo>
                <a:close/>
                <a:lnTo>
                  <a:pt x="1268697" y="681119"/>
                </a:lnTo>
                <a:close/>
                <a:lnTo>
                  <a:pt x="1283169" y="603632"/>
                </a:lnTo>
                <a:close/>
                <a:lnTo>
                  <a:pt x="1326584" y="343270"/>
                </a:lnTo>
                <a:close/>
                <a:lnTo>
                  <a:pt x="1374823" y="116851"/>
                </a:lnTo>
                <a:close/>
                <a:lnTo>
                  <a:pt x="1389295" y="58376"/>
                </a:lnTo>
                <a:close/>
                <a:lnTo>
                  <a:pt x="1398943" y="29785"/>
                </a:lnTo>
                <a:close/>
                <a:lnTo>
                  <a:pt x="1408591" y="11261"/>
                </a:lnTo>
                <a:close/>
                <a:lnTo>
                  <a:pt x="1418239" y="2163"/>
                </a:lnTo>
                <a:close/>
                <a:lnTo>
                  <a:pt x="1427887" y="0"/>
                </a:lnTo>
                <a:close/>
                <a:lnTo>
                  <a:pt x="1437535" y="1659"/>
                </a:lnTo>
                <a:close/>
                <a:lnTo>
                  <a:pt x="1452007" y="7619"/>
                </a:lnTo>
                <a:close/>
                <a:lnTo>
                  <a:pt x="1461654" y="14936"/>
                </a:lnTo>
                <a:close/>
                <a:lnTo>
                  <a:pt x="1471302" y="27352"/>
                </a:lnTo>
                <a:close/>
                <a:lnTo>
                  <a:pt x="1480950" y="46120"/>
                </a:lnTo>
                <a:close/>
                <a:lnTo>
                  <a:pt x="1495422" y="83890"/>
                </a:lnTo>
                <a:close/>
                <a:lnTo>
                  <a:pt x="1514718" y="142282"/>
                </a:lnTo>
                <a:close/>
                <a:lnTo>
                  <a:pt x="1524366" y="176756"/>
                </a:lnTo>
                <a:close/>
                <a:lnTo>
                  <a:pt x="1534014" y="220297"/>
                </a:lnTo>
                <a:close/>
                <a:lnTo>
                  <a:pt x="1543661" y="276982"/>
                </a:lnTo>
                <a:close/>
                <a:lnTo>
                  <a:pt x="1553309" y="348235"/>
                </a:lnTo>
                <a:close/>
                <a:lnTo>
                  <a:pt x="1567781" y="477790"/>
                </a:lnTo>
                <a:close/>
                <a:lnTo>
                  <a:pt x="1596725" y="751580"/>
                </a:lnTo>
                <a:close/>
                <a:lnTo>
                  <a:pt x="1611197" y="858339"/>
                </a:lnTo>
                <a:close/>
                <a:lnTo>
                  <a:pt x="1620845" y="913284"/>
                </a:lnTo>
                <a:close/>
                <a:lnTo>
                  <a:pt x="1630492" y="957179"/>
                </a:lnTo>
                <a:close/>
                <a:lnTo>
                  <a:pt x="1644964" y="1008101"/>
                </a:lnTo>
                <a:close/>
                <a:lnTo>
                  <a:pt x="1659436" y="1047591"/>
                </a:lnTo>
                <a:close/>
                <a:lnTo>
                  <a:pt x="1702852" y="1154173"/>
                </a:lnTo>
                <a:close/>
                <a:lnTo>
                  <a:pt x="1717323" y="1202628"/>
                </a:lnTo>
                <a:close/>
                <a:lnTo>
                  <a:pt x="1746267" y="1303448"/>
                </a:lnTo>
                <a:close/>
                <a:lnTo>
                  <a:pt x="1755915" y="1329354"/>
                </a:lnTo>
                <a:close/>
                <a:lnTo>
                  <a:pt x="1765563" y="1348992"/>
                </a:lnTo>
                <a:close/>
                <a:lnTo>
                  <a:pt x="1775211" y="1362601"/>
                </a:lnTo>
                <a:close/>
                <a:lnTo>
                  <a:pt x="1784859" y="1371288"/>
                </a:lnTo>
                <a:close/>
                <a:lnTo>
                  <a:pt x="1794506" y="1376518"/>
                </a:lnTo>
                <a:close/>
                <a:lnTo>
                  <a:pt x="1808978" y="1380767"/>
                </a:lnTo>
                <a:close/>
                <a:lnTo>
                  <a:pt x="1842746" y="1385905"/>
                </a:lnTo>
                <a:close/>
                <a:lnTo>
                  <a:pt x="1876513" y="1388939"/>
                </a:lnTo>
                <a:close/>
                <a:lnTo>
                  <a:pt x="1924753" y="1389576"/>
                </a:lnTo>
                <a:close/>
                <a:lnTo>
                  <a:pt x="2889541" y="1389579"/>
                </a:lnTo>
                <a:close/>
                <a:lnTo>
                  <a:pt x="2889541" y="1389579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754206" y="2545389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α slope−9−2 ( K) 10</a:t>
            </a:r>
          </a:p>
        </p:txBody>
      </p:sp>
      <p:sp>
        <p:nvSpPr>
          <p:cNvPr id="106" name="Freeform 105"/>
          <p:cNvSpPr/>
          <p:nvPr/>
        </p:nvSpPr>
        <p:spPr>
          <a:xfrm>
            <a:off x="1694301" y="2748589"/>
            <a:ext cx="0" cy="1598016"/>
          </a:xfrm>
          <a:custGeom>
            <a:avLst/>
            <a:gdLst/>
            <a:ahLst/>
            <a:cxnLst/>
            <a:rect l="l" t="t" r="r" b="b"/>
            <a:pathLst>
              <a:path w="0" h="1598016">
                <a:moveTo>
                  <a:pt x="0" y="1598016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414772" y="2748589"/>
            <a:ext cx="2889541" cy="1598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414772" y="4158067"/>
            <a:ext cx="2889541" cy="188538"/>
          </a:xfrm>
          <a:prstGeom prst="rect">
            <a:avLst/>
          </a:prstGeom>
          <a:solidFill>
            <a:srgbClr val="E8E8E8">
              <a:alpha val="85000"/>
            </a:srgbClr>
          </a:solidFill>
          <a:ln w="1016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4414772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414772" y="437213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111" name="Freeform 110"/>
          <p:cNvSpPr/>
          <p:nvPr/>
        </p:nvSpPr>
        <p:spPr>
          <a:xfrm>
            <a:off x="4775964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75964" y="437213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5</a:t>
            </a:r>
          </a:p>
        </p:txBody>
      </p:sp>
      <p:sp>
        <p:nvSpPr>
          <p:cNvPr id="113" name="Freeform 112"/>
          <p:cNvSpPr/>
          <p:nvPr/>
        </p:nvSpPr>
        <p:spPr>
          <a:xfrm>
            <a:off x="5137157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137157" y="437213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</a:t>
            </a:r>
          </a:p>
        </p:txBody>
      </p:sp>
      <p:sp>
        <p:nvSpPr>
          <p:cNvPr id="115" name="Freeform 114"/>
          <p:cNvSpPr/>
          <p:nvPr/>
        </p:nvSpPr>
        <p:spPr>
          <a:xfrm>
            <a:off x="5498350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498350" y="437213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15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5859542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859542" y="437213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20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6220735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20735" y="437213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25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6581928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581928" y="437213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30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6943120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943120" y="437213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35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7304313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304313" y="437213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40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46538" y="4532047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k ref−1−1 (WmK) ⋅⋅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4370322" y="434660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325872" y="425142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0.00</a:t>
            </a:r>
          </a:p>
        </p:txBody>
      </p:sp>
      <p:sp>
        <p:nvSpPr>
          <p:cNvPr id="130" name="Freeform 129"/>
          <p:cNvSpPr/>
          <p:nvPr/>
        </p:nvSpPr>
        <p:spPr>
          <a:xfrm>
            <a:off x="4370322" y="396952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325872" y="387434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0.05</a:t>
            </a:r>
          </a:p>
        </p:txBody>
      </p:sp>
      <p:sp>
        <p:nvSpPr>
          <p:cNvPr id="132" name="Freeform 131"/>
          <p:cNvSpPr/>
          <p:nvPr/>
        </p:nvSpPr>
        <p:spPr>
          <a:xfrm>
            <a:off x="4370322" y="35924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325872" y="349727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0.10</a:t>
            </a:r>
          </a:p>
        </p:txBody>
      </p:sp>
      <p:sp>
        <p:nvSpPr>
          <p:cNvPr id="134" name="Freeform 133"/>
          <p:cNvSpPr/>
          <p:nvPr/>
        </p:nvSpPr>
        <p:spPr>
          <a:xfrm>
            <a:off x="4370322" y="32153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325872" y="312019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0.15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4370322" y="283830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325872" y="274311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0.20</a:t>
            </a:r>
          </a:p>
        </p:txBody>
      </p:sp>
      <p:sp>
        <p:nvSpPr>
          <p:cNvPr id="138" name="TextBox 137"/>
          <p:cNvSpPr txBox="1"/>
          <p:nvPr/>
        </p:nvSpPr>
        <p:spPr>
          <a:xfrm rot="16200000">
            <a:off x="3452347" y="-4537880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Density</a:t>
            </a:r>
          </a:p>
        </p:txBody>
      </p:sp>
      <p:sp>
        <p:nvSpPr>
          <p:cNvPr id="139" name="Freeform 138"/>
          <p:cNvSpPr/>
          <p:nvPr/>
        </p:nvSpPr>
        <p:spPr>
          <a:xfrm>
            <a:off x="4414772" y="2957026"/>
            <a:ext cx="2889541" cy="1389579"/>
          </a:xfrm>
          <a:custGeom>
            <a:avLst/>
            <a:gdLst/>
            <a:ahLst/>
            <a:cxnLst/>
            <a:rect l="l" t="t" r="r" b="b"/>
            <a:pathLst>
              <a:path w="2889541" h="1389579">
                <a:moveTo>
                  <a:pt x="0" y="1389579"/>
                </a:moveTo>
                <a:lnTo>
                  <a:pt x="0" y="1389579"/>
                </a:lnTo>
                <a:close/>
                <a:lnTo>
                  <a:pt x="4824" y="1389579"/>
                </a:lnTo>
                <a:close/>
                <a:lnTo>
                  <a:pt x="9648" y="1389579"/>
                </a:lnTo>
                <a:close/>
                <a:lnTo>
                  <a:pt x="14471" y="1389579"/>
                </a:lnTo>
                <a:close/>
                <a:lnTo>
                  <a:pt x="19295" y="1389579"/>
                </a:lnTo>
                <a:close/>
                <a:lnTo>
                  <a:pt x="24119" y="1389579"/>
                </a:lnTo>
                <a:close/>
                <a:lnTo>
                  <a:pt x="28943" y="1389579"/>
                </a:lnTo>
                <a:close/>
                <a:lnTo>
                  <a:pt x="33767" y="1389579"/>
                </a:lnTo>
                <a:close/>
                <a:lnTo>
                  <a:pt x="38591" y="1389579"/>
                </a:lnTo>
                <a:close/>
                <a:lnTo>
                  <a:pt x="43415" y="1389579"/>
                </a:lnTo>
                <a:close/>
                <a:lnTo>
                  <a:pt x="48239" y="1389579"/>
                </a:lnTo>
                <a:close/>
                <a:lnTo>
                  <a:pt x="53063" y="1389579"/>
                </a:lnTo>
                <a:close/>
                <a:lnTo>
                  <a:pt x="57887" y="1389579"/>
                </a:lnTo>
                <a:close/>
                <a:lnTo>
                  <a:pt x="62711" y="1389579"/>
                </a:lnTo>
                <a:close/>
                <a:lnTo>
                  <a:pt x="67535" y="1389579"/>
                </a:lnTo>
                <a:close/>
                <a:lnTo>
                  <a:pt x="72359" y="1389579"/>
                </a:lnTo>
                <a:close/>
                <a:lnTo>
                  <a:pt x="77183" y="1389579"/>
                </a:lnTo>
                <a:close/>
                <a:lnTo>
                  <a:pt x="82007" y="1389579"/>
                </a:lnTo>
                <a:close/>
                <a:lnTo>
                  <a:pt x="86831" y="1389579"/>
                </a:lnTo>
                <a:close/>
                <a:lnTo>
                  <a:pt x="91655" y="1389579"/>
                </a:lnTo>
                <a:close/>
                <a:lnTo>
                  <a:pt x="96479" y="1389579"/>
                </a:lnTo>
                <a:close/>
                <a:lnTo>
                  <a:pt x="101302" y="1389579"/>
                </a:lnTo>
                <a:close/>
                <a:lnTo>
                  <a:pt x="106126" y="1389579"/>
                </a:lnTo>
                <a:close/>
                <a:lnTo>
                  <a:pt x="110950" y="1389579"/>
                </a:lnTo>
                <a:close/>
                <a:lnTo>
                  <a:pt x="115774" y="1389579"/>
                </a:lnTo>
                <a:close/>
                <a:lnTo>
                  <a:pt x="120598" y="1389579"/>
                </a:lnTo>
                <a:close/>
                <a:lnTo>
                  <a:pt x="125422" y="1389579"/>
                </a:lnTo>
                <a:close/>
                <a:lnTo>
                  <a:pt x="130246" y="1389579"/>
                </a:lnTo>
                <a:close/>
                <a:lnTo>
                  <a:pt x="135070" y="1389579"/>
                </a:lnTo>
                <a:close/>
                <a:lnTo>
                  <a:pt x="139894" y="1389579"/>
                </a:lnTo>
                <a:close/>
                <a:lnTo>
                  <a:pt x="144718" y="1389579"/>
                </a:lnTo>
                <a:close/>
                <a:lnTo>
                  <a:pt x="149542" y="1389579"/>
                </a:lnTo>
                <a:close/>
                <a:lnTo>
                  <a:pt x="154366" y="1389579"/>
                </a:lnTo>
                <a:close/>
                <a:lnTo>
                  <a:pt x="159190" y="1389579"/>
                </a:lnTo>
                <a:close/>
                <a:lnTo>
                  <a:pt x="164014" y="1389579"/>
                </a:lnTo>
                <a:close/>
                <a:lnTo>
                  <a:pt x="168838" y="1389579"/>
                </a:lnTo>
                <a:close/>
                <a:lnTo>
                  <a:pt x="173662" y="1389579"/>
                </a:lnTo>
                <a:close/>
                <a:lnTo>
                  <a:pt x="178486" y="1389579"/>
                </a:lnTo>
                <a:close/>
                <a:lnTo>
                  <a:pt x="183309" y="1389579"/>
                </a:lnTo>
                <a:close/>
                <a:lnTo>
                  <a:pt x="188133" y="1389579"/>
                </a:lnTo>
                <a:close/>
                <a:lnTo>
                  <a:pt x="192957" y="1389579"/>
                </a:lnTo>
                <a:close/>
                <a:lnTo>
                  <a:pt x="197781" y="1389579"/>
                </a:lnTo>
                <a:close/>
                <a:lnTo>
                  <a:pt x="202605" y="1389579"/>
                </a:lnTo>
                <a:close/>
                <a:lnTo>
                  <a:pt x="207429" y="1389579"/>
                </a:lnTo>
                <a:close/>
                <a:lnTo>
                  <a:pt x="212253" y="1389579"/>
                </a:lnTo>
                <a:close/>
                <a:lnTo>
                  <a:pt x="217077" y="1389579"/>
                </a:lnTo>
                <a:close/>
                <a:lnTo>
                  <a:pt x="221901" y="1389579"/>
                </a:lnTo>
                <a:close/>
                <a:lnTo>
                  <a:pt x="226725" y="1389579"/>
                </a:lnTo>
                <a:close/>
                <a:lnTo>
                  <a:pt x="231549" y="1389579"/>
                </a:lnTo>
                <a:close/>
                <a:lnTo>
                  <a:pt x="236373" y="1389579"/>
                </a:lnTo>
                <a:close/>
                <a:lnTo>
                  <a:pt x="241197" y="1389579"/>
                </a:lnTo>
                <a:close/>
                <a:lnTo>
                  <a:pt x="246021" y="1389579"/>
                </a:lnTo>
                <a:close/>
                <a:lnTo>
                  <a:pt x="250845" y="1389579"/>
                </a:lnTo>
                <a:close/>
                <a:lnTo>
                  <a:pt x="255669" y="1389579"/>
                </a:lnTo>
                <a:close/>
                <a:lnTo>
                  <a:pt x="260493" y="1389579"/>
                </a:lnTo>
                <a:close/>
                <a:lnTo>
                  <a:pt x="265316" y="1389579"/>
                </a:lnTo>
                <a:close/>
                <a:lnTo>
                  <a:pt x="270140" y="1389579"/>
                </a:lnTo>
                <a:close/>
                <a:lnTo>
                  <a:pt x="274964" y="1389579"/>
                </a:lnTo>
                <a:close/>
                <a:lnTo>
                  <a:pt x="279788" y="1389579"/>
                </a:lnTo>
                <a:close/>
                <a:lnTo>
                  <a:pt x="284612" y="1389579"/>
                </a:lnTo>
                <a:close/>
                <a:lnTo>
                  <a:pt x="289436" y="1389579"/>
                </a:lnTo>
                <a:close/>
                <a:lnTo>
                  <a:pt x="294260" y="1389579"/>
                </a:lnTo>
                <a:close/>
                <a:lnTo>
                  <a:pt x="299084" y="1389579"/>
                </a:lnTo>
                <a:close/>
                <a:lnTo>
                  <a:pt x="303908" y="1389579"/>
                </a:lnTo>
                <a:close/>
                <a:lnTo>
                  <a:pt x="308732" y="1389579"/>
                </a:lnTo>
                <a:close/>
                <a:lnTo>
                  <a:pt x="313556" y="1389579"/>
                </a:lnTo>
                <a:close/>
                <a:lnTo>
                  <a:pt x="318380" y="1389579"/>
                </a:lnTo>
                <a:close/>
                <a:lnTo>
                  <a:pt x="323204" y="1389579"/>
                </a:lnTo>
                <a:close/>
                <a:lnTo>
                  <a:pt x="328028" y="1389579"/>
                </a:lnTo>
                <a:close/>
                <a:lnTo>
                  <a:pt x="332852" y="1389579"/>
                </a:lnTo>
                <a:close/>
                <a:lnTo>
                  <a:pt x="337676" y="1389579"/>
                </a:lnTo>
                <a:close/>
                <a:lnTo>
                  <a:pt x="342500" y="1389579"/>
                </a:lnTo>
                <a:close/>
                <a:lnTo>
                  <a:pt x="347323" y="1389579"/>
                </a:lnTo>
                <a:close/>
                <a:lnTo>
                  <a:pt x="352147" y="1389579"/>
                </a:lnTo>
                <a:close/>
                <a:lnTo>
                  <a:pt x="356971" y="1389579"/>
                </a:lnTo>
                <a:close/>
                <a:lnTo>
                  <a:pt x="361795" y="1389579"/>
                </a:lnTo>
                <a:close/>
                <a:lnTo>
                  <a:pt x="366619" y="1389579"/>
                </a:lnTo>
                <a:close/>
                <a:lnTo>
                  <a:pt x="371443" y="1389579"/>
                </a:lnTo>
                <a:close/>
                <a:lnTo>
                  <a:pt x="376267" y="1389579"/>
                </a:lnTo>
                <a:close/>
                <a:lnTo>
                  <a:pt x="381091" y="1389579"/>
                </a:lnTo>
                <a:close/>
                <a:lnTo>
                  <a:pt x="385915" y="1389579"/>
                </a:lnTo>
                <a:close/>
                <a:lnTo>
                  <a:pt x="390739" y="1389579"/>
                </a:lnTo>
                <a:close/>
                <a:lnTo>
                  <a:pt x="395563" y="1389579"/>
                </a:lnTo>
                <a:close/>
                <a:lnTo>
                  <a:pt x="400387" y="1389579"/>
                </a:lnTo>
                <a:close/>
                <a:lnTo>
                  <a:pt x="405211" y="1389579"/>
                </a:lnTo>
                <a:close/>
                <a:lnTo>
                  <a:pt x="410035" y="1389579"/>
                </a:lnTo>
                <a:close/>
                <a:lnTo>
                  <a:pt x="414859" y="1389579"/>
                </a:lnTo>
                <a:close/>
                <a:lnTo>
                  <a:pt x="419683" y="1389579"/>
                </a:lnTo>
                <a:close/>
                <a:lnTo>
                  <a:pt x="424507" y="1389579"/>
                </a:lnTo>
                <a:close/>
                <a:lnTo>
                  <a:pt x="429331" y="1389579"/>
                </a:lnTo>
                <a:close/>
                <a:lnTo>
                  <a:pt x="434154" y="1389579"/>
                </a:lnTo>
                <a:close/>
                <a:lnTo>
                  <a:pt x="438978" y="1389579"/>
                </a:lnTo>
                <a:close/>
                <a:lnTo>
                  <a:pt x="443802" y="1389579"/>
                </a:lnTo>
                <a:close/>
                <a:lnTo>
                  <a:pt x="448626" y="1389579"/>
                </a:lnTo>
                <a:close/>
                <a:lnTo>
                  <a:pt x="453450" y="1389579"/>
                </a:lnTo>
                <a:close/>
                <a:lnTo>
                  <a:pt x="458274" y="1389579"/>
                </a:lnTo>
                <a:close/>
                <a:lnTo>
                  <a:pt x="463098" y="1389579"/>
                </a:lnTo>
                <a:close/>
                <a:lnTo>
                  <a:pt x="467922" y="1389579"/>
                </a:lnTo>
                <a:close/>
                <a:lnTo>
                  <a:pt x="472746" y="1389579"/>
                </a:lnTo>
                <a:close/>
                <a:lnTo>
                  <a:pt x="477570" y="1389579"/>
                </a:lnTo>
                <a:close/>
                <a:lnTo>
                  <a:pt x="482394" y="1389579"/>
                </a:lnTo>
                <a:close/>
                <a:lnTo>
                  <a:pt x="487218" y="1389579"/>
                </a:lnTo>
                <a:close/>
                <a:lnTo>
                  <a:pt x="492042" y="1389579"/>
                </a:lnTo>
                <a:close/>
                <a:lnTo>
                  <a:pt x="496866" y="1389579"/>
                </a:lnTo>
                <a:close/>
                <a:lnTo>
                  <a:pt x="501690" y="1389579"/>
                </a:lnTo>
                <a:close/>
                <a:lnTo>
                  <a:pt x="506514" y="1389579"/>
                </a:lnTo>
                <a:close/>
                <a:lnTo>
                  <a:pt x="511338" y="1389579"/>
                </a:lnTo>
                <a:close/>
                <a:lnTo>
                  <a:pt x="516161" y="1389579"/>
                </a:lnTo>
                <a:close/>
                <a:lnTo>
                  <a:pt x="520985" y="1389579"/>
                </a:lnTo>
                <a:close/>
                <a:lnTo>
                  <a:pt x="525809" y="1389579"/>
                </a:lnTo>
                <a:close/>
                <a:lnTo>
                  <a:pt x="530633" y="1389579"/>
                </a:lnTo>
                <a:close/>
                <a:lnTo>
                  <a:pt x="535457" y="1389579"/>
                </a:lnTo>
                <a:close/>
                <a:lnTo>
                  <a:pt x="540281" y="1389579"/>
                </a:lnTo>
                <a:close/>
                <a:lnTo>
                  <a:pt x="545105" y="1389579"/>
                </a:lnTo>
                <a:close/>
                <a:lnTo>
                  <a:pt x="549929" y="1389579"/>
                </a:lnTo>
                <a:close/>
                <a:lnTo>
                  <a:pt x="554753" y="1389579"/>
                </a:lnTo>
                <a:close/>
                <a:lnTo>
                  <a:pt x="559577" y="1389579"/>
                </a:lnTo>
                <a:close/>
                <a:lnTo>
                  <a:pt x="564401" y="1389579"/>
                </a:lnTo>
                <a:close/>
                <a:lnTo>
                  <a:pt x="569225" y="1389579"/>
                </a:lnTo>
                <a:close/>
                <a:lnTo>
                  <a:pt x="574049" y="1389579"/>
                </a:lnTo>
                <a:close/>
                <a:lnTo>
                  <a:pt x="578873" y="1389579"/>
                </a:lnTo>
                <a:close/>
                <a:lnTo>
                  <a:pt x="583697" y="1389579"/>
                </a:lnTo>
                <a:close/>
                <a:lnTo>
                  <a:pt x="588521" y="1389579"/>
                </a:lnTo>
                <a:close/>
                <a:lnTo>
                  <a:pt x="593345" y="1389579"/>
                </a:lnTo>
                <a:close/>
                <a:lnTo>
                  <a:pt x="598168" y="1389579"/>
                </a:lnTo>
                <a:close/>
                <a:lnTo>
                  <a:pt x="602992" y="1389579"/>
                </a:lnTo>
                <a:close/>
                <a:lnTo>
                  <a:pt x="607816" y="1389579"/>
                </a:lnTo>
                <a:close/>
                <a:lnTo>
                  <a:pt x="612640" y="1389579"/>
                </a:lnTo>
                <a:close/>
                <a:lnTo>
                  <a:pt x="617464" y="1389579"/>
                </a:lnTo>
                <a:close/>
                <a:lnTo>
                  <a:pt x="622288" y="1389579"/>
                </a:lnTo>
                <a:close/>
                <a:lnTo>
                  <a:pt x="627112" y="1389579"/>
                </a:lnTo>
                <a:close/>
                <a:lnTo>
                  <a:pt x="631936" y="1389579"/>
                </a:lnTo>
                <a:close/>
                <a:lnTo>
                  <a:pt x="636760" y="1389579"/>
                </a:lnTo>
                <a:close/>
                <a:lnTo>
                  <a:pt x="641584" y="1389579"/>
                </a:lnTo>
                <a:close/>
                <a:lnTo>
                  <a:pt x="646408" y="1389579"/>
                </a:lnTo>
                <a:close/>
                <a:lnTo>
                  <a:pt x="651232" y="1389579"/>
                </a:lnTo>
                <a:close/>
                <a:lnTo>
                  <a:pt x="656056" y="1389579"/>
                </a:lnTo>
                <a:close/>
                <a:lnTo>
                  <a:pt x="660880" y="1389579"/>
                </a:lnTo>
                <a:close/>
                <a:lnTo>
                  <a:pt x="665704" y="1389579"/>
                </a:lnTo>
                <a:close/>
                <a:lnTo>
                  <a:pt x="670528" y="1389579"/>
                </a:lnTo>
                <a:close/>
                <a:lnTo>
                  <a:pt x="675352" y="1389579"/>
                </a:lnTo>
                <a:close/>
                <a:lnTo>
                  <a:pt x="680175" y="1389579"/>
                </a:lnTo>
                <a:close/>
                <a:lnTo>
                  <a:pt x="684999" y="1389579"/>
                </a:lnTo>
                <a:close/>
                <a:lnTo>
                  <a:pt x="689823" y="1389579"/>
                </a:lnTo>
                <a:close/>
                <a:lnTo>
                  <a:pt x="694647" y="1389579"/>
                </a:lnTo>
                <a:close/>
                <a:lnTo>
                  <a:pt x="699471" y="1389579"/>
                </a:lnTo>
                <a:close/>
                <a:lnTo>
                  <a:pt x="704295" y="1389579"/>
                </a:lnTo>
                <a:close/>
                <a:lnTo>
                  <a:pt x="709119" y="1389579"/>
                </a:lnTo>
                <a:close/>
                <a:lnTo>
                  <a:pt x="713943" y="1389579"/>
                </a:lnTo>
                <a:close/>
                <a:lnTo>
                  <a:pt x="718767" y="1389579"/>
                </a:lnTo>
                <a:close/>
                <a:lnTo>
                  <a:pt x="723591" y="1389579"/>
                </a:lnTo>
                <a:close/>
                <a:lnTo>
                  <a:pt x="728415" y="1389579"/>
                </a:lnTo>
                <a:close/>
                <a:lnTo>
                  <a:pt x="733239" y="1389579"/>
                </a:lnTo>
                <a:close/>
                <a:lnTo>
                  <a:pt x="738063" y="1389579"/>
                </a:lnTo>
                <a:close/>
                <a:lnTo>
                  <a:pt x="742887" y="1389579"/>
                </a:lnTo>
                <a:close/>
                <a:lnTo>
                  <a:pt x="747711" y="1389579"/>
                </a:lnTo>
                <a:close/>
                <a:lnTo>
                  <a:pt x="752535" y="1389579"/>
                </a:lnTo>
                <a:close/>
                <a:lnTo>
                  <a:pt x="757359" y="1389579"/>
                </a:lnTo>
                <a:close/>
                <a:lnTo>
                  <a:pt x="762183" y="1389579"/>
                </a:lnTo>
                <a:close/>
                <a:lnTo>
                  <a:pt x="767006" y="1389579"/>
                </a:lnTo>
                <a:close/>
                <a:lnTo>
                  <a:pt x="771830" y="1389579"/>
                </a:lnTo>
                <a:close/>
                <a:lnTo>
                  <a:pt x="776654" y="1389579"/>
                </a:lnTo>
                <a:close/>
                <a:lnTo>
                  <a:pt x="781478" y="1389579"/>
                </a:lnTo>
                <a:close/>
                <a:lnTo>
                  <a:pt x="786302" y="1389579"/>
                </a:lnTo>
                <a:close/>
                <a:lnTo>
                  <a:pt x="791126" y="1389579"/>
                </a:lnTo>
                <a:close/>
                <a:lnTo>
                  <a:pt x="795950" y="1389579"/>
                </a:lnTo>
                <a:close/>
                <a:lnTo>
                  <a:pt x="800774" y="1389579"/>
                </a:lnTo>
                <a:close/>
                <a:lnTo>
                  <a:pt x="805598" y="1389579"/>
                </a:lnTo>
                <a:close/>
                <a:lnTo>
                  <a:pt x="810422" y="1389579"/>
                </a:lnTo>
                <a:close/>
                <a:lnTo>
                  <a:pt x="815246" y="1389579"/>
                </a:lnTo>
                <a:close/>
                <a:lnTo>
                  <a:pt x="820070" y="1389579"/>
                </a:lnTo>
                <a:close/>
                <a:lnTo>
                  <a:pt x="824894" y="1389579"/>
                </a:lnTo>
                <a:close/>
                <a:lnTo>
                  <a:pt x="829718" y="1389579"/>
                </a:lnTo>
                <a:close/>
                <a:lnTo>
                  <a:pt x="834542" y="1389579"/>
                </a:lnTo>
                <a:close/>
                <a:lnTo>
                  <a:pt x="839366" y="1389579"/>
                </a:lnTo>
                <a:close/>
                <a:lnTo>
                  <a:pt x="844190" y="1389579"/>
                </a:lnTo>
                <a:close/>
                <a:lnTo>
                  <a:pt x="849013" y="1389579"/>
                </a:lnTo>
                <a:close/>
                <a:lnTo>
                  <a:pt x="853837" y="1389579"/>
                </a:lnTo>
                <a:close/>
                <a:lnTo>
                  <a:pt x="858661" y="1389579"/>
                </a:lnTo>
                <a:close/>
                <a:lnTo>
                  <a:pt x="863485" y="1389579"/>
                </a:lnTo>
                <a:close/>
                <a:lnTo>
                  <a:pt x="868309" y="1389579"/>
                </a:lnTo>
                <a:close/>
                <a:lnTo>
                  <a:pt x="873133" y="1389579"/>
                </a:lnTo>
                <a:close/>
                <a:lnTo>
                  <a:pt x="877957" y="1389579"/>
                </a:lnTo>
                <a:close/>
                <a:lnTo>
                  <a:pt x="882781" y="1389579"/>
                </a:lnTo>
                <a:close/>
                <a:lnTo>
                  <a:pt x="887605" y="1389579"/>
                </a:lnTo>
                <a:close/>
                <a:lnTo>
                  <a:pt x="892429" y="1389579"/>
                </a:lnTo>
                <a:close/>
                <a:lnTo>
                  <a:pt x="897253" y="1389579"/>
                </a:lnTo>
                <a:close/>
                <a:lnTo>
                  <a:pt x="902077" y="1389579"/>
                </a:lnTo>
                <a:close/>
                <a:lnTo>
                  <a:pt x="906901" y="1389579"/>
                </a:lnTo>
                <a:close/>
                <a:lnTo>
                  <a:pt x="911725" y="1389579"/>
                </a:lnTo>
                <a:close/>
                <a:lnTo>
                  <a:pt x="916549" y="1389579"/>
                </a:lnTo>
                <a:close/>
                <a:lnTo>
                  <a:pt x="921373" y="1389579"/>
                </a:lnTo>
                <a:close/>
                <a:lnTo>
                  <a:pt x="926197" y="1389579"/>
                </a:lnTo>
                <a:close/>
                <a:lnTo>
                  <a:pt x="931020" y="1389579"/>
                </a:lnTo>
                <a:close/>
                <a:lnTo>
                  <a:pt x="935844" y="1389579"/>
                </a:lnTo>
                <a:close/>
                <a:lnTo>
                  <a:pt x="940668" y="1389579"/>
                </a:lnTo>
                <a:close/>
                <a:lnTo>
                  <a:pt x="945492" y="1389579"/>
                </a:lnTo>
                <a:close/>
                <a:lnTo>
                  <a:pt x="950316" y="1389579"/>
                </a:lnTo>
                <a:close/>
                <a:lnTo>
                  <a:pt x="955140" y="1389579"/>
                </a:lnTo>
                <a:close/>
                <a:lnTo>
                  <a:pt x="959964" y="1389579"/>
                </a:lnTo>
                <a:close/>
                <a:lnTo>
                  <a:pt x="964788" y="1389579"/>
                </a:lnTo>
                <a:close/>
                <a:lnTo>
                  <a:pt x="969612" y="1389579"/>
                </a:lnTo>
                <a:close/>
                <a:lnTo>
                  <a:pt x="974436" y="1389579"/>
                </a:lnTo>
                <a:close/>
                <a:lnTo>
                  <a:pt x="979260" y="1389579"/>
                </a:lnTo>
                <a:close/>
                <a:lnTo>
                  <a:pt x="984084" y="1389579"/>
                </a:lnTo>
                <a:close/>
                <a:lnTo>
                  <a:pt x="988908" y="1389579"/>
                </a:lnTo>
                <a:close/>
                <a:lnTo>
                  <a:pt x="993732" y="1389579"/>
                </a:lnTo>
                <a:close/>
                <a:lnTo>
                  <a:pt x="998556" y="1389579"/>
                </a:lnTo>
                <a:close/>
                <a:lnTo>
                  <a:pt x="1003380" y="1389579"/>
                </a:lnTo>
                <a:close/>
                <a:lnTo>
                  <a:pt x="1008204" y="1389579"/>
                </a:lnTo>
                <a:close/>
                <a:lnTo>
                  <a:pt x="1013027" y="1389579"/>
                </a:lnTo>
                <a:close/>
                <a:lnTo>
                  <a:pt x="1017851" y="1389579"/>
                </a:lnTo>
                <a:close/>
                <a:lnTo>
                  <a:pt x="1022675" y="1389579"/>
                </a:lnTo>
                <a:close/>
                <a:lnTo>
                  <a:pt x="1027499" y="1389579"/>
                </a:lnTo>
                <a:close/>
                <a:lnTo>
                  <a:pt x="1032323" y="1389579"/>
                </a:lnTo>
                <a:close/>
                <a:lnTo>
                  <a:pt x="1037147" y="1389579"/>
                </a:lnTo>
                <a:close/>
                <a:lnTo>
                  <a:pt x="1041971" y="1389579"/>
                </a:lnTo>
                <a:close/>
                <a:lnTo>
                  <a:pt x="1046795" y="1389579"/>
                </a:lnTo>
                <a:close/>
                <a:lnTo>
                  <a:pt x="1051619" y="1389579"/>
                </a:lnTo>
                <a:close/>
                <a:lnTo>
                  <a:pt x="1056443" y="1389579"/>
                </a:lnTo>
                <a:close/>
                <a:lnTo>
                  <a:pt x="1061267" y="1389579"/>
                </a:lnTo>
                <a:close/>
                <a:lnTo>
                  <a:pt x="1066091" y="1389579"/>
                </a:lnTo>
                <a:close/>
                <a:lnTo>
                  <a:pt x="1070915" y="1389579"/>
                </a:lnTo>
                <a:close/>
                <a:lnTo>
                  <a:pt x="1075739" y="1389579"/>
                </a:lnTo>
                <a:close/>
                <a:lnTo>
                  <a:pt x="1080563" y="1389579"/>
                </a:lnTo>
                <a:close/>
                <a:lnTo>
                  <a:pt x="1085387" y="1389579"/>
                </a:lnTo>
                <a:close/>
                <a:lnTo>
                  <a:pt x="1090211" y="1389579"/>
                </a:lnTo>
                <a:close/>
                <a:lnTo>
                  <a:pt x="1095035" y="1389579"/>
                </a:lnTo>
                <a:close/>
                <a:lnTo>
                  <a:pt x="1099858" y="1389579"/>
                </a:lnTo>
                <a:close/>
                <a:lnTo>
                  <a:pt x="1104682" y="1389579"/>
                </a:lnTo>
                <a:close/>
                <a:lnTo>
                  <a:pt x="1109506" y="1389579"/>
                </a:lnTo>
                <a:close/>
                <a:lnTo>
                  <a:pt x="1114330" y="1389579"/>
                </a:lnTo>
                <a:close/>
                <a:lnTo>
                  <a:pt x="1119154" y="1389579"/>
                </a:lnTo>
                <a:close/>
                <a:lnTo>
                  <a:pt x="1123978" y="1389579"/>
                </a:lnTo>
                <a:close/>
                <a:lnTo>
                  <a:pt x="1128802" y="1389579"/>
                </a:lnTo>
                <a:close/>
                <a:lnTo>
                  <a:pt x="1133626" y="1389579"/>
                </a:lnTo>
                <a:close/>
                <a:lnTo>
                  <a:pt x="1138450" y="1389579"/>
                </a:lnTo>
                <a:close/>
                <a:lnTo>
                  <a:pt x="1143274" y="1389579"/>
                </a:lnTo>
                <a:close/>
                <a:lnTo>
                  <a:pt x="1148098" y="1389579"/>
                </a:lnTo>
                <a:close/>
                <a:lnTo>
                  <a:pt x="1152922" y="1389579"/>
                </a:lnTo>
                <a:close/>
                <a:lnTo>
                  <a:pt x="1157746" y="1389579"/>
                </a:lnTo>
                <a:close/>
                <a:lnTo>
                  <a:pt x="1162570" y="1389579"/>
                </a:lnTo>
                <a:close/>
                <a:lnTo>
                  <a:pt x="1167394" y="1389579"/>
                </a:lnTo>
                <a:close/>
                <a:lnTo>
                  <a:pt x="1172218" y="1389579"/>
                </a:lnTo>
                <a:close/>
                <a:lnTo>
                  <a:pt x="1177042" y="1389579"/>
                </a:lnTo>
                <a:close/>
                <a:lnTo>
                  <a:pt x="1181865" y="1389579"/>
                </a:lnTo>
                <a:close/>
                <a:lnTo>
                  <a:pt x="1186689" y="1389579"/>
                </a:lnTo>
                <a:close/>
                <a:lnTo>
                  <a:pt x="1191513" y="1389579"/>
                </a:lnTo>
                <a:close/>
                <a:lnTo>
                  <a:pt x="1196337" y="1389579"/>
                </a:lnTo>
                <a:close/>
                <a:lnTo>
                  <a:pt x="1201161" y="1389579"/>
                </a:lnTo>
                <a:close/>
                <a:lnTo>
                  <a:pt x="1205985" y="1389579"/>
                </a:lnTo>
                <a:close/>
                <a:lnTo>
                  <a:pt x="1210809" y="1389579"/>
                </a:lnTo>
                <a:close/>
                <a:lnTo>
                  <a:pt x="1215633" y="1389579"/>
                </a:lnTo>
                <a:close/>
                <a:lnTo>
                  <a:pt x="1220457" y="1389579"/>
                </a:lnTo>
                <a:close/>
                <a:lnTo>
                  <a:pt x="1225281" y="1389579"/>
                </a:lnTo>
                <a:close/>
                <a:lnTo>
                  <a:pt x="1230105" y="1389579"/>
                </a:lnTo>
                <a:close/>
                <a:lnTo>
                  <a:pt x="1234929" y="1389579"/>
                </a:lnTo>
                <a:close/>
                <a:lnTo>
                  <a:pt x="1239753" y="1389579"/>
                </a:lnTo>
                <a:close/>
                <a:lnTo>
                  <a:pt x="1244577" y="1389579"/>
                </a:lnTo>
                <a:close/>
                <a:lnTo>
                  <a:pt x="1249401" y="1389579"/>
                </a:lnTo>
                <a:close/>
                <a:lnTo>
                  <a:pt x="1254225" y="1389577"/>
                </a:lnTo>
                <a:close/>
                <a:lnTo>
                  <a:pt x="1259049" y="1389575"/>
                </a:lnTo>
                <a:close/>
                <a:lnTo>
                  <a:pt x="1263872" y="1389572"/>
                </a:lnTo>
                <a:close/>
                <a:lnTo>
                  <a:pt x="1268696" y="1389565"/>
                </a:lnTo>
                <a:close/>
                <a:lnTo>
                  <a:pt x="1273520" y="1389554"/>
                </a:lnTo>
                <a:close/>
                <a:lnTo>
                  <a:pt x="1278344" y="1389534"/>
                </a:lnTo>
                <a:close/>
                <a:lnTo>
                  <a:pt x="1283168" y="1389503"/>
                </a:lnTo>
                <a:close/>
                <a:lnTo>
                  <a:pt x="1287992" y="1389455"/>
                </a:lnTo>
                <a:close/>
                <a:lnTo>
                  <a:pt x="1292816" y="1389383"/>
                </a:lnTo>
                <a:close/>
                <a:lnTo>
                  <a:pt x="1297640" y="1389279"/>
                </a:lnTo>
                <a:close/>
                <a:lnTo>
                  <a:pt x="1302464" y="1389136"/>
                </a:lnTo>
                <a:close/>
                <a:lnTo>
                  <a:pt x="1307288" y="1388946"/>
                </a:lnTo>
                <a:close/>
                <a:lnTo>
                  <a:pt x="1312112" y="1388705"/>
                </a:lnTo>
                <a:close/>
                <a:lnTo>
                  <a:pt x="1316936" y="1388413"/>
                </a:lnTo>
                <a:close/>
                <a:lnTo>
                  <a:pt x="1321760" y="1388073"/>
                </a:lnTo>
                <a:close/>
                <a:lnTo>
                  <a:pt x="1326584" y="1387696"/>
                </a:lnTo>
                <a:close/>
                <a:lnTo>
                  <a:pt x="1331408" y="1387301"/>
                </a:lnTo>
                <a:close/>
                <a:lnTo>
                  <a:pt x="1336232" y="1386909"/>
                </a:lnTo>
                <a:close/>
                <a:lnTo>
                  <a:pt x="1341056" y="1386542"/>
                </a:lnTo>
                <a:close/>
                <a:lnTo>
                  <a:pt x="1345879" y="1386224"/>
                </a:lnTo>
                <a:close/>
                <a:lnTo>
                  <a:pt x="1350703" y="1385967"/>
                </a:lnTo>
                <a:close/>
                <a:lnTo>
                  <a:pt x="1355527" y="1385775"/>
                </a:lnTo>
                <a:close/>
                <a:lnTo>
                  <a:pt x="1360351" y="1385639"/>
                </a:lnTo>
                <a:close/>
                <a:lnTo>
                  <a:pt x="1365175" y="1385534"/>
                </a:lnTo>
                <a:close/>
                <a:lnTo>
                  <a:pt x="1369999" y="1385425"/>
                </a:lnTo>
                <a:close/>
                <a:lnTo>
                  <a:pt x="1374823" y="1385266"/>
                </a:lnTo>
                <a:close/>
                <a:lnTo>
                  <a:pt x="1379647" y="1385009"/>
                </a:lnTo>
                <a:close/>
                <a:lnTo>
                  <a:pt x="1384471" y="1384609"/>
                </a:lnTo>
                <a:close/>
                <a:lnTo>
                  <a:pt x="1389295" y="1384023"/>
                </a:lnTo>
                <a:close/>
                <a:lnTo>
                  <a:pt x="1394119" y="1383219"/>
                </a:lnTo>
                <a:close/>
                <a:lnTo>
                  <a:pt x="1398943" y="1382171"/>
                </a:lnTo>
                <a:close/>
                <a:lnTo>
                  <a:pt x="1403767" y="1380858"/>
                </a:lnTo>
                <a:close/>
                <a:lnTo>
                  <a:pt x="1408591" y="1379258"/>
                </a:lnTo>
                <a:close/>
                <a:lnTo>
                  <a:pt x="1413415" y="1377342"/>
                </a:lnTo>
                <a:close/>
                <a:lnTo>
                  <a:pt x="1418239" y="1375076"/>
                </a:lnTo>
                <a:close/>
                <a:lnTo>
                  <a:pt x="1423063" y="1372415"/>
                </a:lnTo>
                <a:close/>
                <a:lnTo>
                  <a:pt x="1427887" y="1369304"/>
                </a:lnTo>
                <a:close/>
                <a:lnTo>
                  <a:pt x="1432710" y="1365690"/>
                </a:lnTo>
                <a:close/>
                <a:lnTo>
                  <a:pt x="1437534" y="1361519"/>
                </a:lnTo>
                <a:close/>
                <a:lnTo>
                  <a:pt x="1442358" y="1356749"/>
                </a:lnTo>
                <a:close/>
                <a:lnTo>
                  <a:pt x="1447182" y="1351350"/>
                </a:lnTo>
                <a:close/>
                <a:lnTo>
                  <a:pt x="1452006" y="1345302"/>
                </a:lnTo>
                <a:close/>
                <a:lnTo>
                  <a:pt x="1456830" y="1338593"/>
                </a:lnTo>
                <a:close/>
                <a:lnTo>
                  <a:pt x="1461654" y="1331206"/>
                </a:lnTo>
                <a:close/>
                <a:lnTo>
                  <a:pt x="1466478" y="1323111"/>
                </a:lnTo>
                <a:close/>
                <a:lnTo>
                  <a:pt x="1471302" y="1314258"/>
                </a:lnTo>
                <a:close/>
                <a:lnTo>
                  <a:pt x="1476126" y="1304569"/>
                </a:lnTo>
                <a:close/>
                <a:lnTo>
                  <a:pt x="1480950" y="1293941"/>
                </a:lnTo>
                <a:close/>
                <a:lnTo>
                  <a:pt x="1485774" y="1282255"/>
                </a:lnTo>
                <a:close/>
                <a:lnTo>
                  <a:pt x="1490598" y="1269386"/>
                </a:lnTo>
                <a:close/>
                <a:lnTo>
                  <a:pt x="1495422" y="1255221"/>
                </a:lnTo>
                <a:close/>
                <a:lnTo>
                  <a:pt x="1500246" y="1239674"/>
                </a:lnTo>
                <a:close/>
                <a:lnTo>
                  <a:pt x="1505070" y="1222703"/>
                </a:lnTo>
                <a:close/>
                <a:lnTo>
                  <a:pt x="1509894" y="1204318"/>
                </a:lnTo>
                <a:close/>
                <a:lnTo>
                  <a:pt x="1514717" y="1184587"/>
                </a:lnTo>
                <a:close/>
                <a:lnTo>
                  <a:pt x="1519541" y="1163637"/>
                </a:lnTo>
                <a:close/>
                <a:lnTo>
                  <a:pt x="1524365" y="1141646"/>
                </a:lnTo>
                <a:close/>
                <a:lnTo>
                  <a:pt x="1529189" y="1118830"/>
                </a:lnTo>
                <a:close/>
                <a:lnTo>
                  <a:pt x="1534013" y="1095430"/>
                </a:lnTo>
                <a:close/>
                <a:lnTo>
                  <a:pt x="1538837" y="1071685"/>
                </a:lnTo>
                <a:close/>
                <a:lnTo>
                  <a:pt x="1543661" y="1047818"/>
                </a:lnTo>
                <a:close/>
                <a:lnTo>
                  <a:pt x="1548485" y="1024009"/>
                </a:lnTo>
                <a:close/>
                <a:lnTo>
                  <a:pt x="1553309" y="1000387"/>
                </a:lnTo>
                <a:close/>
                <a:lnTo>
                  <a:pt x="1558133" y="977015"/>
                </a:lnTo>
                <a:close/>
                <a:lnTo>
                  <a:pt x="1562957" y="953888"/>
                </a:lnTo>
                <a:close/>
                <a:lnTo>
                  <a:pt x="1567781" y="930937"/>
                </a:lnTo>
                <a:close/>
                <a:lnTo>
                  <a:pt x="1572605" y="908037"/>
                </a:lnTo>
                <a:close/>
                <a:lnTo>
                  <a:pt x="1577429" y="885025"/>
                </a:lnTo>
                <a:close/>
                <a:lnTo>
                  <a:pt x="1582253" y="861719"/>
                </a:lnTo>
                <a:close/>
                <a:lnTo>
                  <a:pt x="1587077" y="837939"/>
                </a:lnTo>
                <a:close/>
                <a:lnTo>
                  <a:pt x="1591901" y="813535"/>
                </a:lnTo>
                <a:close/>
                <a:lnTo>
                  <a:pt x="1596724" y="788410"/>
                </a:lnTo>
                <a:close/>
                <a:lnTo>
                  <a:pt x="1601548" y="762535"/>
                </a:lnTo>
                <a:close/>
                <a:lnTo>
                  <a:pt x="1606372" y="735961"/>
                </a:lnTo>
                <a:close/>
                <a:lnTo>
                  <a:pt x="1611196" y="708817"/>
                </a:lnTo>
                <a:close/>
                <a:lnTo>
                  <a:pt x="1616020" y="681294"/>
                </a:lnTo>
                <a:close/>
                <a:lnTo>
                  <a:pt x="1620844" y="653616"/>
                </a:lnTo>
                <a:close/>
                <a:lnTo>
                  <a:pt x="1625668" y="626009"/>
                </a:lnTo>
                <a:close/>
                <a:lnTo>
                  <a:pt x="1630492" y="598666"/>
                </a:lnTo>
                <a:close/>
                <a:lnTo>
                  <a:pt x="1635316" y="571717"/>
                </a:lnTo>
                <a:close/>
                <a:lnTo>
                  <a:pt x="1640140" y="545222"/>
                </a:lnTo>
                <a:close/>
                <a:lnTo>
                  <a:pt x="1644964" y="519168"/>
                </a:lnTo>
                <a:close/>
                <a:lnTo>
                  <a:pt x="1649788" y="493493"/>
                </a:lnTo>
                <a:close/>
                <a:lnTo>
                  <a:pt x="1654612" y="468121"/>
                </a:lnTo>
                <a:close/>
                <a:lnTo>
                  <a:pt x="1659436" y="442999"/>
                </a:lnTo>
                <a:close/>
                <a:lnTo>
                  <a:pt x="1664260" y="418133"/>
                </a:lnTo>
                <a:close/>
                <a:lnTo>
                  <a:pt x="1669084" y="393617"/>
                </a:lnTo>
                <a:close/>
                <a:lnTo>
                  <a:pt x="1673908" y="369636"/>
                </a:lnTo>
                <a:close/>
                <a:lnTo>
                  <a:pt x="1678731" y="346469"/>
                </a:lnTo>
                <a:close/>
                <a:lnTo>
                  <a:pt x="1683555" y="324460"/>
                </a:lnTo>
                <a:close/>
                <a:lnTo>
                  <a:pt x="1688379" y="303995"/>
                </a:lnTo>
                <a:close/>
                <a:lnTo>
                  <a:pt x="1693203" y="285465"/>
                </a:lnTo>
                <a:close/>
                <a:lnTo>
                  <a:pt x="1698027" y="269235"/>
                </a:lnTo>
                <a:close/>
                <a:lnTo>
                  <a:pt x="1702851" y="255616"/>
                </a:lnTo>
                <a:close/>
                <a:lnTo>
                  <a:pt x="1707675" y="244846"/>
                </a:lnTo>
                <a:close/>
                <a:lnTo>
                  <a:pt x="1712499" y="237063"/>
                </a:lnTo>
                <a:close/>
                <a:lnTo>
                  <a:pt x="1717323" y="232294"/>
                </a:lnTo>
                <a:close/>
                <a:lnTo>
                  <a:pt x="1722147" y="230437"/>
                </a:lnTo>
                <a:close/>
                <a:lnTo>
                  <a:pt x="1726971" y="231247"/>
                </a:lnTo>
                <a:close/>
                <a:lnTo>
                  <a:pt x="1731795" y="234335"/>
                </a:lnTo>
                <a:close/>
                <a:lnTo>
                  <a:pt x="1736619" y="239172"/>
                </a:lnTo>
                <a:close/>
                <a:lnTo>
                  <a:pt x="1741443" y="245109"/>
                </a:lnTo>
                <a:close/>
                <a:lnTo>
                  <a:pt x="1746267" y="251427"/>
                </a:lnTo>
                <a:close/>
                <a:lnTo>
                  <a:pt x="1751091" y="257380"/>
                </a:lnTo>
                <a:close/>
                <a:lnTo>
                  <a:pt x="1755915" y="262267"/>
                </a:lnTo>
                <a:close/>
                <a:lnTo>
                  <a:pt x="1760739" y="265485"/>
                </a:lnTo>
                <a:close/>
                <a:lnTo>
                  <a:pt x="1765562" y="266578"/>
                </a:lnTo>
                <a:close/>
                <a:lnTo>
                  <a:pt x="1770386" y="265259"/>
                </a:lnTo>
                <a:close/>
                <a:lnTo>
                  <a:pt x="1775210" y="261408"/>
                </a:lnTo>
                <a:close/>
                <a:lnTo>
                  <a:pt x="1780034" y="255046"/>
                </a:lnTo>
                <a:close/>
                <a:lnTo>
                  <a:pt x="1784858" y="246296"/>
                </a:lnTo>
                <a:close/>
                <a:lnTo>
                  <a:pt x="1789682" y="235335"/>
                </a:lnTo>
                <a:close/>
                <a:lnTo>
                  <a:pt x="1794506" y="222366"/>
                </a:lnTo>
                <a:close/>
                <a:lnTo>
                  <a:pt x="1799330" y="207591"/>
                </a:lnTo>
                <a:close/>
                <a:lnTo>
                  <a:pt x="1804154" y="191218"/>
                </a:lnTo>
                <a:close/>
                <a:lnTo>
                  <a:pt x="1808978" y="173474"/>
                </a:lnTo>
                <a:close/>
                <a:lnTo>
                  <a:pt x="1813802" y="154635"/>
                </a:lnTo>
                <a:close/>
                <a:lnTo>
                  <a:pt x="1818626" y="135046"/>
                </a:lnTo>
                <a:close/>
                <a:lnTo>
                  <a:pt x="1823450" y="115136"/>
                </a:lnTo>
                <a:close/>
                <a:lnTo>
                  <a:pt x="1828274" y="95413"/>
                </a:lnTo>
                <a:close/>
                <a:lnTo>
                  <a:pt x="1833098" y="76439"/>
                </a:lnTo>
                <a:close/>
                <a:lnTo>
                  <a:pt x="1837922" y="58787"/>
                </a:lnTo>
                <a:close/>
                <a:lnTo>
                  <a:pt x="1842746" y="42995"/>
                </a:lnTo>
                <a:close/>
                <a:lnTo>
                  <a:pt x="1847569" y="29501"/>
                </a:lnTo>
                <a:close/>
                <a:lnTo>
                  <a:pt x="1852393" y="18597"/>
                </a:lnTo>
                <a:close/>
                <a:lnTo>
                  <a:pt x="1857217" y="10390"/>
                </a:lnTo>
                <a:close/>
                <a:lnTo>
                  <a:pt x="1862041" y="4783"/>
                </a:lnTo>
                <a:close/>
                <a:lnTo>
                  <a:pt x="1866865" y="1488"/>
                </a:lnTo>
                <a:close/>
                <a:lnTo>
                  <a:pt x="1871689" y="67"/>
                </a:lnTo>
                <a:close/>
                <a:lnTo>
                  <a:pt x="1876513" y="0"/>
                </a:lnTo>
                <a:close/>
                <a:lnTo>
                  <a:pt x="1881337" y="777"/>
                </a:lnTo>
                <a:close/>
                <a:lnTo>
                  <a:pt x="1886161" y="1999"/>
                </a:lnTo>
                <a:close/>
                <a:lnTo>
                  <a:pt x="1890985" y="3464"/>
                </a:lnTo>
                <a:close/>
                <a:lnTo>
                  <a:pt x="1895809" y="5235"/>
                </a:lnTo>
                <a:close/>
                <a:lnTo>
                  <a:pt x="1900633" y="7664"/>
                </a:lnTo>
                <a:close/>
                <a:lnTo>
                  <a:pt x="1905457" y="11365"/>
                </a:lnTo>
                <a:close/>
                <a:lnTo>
                  <a:pt x="1910281" y="17135"/>
                </a:lnTo>
                <a:close/>
                <a:lnTo>
                  <a:pt x="1915105" y="25848"/>
                </a:lnTo>
                <a:close/>
                <a:lnTo>
                  <a:pt x="1919929" y="38310"/>
                </a:lnTo>
                <a:close/>
                <a:lnTo>
                  <a:pt x="1924753" y="55135"/>
                </a:lnTo>
                <a:close/>
                <a:lnTo>
                  <a:pt x="1929576" y="76638"/>
                </a:lnTo>
                <a:close/>
                <a:lnTo>
                  <a:pt x="1934400" y="102780"/>
                </a:lnTo>
                <a:close/>
                <a:lnTo>
                  <a:pt x="1939224" y="133174"/>
                </a:lnTo>
                <a:close/>
                <a:lnTo>
                  <a:pt x="1944048" y="167144"/>
                </a:lnTo>
                <a:close/>
                <a:lnTo>
                  <a:pt x="1948872" y="203832"/>
                </a:lnTo>
                <a:close/>
                <a:lnTo>
                  <a:pt x="1953696" y="242328"/>
                </a:lnTo>
                <a:close/>
                <a:lnTo>
                  <a:pt x="1958520" y="281802"/>
                </a:lnTo>
                <a:close/>
                <a:lnTo>
                  <a:pt x="1963344" y="321605"/>
                </a:lnTo>
                <a:close/>
                <a:lnTo>
                  <a:pt x="1968168" y="361326"/>
                </a:lnTo>
                <a:close/>
                <a:lnTo>
                  <a:pt x="1972992" y="400804"/>
                </a:lnTo>
                <a:close/>
                <a:lnTo>
                  <a:pt x="1977816" y="440081"/>
                </a:lnTo>
                <a:close/>
                <a:lnTo>
                  <a:pt x="1982640" y="479331"/>
                </a:lnTo>
                <a:close/>
                <a:lnTo>
                  <a:pt x="1987464" y="518764"/>
                </a:lnTo>
                <a:close/>
                <a:lnTo>
                  <a:pt x="1992288" y="558548"/>
                </a:lnTo>
                <a:close/>
                <a:lnTo>
                  <a:pt x="1997112" y="598744"/>
                </a:lnTo>
                <a:close/>
                <a:lnTo>
                  <a:pt x="2001936" y="639284"/>
                </a:lnTo>
                <a:close/>
                <a:lnTo>
                  <a:pt x="2006760" y="679982"/>
                </a:lnTo>
                <a:close/>
                <a:lnTo>
                  <a:pt x="2011583" y="720561"/>
                </a:lnTo>
                <a:close/>
                <a:lnTo>
                  <a:pt x="2016407" y="760709"/>
                </a:lnTo>
                <a:close/>
                <a:lnTo>
                  <a:pt x="2021231" y="800116"/>
                </a:lnTo>
                <a:close/>
                <a:lnTo>
                  <a:pt x="2026055" y="838509"/>
                </a:lnTo>
                <a:close/>
                <a:lnTo>
                  <a:pt x="2030879" y="875667"/>
                </a:lnTo>
                <a:close/>
                <a:lnTo>
                  <a:pt x="2035703" y="911417"/>
                </a:lnTo>
                <a:close/>
                <a:lnTo>
                  <a:pt x="2040527" y="945626"/>
                </a:lnTo>
                <a:close/>
                <a:lnTo>
                  <a:pt x="2045351" y="978179"/>
                </a:lnTo>
                <a:close/>
                <a:lnTo>
                  <a:pt x="2050175" y="1008976"/>
                </a:lnTo>
                <a:close/>
                <a:lnTo>
                  <a:pt x="2054999" y="1037924"/>
                </a:lnTo>
                <a:close/>
                <a:lnTo>
                  <a:pt x="2059823" y="1064945"/>
                </a:lnTo>
                <a:close/>
                <a:lnTo>
                  <a:pt x="2064647" y="1089983"/>
                </a:lnTo>
                <a:close/>
                <a:lnTo>
                  <a:pt x="2069471" y="1113022"/>
                </a:lnTo>
                <a:close/>
                <a:lnTo>
                  <a:pt x="2074295" y="1134087"/>
                </a:lnTo>
                <a:close/>
                <a:lnTo>
                  <a:pt x="2079119" y="1153251"/>
                </a:lnTo>
                <a:close/>
                <a:lnTo>
                  <a:pt x="2083943" y="1170632"/>
                </a:lnTo>
                <a:close/>
                <a:lnTo>
                  <a:pt x="2088767" y="1186379"/>
                </a:lnTo>
                <a:close/>
                <a:lnTo>
                  <a:pt x="2093591" y="1200667"/>
                </a:lnTo>
                <a:close/>
                <a:lnTo>
                  <a:pt x="2098414" y="1213676"/>
                </a:lnTo>
                <a:close/>
                <a:lnTo>
                  <a:pt x="2103238" y="1225584"/>
                </a:lnTo>
                <a:close/>
                <a:lnTo>
                  <a:pt x="2108062" y="1236557"/>
                </a:lnTo>
                <a:close/>
                <a:lnTo>
                  <a:pt x="2112886" y="1246740"/>
                </a:lnTo>
                <a:close/>
                <a:lnTo>
                  <a:pt x="2117710" y="1256260"/>
                </a:lnTo>
                <a:close/>
                <a:lnTo>
                  <a:pt x="2122534" y="1265221"/>
                </a:lnTo>
                <a:close/>
                <a:lnTo>
                  <a:pt x="2127358" y="1273707"/>
                </a:lnTo>
                <a:close/>
                <a:lnTo>
                  <a:pt x="2132182" y="1281783"/>
                </a:lnTo>
                <a:close/>
                <a:lnTo>
                  <a:pt x="2137006" y="1289497"/>
                </a:lnTo>
                <a:close/>
                <a:lnTo>
                  <a:pt x="2141830" y="1296884"/>
                </a:lnTo>
                <a:close/>
                <a:lnTo>
                  <a:pt x="2146654" y="1303965"/>
                </a:lnTo>
                <a:close/>
                <a:lnTo>
                  <a:pt x="2151478" y="1310751"/>
                </a:lnTo>
                <a:close/>
                <a:lnTo>
                  <a:pt x="2156302" y="1317244"/>
                </a:lnTo>
                <a:close/>
                <a:lnTo>
                  <a:pt x="2161126" y="1323445"/>
                </a:lnTo>
                <a:close/>
                <a:lnTo>
                  <a:pt x="2165950" y="1329348"/>
                </a:lnTo>
                <a:close/>
                <a:lnTo>
                  <a:pt x="2170774" y="1334950"/>
                </a:lnTo>
                <a:close/>
                <a:lnTo>
                  <a:pt x="2175598" y="1340247"/>
                </a:lnTo>
                <a:close/>
                <a:lnTo>
                  <a:pt x="2180421" y="1345234"/>
                </a:lnTo>
                <a:close/>
                <a:lnTo>
                  <a:pt x="2185245" y="1349908"/>
                </a:lnTo>
                <a:close/>
                <a:lnTo>
                  <a:pt x="2190069" y="1354265"/>
                </a:lnTo>
                <a:close/>
                <a:lnTo>
                  <a:pt x="2194893" y="1358302"/>
                </a:lnTo>
                <a:close/>
                <a:lnTo>
                  <a:pt x="2199717" y="1362016"/>
                </a:lnTo>
                <a:close/>
                <a:lnTo>
                  <a:pt x="2204541" y="1365405"/>
                </a:lnTo>
                <a:close/>
                <a:lnTo>
                  <a:pt x="2209365" y="1368472"/>
                </a:lnTo>
                <a:close/>
                <a:lnTo>
                  <a:pt x="2214189" y="1371224"/>
                </a:lnTo>
                <a:close/>
                <a:lnTo>
                  <a:pt x="2219013" y="1373672"/>
                </a:lnTo>
                <a:close/>
                <a:lnTo>
                  <a:pt x="2223837" y="1375834"/>
                </a:lnTo>
                <a:close/>
                <a:lnTo>
                  <a:pt x="2228661" y="1377733"/>
                </a:lnTo>
                <a:close/>
                <a:lnTo>
                  <a:pt x="2233485" y="1379395"/>
                </a:lnTo>
                <a:close/>
                <a:lnTo>
                  <a:pt x="2238309" y="1380849"/>
                </a:lnTo>
                <a:close/>
                <a:lnTo>
                  <a:pt x="2243133" y="1382123"/>
                </a:lnTo>
                <a:close/>
                <a:lnTo>
                  <a:pt x="2247957" y="1383243"/>
                </a:lnTo>
                <a:close/>
                <a:lnTo>
                  <a:pt x="2252781" y="1384232"/>
                </a:lnTo>
                <a:close/>
                <a:lnTo>
                  <a:pt x="2257605" y="1385106"/>
                </a:lnTo>
                <a:close/>
                <a:lnTo>
                  <a:pt x="2262428" y="1385880"/>
                </a:lnTo>
                <a:close/>
                <a:lnTo>
                  <a:pt x="2267252" y="1386563"/>
                </a:lnTo>
                <a:close/>
                <a:lnTo>
                  <a:pt x="2272076" y="1387159"/>
                </a:lnTo>
                <a:close/>
                <a:lnTo>
                  <a:pt x="2276900" y="1387673"/>
                </a:lnTo>
                <a:close/>
                <a:lnTo>
                  <a:pt x="2281724" y="1388109"/>
                </a:lnTo>
                <a:close/>
                <a:lnTo>
                  <a:pt x="2286548" y="1388470"/>
                </a:lnTo>
                <a:close/>
                <a:lnTo>
                  <a:pt x="2291372" y="1388763"/>
                </a:lnTo>
                <a:close/>
                <a:lnTo>
                  <a:pt x="2296196" y="1388994"/>
                </a:lnTo>
                <a:close/>
                <a:lnTo>
                  <a:pt x="2301020" y="1389170"/>
                </a:lnTo>
                <a:close/>
                <a:lnTo>
                  <a:pt x="2305844" y="1389301"/>
                </a:lnTo>
                <a:close/>
                <a:lnTo>
                  <a:pt x="2310668" y="1389396"/>
                </a:lnTo>
                <a:close/>
                <a:lnTo>
                  <a:pt x="2315492" y="1389462"/>
                </a:lnTo>
                <a:close/>
                <a:lnTo>
                  <a:pt x="2320316" y="1389506"/>
                </a:lnTo>
                <a:close/>
                <a:lnTo>
                  <a:pt x="2325140" y="1389535"/>
                </a:lnTo>
                <a:close/>
                <a:lnTo>
                  <a:pt x="2329964" y="1389554"/>
                </a:lnTo>
                <a:close/>
                <a:lnTo>
                  <a:pt x="2334788" y="1389565"/>
                </a:lnTo>
                <a:close/>
                <a:lnTo>
                  <a:pt x="2339612" y="1389571"/>
                </a:lnTo>
                <a:close/>
                <a:lnTo>
                  <a:pt x="2344436" y="1389575"/>
                </a:lnTo>
                <a:close/>
                <a:lnTo>
                  <a:pt x="2349259" y="1389577"/>
                </a:lnTo>
                <a:close/>
                <a:lnTo>
                  <a:pt x="2354083" y="1389578"/>
                </a:lnTo>
                <a:close/>
                <a:lnTo>
                  <a:pt x="2358907" y="1389579"/>
                </a:lnTo>
                <a:close/>
                <a:lnTo>
                  <a:pt x="2363731" y="1389579"/>
                </a:lnTo>
                <a:close/>
                <a:lnTo>
                  <a:pt x="2368555" y="1389579"/>
                </a:lnTo>
                <a:close/>
                <a:lnTo>
                  <a:pt x="2373379" y="1389579"/>
                </a:lnTo>
                <a:close/>
                <a:lnTo>
                  <a:pt x="2378203" y="1389579"/>
                </a:lnTo>
                <a:close/>
                <a:lnTo>
                  <a:pt x="2383027" y="1389579"/>
                </a:lnTo>
                <a:close/>
                <a:lnTo>
                  <a:pt x="2387851" y="1389579"/>
                </a:lnTo>
                <a:close/>
                <a:lnTo>
                  <a:pt x="2392675" y="1389579"/>
                </a:lnTo>
                <a:close/>
                <a:lnTo>
                  <a:pt x="2397499" y="1389579"/>
                </a:lnTo>
                <a:close/>
                <a:lnTo>
                  <a:pt x="2402323" y="1389579"/>
                </a:lnTo>
                <a:close/>
                <a:lnTo>
                  <a:pt x="2407147" y="1389579"/>
                </a:lnTo>
                <a:close/>
                <a:lnTo>
                  <a:pt x="2411971" y="1389579"/>
                </a:lnTo>
                <a:close/>
                <a:lnTo>
                  <a:pt x="2416795" y="1389579"/>
                </a:lnTo>
                <a:close/>
                <a:lnTo>
                  <a:pt x="2421619" y="1389579"/>
                </a:lnTo>
                <a:close/>
                <a:lnTo>
                  <a:pt x="2426443" y="1389579"/>
                </a:lnTo>
                <a:close/>
                <a:lnTo>
                  <a:pt x="2431266" y="1389579"/>
                </a:lnTo>
                <a:close/>
                <a:lnTo>
                  <a:pt x="2436090" y="1389579"/>
                </a:lnTo>
                <a:close/>
                <a:lnTo>
                  <a:pt x="2440914" y="1389579"/>
                </a:lnTo>
                <a:close/>
                <a:lnTo>
                  <a:pt x="2445738" y="1389579"/>
                </a:lnTo>
                <a:close/>
                <a:lnTo>
                  <a:pt x="2450562" y="1389579"/>
                </a:lnTo>
                <a:close/>
                <a:lnTo>
                  <a:pt x="2455386" y="1389579"/>
                </a:lnTo>
                <a:close/>
                <a:lnTo>
                  <a:pt x="2460210" y="1389579"/>
                </a:lnTo>
                <a:close/>
                <a:lnTo>
                  <a:pt x="2465034" y="1389579"/>
                </a:lnTo>
                <a:close/>
                <a:lnTo>
                  <a:pt x="2469858" y="1389579"/>
                </a:lnTo>
                <a:close/>
                <a:lnTo>
                  <a:pt x="2474682" y="1389579"/>
                </a:lnTo>
                <a:close/>
                <a:lnTo>
                  <a:pt x="2479506" y="1389579"/>
                </a:lnTo>
                <a:close/>
                <a:lnTo>
                  <a:pt x="2484330" y="1389579"/>
                </a:lnTo>
                <a:close/>
                <a:lnTo>
                  <a:pt x="2489154" y="1389579"/>
                </a:lnTo>
                <a:close/>
                <a:lnTo>
                  <a:pt x="2493978" y="1389579"/>
                </a:lnTo>
                <a:close/>
                <a:lnTo>
                  <a:pt x="2498802" y="1389579"/>
                </a:lnTo>
                <a:close/>
                <a:lnTo>
                  <a:pt x="2503626" y="1389579"/>
                </a:lnTo>
                <a:close/>
                <a:lnTo>
                  <a:pt x="2508450" y="1389579"/>
                </a:lnTo>
                <a:close/>
                <a:lnTo>
                  <a:pt x="2513273" y="1389579"/>
                </a:lnTo>
                <a:close/>
                <a:lnTo>
                  <a:pt x="2518097" y="1389579"/>
                </a:lnTo>
                <a:close/>
                <a:lnTo>
                  <a:pt x="2522921" y="1389579"/>
                </a:lnTo>
                <a:close/>
                <a:lnTo>
                  <a:pt x="2527745" y="1389579"/>
                </a:lnTo>
                <a:close/>
                <a:lnTo>
                  <a:pt x="2532569" y="1389579"/>
                </a:lnTo>
                <a:close/>
                <a:lnTo>
                  <a:pt x="2537393" y="1389579"/>
                </a:lnTo>
                <a:close/>
                <a:lnTo>
                  <a:pt x="2542217" y="1389579"/>
                </a:lnTo>
                <a:close/>
                <a:lnTo>
                  <a:pt x="2547041" y="1389579"/>
                </a:lnTo>
                <a:close/>
                <a:lnTo>
                  <a:pt x="2551865" y="1389579"/>
                </a:lnTo>
                <a:close/>
                <a:lnTo>
                  <a:pt x="2556689" y="1389579"/>
                </a:lnTo>
                <a:close/>
                <a:lnTo>
                  <a:pt x="2561513" y="1389579"/>
                </a:lnTo>
                <a:close/>
                <a:lnTo>
                  <a:pt x="2566337" y="1389579"/>
                </a:lnTo>
                <a:close/>
                <a:lnTo>
                  <a:pt x="2571161" y="1389579"/>
                </a:lnTo>
                <a:close/>
                <a:lnTo>
                  <a:pt x="2575985" y="1389579"/>
                </a:lnTo>
                <a:close/>
                <a:lnTo>
                  <a:pt x="2580809" y="1389579"/>
                </a:lnTo>
                <a:close/>
                <a:lnTo>
                  <a:pt x="2585633" y="1389579"/>
                </a:lnTo>
                <a:close/>
                <a:lnTo>
                  <a:pt x="2590457" y="1389579"/>
                </a:lnTo>
                <a:close/>
                <a:lnTo>
                  <a:pt x="2595280" y="1389579"/>
                </a:lnTo>
                <a:close/>
                <a:lnTo>
                  <a:pt x="2600104" y="1389579"/>
                </a:lnTo>
                <a:close/>
                <a:lnTo>
                  <a:pt x="2604928" y="1389579"/>
                </a:lnTo>
                <a:close/>
                <a:lnTo>
                  <a:pt x="2609752" y="1389579"/>
                </a:lnTo>
                <a:close/>
                <a:lnTo>
                  <a:pt x="2614576" y="1389579"/>
                </a:lnTo>
                <a:close/>
                <a:lnTo>
                  <a:pt x="2619400" y="1389579"/>
                </a:lnTo>
                <a:close/>
                <a:lnTo>
                  <a:pt x="2624224" y="1389579"/>
                </a:lnTo>
                <a:close/>
                <a:lnTo>
                  <a:pt x="2629048" y="1389579"/>
                </a:lnTo>
                <a:close/>
                <a:lnTo>
                  <a:pt x="2633872" y="1389579"/>
                </a:lnTo>
                <a:close/>
                <a:lnTo>
                  <a:pt x="2638696" y="1389579"/>
                </a:lnTo>
                <a:close/>
                <a:lnTo>
                  <a:pt x="2643520" y="1389579"/>
                </a:lnTo>
                <a:close/>
                <a:lnTo>
                  <a:pt x="2648344" y="1389579"/>
                </a:lnTo>
                <a:close/>
                <a:lnTo>
                  <a:pt x="2653168" y="1389579"/>
                </a:lnTo>
                <a:close/>
                <a:lnTo>
                  <a:pt x="2657992" y="1389579"/>
                </a:lnTo>
                <a:close/>
                <a:lnTo>
                  <a:pt x="2662816" y="1389579"/>
                </a:lnTo>
                <a:close/>
                <a:lnTo>
                  <a:pt x="2667640" y="1389579"/>
                </a:lnTo>
                <a:close/>
                <a:lnTo>
                  <a:pt x="2672464" y="1389579"/>
                </a:lnTo>
                <a:close/>
                <a:lnTo>
                  <a:pt x="2677288" y="1389579"/>
                </a:lnTo>
                <a:close/>
                <a:lnTo>
                  <a:pt x="2682111" y="1389579"/>
                </a:lnTo>
                <a:close/>
                <a:lnTo>
                  <a:pt x="2686935" y="1389579"/>
                </a:lnTo>
                <a:close/>
                <a:lnTo>
                  <a:pt x="2691759" y="1389579"/>
                </a:lnTo>
                <a:close/>
                <a:lnTo>
                  <a:pt x="2696583" y="1389579"/>
                </a:lnTo>
                <a:close/>
                <a:lnTo>
                  <a:pt x="2701407" y="1389579"/>
                </a:lnTo>
                <a:close/>
                <a:lnTo>
                  <a:pt x="2706231" y="1389579"/>
                </a:lnTo>
                <a:close/>
                <a:lnTo>
                  <a:pt x="2711055" y="1389579"/>
                </a:lnTo>
                <a:close/>
                <a:lnTo>
                  <a:pt x="2715879" y="1389579"/>
                </a:lnTo>
                <a:close/>
                <a:lnTo>
                  <a:pt x="2720703" y="1389579"/>
                </a:lnTo>
                <a:close/>
                <a:lnTo>
                  <a:pt x="2725527" y="1389579"/>
                </a:lnTo>
                <a:close/>
                <a:lnTo>
                  <a:pt x="2730351" y="1389579"/>
                </a:lnTo>
                <a:close/>
                <a:lnTo>
                  <a:pt x="2735175" y="1389579"/>
                </a:lnTo>
                <a:close/>
                <a:lnTo>
                  <a:pt x="2739999" y="1389579"/>
                </a:lnTo>
                <a:close/>
                <a:lnTo>
                  <a:pt x="2744823" y="1389579"/>
                </a:lnTo>
                <a:close/>
                <a:lnTo>
                  <a:pt x="2749647" y="1389579"/>
                </a:lnTo>
                <a:close/>
                <a:lnTo>
                  <a:pt x="2754471" y="1389579"/>
                </a:lnTo>
                <a:close/>
                <a:lnTo>
                  <a:pt x="2759295" y="1389579"/>
                </a:lnTo>
                <a:close/>
                <a:lnTo>
                  <a:pt x="2764118" y="1389579"/>
                </a:lnTo>
                <a:close/>
                <a:lnTo>
                  <a:pt x="2768942" y="1389579"/>
                </a:lnTo>
                <a:close/>
                <a:lnTo>
                  <a:pt x="2773766" y="1389579"/>
                </a:lnTo>
                <a:close/>
                <a:lnTo>
                  <a:pt x="2778590" y="1389579"/>
                </a:lnTo>
                <a:close/>
                <a:lnTo>
                  <a:pt x="2783414" y="1389579"/>
                </a:lnTo>
                <a:close/>
                <a:lnTo>
                  <a:pt x="2788238" y="1389579"/>
                </a:lnTo>
                <a:close/>
                <a:lnTo>
                  <a:pt x="2793062" y="1389579"/>
                </a:lnTo>
                <a:close/>
                <a:lnTo>
                  <a:pt x="2797886" y="1389579"/>
                </a:lnTo>
                <a:close/>
                <a:lnTo>
                  <a:pt x="2802710" y="1389579"/>
                </a:lnTo>
                <a:close/>
                <a:lnTo>
                  <a:pt x="2807534" y="1389579"/>
                </a:lnTo>
                <a:close/>
                <a:lnTo>
                  <a:pt x="2812358" y="1389579"/>
                </a:lnTo>
                <a:close/>
                <a:lnTo>
                  <a:pt x="2817182" y="1389579"/>
                </a:lnTo>
                <a:close/>
                <a:lnTo>
                  <a:pt x="2822006" y="1389579"/>
                </a:lnTo>
                <a:close/>
                <a:lnTo>
                  <a:pt x="2826830" y="1389579"/>
                </a:lnTo>
                <a:close/>
                <a:lnTo>
                  <a:pt x="2831654" y="1389579"/>
                </a:lnTo>
                <a:close/>
                <a:lnTo>
                  <a:pt x="2836478" y="1389579"/>
                </a:lnTo>
                <a:close/>
                <a:lnTo>
                  <a:pt x="2841302" y="1389579"/>
                </a:lnTo>
                <a:close/>
                <a:lnTo>
                  <a:pt x="2846125" y="1389579"/>
                </a:lnTo>
                <a:close/>
                <a:lnTo>
                  <a:pt x="2850949" y="1389579"/>
                </a:lnTo>
                <a:close/>
                <a:lnTo>
                  <a:pt x="2855773" y="1389579"/>
                </a:lnTo>
                <a:close/>
                <a:lnTo>
                  <a:pt x="2860597" y="1389579"/>
                </a:lnTo>
                <a:close/>
                <a:lnTo>
                  <a:pt x="2865421" y="1389579"/>
                </a:lnTo>
                <a:close/>
                <a:lnTo>
                  <a:pt x="2870245" y="1389579"/>
                </a:lnTo>
                <a:close/>
                <a:lnTo>
                  <a:pt x="2875069" y="1389579"/>
                </a:lnTo>
                <a:close/>
                <a:lnTo>
                  <a:pt x="2879893" y="1389579"/>
                </a:lnTo>
                <a:close/>
                <a:lnTo>
                  <a:pt x="2884717" y="1389579"/>
                </a:lnTo>
                <a:close/>
                <a:lnTo>
                  <a:pt x="2889541" y="1389579"/>
                </a:lnTo>
                <a:close/>
                <a:lnTo>
                  <a:pt x="2889541" y="1389579"/>
                </a:lnTo>
                <a:close/>
                <a:lnTo>
                  <a:pt x="2889541" y="1389579"/>
                </a:lnTo>
                <a:close/>
                <a:lnTo>
                  <a:pt x="2884717" y="1389579"/>
                </a:lnTo>
                <a:close/>
                <a:lnTo>
                  <a:pt x="2879893" y="1389579"/>
                </a:lnTo>
                <a:close/>
                <a:lnTo>
                  <a:pt x="2875069" y="1389579"/>
                </a:lnTo>
                <a:close/>
                <a:lnTo>
                  <a:pt x="2870245" y="1389579"/>
                </a:lnTo>
                <a:close/>
                <a:lnTo>
                  <a:pt x="2865421" y="1389579"/>
                </a:lnTo>
                <a:close/>
                <a:lnTo>
                  <a:pt x="2860597" y="1389579"/>
                </a:lnTo>
                <a:close/>
                <a:lnTo>
                  <a:pt x="2855773" y="1389579"/>
                </a:lnTo>
                <a:close/>
                <a:lnTo>
                  <a:pt x="2850949" y="1389579"/>
                </a:lnTo>
                <a:close/>
                <a:lnTo>
                  <a:pt x="2846125" y="1389579"/>
                </a:lnTo>
                <a:close/>
                <a:lnTo>
                  <a:pt x="2841302" y="1389579"/>
                </a:lnTo>
                <a:close/>
                <a:lnTo>
                  <a:pt x="2836478" y="1389579"/>
                </a:lnTo>
                <a:close/>
                <a:lnTo>
                  <a:pt x="2831654" y="1389579"/>
                </a:lnTo>
                <a:close/>
                <a:lnTo>
                  <a:pt x="2826830" y="1389579"/>
                </a:lnTo>
                <a:close/>
                <a:lnTo>
                  <a:pt x="2822006" y="1389579"/>
                </a:lnTo>
                <a:close/>
                <a:lnTo>
                  <a:pt x="2817182" y="1389579"/>
                </a:lnTo>
                <a:close/>
                <a:lnTo>
                  <a:pt x="2812358" y="1389579"/>
                </a:lnTo>
                <a:close/>
                <a:lnTo>
                  <a:pt x="2807534" y="1389579"/>
                </a:lnTo>
                <a:close/>
                <a:lnTo>
                  <a:pt x="2802710" y="1389579"/>
                </a:lnTo>
                <a:close/>
                <a:lnTo>
                  <a:pt x="2797886" y="1389579"/>
                </a:lnTo>
                <a:close/>
                <a:lnTo>
                  <a:pt x="2793062" y="1389579"/>
                </a:lnTo>
                <a:close/>
                <a:lnTo>
                  <a:pt x="2788238" y="1389579"/>
                </a:lnTo>
                <a:close/>
                <a:lnTo>
                  <a:pt x="2783414" y="1389579"/>
                </a:lnTo>
                <a:close/>
                <a:lnTo>
                  <a:pt x="2778590" y="1389579"/>
                </a:lnTo>
                <a:close/>
                <a:lnTo>
                  <a:pt x="2773766" y="1389579"/>
                </a:lnTo>
                <a:close/>
                <a:lnTo>
                  <a:pt x="2768942" y="1389579"/>
                </a:lnTo>
                <a:close/>
                <a:lnTo>
                  <a:pt x="2764118" y="1389579"/>
                </a:lnTo>
                <a:close/>
                <a:lnTo>
                  <a:pt x="2759295" y="1389579"/>
                </a:lnTo>
                <a:close/>
                <a:lnTo>
                  <a:pt x="2754471" y="1389579"/>
                </a:lnTo>
                <a:close/>
                <a:lnTo>
                  <a:pt x="2749647" y="1389579"/>
                </a:lnTo>
                <a:close/>
                <a:lnTo>
                  <a:pt x="2744823" y="1389579"/>
                </a:lnTo>
                <a:close/>
                <a:lnTo>
                  <a:pt x="2739999" y="1389579"/>
                </a:lnTo>
                <a:close/>
                <a:lnTo>
                  <a:pt x="2735175" y="1389579"/>
                </a:lnTo>
                <a:close/>
                <a:lnTo>
                  <a:pt x="2730351" y="1389579"/>
                </a:lnTo>
                <a:close/>
                <a:lnTo>
                  <a:pt x="2725527" y="1389579"/>
                </a:lnTo>
                <a:close/>
                <a:lnTo>
                  <a:pt x="2720703" y="1389579"/>
                </a:lnTo>
                <a:close/>
                <a:lnTo>
                  <a:pt x="2715879" y="1389579"/>
                </a:lnTo>
                <a:close/>
                <a:lnTo>
                  <a:pt x="2711055" y="1389579"/>
                </a:lnTo>
                <a:close/>
                <a:lnTo>
                  <a:pt x="2706231" y="1389579"/>
                </a:lnTo>
                <a:close/>
                <a:lnTo>
                  <a:pt x="2701407" y="1389579"/>
                </a:lnTo>
                <a:close/>
                <a:lnTo>
                  <a:pt x="2696583" y="1389579"/>
                </a:lnTo>
                <a:close/>
                <a:lnTo>
                  <a:pt x="2691759" y="1389579"/>
                </a:lnTo>
                <a:close/>
                <a:lnTo>
                  <a:pt x="2686935" y="1389579"/>
                </a:lnTo>
                <a:close/>
                <a:lnTo>
                  <a:pt x="2682111" y="1389579"/>
                </a:lnTo>
                <a:close/>
                <a:lnTo>
                  <a:pt x="2677288" y="1389579"/>
                </a:lnTo>
                <a:close/>
                <a:lnTo>
                  <a:pt x="2672464" y="1389579"/>
                </a:lnTo>
                <a:close/>
                <a:lnTo>
                  <a:pt x="2667640" y="1389579"/>
                </a:lnTo>
                <a:close/>
                <a:lnTo>
                  <a:pt x="2662816" y="1389579"/>
                </a:lnTo>
                <a:close/>
                <a:lnTo>
                  <a:pt x="2657992" y="1389579"/>
                </a:lnTo>
                <a:close/>
                <a:lnTo>
                  <a:pt x="2653168" y="1389579"/>
                </a:lnTo>
                <a:close/>
                <a:lnTo>
                  <a:pt x="2648344" y="1389579"/>
                </a:lnTo>
                <a:close/>
                <a:lnTo>
                  <a:pt x="2643520" y="1389579"/>
                </a:lnTo>
                <a:close/>
                <a:lnTo>
                  <a:pt x="2638696" y="1389579"/>
                </a:lnTo>
                <a:close/>
                <a:lnTo>
                  <a:pt x="2633872" y="1389579"/>
                </a:lnTo>
                <a:close/>
                <a:lnTo>
                  <a:pt x="2629048" y="1389579"/>
                </a:lnTo>
                <a:close/>
                <a:lnTo>
                  <a:pt x="2624224" y="1389579"/>
                </a:lnTo>
                <a:close/>
                <a:lnTo>
                  <a:pt x="2619400" y="1389579"/>
                </a:lnTo>
                <a:close/>
                <a:lnTo>
                  <a:pt x="2614576" y="1389579"/>
                </a:lnTo>
                <a:close/>
                <a:lnTo>
                  <a:pt x="2609752" y="1389579"/>
                </a:lnTo>
                <a:close/>
                <a:lnTo>
                  <a:pt x="2604928" y="1389579"/>
                </a:lnTo>
                <a:close/>
                <a:lnTo>
                  <a:pt x="2600104" y="1389579"/>
                </a:lnTo>
                <a:close/>
                <a:lnTo>
                  <a:pt x="2595280" y="1389579"/>
                </a:lnTo>
                <a:close/>
                <a:lnTo>
                  <a:pt x="2590457" y="1389579"/>
                </a:lnTo>
                <a:close/>
                <a:lnTo>
                  <a:pt x="2585633" y="1389579"/>
                </a:lnTo>
                <a:close/>
                <a:lnTo>
                  <a:pt x="2580809" y="1389579"/>
                </a:lnTo>
                <a:close/>
                <a:lnTo>
                  <a:pt x="2575985" y="1389579"/>
                </a:lnTo>
                <a:close/>
                <a:lnTo>
                  <a:pt x="2571161" y="1389579"/>
                </a:lnTo>
                <a:close/>
                <a:lnTo>
                  <a:pt x="2566337" y="1389579"/>
                </a:lnTo>
                <a:close/>
                <a:lnTo>
                  <a:pt x="2561513" y="1389579"/>
                </a:lnTo>
                <a:close/>
                <a:lnTo>
                  <a:pt x="2556689" y="1389579"/>
                </a:lnTo>
                <a:close/>
                <a:lnTo>
                  <a:pt x="2551865" y="1389579"/>
                </a:lnTo>
                <a:close/>
                <a:lnTo>
                  <a:pt x="2547041" y="1389579"/>
                </a:lnTo>
                <a:close/>
                <a:lnTo>
                  <a:pt x="2542217" y="1389579"/>
                </a:lnTo>
                <a:close/>
                <a:lnTo>
                  <a:pt x="2537393" y="1389579"/>
                </a:lnTo>
                <a:close/>
                <a:lnTo>
                  <a:pt x="2532569" y="1389579"/>
                </a:lnTo>
                <a:close/>
                <a:lnTo>
                  <a:pt x="2527745" y="1389579"/>
                </a:lnTo>
                <a:close/>
                <a:lnTo>
                  <a:pt x="2522921" y="1389579"/>
                </a:lnTo>
                <a:close/>
                <a:lnTo>
                  <a:pt x="2518097" y="1389579"/>
                </a:lnTo>
                <a:close/>
                <a:lnTo>
                  <a:pt x="2513273" y="1389579"/>
                </a:lnTo>
                <a:close/>
                <a:lnTo>
                  <a:pt x="2508450" y="1389579"/>
                </a:lnTo>
                <a:close/>
                <a:lnTo>
                  <a:pt x="2503626" y="1389579"/>
                </a:lnTo>
                <a:close/>
                <a:lnTo>
                  <a:pt x="2498802" y="1389579"/>
                </a:lnTo>
                <a:close/>
                <a:lnTo>
                  <a:pt x="2493978" y="1389579"/>
                </a:lnTo>
                <a:close/>
                <a:lnTo>
                  <a:pt x="2489154" y="1389579"/>
                </a:lnTo>
                <a:close/>
                <a:lnTo>
                  <a:pt x="2484330" y="1389579"/>
                </a:lnTo>
                <a:close/>
                <a:lnTo>
                  <a:pt x="2479506" y="1389579"/>
                </a:lnTo>
                <a:close/>
                <a:lnTo>
                  <a:pt x="2474682" y="1389579"/>
                </a:lnTo>
                <a:close/>
                <a:lnTo>
                  <a:pt x="2469858" y="1389579"/>
                </a:lnTo>
                <a:close/>
                <a:lnTo>
                  <a:pt x="2465034" y="1389579"/>
                </a:lnTo>
                <a:close/>
                <a:lnTo>
                  <a:pt x="2460210" y="1389579"/>
                </a:lnTo>
                <a:close/>
                <a:lnTo>
                  <a:pt x="2455386" y="1389579"/>
                </a:lnTo>
                <a:close/>
                <a:lnTo>
                  <a:pt x="2450562" y="1389579"/>
                </a:lnTo>
                <a:close/>
                <a:lnTo>
                  <a:pt x="2445738" y="1389579"/>
                </a:lnTo>
                <a:close/>
                <a:lnTo>
                  <a:pt x="2440914" y="1389579"/>
                </a:lnTo>
                <a:close/>
                <a:lnTo>
                  <a:pt x="2436090" y="1389579"/>
                </a:lnTo>
                <a:close/>
                <a:lnTo>
                  <a:pt x="2431266" y="1389579"/>
                </a:lnTo>
                <a:close/>
                <a:lnTo>
                  <a:pt x="2426443" y="1389579"/>
                </a:lnTo>
                <a:close/>
                <a:lnTo>
                  <a:pt x="2421619" y="1389579"/>
                </a:lnTo>
                <a:close/>
                <a:lnTo>
                  <a:pt x="2416795" y="1389579"/>
                </a:lnTo>
                <a:close/>
                <a:lnTo>
                  <a:pt x="2411971" y="1389579"/>
                </a:lnTo>
                <a:close/>
                <a:lnTo>
                  <a:pt x="2407147" y="1389579"/>
                </a:lnTo>
                <a:close/>
                <a:lnTo>
                  <a:pt x="2402323" y="1389579"/>
                </a:lnTo>
                <a:close/>
                <a:lnTo>
                  <a:pt x="2397499" y="1389579"/>
                </a:lnTo>
                <a:close/>
                <a:lnTo>
                  <a:pt x="2392675" y="1389579"/>
                </a:lnTo>
                <a:close/>
                <a:lnTo>
                  <a:pt x="2387851" y="1389579"/>
                </a:lnTo>
                <a:close/>
                <a:lnTo>
                  <a:pt x="2383027" y="1389579"/>
                </a:lnTo>
                <a:close/>
                <a:lnTo>
                  <a:pt x="2378203" y="1389579"/>
                </a:lnTo>
                <a:close/>
                <a:lnTo>
                  <a:pt x="2373379" y="1389579"/>
                </a:lnTo>
                <a:close/>
                <a:lnTo>
                  <a:pt x="2368555" y="1389579"/>
                </a:lnTo>
                <a:close/>
                <a:lnTo>
                  <a:pt x="2363731" y="1389579"/>
                </a:lnTo>
                <a:close/>
                <a:lnTo>
                  <a:pt x="2358907" y="1389579"/>
                </a:lnTo>
                <a:close/>
                <a:lnTo>
                  <a:pt x="2354083" y="1389579"/>
                </a:lnTo>
                <a:close/>
                <a:lnTo>
                  <a:pt x="2349259" y="1389579"/>
                </a:lnTo>
                <a:close/>
                <a:lnTo>
                  <a:pt x="2344436" y="1389579"/>
                </a:lnTo>
                <a:close/>
                <a:lnTo>
                  <a:pt x="2339612" y="1389579"/>
                </a:lnTo>
                <a:close/>
                <a:lnTo>
                  <a:pt x="2334788" y="1389579"/>
                </a:lnTo>
                <a:close/>
                <a:lnTo>
                  <a:pt x="2329964" y="1389579"/>
                </a:lnTo>
                <a:close/>
                <a:lnTo>
                  <a:pt x="2325140" y="1389579"/>
                </a:lnTo>
                <a:close/>
                <a:lnTo>
                  <a:pt x="2320316" y="1389579"/>
                </a:lnTo>
                <a:close/>
                <a:lnTo>
                  <a:pt x="2315492" y="1389579"/>
                </a:lnTo>
                <a:close/>
                <a:lnTo>
                  <a:pt x="2310668" y="1389579"/>
                </a:lnTo>
                <a:close/>
                <a:lnTo>
                  <a:pt x="2305844" y="1389579"/>
                </a:lnTo>
                <a:close/>
                <a:lnTo>
                  <a:pt x="2301020" y="1389579"/>
                </a:lnTo>
                <a:close/>
                <a:lnTo>
                  <a:pt x="2296196" y="1389579"/>
                </a:lnTo>
                <a:close/>
                <a:lnTo>
                  <a:pt x="2291372" y="1389579"/>
                </a:lnTo>
                <a:close/>
                <a:lnTo>
                  <a:pt x="2286548" y="1389579"/>
                </a:lnTo>
                <a:close/>
                <a:lnTo>
                  <a:pt x="2281724" y="1389579"/>
                </a:lnTo>
                <a:close/>
                <a:lnTo>
                  <a:pt x="2276900" y="1389579"/>
                </a:lnTo>
                <a:close/>
                <a:lnTo>
                  <a:pt x="2272076" y="1389579"/>
                </a:lnTo>
                <a:close/>
                <a:lnTo>
                  <a:pt x="2267252" y="1389579"/>
                </a:lnTo>
                <a:close/>
                <a:lnTo>
                  <a:pt x="2262428" y="1389579"/>
                </a:lnTo>
                <a:close/>
                <a:lnTo>
                  <a:pt x="2257605" y="1389579"/>
                </a:lnTo>
                <a:close/>
                <a:lnTo>
                  <a:pt x="2252781" y="1389579"/>
                </a:lnTo>
                <a:close/>
                <a:lnTo>
                  <a:pt x="2247957" y="1389579"/>
                </a:lnTo>
                <a:close/>
                <a:lnTo>
                  <a:pt x="2243133" y="1389579"/>
                </a:lnTo>
                <a:close/>
                <a:lnTo>
                  <a:pt x="2238309" y="1389579"/>
                </a:lnTo>
                <a:close/>
                <a:lnTo>
                  <a:pt x="2233485" y="1389579"/>
                </a:lnTo>
                <a:close/>
                <a:lnTo>
                  <a:pt x="2228661" y="1389579"/>
                </a:lnTo>
                <a:close/>
                <a:lnTo>
                  <a:pt x="2223837" y="1389579"/>
                </a:lnTo>
                <a:close/>
                <a:lnTo>
                  <a:pt x="2219013" y="1389579"/>
                </a:lnTo>
                <a:close/>
                <a:lnTo>
                  <a:pt x="2214189" y="1389579"/>
                </a:lnTo>
                <a:close/>
                <a:lnTo>
                  <a:pt x="2209365" y="1389579"/>
                </a:lnTo>
                <a:close/>
                <a:lnTo>
                  <a:pt x="2204541" y="1389579"/>
                </a:lnTo>
                <a:close/>
                <a:lnTo>
                  <a:pt x="2199717" y="1389579"/>
                </a:lnTo>
                <a:close/>
                <a:lnTo>
                  <a:pt x="2194893" y="1389579"/>
                </a:lnTo>
                <a:close/>
                <a:lnTo>
                  <a:pt x="2190069" y="1389579"/>
                </a:lnTo>
                <a:close/>
                <a:lnTo>
                  <a:pt x="2185245" y="1389579"/>
                </a:lnTo>
                <a:close/>
                <a:lnTo>
                  <a:pt x="2180421" y="1389579"/>
                </a:lnTo>
                <a:close/>
                <a:lnTo>
                  <a:pt x="2175598" y="1389579"/>
                </a:lnTo>
                <a:close/>
                <a:lnTo>
                  <a:pt x="2170774" y="1389579"/>
                </a:lnTo>
                <a:close/>
                <a:lnTo>
                  <a:pt x="2165950" y="1389579"/>
                </a:lnTo>
                <a:close/>
                <a:lnTo>
                  <a:pt x="2161126" y="1389579"/>
                </a:lnTo>
                <a:close/>
                <a:lnTo>
                  <a:pt x="2156302" y="1389579"/>
                </a:lnTo>
                <a:close/>
                <a:lnTo>
                  <a:pt x="2151478" y="1389579"/>
                </a:lnTo>
                <a:close/>
                <a:lnTo>
                  <a:pt x="2146654" y="1389579"/>
                </a:lnTo>
                <a:close/>
                <a:lnTo>
                  <a:pt x="2141830" y="1389579"/>
                </a:lnTo>
                <a:close/>
                <a:lnTo>
                  <a:pt x="2137006" y="1389579"/>
                </a:lnTo>
                <a:close/>
                <a:lnTo>
                  <a:pt x="2132182" y="1389579"/>
                </a:lnTo>
                <a:close/>
                <a:lnTo>
                  <a:pt x="2127358" y="1389579"/>
                </a:lnTo>
                <a:close/>
                <a:lnTo>
                  <a:pt x="2122534" y="1389579"/>
                </a:lnTo>
                <a:close/>
                <a:lnTo>
                  <a:pt x="2117710" y="1389579"/>
                </a:lnTo>
                <a:close/>
                <a:lnTo>
                  <a:pt x="2112886" y="1389579"/>
                </a:lnTo>
                <a:close/>
                <a:lnTo>
                  <a:pt x="2108062" y="1389579"/>
                </a:lnTo>
                <a:close/>
                <a:lnTo>
                  <a:pt x="2103238" y="1389579"/>
                </a:lnTo>
                <a:close/>
                <a:lnTo>
                  <a:pt x="2098414" y="1389579"/>
                </a:lnTo>
                <a:close/>
                <a:lnTo>
                  <a:pt x="2093591" y="1389579"/>
                </a:lnTo>
                <a:close/>
                <a:lnTo>
                  <a:pt x="2088767" y="1389579"/>
                </a:lnTo>
                <a:close/>
                <a:lnTo>
                  <a:pt x="2083943" y="1389579"/>
                </a:lnTo>
                <a:close/>
                <a:lnTo>
                  <a:pt x="2079119" y="1389579"/>
                </a:lnTo>
                <a:close/>
                <a:lnTo>
                  <a:pt x="2074295" y="1389579"/>
                </a:lnTo>
                <a:close/>
                <a:lnTo>
                  <a:pt x="2069471" y="1389579"/>
                </a:lnTo>
                <a:close/>
                <a:lnTo>
                  <a:pt x="2064647" y="1389579"/>
                </a:lnTo>
                <a:close/>
                <a:lnTo>
                  <a:pt x="2059823" y="1389579"/>
                </a:lnTo>
                <a:close/>
                <a:lnTo>
                  <a:pt x="2054999" y="1389579"/>
                </a:lnTo>
                <a:close/>
                <a:lnTo>
                  <a:pt x="2050175" y="1389579"/>
                </a:lnTo>
                <a:close/>
                <a:lnTo>
                  <a:pt x="2045351" y="1389579"/>
                </a:lnTo>
                <a:close/>
                <a:lnTo>
                  <a:pt x="2040527" y="1389579"/>
                </a:lnTo>
                <a:close/>
                <a:lnTo>
                  <a:pt x="2035703" y="1389579"/>
                </a:lnTo>
                <a:close/>
                <a:lnTo>
                  <a:pt x="2030879" y="1389579"/>
                </a:lnTo>
                <a:close/>
                <a:lnTo>
                  <a:pt x="2026055" y="1389579"/>
                </a:lnTo>
                <a:close/>
                <a:lnTo>
                  <a:pt x="2021231" y="1389579"/>
                </a:lnTo>
                <a:close/>
                <a:lnTo>
                  <a:pt x="2016407" y="1389579"/>
                </a:lnTo>
                <a:close/>
                <a:lnTo>
                  <a:pt x="2011583" y="1389579"/>
                </a:lnTo>
                <a:close/>
                <a:lnTo>
                  <a:pt x="2006760" y="1389579"/>
                </a:lnTo>
                <a:close/>
                <a:lnTo>
                  <a:pt x="2001936" y="1389579"/>
                </a:lnTo>
                <a:close/>
                <a:lnTo>
                  <a:pt x="1997112" y="1389579"/>
                </a:lnTo>
                <a:close/>
                <a:lnTo>
                  <a:pt x="1992288" y="1389579"/>
                </a:lnTo>
                <a:close/>
                <a:lnTo>
                  <a:pt x="1987464" y="1389579"/>
                </a:lnTo>
                <a:close/>
                <a:lnTo>
                  <a:pt x="1982640" y="1389579"/>
                </a:lnTo>
                <a:close/>
                <a:lnTo>
                  <a:pt x="1977816" y="1389579"/>
                </a:lnTo>
                <a:close/>
                <a:lnTo>
                  <a:pt x="1972992" y="1389579"/>
                </a:lnTo>
                <a:close/>
                <a:lnTo>
                  <a:pt x="1968168" y="1389579"/>
                </a:lnTo>
                <a:close/>
                <a:lnTo>
                  <a:pt x="1963344" y="1389579"/>
                </a:lnTo>
                <a:close/>
                <a:lnTo>
                  <a:pt x="1958520" y="1389579"/>
                </a:lnTo>
                <a:close/>
                <a:lnTo>
                  <a:pt x="1953696" y="1389579"/>
                </a:lnTo>
                <a:close/>
                <a:lnTo>
                  <a:pt x="1948872" y="1389579"/>
                </a:lnTo>
                <a:close/>
                <a:lnTo>
                  <a:pt x="1944048" y="1389579"/>
                </a:lnTo>
                <a:close/>
                <a:lnTo>
                  <a:pt x="1939224" y="1389579"/>
                </a:lnTo>
                <a:close/>
                <a:lnTo>
                  <a:pt x="1934400" y="1389579"/>
                </a:lnTo>
                <a:close/>
                <a:lnTo>
                  <a:pt x="1929576" y="1389579"/>
                </a:lnTo>
                <a:close/>
                <a:lnTo>
                  <a:pt x="1924753" y="1389579"/>
                </a:lnTo>
                <a:close/>
                <a:lnTo>
                  <a:pt x="1919929" y="1389579"/>
                </a:lnTo>
                <a:close/>
                <a:lnTo>
                  <a:pt x="1915105" y="1389579"/>
                </a:lnTo>
                <a:close/>
                <a:lnTo>
                  <a:pt x="1910281" y="1389579"/>
                </a:lnTo>
                <a:close/>
                <a:lnTo>
                  <a:pt x="1905457" y="1389579"/>
                </a:lnTo>
                <a:close/>
                <a:lnTo>
                  <a:pt x="1900633" y="1389579"/>
                </a:lnTo>
                <a:close/>
                <a:lnTo>
                  <a:pt x="1895809" y="1389579"/>
                </a:lnTo>
                <a:close/>
                <a:lnTo>
                  <a:pt x="1890985" y="1389579"/>
                </a:lnTo>
                <a:close/>
                <a:lnTo>
                  <a:pt x="1886161" y="1389579"/>
                </a:lnTo>
                <a:close/>
                <a:lnTo>
                  <a:pt x="1881337" y="1389579"/>
                </a:lnTo>
                <a:close/>
                <a:lnTo>
                  <a:pt x="1876513" y="1389579"/>
                </a:lnTo>
                <a:close/>
                <a:lnTo>
                  <a:pt x="1871689" y="1389579"/>
                </a:lnTo>
                <a:close/>
                <a:lnTo>
                  <a:pt x="1866865" y="1389579"/>
                </a:lnTo>
                <a:close/>
                <a:lnTo>
                  <a:pt x="1862041" y="1389579"/>
                </a:lnTo>
                <a:close/>
                <a:lnTo>
                  <a:pt x="1857217" y="1389579"/>
                </a:lnTo>
                <a:close/>
                <a:lnTo>
                  <a:pt x="1852393" y="1389579"/>
                </a:lnTo>
                <a:close/>
                <a:lnTo>
                  <a:pt x="1847569" y="1389579"/>
                </a:lnTo>
                <a:close/>
                <a:lnTo>
                  <a:pt x="1842746" y="1389579"/>
                </a:lnTo>
                <a:close/>
                <a:lnTo>
                  <a:pt x="1837922" y="1389579"/>
                </a:lnTo>
                <a:close/>
                <a:lnTo>
                  <a:pt x="1833098" y="1389579"/>
                </a:lnTo>
                <a:close/>
                <a:lnTo>
                  <a:pt x="1828274" y="1389579"/>
                </a:lnTo>
                <a:close/>
                <a:lnTo>
                  <a:pt x="1823450" y="1389579"/>
                </a:lnTo>
                <a:close/>
                <a:lnTo>
                  <a:pt x="1818626" y="1389579"/>
                </a:lnTo>
                <a:close/>
                <a:lnTo>
                  <a:pt x="1813802" y="1389579"/>
                </a:lnTo>
                <a:close/>
                <a:lnTo>
                  <a:pt x="1808978" y="1389579"/>
                </a:lnTo>
                <a:close/>
                <a:lnTo>
                  <a:pt x="1804154" y="1389579"/>
                </a:lnTo>
                <a:close/>
                <a:lnTo>
                  <a:pt x="1799330" y="1389579"/>
                </a:lnTo>
                <a:close/>
                <a:lnTo>
                  <a:pt x="1794506" y="1389579"/>
                </a:lnTo>
                <a:close/>
                <a:lnTo>
                  <a:pt x="1789682" y="1389579"/>
                </a:lnTo>
                <a:close/>
                <a:lnTo>
                  <a:pt x="1784858" y="1389579"/>
                </a:lnTo>
                <a:close/>
                <a:lnTo>
                  <a:pt x="1780034" y="1389579"/>
                </a:lnTo>
                <a:close/>
                <a:lnTo>
                  <a:pt x="1775210" y="1389579"/>
                </a:lnTo>
                <a:close/>
                <a:lnTo>
                  <a:pt x="1770386" y="1389579"/>
                </a:lnTo>
                <a:close/>
                <a:lnTo>
                  <a:pt x="1765562" y="1389579"/>
                </a:lnTo>
                <a:close/>
                <a:lnTo>
                  <a:pt x="1760739" y="1389579"/>
                </a:lnTo>
                <a:close/>
                <a:lnTo>
                  <a:pt x="1755915" y="1389579"/>
                </a:lnTo>
                <a:close/>
                <a:lnTo>
                  <a:pt x="1751091" y="1389579"/>
                </a:lnTo>
                <a:close/>
                <a:lnTo>
                  <a:pt x="1746267" y="1389579"/>
                </a:lnTo>
                <a:close/>
                <a:lnTo>
                  <a:pt x="1741443" y="1389579"/>
                </a:lnTo>
                <a:close/>
                <a:lnTo>
                  <a:pt x="1736619" y="1389579"/>
                </a:lnTo>
                <a:close/>
                <a:lnTo>
                  <a:pt x="1731795" y="1389579"/>
                </a:lnTo>
                <a:close/>
                <a:lnTo>
                  <a:pt x="1726971" y="1389579"/>
                </a:lnTo>
                <a:close/>
                <a:lnTo>
                  <a:pt x="1722147" y="1389579"/>
                </a:lnTo>
                <a:close/>
                <a:lnTo>
                  <a:pt x="1717323" y="1389579"/>
                </a:lnTo>
                <a:close/>
                <a:lnTo>
                  <a:pt x="1712499" y="1389579"/>
                </a:lnTo>
                <a:close/>
                <a:lnTo>
                  <a:pt x="1707675" y="1389579"/>
                </a:lnTo>
                <a:close/>
                <a:lnTo>
                  <a:pt x="1702851" y="1389579"/>
                </a:lnTo>
                <a:close/>
                <a:lnTo>
                  <a:pt x="1698027" y="1389579"/>
                </a:lnTo>
                <a:close/>
                <a:lnTo>
                  <a:pt x="1693203" y="1389579"/>
                </a:lnTo>
                <a:close/>
                <a:lnTo>
                  <a:pt x="1688379" y="1389579"/>
                </a:lnTo>
                <a:close/>
                <a:lnTo>
                  <a:pt x="1683555" y="1389579"/>
                </a:lnTo>
                <a:close/>
                <a:lnTo>
                  <a:pt x="1678731" y="1389579"/>
                </a:lnTo>
                <a:close/>
                <a:lnTo>
                  <a:pt x="1673908" y="1389579"/>
                </a:lnTo>
                <a:close/>
                <a:lnTo>
                  <a:pt x="1669084" y="1389579"/>
                </a:lnTo>
                <a:close/>
                <a:lnTo>
                  <a:pt x="1664260" y="1389579"/>
                </a:lnTo>
                <a:close/>
                <a:lnTo>
                  <a:pt x="1659436" y="1389579"/>
                </a:lnTo>
                <a:close/>
                <a:lnTo>
                  <a:pt x="1654612" y="1389579"/>
                </a:lnTo>
                <a:close/>
                <a:lnTo>
                  <a:pt x="1649788" y="1389579"/>
                </a:lnTo>
                <a:close/>
                <a:lnTo>
                  <a:pt x="1644964" y="1389579"/>
                </a:lnTo>
                <a:close/>
                <a:lnTo>
                  <a:pt x="1640140" y="1389579"/>
                </a:lnTo>
                <a:close/>
                <a:lnTo>
                  <a:pt x="1635316" y="1389579"/>
                </a:lnTo>
                <a:close/>
                <a:lnTo>
                  <a:pt x="1630492" y="1389579"/>
                </a:lnTo>
                <a:close/>
                <a:lnTo>
                  <a:pt x="1625668" y="1389579"/>
                </a:lnTo>
                <a:close/>
                <a:lnTo>
                  <a:pt x="1620844" y="1389579"/>
                </a:lnTo>
                <a:close/>
                <a:lnTo>
                  <a:pt x="1616020" y="1389579"/>
                </a:lnTo>
                <a:close/>
                <a:lnTo>
                  <a:pt x="1611196" y="1389579"/>
                </a:lnTo>
                <a:close/>
                <a:lnTo>
                  <a:pt x="1606372" y="1389579"/>
                </a:lnTo>
                <a:close/>
                <a:lnTo>
                  <a:pt x="1601548" y="1389579"/>
                </a:lnTo>
                <a:close/>
                <a:lnTo>
                  <a:pt x="1596724" y="1389579"/>
                </a:lnTo>
                <a:close/>
                <a:lnTo>
                  <a:pt x="1591901" y="1389579"/>
                </a:lnTo>
                <a:close/>
                <a:lnTo>
                  <a:pt x="1587077" y="1389579"/>
                </a:lnTo>
                <a:close/>
                <a:lnTo>
                  <a:pt x="1582253" y="1389579"/>
                </a:lnTo>
                <a:close/>
                <a:lnTo>
                  <a:pt x="1577429" y="1389579"/>
                </a:lnTo>
                <a:close/>
                <a:lnTo>
                  <a:pt x="1572605" y="1389579"/>
                </a:lnTo>
                <a:close/>
                <a:lnTo>
                  <a:pt x="1567781" y="1389579"/>
                </a:lnTo>
                <a:close/>
                <a:lnTo>
                  <a:pt x="1562957" y="1389579"/>
                </a:lnTo>
                <a:close/>
                <a:lnTo>
                  <a:pt x="1558133" y="1389579"/>
                </a:lnTo>
                <a:close/>
                <a:lnTo>
                  <a:pt x="1553309" y="1389579"/>
                </a:lnTo>
                <a:close/>
                <a:lnTo>
                  <a:pt x="1548485" y="1389579"/>
                </a:lnTo>
                <a:close/>
                <a:lnTo>
                  <a:pt x="1543661" y="1389579"/>
                </a:lnTo>
                <a:close/>
                <a:lnTo>
                  <a:pt x="1538837" y="1389579"/>
                </a:lnTo>
                <a:close/>
                <a:lnTo>
                  <a:pt x="1534013" y="1389579"/>
                </a:lnTo>
                <a:close/>
                <a:lnTo>
                  <a:pt x="1529189" y="1389579"/>
                </a:lnTo>
                <a:close/>
                <a:lnTo>
                  <a:pt x="1524365" y="1389579"/>
                </a:lnTo>
                <a:close/>
                <a:lnTo>
                  <a:pt x="1519541" y="1389579"/>
                </a:lnTo>
                <a:close/>
                <a:lnTo>
                  <a:pt x="1514717" y="1389579"/>
                </a:lnTo>
                <a:close/>
                <a:lnTo>
                  <a:pt x="1509894" y="1389579"/>
                </a:lnTo>
                <a:close/>
                <a:lnTo>
                  <a:pt x="1505070" y="1389579"/>
                </a:lnTo>
                <a:close/>
                <a:lnTo>
                  <a:pt x="1500246" y="1389579"/>
                </a:lnTo>
                <a:close/>
                <a:lnTo>
                  <a:pt x="1495422" y="1389579"/>
                </a:lnTo>
                <a:close/>
                <a:lnTo>
                  <a:pt x="1490598" y="1389579"/>
                </a:lnTo>
                <a:close/>
                <a:lnTo>
                  <a:pt x="1485774" y="1389579"/>
                </a:lnTo>
                <a:close/>
                <a:lnTo>
                  <a:pt x="1480950" y="1389579"/>
                </a:lnTo>
                <a:close/>
                <a:lnTo>
                  <a:pt x="1476126" y="1389579"/>
                </a:lnTo>
                <a:close/>
                <a:lnTo>
                  <a:pt x="1471302" y="1389579"/>
                </a:lnTo>
                <a:close/>
                <a:lnTo>
                  <a:pt x="1466478" y="1389579"/>
                </a:lnTo>
                <a:close/>
                <a:lnTo>
                  <a:pt x="1461654" y="1389579"/>
                </a:lnTo>
                <a:close/>
                <a:lnTo>
                  <a:pt x="1456830" y="1389579"/>
                </a:lnTo>
                <a:close/>
                <a:lnTo>
                  <a:pt x="1452006" y="1389579"/>
                </a:lnTo>
                <a:close/>
                <a:lnTo>
                  <a:pt x="1447182" y="1389579"/>
                </a:lnTo>
                <a:close/>
                <a:lnTo>
                  <a:pt x="1442358" y="1389579"/>
                </a:lnTo>
                <a:close/>
                <a:lnTo>
                  <a:pt x="1437534" y="1389579"/>
                </a:lnTo>
                <a:close/>
                <a:lnTo>
                  <a:pt x="1432710" y="1389579"/>
                </a:lnTo>
                <a:close/>
                <a:lnTo>
                  <a:pt x="1427887" y="1389579"/>
                </a:lnTo>
                <a:close/>
                <a:lnTo>
                  <a:pt x="1423063" y="1389579"/>
                </a:lnTo>
                <a:close/>
                <a:lnTo>
                  <a:pt x="1418239" y="1389579"/>
                </a:lnTo>
                <a:close/>
                <a:lnTo>
                  <a:pt x="1413415" y="1389579"/>
                </a:lnTo>
                <a:close/>
                <a:lnTo>
                  <a:pt x="1408591" y="1389579"/>
                </a:lnTo>
                <a:close/>
                <a:lnTo>
                  <a:pt x="1403767" y="1389579"/>
                </a:lnTo>
                <a:close/>
                <a:lnTo>
                  <a:pt x="1398943" y="1389579"/>
                </a:lnTo>
                <a:close/>
                <a:lnTo>
                  <a:pt x="1394119" y="1389579"/>
                </a:lnTo>
                <a:close/>
                <a:lnTo>
                  <a:pt x="1389295" y="1389579"/>
                </a:lnTo>
                <a:close/>
                <a:lnTo>
                  <a:pt x="1384471" y="1389579"/>
                </a:lnTo>
                <a:close/>
                <a:lnTo>
                  <a:pt x="1379647" y="1389579"/>
                </a:lnTo>
                <a:close/>
                <a:lnTo>
                  <a:pt x="1374823" y="1389579"/>
                </a:lnTo>
                <a:close/>
                <a:lnTo>
                  <a:pt x="1369999" y="1389579"/>
                </a:lnTo>
                <a:close/>
                <a:lnTo>
                  <a:pt x="1365175" y="1389579"/>
                </a:lnTo>
                <a:close/>
                <a:lnTo>
                  <a:pt x="1360351" y="1389579"/>
                </a:lnTo>
                <a:close/>
                <a:lnTo>
                  <a:pt x="1355527" y="1389579"/>
                </a:lnTo>
                <a:close/>
                <a:lnTo>
                  <a:pt x="1350703" y="1389579"/>
                </a:lnTo>
                <a:close/>
                <a:lnTo>
                  <a:pt x="1345879" y="1389579"/>
                </a:lnTo>
                <a:close/>
                <a:lnTo>
                  <a:pt x="1341056" y="1389579"/>
                </a:lnTo>
                <a:close/>
                <a:lnTo>
                  <a:pt x="1336232" y="1389579"/>
                </a:lnTo>
                <a:close/>
                <a:lnTo>
                  <a:pt x="1331408" y="1389579"/>
                </a:lnTo>
                <a:close/>
                <a:lnTo>
                  <a:pt x="1326584" y="1389579"/>
                </a:lnTo>
                <a:close/>
                <a:lnTo>
                  <a:pt x="1321760" y="1389579"/>
                </a:lnTo>
                <a:close/>
                <a:lnTo>
                  <a:pt x="1316936" y="1389579"/>
                </a:lnTo>
                <a:close/>
                <a:lnTo>
                  <a:pt x="1312112" y="1389579"/>
                </a:lnTo>
                <a:close/>
                <a:lnTo>
                  <a:pt x="1307288" y="1389579"/>
                </a:lnTo>
                <a:close/>
                <a:lnTo>
                  <a:pt x="1302464" y="1389579"/>
                </a:lnTo>
                <a:close/>
                <a:lnTo>
                  <a:pt x="1297640" y="1389579"/>
                </a:lnTo>
                <a:close/>
                <a:lnTo>
                  <a:pt x="1292816" y="1389579"/>
                </a:lnTo>
                <a:close/>
                <a:lnTo>
                  <a:pt x="1287992" y="1389579"/>
                </a:lnTo>
                <a:close/>
                <a:lnTo>
                  <a:pt x="1283168" y="1389579"/>
                </a:lnTo>
                <a:close/>
                <a:lnTo>
                  <a:pt x="1278344" y="1389579"/>
                </a:lnTo>
                <a:close/>
                <a:lnTo>
                  <a:pt x="1273520" y="1389579"/>
                </a:lnTo>
                <a:close/>
                <a:lnTo>
                  <a:pt x="1268696" y="1389579"/>
                </a:lnTo>
                <a:close/>
                <a:lnTo>
                  <a:pt x="1263872" y="1389579"/>
                </a:lnTo>
                <a:close/>
                <a:lnTo>
                  <a:pt x="1259049" y="1389579"/>
                </a:lnTo>
                <a:close/>
                <a:lnTo>
                  <a:pt x="1254225" y="1389579"/>
                </a:lnTo>
                <a:close/>
                <a:lnTo>
                  <a:pt x="1249401" y="1389579"/>
                </a:lnTo>
                <a:close/>
                <a:lnTo>
                  <a:pt x="1244577" y="1389579"/>
                </a:lnTo>
                <a:close/>
                <a:lnTo>
                  <a:pt x="1239753" y="1389579"/>
                </a:lnTo>
                <a:close/>
                <a:lnTo>
                  <a:pt x="1234929" y="1389579"/>
                </a:lnTo>
                <a:close/>
                <a:lnTo>
                  <a:pt x="1230105" y="1389579"/>
                </a:lnTo>
                <a:close/>
                <a:lnTo>
                  <a:pt x="1225281" y="1389579"/>
                </a:lnTo>
                <a:close/>
                <a:lnTo>
                  <a:pt x="1220457" y="1389579"/>
                </a:lnTo>
                <a:close/>
                <a:lnTo>
                  <a:pt x="1215633" y="1389579"/>
                </a:lnTo>
                <a:close/>
                <a:lnTo>
                  <a:pt x="1210809" y="1389579"/>
                </a:lnTo>
                <a:close/>
                <a:lnTo>
                  <a:pt x="1205985" y="1389579"/>
                </a:lnTo>
                <a:close/>
                <a:lnTo>
                  <a:pt x="1201161" y="1389579"/>
                </a:lnTo>
                <a:close/>
                <a:lnTo>
                  <a:pt x="1196337" y="1389579"/>
                </a:lnTo>
                <a:close/>
                <a:lnTo>
                  <a:pt x="1191513" y="1389579"/>
                </a:lnTo>
                <a:close/>
                <a:lnTo>
                  <a:pt x="1186689" y="1389579"/>
                </a:lnTo>
                <a:close/>
                <a:lnTo>
                  <a:pt x="1181865" y="1389579"/>
                </a:lnTo>
                <a:close/>
                <a:lnTo>
                  <a:pt x="1177042" y="1389579"/>
                </a:lnTo>
                <a:close/>
                <a:lnTo>
                  <a:pt x="1172218" y="1389579"/>
                </a:lnTo>
                <a:close/>
                <a:lnTo>
                  <a:pt x="1167394" y="1389579"/>
                </a:lnTo>
                <a:close/>
                <a:lnTo>
                  <a:pt x="1162570" y="1389579"/>
                </a:lnTo>
                <a:close/>
                <a:lnTo>
                  <a:pt x="1157746" y="1389579"/>
                </a:lnTo>
                <a:close/>
                <a:lnTo>
                  <a:pt x="1152922" y="1389579"/>
                </a:lnTo>
                <a:close/>
                <a:lnTo>
                  <a:pt x="1148098" y="1389579"/>
                </a:lnTo>
                <a:close/>
                <a:lnTo>
                  <a:pt x="1143274" y="1389579"/>
                </a:lnTo>
                <a:close/>
                <a:lnTo>
                  <a:pt x="1138450" y="1389579"/>
                </a:lnTo>
                <a:close/>
                <a:lnTo>
                  <a:pt x="1133626" y="1389579"/>
                </a:lnTo>
                <a:close/>
                <a:lnTo>
                  <a:pt x="1128802" y="1389579"/>
                </a:lnTo>
                <a:close/>
                <a:lnTo>
                  <a:pt x="1123978" y="1389579"/>
                </a:lnTo>
                <a:close/>
                <a:lnTo>
                  <a:pt x="1119154" y="1389579"/>
                </a:lnTo>
                <a:close/>
                <a:lnTo>
                  <a:pt x="1114330" y="1389579"/>
                </a:lnTo>
                <a:close/>
                <a:lnTo>
                  <a:pt x="1109506" y="1389579"/>
                </a:lnTo>
                <a:close/>
                <a:lnTo>
                  <a:pt x="1104682" y="1389579"/>
                </a:lnTo>
                <a:close/>
                <a:lnTo>
                  <a:pt x="1099858" y="1389579"/>
                </a:lnTo>
                <a:close/>
                <a:lnTo>
                  <a:pt x="1095035" y="1389579"/>
                </a:lnTo>
                <a:close/>
                <a:lnTo>
                  <a:pt x="1090211" y="1389579"/>
                </a:lnTo>
                <a:close/>
                <a:lnTo>
                  <a:pt x="1085387" y="1389579"/>
                </a:lnTo>
                <a:close/>
                <a:lnTo>
                  <a:pt x="1080563" y="1389579"/>
                </a:lnTo>
                <a:close/>
                <a:lnTo>
                  <a:pt x="1075739" y="1389579"/>
                </a:lnTo>
                <a:close/>
                <a:lnTo>
                  <a:pt x="1070915" y="1389579"/>
                </a:lnTo>
                <a:close/>
                <a:lnTo>
                  <a:pt x="1066091" y="1389579"/>
                </a:lnTo>
                <a:close/>
                <a:lnTo>
                  <a:pt x="1061267" y="1389579"/>
                </a:lnTo>
                <a:close/>
                <a:lnTo>
                  <a:pt x="1056443" y="1389579"/>
                </a:lnTo>
                <a:close/>
                <a:lnTo>
                  <a:pt x="1051619" y="1389579"/>
                </a:lnTo>
                <a:close/>
                <a:lnTo>
                  <a:pt x="1046795" y="1389579"/>
                </a:lnTo>
                <a:close/>
                <a:lnTo>
                  <a:pt x="1041971" y="1389579"/>
                </a:lnTo>
                <a:close/>
                <a:lnTo>
                  <a:pt x="1037147" y="1389579"/>
                </a:lnTo>
                <a:close/>
                <a:lnTo>
                  <a:pt x="1032323" y="1389579"/>
                </a:lnTo>
                <a:close/>
                <a:lnTo>
                  <a:pt x="1027499" y="1389579"/>
                </a:lnTo>
                <a:close/>
                <a:lnTo>
                  <a:pt x="1022675" y="1389579"/>
                </a:lnTo>
                <a:close/>
                <a:lnTo>
                  <a:pt x="1017851" y="1389579"/>
                </a:lnTo>
                <a:close/>
                <a:lnTo>
                  <a:pt x="1013027" y="1389579"/>
                </a:lnTo>
                <a:close/>
                <a:lnTo>
                  <a:pt x="1008204" y="1389579"/>
                </a:lnTo>
                <a:close/>
                <a:lnTo>
                  <a:pt x="1003380" y="1389579"/>
                </a:lnTo>
                <a:close/>
                <a:lnTo>
                  <a:pt x="998556" y="1389579"/>
                </a:lnTo>
                <a:close/>
                <a:lnTo>
                  <a:pt x="993732" y="1389579"/>
                </a:lnTo>
                <a:close/>
                <a:lnTo>
                  <a:pt x="988908" y="1389579"/>
                </a:lnTo>
                <a:close/>
                <a:lnTo>
                  <a:pt x="984084" y="1389579"/>
                </a:lnTo>
                <a:close/>
                <a:lnTo>
                  <a:pt x="979260" y="1389579"/>
                </a:lnTo>
                <a:close/>
                <a:lnTo>
                  <a:pt x="974436" y="1389579"/>
                </a:lnTo>
                <a:close/>
                <a:lnTo>
                  <a:pt x="969612" y="1389579"/>
                </a:lnTo>
                <a:close/>
                <a:lnTo>
                  <a:pt x="964788" y="1389579"/>
                </a:lnTo>
                <a:close/>
                <a:lnTo>
                  <a:pt x="959964" y="1389579"/>
                </a:lnTo>
                <a:close/>
                <a:lnTo>
                  <a:pt x="955140" y="1389579"/>
                </a:lnTo>
                <a:close/>
                <a:lnTo>
                  <a:pt x="950316" y="1389579"/>
                </a:lnTo>
                <a:close/>
                <a:lnTo>
                  <a:pt x="945492" y="1389579"/>
                </a:lnTo>
                <a:close/>
                <a:lnTo>
                  <a:pt x="940668" y="1389579"/>
                </a:lnTo>
                <a:close/>
                <a:lnTo>
                  <a:pt x="935844" y="1389579"/>
                </a:lnTo>
                <a:close/>
                <a:lnTo>
                  <a:pt x="931020" y="1389579"/>
                </a:lnTo>
                <a:close/>
                <a:lnTo>
                  <a:pt x="926197" y="1389579"/>
                </a:lnTo>
                <a:close/>
                <a:lnTo>
                  <a:pt x="921373" y="1389579"/>
                </a:lnTo>
                <a:close/>
                <a:lnTo>
                  <a:pt x="916549" y="1389579"/>
                </a:lnTo>
                <a:close/>
                <a:lnTo>
                  <a:pt x="911725" y="1389579"/>
                </a:lnTo>
                <a:close/>
                <a:lnTo>
                  <a:pt x="906901" y="1389579"/>
                </a:lnTo>
                <a:close/>
                <a:lnTo>
                  <a:pt x="902077" y="1389579"/>
                </a:lnTo>
                <a:close/>
                <a:lnTo>
                  <a:pt x="897253" y="1389579"/>
                </a:lnTo>
                <a:close/>
                <a:lnTo>
                  <a:pt x="892429" y="1389579"/>
                </a:lnTo>
                <a:close/>
                <a:lnTo>
                  <a:pt x="887605" y="1389579"/>
                </a:lnTo>
                <a:close/>
                <a:lnTo>
                  <a:pt x="882781" y="1389579"/>
                </a:lnTo>
                <a:close/>
                <a:lnTo>
                  <a:pt x="877957" y="1389579"/>
                </a:lnTo>
                <a:close/>
                <a:lnTo>
                  <a:pt x="873133" y="1389579"/>
                </a:lnTo>
                <a:close/>
                <a:lnTo>
                  <a:pt x="868309" y="1389579"/>
                </a:lnTo>
                <a:close/>
                <a:lnTo>
                  <a:pt x="863485" y="1389579"/>
                </a:lnTo>
                <a:close/>
                <a:lnTo>
                  <a:pt x="858661" y="1389579"/>
                </a:lnTo>
                <a:close/>
                <a:lnTo>
                  <a:pt x="853837" y="1389579"/>
                </a:lnTo>
                <a:close/>
                <a:lnTo>
                  <a:pt x="849013" y="1389579"/>
                </a:lnTo>
                <a:close/>
                <a:lnTo>
                  <a:pt x="844190" y="1389579"/>
                </a:lnTo>
                <a:close/>
                <a:lnTo>
                  <a:pt x="839366" y="1389579"/>
                </a:lnTo>
                <a:close/>
                <a:lnTo>
                  <a:pt x="834542" y="1389579"/>
                </a:lnTo>
                <a:close/>
                <a:lnTo>
                  <a:pt x="829718" y="1389579"/>
                </a:lnTo>
                <a:close/>
                <a:lnTo>
                  <a:pt x="824894" y="1389579"/>
                </a:lnTo>
                <a:close/>
                <a:lnTo>
                  <a:pt x="820070" y="1389579"/>
                </a:lnTo>
                <a:close/>
                <a:lnTo>
                  <a:pt x="815246" y="1389579"/>
                </a:lnTo>
                <a:close/>
                <a:lnTo>
                  <a:pt x="810422" y="1389579"/>
                </a:lnTo>
                <a:close/>
                <a:lnTo>
                  <a:pt x="805598" y="1389579"/>
                </a:lnTo>
                <a:close/>
                <a:lnTo>
                  <a:pt x="800774" y="1389579"/>
                </a:lnTo>
                <a:close/>
                <a:lnTo>
                  <a:pt x="795950" y="1389579"/>
                </a:lnTo>
                <a:close/>
                <a:lnTo>
                  <a:pt x="791126" y="1389579"/>
                </a:lnTo>
                <a:close/>
                <a:lnTo>
                  <a:pt x="786302" y="1389579"/>
                </a:lnTo>
                <a:close/>
                <a:lnTo>
                  <a:pt x="781478" y="1389579"/>
                </a:lnTo>
                <a:close/>
                <a:lnTo>
                  <a:pt x="776654" y="1389579"/>
                </a:lnTo>
                <a:close/>
                <a:lnTo>
                  <a:pt x="771830" y="1389579"/>
                </a:lnTo>
                <a:close/>
                <a:lnTo>
                  <a:pt x="767006" y="1389579"/>
                </a:lnTo>
                <a:close/>
                <a:lnTo>
                  <a:pt x="762183" y="1389579"/>
                </a:lnTo>
                <a:close/>
                <a:lnTo>
                  <a:pt x="757359" y="1389579"/>
                </a:lnTo>
                <a:close/>
                <a:lnTo>
                  <a:pt x="752535" y="1389579"/>
                </a:lnTo>
                <a:close/>
                <a:lnTo>
                  <a:pt x="747711" y="1389579"/>
                </a:lnTo>
                <a:close/>
                <a:lnTo>
                  <a:pt x="742887" y="1389579"/>
                </a:lnTo>
                <a:close/>
                <a:lnTo>
                  <a:pt x="738063" y="1389579"/>
                </a:lnTo>
                <a:close/>
                <a:lnTo>
                  <a:pt x="733239" y="1389579"/>
                </a:lnTo>
                <a:close/>
                <a:lnTo>
                  <a:pt x="728415" y="1389579"/>
                </a:lnTo>
                <a:close/>
                <a:lnTo>
                  <a:pt x="723591" y="1389579"/>
                </a:lnTo>
                <a:close/>
                <a:lnTo>
                  <a:pt x="718767" y="1389579"/>
                </a:lnTo>
                <a:close/>
                <a:lnTo>
                  <a:pt x="713943" y="1389579"/>
                </a:lnTo>
                <a:close/>
                <a:lnTo>
                  <a:pt x="709119" y="1389579"/>
                </a:lnTo>
                <a:close/>
                <a:lnTo>
                  <a:pt x="704295" y="1389579"/>
                </a:lnTo>
                <a:close/>
                <a:lnTo>
                  <a:pt x="699471" y="1389579"/>
                </a:lnTo>
                <a:close/>
                <a:lnTo>
                  <a:pt x="694647" y="1389579"/>
                </a:lnTo>
                <a:close/>
                <a:lnTo>
                  <a:pt x="689823" y="1389579"/>
                </a:lnTo>
                <a:close/>
                <a:lnTo>
                  <a:pt x="684999" y="1389579"/>
                </a:lnTo>
                <a:close/>
                <a:lnTo>
                  <a:pt x="680175" y="1389579"/>
                </a:lnTo>
                <a:close/>
                <a:lnTo>
                  <a:pt x="675352" y="1389579"/>
                </a:lnTo>
                <a:close/>
                <a:lnTo>
                  <a:pt x="670528" y="1389579"/>
                </a:lnTo>
                <a:close/>
                <a:lnTo>
                  <a:pt x="665704" y="1389579"/>
                </a:lnTo>
                <a:close/>
                <a:lnTo>
                  <a:pt x="660880" y="1389579"/>
                </a:lnTo>
                <a:close/>
                <a:lnTo>
                  <a:pt x="656056" y="1389579"/>
                </a:lnTo>
                <a:close/>
                <a:lnTo>
                  <a:pt x="651232" y="1389579"/>
                </a:lnTo>
                <a:close/>
                <a:lnTo>
                  <a:pt x="646408" y="1389579"/>
                </a:lnTo>
                <a:close/>
                <a:lnTo>
                  <a:pt x="641584" y="1389579"/>
                </a:lnTo>
                <a:close/>
                <a:lnTo>
                  <a:pt x="636760" y="1389579"/>
                </a:lnTo>
                <a:close/>
                <a:lnTo>
                  <a:pt x="631936" y="1389579"/>
                </a:lnTo>
                <a:close/>
                <a:lnTo>
                  <a:pt x="627112" y="1389579"/>
                </a:lnTo>
                <a:close/>
                <a:lnTo>
                  <a:pt x="622288" y="1389579"/>
                </a:lnTo>
                <a:close/>
                <a:lnTo>
                  <a:pt x="617464" y="1389579"/>
                </a:lnTo>
                <a:close/>
                <a:lnTo>
                  <a:pt x="612640" y="1389579"/>
                </a:lnTo>
                <a:close/>
                <a:lnTo>
                  <a:pt x="607816" y="1389579"/>
                </a:lnTo>
                <a:close/>
                <a:lnTo>
                  <a:pt x="602992" y="1389579"/>
                </a:lnTo>
                <a:close/>
                <a:lnTo>
                  <a:pt x="598168" y="1389579"/>
                </a:lnTo>
                <a:close/>
                <a:lnTo>
                  <a:pt x="593345" y="1389579"/>
                </a:lnTo>
                <a:close/>
                <a:lnTo>
                  <a:pt x="588521" y="1389579"/>
                </a:lnTo>
                <a:close/>
                <a:lnTo>
                  <a:pt x="583697" y="1389579"/>
                </a:lnTo>
                <a:close/>
                <a:lnTo>
                  <a:pt x="578873" y="1389579"/>
                </a:lnTo>
                <a:close/>
                <a:lnTo>
                  <a:pt x="574049" y="1389579"/>
                </a:lnTo>
                <a:close/>
                <a:lnTo>
                  <a:pt x="569225" y="1389579"/>
                </a:lnTo>
                <a:close/>
                <a:lnTo>
                  <a:pt x="564401" y="1389579"/>
                </a:lnTo>
                <a:close/>
                <a:lnTo>
                  <a:pt x="559577" y="1389579"/>
                </a:lnTo>
                <a:close/>
                <a:lnTo>
                  <a:pt x="554753" y="1389579"/>
                </a:lnTo>
                <a:close/>
                <a:lnTo>
                  <a:pt x="549929" y="1389579"/>
                </a:lnTo>
                <a:close/>
                <a:lnTo>
                  <a:pt x="545105" y="1389579"/>
                </a:lnTo>
                <a:close/>
                <a:lnTo>
                  <a:pt x="540281" y="1389579"/>
                </a:lnTo>
                <a:close/>
                <a:lnTo>
                  <a:pt x="535457" y="1389579"/>
                </a:lnTo>
                <a:close/>
                <a:lnTo>
                  <a:pt x="530633" y="1389579"/>
                </a:lnTo>
                <a:close/>
                <a:lnTo>
                  <a:pt x="525809" y="1389579"/>
                </a:lnTo>
                <a:close/>
                <a:lnTo>
                  <a:pt x="520985" y="1389579"/>
                </a:lnTo>
                <a:close/>
                <a:lnTo>
                  <a:pt x="516161" y="1389579"/>
                </a:lnTo>
                <a:close/>
                <a:lnTo>
                  <a:pt x="511338" y="1389579"/>
                </a:lnTo>
                <a:close/>
                <a:lnTo>
                  <a:pt x="506514" y="1389579"/>
                </a:lnTo>
                <a:close/>
                <a:lnTo>
                  <a:pt x="501690" y="1389579"/>
                </a:lnTo>
                <a:close/>
                <a:lnTo>
                  <a:pt x="496866" y="1389579"/>
                </a:lnTo>
                <a:close/>
                <a:lnTo>
                  <a:pt x="492042" y="1389579"/>
                </a:lnTo>
                <a:close/>
                <a:lnTo>
                  <a:pt x="487218" y="1389579"/>
                </a:lnTo>
                <a:close/>
                <a:lnTo>
                  <a:pt x="482394" y="1389579"/>
                </a:lnTo>
                <a:close/>
                <a:lnTo>
                  <a:pt x="477570" y="1389579"/>
                </a:lnTo>
                <a:close/>
                <a:lnTo>
                  <a:pt x="472746" y="1389579"/>
                </a:lnTo>
                <a:close/>
                <a:lnTo>
                  <a:pt x="467922" y="1389579"/>
                </a:lnTo>
                <a:close/>
                <a:lnTo>
                  <a:pt x="463098" y="1389579"/>
                </a:lnTo>
                <a:close/>
                <a:lnTo>
                  <a:pt x="458274" y="1389579"/>
                </a:lnTo>
                <a:close/>
                <a:lnTo>
                  <a:pt x="453450" y="1389579"/>
                </a:lnTo>
                <a:close/>
                <a:lnTo>
                  <a:pt x="448626" y="1389579"/>
                </a:lnTo>
                <a:close/>
                <a:lnTo>
                  <a:pt x="443802" y="1389579"/>
                </a:lnTo>
                <a:close/>
                <a:lnTo>
                  <a:pt x="438978" y="1389579"/>
                </a:lnTo>
                <a:close/>
                <a:lnTo>
                  <a:pt x="434154" y="1389579"/>
                </a:lnTo>
                <a:close/>
                <a:lnTo>
                  <a:pt x="429331" y="1389579"/>
                </a:lnTo>
                <a:close/>
                <a:lnTo>
                  <a:pt x="424507" y="1389579"/>
                </a:lnTo>
                <a:close/>
                <a:lnTo>
                  <a:pt x="419683" y="1389579"/>
                </a:lnTo>
                <a:close/>
                <a:lnTo>
                  <a:pt x="414859" y="1389579"/>
                </a:lnTo>
                <a:close/>
                <a:lnTo>
                  <a:pt x="410035" y="1389579"/>
                </a:lnTo>
                <a:close/>
                <a:lnTo>
                  <a:pt x="405211" y="1389579"/>
                </a:lnTo>
                <a:close/>
                <a:lnTo>
                  <a:pt x="400387" y="1389579"/>
                </a:lnTo>
                <a:close/>
                <a:lnTo>
                  <a:pt x="395563" y="1389579"/>
                </a:lnTo>
                <a:close/>
                <a:lnTo>
                  <a:pt x="390739" y="1389579"/>
                </a:lnTo>
                <a:close/>
                <a:lnTo>
                  <a:pt x="385915" y="1389579"/>
                </a:lnTo>
                <a:close/>
                <a:lnTo>
                  <a:pt x="381091" y="1389579"/>
                </a:lnTo>
                <a:close/>
                <a:lnTo>
                  <a:pt x="376267" y="1389579"/>
                </a:lnTo>
                <a:close/>
                <a:lnTo>
                  <a:pt x="371443" y="1389579"/>
                </a:lnTo>
                <a:close/>
                <a:lnTo>
                  <a:pt x="366619" y="1389579"/>
                </a:lnTo>
                <a:close/>
                <a:lnTo>
                  <a:pt x="361795" y="1389579"/>
                </a:lnTo>
                <a:close/>
                <a:lnTo>
                  <a:pt x="356971" y="1389579"/>
                </a:lnTo>
                <a:close/>
                <a:lnTo>
                  <a:pt x="352147" y="1389579"/>
                </a:lnTo>
                <a:close/>
                <a:lnTo>
                  <a:pt x="347323" y="1389579"/>
                </a:lnTo>
                <a:close/>
                <a:lnTo>
                  <a:pt x="342500" y="1389579"/>
                </a:lnTo>
                <a:close/>
                <a:lnTo>
                  <a:pt x="337676" y="1389579"/>
                </a:lnTo>
                <a:close/>
                <a:lnTo>
                  <a:pt x="332852" y="1389579"/>
                </a:lnTo>
                <a:close/>
                <a:lnTo>
                  <a:pt x="328028" y="1389579"/>
                </a:lnTo>
                <a:close/>
                <a:lnTo>
                  <a:pt x="323204" y="1389579"/>
                </a:lnTo>
                <a:close/>
                <a:lnTo>
                  <a:pt x="318380" y="1389579"/>
                </a:lnTo>
                <a:close/>
                <a:lnTo>
                  <a:pt x="313556" y="1389579"/>
                </a:lnTo>
                <a:close/>
                <a:lnTo>
                  <a:pt x="308732" y="1389579"/>
                </a:lnTo>
                <a:close/>
                <a:lnTo>
                  <a:pt x="303908" y="1389579"/>
                </a:lnTo>
                <a:close/>
                <a:lnTo>
                  <a:pt x="299084" y="1389579"/>
                </a:lnTo>
                <a:close/>
                <a:lnTo>
                  <a:pt x="294260" y="1389579"/>
                </a:lnTo>
                <a:close/>
                <a:lnTo>
                  <a:pt x="289436" y="1389579"/>
                </a:lnTo>
                <a:close/>
                <a:lnTo>
                  <a:pt x="284612" y="1389579"/>
                </a:lnTo>
                <a:close/>
                <a:lnTo>
                  <a:pt x="279788" y="1389579"/>
                </a:lnTo>
                <a:close/>
                <a:lnTo>
                  <a:pt x="274964" y="1389579"/>
                </a:lnTo>
                <a:close/>
                <a:lnTo>
                  <a:pt x="270140" y="1389579"/>
                </a:lnTo>
                <a:close/>
                <a:lnTo>
                  <a:pt x="265316" y="1389579"/>
                </a:lnTo>
                <a:close/>
                <a:lnTo>
                  <a:pt x="260493" y="1389579"/>
                </a:lnTo>
                <a:close/>
                <a:lnTo>
                  <a:pt x="255669" y="1389579"/>
                </a:lnTo>
                <a:close/>
                <a:lnTo>
                  <a:pt x="250845" y="1389579"/>
                </a:lnTo>
                <a:close/>
                <a:lnTo>
                  <a:pt x="246021" y="1389579"/>
                </a:lnTo>
                <a:close/>
                <a:lnTo>
                  <a:pt x="241197" y="1389579"/>
                </a:lnTo>
                <a:close/>
                <a:lnTo>
                  <a:pt x="236373" y="1389579"/>
                </a:lnTo>
                <a:close/>
                <a:lnTo>
                  <a:pt x="231549" y="1389579"/>
                </a:lnTo>
                <a:close/>
                <a:lnTo>
                  <a:pt x="226725" y="1389579"/>
                </a:lnTo>
                <a:close/>
                <a:lnTo>
                  <a:pt x="221901" y="1389579"/>
                </a:lnTo>
                <a:close/>
                <a:lnTo>
                  <a:pt x="217077" y="1389579"/>
                </a:lnTo>
                <a:close/>
                <a:lnTo>
                  <a:pt x="212253" y="1389579"/>
                </a:lnTo>
                <a:close/>
                <a:lnTo>
                  <a:pt x="207429" y="1389579"/>
                </a:lnTo>
                <a:close/>
                <a:lnTo>
                  <a:pt x="202605" y="1389579"/>
                </a:lnTo>
                <a:close/>
                <a:lnTo>
                  <a:pt x="197781" y="1389579"/>
                </a:lnTo>
                <a:close/>
                <a:lnTo>
                  <a:pt x="192957" y="1389579"/>
                </a:lnTo>
                <a:close/>
                <a:lnTo>
                  <a:pt x="188133" y="1389579"/>
                </a:lnTo>
                <a:close/>
                <a:lnTo>
                  <a:pt x="183309" y="1389579"/>
                </a:lnTo>
                <a:close/>
                <a:lnTo>
                  <a:pt x="178486" y="1389579"/>
                </a:lnTo>
                <a:close/>
                <a:lnTo>
                  <a:pt x="173662" y="1389579"/>
                </a:lnTo>
                <a:close/>
                <a:lnTo>
                  <a:pt x="168838" y="1389579"/>
                </a:lnTo>
                <a:close/>
                <a:lnTo>
                  <a:pt x="164014" y="1389579"/>
                </a:lnTo>
                <a:close/>
                <a:lnTo>
                  <a:pt x="159190" y="1389579"/>
                </a:lnTo>
                <a:close/>
                <a:lnTo>
                  <a:pt x="154366" y="1389579"/>
                </a:lnTo>
                <a:close/>
                <a:lnTo>
                  <a:pt x="149542" y="1389579"/>
                </a:lnTo>
                <a:close/>
                <a:lnTo>
                  <a:pt x="144718" y="1389579"/>
                </a:lnTo>
                <a:close/>
                <a:lnTo>
                  <a:pt x="139894" y="1389579"/>
                </a:lnTo>
                <a:close/>
                <a:lnTo>
                  <a:pt x="135070" y="1389579"/>
                </a:lnTo>
                <a:close/>
                <a:lnTo>
                  <a:pt x="130246" y="1389579"/>
                </a:lnTo>
                <a:close/>
                <a:lnTo>
                  <a:pt x="125422" y="1389579"/>
                </a:lnTo>
                <a:close/>
                <a:lnTo>
                  <a:pt x="120598" y="1389579"/>
                </a:lnTo>
                <a:close/>
                <a:lnTo>
                  <a:pt x="115774" y="1389579"/>
                </a:lnTo>
                <a:close/>
                <a:lnTo>
                  <a:pt x="110950" y="1389579"/>
                </a:lnTo>
                <a:close/>
                <a:lnTo>
                  <a:pt x="106126" y="1389579"/>
                </a:lnTo>
                <a:close/>
                <a:lnTo>
                  <a:pt x="101302" y="1389579"/>
                </a:lnTo>
                <a:close/>
                <a:lnTo>
                  <a:pt x="96479" y="1389579"/>
                </a:lnTo>
                <a:close/>
                <a:lnTo>
                  <a:pt x="91655" y="1389579"/>
                </a:lnTo>
                <a:close/>
                <a:lnTo>
                  <a:pt x="86831" y="1389579"/>
                </a:lnTo>
                <a:close/>
                <a:lnTo>
                  <a:pt x="82007" y="1389579"/>
                </a:lnTo>
                <a:close/>
                <a:lnTo>
                  <a:pt x="77183" y="1389579"/>
                </a:lnTo>
                <a:close/>
                <a:lnTo>
                  <a:pt x="72359" y="1389579"/>
                </a:lnTo>
                <a:close/>
                <a:lnTo>
                  <a:pt x="67535" y="1389579"/>
                </a:lnTo>
                <a:close/>
                <a:lnTo>
                  <a:pt x="62711" y="1389579"/>
                </a:lnTo>
                <a:close/>
                <a:lnTo>
                  <a:pt x="57887" y="1389579"/>
                </a:lnTo>
                <a:close/>
                <a:lnTo>
                  <a:pt x="53063" y="1389579"/>
                </a:lnTo>
                <a:close/>
                <a:lnTo>
                  <a:pt x="48239" y="1389579"/>
                </a:lnTo>
                <a:close/>
                <a:lnTo>
                  <a:pt x="43415" y="1389579"/>
                </a:lnTo>
                <a:close/>
                <a:lnTo>
                  <a:pt x="38591" y="1389579"/>
                </a:lnTo>
                <a:close/>
                <a:lnTo>
                  <a:pt x="33767" y="1389579"/>
                </a:lnTo>
                <a:close/>
                <a:lnTo>
                  <a:pt x="28943" y="1389579"/>
                </a:lnTo>
                <a:close/>
                <a:lnTo>
                  <a:pt x="24119" y="1389579"/>
                </a:lnTo>
                <a:close/>
                <a:lnTo>
                  <a:pt x="19295" y="1389579"/>
                </a:lnTo>
                <a:close/>
                <a:lnTo>
                  <a:pt x="14471" y="1389579"/>
                </a:lnTo>
                <a:close/>
                <a:lnTo>
                  <a:pt x="9648" y="1389579"/>
                </a:lnTo>
                <a:close/>
                <a:lnTo>
                  <a:pt x="4824" y="1389579"/>
                </a:lnTo>
                <a:close/>
                <a:lnTo>
                  <a:pt x="0" y="1389579"/>
                </a:lnTo>
                <a:close/>
                <a:lnTo>
                  <a:pt x="0" y="1389579"/>
                </a:lnTo>
                <a:close/>
              </a:path>
            </a:pathLst>
          </a:custGeom>
          <a:solidFill>
            <a:srgbClr val="C5DAE9">
              <a:alpha val="45000"/>
            </a:srgbClr>
          </a:solidFill>
          <a:ln w="12700">
            <a:solidFill>
              <a:srgbClr val="C5DAE9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4414772" y="2748589"/>
            <a:ext cx="0" cy="1598016"/>
          </a:xfrm>
          <a:custGeom>
            <a:avLst/>
            <a:gdLst/>
            <a:ahLst/>
            <a:cxnLst/>
            <a:rect l="l" t="t" r="r" b="b"/>
            <a:pathLst>
              <a:path w="0" h="1598016">
                <a:moveTo>
                  <a:pt x="0" y="159801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4414772" y="4346605"/>
            <a:ext cx="2889541" cy="0"/>
          </a:xfrm>
          <a:custGeom>
            <a:avLst/>
            <a:gdLst/>
            <a:ahLst/>
            <a:cxnLst/>
            <a:rect l="l" t="t" r="r" b="b"/>
            <a:pathLst>
              <a:path w="2889541" h="0">
                <a:moveTo>
                  <a:pt x="0" y="0"/>
                </a:moveTo>
                <a:lnTo>
                  <a:pt x="2889541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4414772" y="2957026"/>
            <a:ext cx="2889541" cy="1389579"/>
          </a:xfrm>
          <a:custGeom>
            <a:avLst/>
            <a:gdLst/>
            <a:ahLst/>
            <a:cxnLst/>
            <a:rect l="l" t="t" r="r" b="b"/>
            <a:pathLst>
              <a:path w="2889541" h="1389579">
                <a:moveTo>
                  <a:pt x="0" y="1389579"/>
                </a:moveTo>
                <a:lnTo>
                  <a:pt x="1316936" y="1388413"/>
                </a:lnTo>
                <a:close/>
                <a:lnTo>
                  <a:pt x="1398943" y="1382171"/>
                </a:lnTo>
                <a:close/>
                <a:lnTo>
                  <a:pt x="1413415" y="1377342"/>
                </a:lnTo>
                <a:close/>
                <a:lnTo>
                  <a:pt x="1427887" y="1369304"/>
                </a:lnTo>
                <a:close/>
                <a:lnTo>
                  <a:pt x="1442358" y="1356749"/>
                </a:lnTo>
                <a:close/>
                <a:lnTo>
                  <a:pt x="1456830" y="1338593"/>
                </a:lnTo>
                <a:close/>
                <a:lnTo>
                  <a:pt x="1471302" y="1314258"/>
                </a:lnTo>
                <a:close/>
                <a:lnTo>
                  <a:pt x="1485774" y="1282255"/>
                </a:lnTo>
                <a:close/>
                <a:lnTo>
                  <a:pt x="1500246" y="1239674"/>
                </a:lnTo>
                <a:close/>
                <a:lnTo>
                  <a:pt x="1514717" y="1184587"/>
                </a:lnTo>
                <a:close/>
                <a:lnTo>
                  <a:pt x="1534013" y="1095430"/>
                </a:lnTo>
                <a:close/>
                <a:lnTo>
                  <a:pt x="1611196" y="708817"/>
                </a:lnTo>
                <a:close/>
                <a:lnTo>
                  <a:pt x="1654612" y="468121"/>
                </a:lnTo>
                <a:close/>
                <a:lnTo>
                  <a:pt x="1683555" y="324460"/>
                </a:lnTo>
                <a:close/>
                <a:lnTo>
                  <a:pt x="1693203" y="285465"/>
                </a:lnTo>
                <a:close/>
                <a:lnTo>
                  <a:pt x="1702851" y="255616"/>
                </a:lnTo>
                <a:close/>
                <a:lnTo>
                  <a:pt x="1712499" y="237063"/>
                </a:lnTo>
                <a:close/>
                <a:lnTo>
                  <a:pt x="1717323" y="232294"/>
                </a:lnTo>
                <a:close/>
                <a:lnTo>
                  <a:pt x="1722147" y="230437"/>
                </a:lnTo>
                <a:close/>
                <a:lnTo>
                  <a:pt x="1726971" y="231247"/>
                </a:lnTo>
                <a:close/>
                <a:lnTo>
                  <a:pt x="1731795" y="234335"/>
                </a:lnTo>
                <a:close/>
                <a:lnTo>
                  <a:pt x="1741443" y="245109"/>
                </a:lnTo>
                <a:close/>
                <a:lnTo>
                  <a:pt x="1755915" y="262267"/>
                </a:lnTo>
                <a:close/>
                <a:lnTo>
                  <a:pt x="1760739" y="265485"/>
                </a:lnTo>
                <a:close/>
                <a:lnTo>
                  <a:pt x="1765562" y="266578"/>
                </a:lnTo>
                <a:close/>
                <a:lnTo>
                  <a:pt x="1770386" y="265259"/>
                </a:lnTo>
                <a:close/>
                <a:lnTo>
                  <a:pt x="1775210" y="261408"/>
                </a:lnTo>
                <a:close/>
                <a:lnTo>
                  <a:pt x="1780034" y="255046"/>
                </a:lnTo>
                <a:close/>
                <a:lnTo>
                  <a:pt x="1789682" y="235335"/>
                </a:lnTo>
                <a:close/>
                <a:lnTo>
                  <a:pt x="1799330" y="207591"/>
                </a:lnTo>
                <a:close/>
                <a:lnTo>
                  <a:pt x="1813802" y="154635"/>
                </a:lnTo>
                <a:close/>
                <a:lnTo>
                  <a:pt x="1842746" y="42995"/>
                </a:lnTo>
                <a:close/>
                <a:lnTo>
                  <a:pt x="1852393" y="18597"/>
                </a:lnTo>
                <a:close/>
                <a:lnTo>
                  <a:pt x="1862041" y="4783"/>
                </a:lnTo>
                <a:close/>
                <a:lnTo>
                  <a:pt x="1866865" y="1488"/>
                </a:lnTo>
                <a:close/>
                <a:lnTo>
                  <a:pt x="1876513" y="0"/>
                </a:lnTo>
                <a:close/>
                <a:lnTo>
                  <a:pt x="1890985" y="3464"/>
                </a:lnTo>
                <a:close/>
                <a:lnTo>
                  <a:pt x="1900633" y="7664"/>
                </a:lnTo>
                <a:close/>
                <a:lnTo>
                  <a:pt x="1905457" y="11365"/>
                </a:lnTo>
                <a:close/>
                <a:lnTo>
                  <a:pt x="1910281" y="17135"/>
                </a:lnTo>
                <a:close/>
                <a:lnTo>
                  <a:pt x="1915105" y="25848"/>
                </a:lnTo>
                <a:close/>
                <a:lnTo>
                  <a:pt x="1919929" y="38310"/>
                </a:lnTo>
                <a:close/>
                <a:lnTo>
                  <a:pt x="1929576" y="76638"/>
                </a:lnTo>
                <a:close/>
                <a:lnTo>
                  <a:pt x="1939224" y="133174"/>
                </a:lnTo>
                <a:close/>
                <a:lnTo>
                  <a:pt x="1953696" y="242328"/>
                </a:lnTo>
                <a:close/>
                <a:lnTo>
                  <a:pt x="2040527" y="945626"/>
                </a:lnTo>
                <a:close/>
                <a:lnTo>
                  <a:pt x="2054999" y="1037924"/>
                </a:lnTo>
                <a:close/>
                <a:lnTo>
                  <a:pt x="2069471" y="1113022"/>
                </a:lnTo>
                <a:close/>
                <a:lnTo>
                  <a:pt x="2083943" y="1170632"/>
                </a:lnTo>
                <a:close/>
                <a:lnTo>
                  <a:pt x="2098414" y="1213676"/>
                </a:lnTo>
                <a:close/>
                <a:lnTo>
                  <a:pt x="2112886" y="1246740"/>
                </a:lnTo>
                <a:close/>
                <a:lnTo>
                  <a:pt x="2132182" y="1281783"/>
                </a:lnTo>
                <a:close/>
                <a:lnTo>
                  <a:pt x="2151478" y="1310751"/>
                </a:lnTo>
                <a:close/>
                <a:lnTo>
                  <a:pt x="2170774" y="1334950"/>
                </a:lnTo>
                <a:close/>
                <a:lnTo>
                  <a:pt x="2190069" y="1354265"/>
                </a:lnTo>
                <a:close/>
                <a:lnTo>
                  <a:pt x="2204541" y="1365405"/>
                </a:lnTo>
                <a:close/>
                <a:lnTo>
                  <a:pt x="2219013" y="1373672"/>
                </a:lnTo>
                <a:close/>
                <a:lnTo>
                  <a:pt x="2238309" y="1380849"/>
                </a:lnTo>
                <a:close/>
                <a:lnTo>
                  <a:pt x="2262428" y="1385880"/>
                </a:lnTo>
                <a:close/>
                <a:lnTo>
                  <a:pt x="2291372" y="1388763"/>
                </a:lnTo>
                <a:close/>
                <a:lnTo>
                  <a:pt x="2334788" y="1389565"/>
                </a:lnTo>
                <a:close/>
                <a:lnTo>
                  <a:pt x="2889541" y="1389579"/>
                </a:lnTo>
                <a:close/>
                <a:lnTo>
                  <a:pt x="2889541" y="1389579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498164" y="2545389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k ref−1−1 (WmK) ⋅⋅</a:t>
            </a:r>
          </a:p>
        </p:txBody>
      </p:sp>
      <p:sp>
        <p:nvSpPr>
          <p:cNvPr id="144" name="Freeform 143"/>
          <p:cNvSpPr/>
          <p:nvPr/>
        </p:nvSpPr>
        <p:spPr>
          <a:xfrm>
            <a:off x="6175502" y="2748589"/>
            <a:ext cx="0" cy="1598016"/>
          </a:xfrm>
          <a:custGeom>
            <a:avLst/>
            <a:gdLst/>
            <a:ahLst/>
            <a:cxnLst/>
            <a:rect l="l" t="t" r="r" b="b"/>
            <a:pathLst>
              <a:path w="0" h="1598016">
                <a:moveTo>
                  <a:pt x="0" y="1598016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04676" y="3932026"/>
            <a:ext cx="177800" cy="62230"/>
          </a:xfrm>
          <a:prstGeom prst="rect">
            <a:avLst/>
          </a:prstGeom>
          <a:solidFill>
            <a:srgbClr val="E8E8E8">
              <a:alpha val="85000"/>
            </a:srgbClr>
          </a:solidFill>
          <a:ln w="1270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53596" y="3867256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Prior (uniform)</a:t>
            </a:r>
          </a:p>
        </p:txBody>
      </p:sp>
      <p:sp>
        <p:nvSpPr>
          <p:cNvPr id="147" name="Freeform 146"/>
          <p:cNvSpPr/>
          <p:nvPr/>
        </p:nvSpPr>
        <p:spPr>
          <a:xfrm>
            <a:off x="6204676" y="4091018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453596" y="3995133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Posterior (Case 12)</a:t>
            </a:r>
          </a:p>
        </p:txBody>
      </p:sp>
      <p:sp>
        <p:nvSpPr>
          <p:cNvPr id="149" name="Freeform 148"/>
          <p:cNvSpPr/>
          <p:nvPr/>
        </p:nvSpPr>
        <p:spPr>
          <a:xfrm>
            <a:off x="6204676" y="4217812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453596" y="4121927"/>
            <a:ext cx="889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True value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380956" y="431465"/>
            <a:ext cx="5316756" cy="39151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380956" y="431465"/>
            <a:ext cx="5316756" cy="3915141"/>
          </a:xfrm>
          <a:prstGeom prst="rect">
            <a:avLst/>
          </a:prstGeom>
          <a:solidFill>
            <a:srgbClr val="E8E8E8">
              <a:alpha val="55000"/>
            </a:srgbClr>
          </a:solidFill>
          <a:ln w="10160">
            <a:solidFill>
              <a:srgbClr val="B0B0B0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2952994" y="431465"/>
            <a:ext cx="0" cy="3915140"/>
          </a:xfrm>
          <a:custGeom>
            <a:avLst/>
            <a:gdLst/>
            <a:ahLst/>
            <a:cxnLst/>
            <a:rect l="l" t="t" r="r" b="b"/>
            <a:pathLst>
              <a:path w="0" h="3915140">
                <a:moveTo>
                  <a:pt x="0" y="391514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8380956" y="2111787"/>
            <a:ext cx="5316756" cy="0"/>
          </a:xfrm>
          <a:custGeom>
            <a:avLst/>
            <a:gdLst/>
            <a:ahLst/>
            <a:cxnLst/>
            <a:rect l="l" t="t" r="r" b="b"/>
            <a:pathLst>
              <a:path w="5316756" h="0">
                <a:moveTo>
                  <a:pt x="0" y="0"/>
                </a:moveTo>
                <a:lnTo>
                  <a:pt x="5316756" y="0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8380956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380956" y="437213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157" name="Freeform 156"/>
          <p:cNvSpPr/>
          <p:nvPr/>
        </p:nvSpPr>
        <p:spPr>
          <a:xfrm>
            <a:off x="9444307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444307" y="437213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50</a:t>
            </a:r>
          </a:p>
        </p:txBody>
      </p:sp>
      <p:sp>
        <p:nvSpPr>
          <p:cNvPr id="159" name="Freeform 158"/>
          <p:cNvSpPr/>
          <p:nvPr/>
        </p:nvSpPr>
        <p:spPr>
          <a:xfrm>
            <a:off x="10507658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507658" y="437213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100</a:t>
            </a:r>
          </a:p>
        </p:txBody>
      </p:sp>
      <p:sp>
        <p:nvSpPr>
          <p:cNvPr id="161" name="Freeform 160"/>
          <p:cNvSpPr/>
          <p:nvPr/>
        </p:nvSpPr>
        <p:spPr>
          <a:xfrm>
            <a:off x="11571010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1571010" y="437213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150</a:t>
            </a:r>
          </a:p>
        </p:txBody>
      </p:sp>
      <p:sp>
        <p:nvSpPr>
          <p:cNvPr id="163" name="Freeform 162"/>
          <p:cNvSpPr/>
          <p:nvPr/>
        </p:nvSpPr>
        <p:spPr>
          <a:xfrm>
            <a:off x="12634361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2634361" y="437213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200</a:t>
            </a:r>
          </a:p>
        </p:txBody>
      </p:sp>
      <p:sp>
        <p:nvSpPr>
          <p:cNvPr id="165" name="Freeform 164"/>
          <p:cNvSpPr/>
          <p:nvPr/>
        </p:nvSpPr>
        <p:spPr>
          <a:xfrm>
            <a:off x="13697712" y="4346605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3697712" y="437213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250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695418" y="4514775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E intercept (GPa)</a:t>
            </a:r>
          </a:p>
        </p:txBody>
      </p:sp>
      <p:sp>
        <p:nvSpPr>
          <p:cNvPr id="168" name="Freeform 167"/>
          <p:cNvSpPr/>
          <p:nvPr/>
        </p:nvSpPr>
        <p:spPr>
          <a:xfrm>
            <a:off x="8336506" y="434660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292056" y="4251422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170" name="Freeform 169"/>
          <p:cNvSpPr/>
          <p:nvPr/>
        </p:nvSpPr>
        <p:spPr>
          <a:xfrm>
            <a:off x="8336506" y="378730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292056" y="3692116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</a:t>
            </a:r>
          </a:p>
        </p:txBody>
      </p:sp>
      <p:sp>
        <p:nvSpPr>
          <p:cNvPr id="172" name="Freeform 171"/>
          <p:cNvSpPr/>
          <p:nvPr/>
        </p:nvSpPr>
        <p:spPr>
          <a:xfrm>
            <a:off x="8336506" y="322799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292056" y="313281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4</a:t>
            </a:r>
          </a:p>
        </p:txBody>
      </p:sp>
      <p:sp>
        <p:nvSpPr>
          <p:cNvPr id="174" name="Freeform 173"/>
          <p:cNvSpPr/>
          <p:nvPr/>
        </p:nvSpPr>
        <p:spPr>
          <a:xfrm>
            <a:off x="8336506" y="266868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292056" y="257350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6</a:t>
            </a:r>
          </a:p>
        </p:txBody>
      </p:sp>
      <p:sp>
        <p:nvSpPr>
          <p:cNvPr id="176" name="Freeform 175"/>
          <p:cNvSpPr/>
          <p:nvPr/>
        </p:nvSpPr>
        <p:spPr>
          <a:xfrm>
            <a:off x="8336506" y="210938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292056" y="2014199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8</a:t>
            </a:r>
          </a:p>
        </p:txBody>
      </p:sp>
      <p:sp>
        <p:nvSpPr>
          <p:cNvPr id="178" name="Freeform 177"/>
          <p:cNvSpPr/>
          <p:nvPr/>
        </p:nvSpPr>
        <p:spPr>
          <a:xfrm>
            <a:off x="8336506" y="155007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92056" y="1454893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</a:t>
            </a:r>
          </a:p>
        </p:txBody>
      </p:sp>
      <p:sp>
        <p:nvSpPr>
          <p:cNvPr id="180" name="Freeform 179"/>
          <p:cNvSpPr/>
          <p:nvPr/>
        </p:nvSpPr>
        <p:spPr>
          <a:xfrm>
            <a:off x="8336506" y="99077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292056" y="89558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12</a:t>
            </a:r>
          </a:p>
        </p:txBody>
      </p:sp>
      <p:sp>
        <p:nvSpPr>
          <p:cNvPr id="182" name="Freeform 181"/>
          <p:cNvSpPr/>
          <p:nvPr/>
        </p:nvSpPr>
        <p:spPr>
          <a:xfrm>
            <a:off x="8336506" y="43146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292056" y="33628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14</a:t>
            </a:r>
          </a:p>
        </p:txBody>
      </p:sp>
      <p:sp>
        <p:nvSpPr>
          <p:cNvPr id="184" name="TextBox 183"/>
          <p:cNvSpPr txBox="1"/>
          <p:nvPr/>
        </p:nvSpPr>
        <p:spPr>
          <a:xfrm rot="16200000">
            <a:off x="8024781" y="1901863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α base−6−1 ( K) 10</a:t>
            </a:r>
          </a:p>
        </p:txBody>
      </p:sp>
      <p:sp>
        <p:nvSpPr>
          <p:cNvPr id="185" name="Freeform 184"/>
          <p:cNvSpPr/>
          <p:nvPr/>
        </p:nvSpPr>
        <p:spPr>
          <a:xfrm>
            <a:off x="11707965" y="939208"/>
            <a:ext cx="1569834" cy="1443714"/>
          </a:xfrm>
          <a:custGeom>
            <a:avLst/>
            <a:gdLst/>
            <a:ahLst/>
            <a:cxnLst/>
            <a:rect l="l" t="t" r="r" b="b"/>
            <a:pathLst>
              <a:path w="1569834" h="1443714">
                <a:moveTo>
                  <a:pt x="1154003" y="1443714"/>
                </a:moveTo>
                <a:lnTo>
                  <a:pt x="1157873" y="1443280"/>
                </a:lnTo>
                <a:close/>
                <a:lnTo>
                  <a:pt x="1171785" y="1441624"/>
                </a:lnTo>
                <a:close/>
                <a:lnTo>
                  <a:pt x="1189566" y="1434879"/>
                </a:lnTo>
                <a:close/>
                <a:lnTo>
                  <a:pt x="1196812" y="1430186"/>
                </a:lnTo>
                <a:close/>
                <a:lnTo>
                  <a:pt x="1207348" y="1423121"/>
                </a:lnTo>
                <a:close/>
                <a:lnTo>
                  <a:pt x="1215875" y="1417092"/>
                </a:lnTo>
                <a:close/>
                <a:lnTo>
                  <a:pt x="1225130" y="1412002"/>
                </a:lnTo>
                <a:close/>
                <a:lnTo>
                  <a:pt x="1242912" y="1405567"/>
                </a:lnTo>
                <a:close/>
                <a:lnTo>
                  <a:pt x="1252648" y="1403998"/>
                </a:lnTo>
                <a:close/>
                <a:lnTo>
                  <a:pt x="1260694" y="1403056"/>
                </a:lnTo>
                <a:close/>
                <a:lnTo>
                  <a:pt x="1278475" y="1402813"/>
                </a:lnTo>
                <a:close/>
                <a:lnTo>
                  <a:pt x="1296257" y="1403831"/>
                </a:lnTo>
                <a:close/>
                <a:lnTo>
                  <a:pt x="1297840" y="1403998"/>
                </a:lnTo>
                <a:close/>
                <a:lnTo>
                  <a:pt x="1314039" y="1405912"/>
                </a:lnTo>
                <a:close/>
                <a:lnTo>
                  <a:pt x="1331821" y="1408612"/>
                </a:lnTo>
                <a:close/>
                <a:lnTo>
                  <a:pt x="1349602" y="1411711"/>
                </a:lnTo>
                <a:close/>
                <a:lnTo>
                  <a:pt x="1367384" y="1414969"/>
                </a:lnTo>
                <a:close/>
                <a:lnTo>
                  <a:pt x="1379641" y="1417092"/>
                </a:lnTo>
                <a:close/>
                <a:lnTo>
                  <a:pt x="1385166" y="1418161"/>
                </a:lnTo>
                <a:close/>
                <a:lnTo>
                  <a:pt x="1402948" y="1420972"/>
                </a:lnTo>
                <a:close/>
                <a:lnTo>
                  <a:pt x="1420730" y="1422859"/>
                </a:lnTo>
                <a:close/>
                <a:lnTo>
                  <a:pt x="1438511" y="1423574"/>
                </a:lnTo>
                <a:close/>
                <a:lnTo>
                  <a:pt x="1456293" y="1422975"/>
                </a:lnTo>
                <a:close/>
                <a:lnTo>
                  <a:pt x="1474075" y="1420989"/>
                </a:lnTo>
                <a:close/>
                <a:lnTo>
                  <a:pt x="1491857" y="1417508"/>
                </a:lnTo>
                <a:close/>
                <a:lnTo>
                  <a:pt x="1493350" y="1417092"/>
                </a:lnTo>
                <a:close/>
                <a:lnTo>
                  <a:pt x="1509639" y="1412309"/>
                </a:lnTo>
                <a:close/>
                <a:lnTo>
                  <a:pt x="1527420" y="1404423"/>
                </a:lnTo>
                <a:close/>
                <a:lnTo>
                  <a:pt x="1528154" y="1403998"/>
                </a:lnTo>
                <a:close/>
                <a:lnTo>
                  <a:pt x="1545202" y="1391484"/>
                </a:lnTo>
                <a:close/>
                <a:lnTo>
                  <a:pt x="1545840" y="1390904"/>
                </a:lnTo>
                <a:close/>
                <a:lnTo>
                  <a:pt x="1556699" y="1377809"/>
                </a:lnTo>
                <a:close/>
                <a:lnTo>
                  <a:pt x="1562984" y="1365953"/>
                </a:lnTo>
                <a:close/>
                <a:lnTo>
                  <a:pt x="1563645" y="1364715"/>
                </a:lnTo>
                <a:close/>
                <a:lnTo>
                  <a:pt x="1568042" y="1351621"/>
                </a:lnTo>
                <a:close/>
                <a:lnTo>
                  <a:pt x="1569834" y="1338527"/>
                </a:lnTo>
                <a:close/>
                <a:lnTo>
                  <a:pt x="1569111" y="1325433"/>
                </a:lnTo>
                <a:close/>
                <a:lnTo>
                  <a:pt x="1565863" y="1312339"/>
                </a:lnTo>
                <a:close/>
                <a:lnTo>
                  <a:pt x="1562984" y="1305812"/>
                </a:lnTo>
                <a:close/>
                <a:lnTo>
                  <a:pt x="1560437" y="1299245"/>
                </a:lnTo>
                <a:close/>
                <a:lnTo>
                  <a:pt x="1553212" y="1286151"/>
                </a:lnTo>
                <a:close/>
                <a:lnTo>
                  <a:pt x="1545202" y="1274945"/>
                </a:lnTo>
                <a:close/>
                <a:lnTo>
                  <a:pt x="1543950" y="1273056"/>
                </a:lnTo>
                <a:close/>
                <a:lnTo>
                  <a:pt x="1533631" y="1259962"/>
                </a:lnTo>
                <a:close/>
                <a:lnTo>
                  <a:pt x="1527420" y="1253120"/>
                </a:lnTo>
                <a:close/>
                <a:lnTo>
                  <a:pt x="1521903" y="1246868"/>
                </a:lnTo>
                <a:close/>
                <a:lnTo>
                  <a:pt x="1509639" y="1234217"/>
                </a:lnTo>
                <a:close/>
                <a:lnTo>
                  <a:pt x="1509200" y="1233774"/>
                </a:lnTo>
                <a:close/>
                <a:lnTo>
                  <a:pt x="1495694" y="1220680"/>
                </a:lnTo>
                <a:close/>
                <a:lnTo>
                  <a:pt x="1491857" y="1217048"/>
                </a:lnTo>
                <a:close/>
                <a:lnTo>
                  <a:pt x="1481434" y="1207586"/>
                </a:lnTo>
                <a:close/>
                <a:lnTo>
                  <a:pt x="1474075" y="1200780"/>
                </a:lnTo>
                <a:close/>
                <a:lnTo>
                  <a:pt x="1466898" y="1194492"/>
                </a:lnTo>
                <a:close/>
                <a:lnTo>
                  <a:pt x="1456293" y="1184612"/>
                </a:lnTo>
                <a:close/>
                <a:lnTo>
                  <a:pt x="1452710" y="1181398"/>
                </a:lnTo>
                <a:close/>
                <a:lnTo>
                  <a:pt x="1439526" y="1168304"/>
                </a:lnTo>
                <a:close/>
                <a:lnTo>
                  <a:pt x="1438511" y="1167180"/>
                </a:lnTo>
                <a:close/>
                <a:lnTo>
                  <a:pt x="1427938" y="1155209"/>
                </a:lnTo>
                <a:close/>
                <a:lnTo>
                  <a:pt x="1420730" y="1145714"/>
                </a:lnTo>
                <a:close/>
                <a:lnTo>
                  <a:pt x="1418173" y="1142115"/>
                </a:lnTo>
                <a:close/>
                <a:lnTo>
                  <a:pt x="1410228" y="1129021"/>
                </a:lnTo>
                <a:close/>
                <a:lnTo>
                  <a:pt x="1403481" y="1115927"/>
                </a:lnTo>
                <a:close/>
                <a:lnTo>
                  <a:pt x="1402948" y="1114775"/>
                </a:lnTo>
                <a:close/>
                <a:lnTo>
                  <a:pt x="1398061" y="1102833"/>
                </a:lnTo>
                <a:close/>
                <a:lnTo>
                  <a:pt x="1393276" y="1089739"/>
                </a:lnTo>
                <a:close/>
                <a:lnTo>
                  <a:pt x="1388759" y="1076645"/>
                </a:lnTo>
                <a:close/>
                <a:lnTo>
                  <a:pt x="1385166" y="1066193"/>
                </a:lnTo>
                <a:close/>
                <a:lnTo>
                  <a:pt x="1384383" y="1063551"/>
                </a:lnTo>
                <a:close/>
                <a:lnTo>
                  <a:pt x="1380538" y="1050456"/>
                </a:lnTo>
                <a:close/>
                <a:lnTo>
                  <a:pt x="1376772" y="1037362"/>
                </a:lnTo>
                <a:close/>
                <a:lnTo>
                  <a:pt x="1373115" y="1024268"/>
                </a:lnTo>
                <a:close/>
                <a:lnTo>
                  <a:pt x="1369671" y="1011174"/>
                </a:lnTo>
                <a:close/>
                <a:lnTo>
                  <a:pt x="1367384" y="1001224"/>
                </a:lnTo>
                <a:close/>
                <a:lnTo>
                  <a:pt x="1366761" y="998080"/>
                </a:lnTo>
                <a:close/>
                <a:lnTo>
                  <a:pt x="1364807" y="984986"/>
                </a:lnTo>
                <a:close/>
                <a:lnTo>
                  <a:pt x="1363444" y="971892"/>
                </a:lnTo>
                <a:close/>
                <a:lnTo>
                  <a:pt x="1362579" y="958798"/>
                </a:lnTo>
                <a:close/>
                <a:lnTo>
                  <a:pt x="1361897" y="945704"/>
                </a:lnTo>
                <a:close/>
                <a:lnTo>
                  <a:pt x="1360862" y="932609"/>
                </a:lnTo>
                <a:close/>
                <a:lnTo>
                  <a:pt x="1358858" y="919515"/>
                </a:lnTo>
                <a:close/>
                <a:lnTo>
                  <a:pt x="1355389" y="906421"/>
                </a:lnTo>
                <a:close/>
                <a:lnTo>
                  <a:pt x="1350147" y="893327"/>
                </a:lnTo>
                <a:close/>
                <a:lnTo>
                  <a:pt x="1349602" y="892301"/>
                </a:lnTo>
                <a:close/>
                <a:lnTo>
                  <a:pt x="1343840" y="880233"/>
                </a:lnTo>
                <a:close/>
                <a:lnTo>
                  <a:pt x="1336045" y="867139"/>
                </a:lnTo>
                <a:close/>
                <a:lnTo>
                  <a:pt x="1331821" y="861010"/>
                </a:lnTo>
                <a:close/>
                <a:lnTo>
                  <a:pt x="1327346" y="854045"/>
                </a:lnTo>
                <a:close/>
                <a:lnTo>
                  <a:pt x="1318203" y="840951"/>
                </a:lnTo>
                <a:close/>
                <a:lnTo>
                  <a:pt x="1314039" y="835171"/>
                </a:lnTo>
                <a:close/>
                <a:lnTo>
                  <a:pt x="1309111" y="827857"/>
                </a:lnTo>
                <a:close/>
                <a:lnTo>
                  <a:pt x="1300578" y="814762"/>
                </a:lnTo>
                <a:close/>
                <a:lnTo>
                  <a:pt x="1296257" y="807495"/>
                </a:lnTo>
                <a:close/>
                <a:lnTo>
                  <a:pt x="1293110" y="801668"/>
                </a:lnTo>
                <a:close/>
                <a:lnTo>
                  <a:pt x="1287310" y="788574"/>
                </a:lnTo>
                <a:close/>
                <a:lnTo>
                  <a:pt x="1282943" y="775480"/>
                </a:lnTo>
                <a:close/>
                <a:lnTo>
                  <a:pt x="1280224" y="762386"/>
                </a:lnTo>
                <a:close/>
                <a:lnTo>
                  <a:pt x="1279030" y="749292"/>
                </a:lnTo>
                <a:close/>
                <a:lnTo>
                  <a:pt x="1278786" y="736198"/>
                </a:lnTo>
                <a:close/>
                <a:lnTo>
                  <a:pt x="1278680" y="723104"/>
                </a:lnTo>
                <a:close/>
                <a:lnTo>
                  <a:pt x="1278475" y="719160"/>
                </a:lnTo>
                <a:close/>
                <a:lnTo>
                  <a:pt x="1278070" y="710009"/>
                </a:lnTo>
                <a:close/>
                <a:lnTo>
                  <a:pt x="1276640" y="696915"/>
                </a:lnTo>
                <a:close/>
                <a:lnTo>
                  <a:pt x="1274291" y="683821"/>
                </a:lnTo>
                <a:close/>
                <a:lnTo>
                  <a:pt x="1271056" y="670727"/>
                </a:lnTo>
                <a:close/>
                <a:lnTo>
                  <a:pt x="1266952" y="657633"/>
                </a:lnTo>
                <a:close/>
                <a:lnTo>
                  <a:pt x="1261918" y="644539"/>
                </a:lnTo>
                <a:close/>
                <a:lnTo>
                  <a:pt x="1260694" y="641858"/>
                </a:lnTo>
                <a:close/>
                <a:lnTo>
                  <a:pt x="1256442" y="631445"/>
                </a:lnTo>
                <a:close/>
                <a:lnTo>
                  <a:pt x="1250198" y="618351"/>
                </a:lnTo>
                <a:close/>
                <a:lnTo>
                  <a:pt x="1242912" y="605498"/>
                </a:lnTo>
                <a:close/>
                <a:lnTo>
                  <a:pt x="1242785" y="605257"/>
                </a:lnTo>
                <a:close/>
                <a:lnTo>
                  <a:pt x="1235048" y="592162"/>
                </a:lnTo>
                <a:close/>
                <a:lnTo>
                  <a:pt x="1225784" y="579068"/>
                </a:lnTo>
                <a:close/>
                <a:lnTo>
                  <a:pt x="1225130" y="578233"/>
                </a:lnTo>
                <a:close/>
                <a:lnTo>
                  <a:pt x="1215771" y="565974"/>
                </a:lnTo>
                <a:close/>
                <a:lnTo>
                  <a:pt x="1207348" y="556546"/>
                </a:lnTo>
                <a:close/>
                <a:lnTo>
                  <a:pt x="1204011" y="552880"/>
                </a:lnTo>
                <a:close/>
                <a:lnTo>
                  <a:pt x="1190606" y="539786"/>
                </a:lnTo>
                <a:close/>
                <a:lnTo>
                  <a:pt x="1189566" y="538848"/>
                </a:lnTo>
                <a:close/>
                <a:lnTo>
                  <a:pt x="1175112" y="526692"/>
                </a:lnTo>
                <a:close/>
                <a:lnTo>
                  <a:pt x="1171785" y="524099"/>
                </a:lnTo>
                <a:close/>
                <a:lnTo>
                  <a:pt x="1156639" y="513598"/>
                </a:lnTo>
                <a:close/>
                <a:lnTo>
                  <a:pt x="1154003" y="511839"/>
                </a:lnTo>
                <a:close/>
                <a:lnTo>
                  <a:pt x="1136221" y="501626"/>
                </a:lnTo>
                <a:close/>
                <a:lnTo>
                  <a:pt x="1133880" y="500504"/>
                </a:lnTo>
                <a:close/>
                <a:lnTo>
                  <a:pt x="1118439" y="492985"/>
                </a:lnTo>
                <a:close/>
                <a:lnTo>
                  <a:pt x="1104135" y="487409"/>
                </a:lnTo>
                <a:close/>
                <a:lnTo>
                  <a:pt x="1100657" y="485984"/>
                </a:lnTo>
                <a:close/>
                <a:lnTo>
                  <a:pt x="1082876" y="479812"/>
                </a:lnTo>
                <a:close/>
                <a:lnTo>
                  <a:pt x="1065094" y="474484"/>
                </a:lnTo>
                <a:close/>
                <a:lnTo>
                  <a:pt x="1064530" y="474315"/>
                </a:lnTo>
                <a:close/>
                <a:lnTo>
                  <a:pt x="1047312" y="468694"/>
                </a:lnTo>
                <a:close/>
                <a:lnTo>
                  <a:pt x="1029530" y="462345"/>
                </a:lnTo>
                <a:close/>
                <a:lnTo>
                  <a:pt x="1026974" y="461221"/>
                </a:lnTo>
                <a:close/>
                <a:lnTo>
                  <a:pt x="1011748" y="453905"/>
                </a:lnTo>
                <a:close/>
                <a:lnTo>
                  <a:pt x="1002101" y="448127"/>
                </a:lnTo>
                <a:close/>
                <a:lnTo>
                  <a:pt x="993967" y="442831"/>
                </a:lnTo>
                <a:close/>
                <a:lnTo>
                  <a:pt x="984277" y="435033"/>
                </a:lnTo>
                <a:close/>
                <a:lnTo>
                  <a:pt x="976185" y="428067"/>
                </a:lnTo>
                <a:close/>
                <a:lnTo>
                  <a:pt x="970236" y="421939"/>
                </a:lnTo>
                <a:close/>
                <a:lnTo>
                  <a:pt x="958403" y="409203"/>
                </a:lnTo>
                <a:close/>
                <a:lnTo>
                  <a:pt x="958113" y="408845"/>
                </a:lnTo>
                <a:close/>
                <a:lnTo>
                  <a:pt x="948080" y="395751"/>
                </a:lnTo>
                <a:close/>
                <a:lnTo>
                  <a:pt x="940621" y="386072"/>
                </a:lnTo>
                <a:close/>
                <a:lnTo>
                  <a:pt x="938229" y="382657"/>
                </a:lnTo>
                <a:close/>
                <a:lnTo>
                  <a:pt x="929123" y="369562"/>
                </a:lnTo>
                <a:close/>
                <a:lnTo>
                  <a:pt x="922839" y="360918"/>
                </a:lnTo>
                <a:close/>
                <a:lnTo>
                  <a:pt x="919783" y="356468"/>
                </a:lnTo>
                <a:close/>
                <a:lnTo>
                  <a:pt x="910501" y="343374"/>
                </a:lnTo>
                <a:close/>
                <a:lnTo>
                  <a:pt x="905058" y="336184"/>
                </a:lnTo>
                <a:close/>
                <a:lnTo>
                  <a:pt x="900686" y="330280"/>
                </a:lnTo>
                <a:close/>
                <a:lnTo>
                  <a:pt x="890464" y="317186"/>
                </a:lnTo>
                <a:close/>
                <a:lnTo>
                  <a:pt x="887276" y="313303"/>
                </a:lnTo>
                <a:close/>
                <a:lnTo>
                  <a:pt x="879675" y="304092"/>
                </a:lnTo>
                <a:close/>
                <a:lnTo>
                  <a:pt x="869494" y="292408"/>
                </a:lnTo>
                <a:close/>
                <a:lnTo>
                  <a:pt x="868220" y="290998"/>
                </a:lnTo>
                <a:close/>
                <a:lnTo>
                  <a:pt x="856393" y="277904"/>
                </a:lnTo>
                <a:close/>
                <a:lnTo>
                  <a:pt x="851712" y="272790"/>
                </a:lnTo>
                <a:close/>
                <a:lnTo>
                  <a:pt x="844110" y="264810"/>
                </a:lnTo>
                <a:close/>
                <a:lnTo>
                  <a:pt x="833930" y="253999"/>
                </a:lnTo>
                <a:close/>
                <a:lnTo>
                  <a:pt x="831683" y="251715"/>
                </a:lnTo>
                <a:close/>
                <a:lnTo>
                  <a:pt x="819408" y="238621"/>
                </a:lnTo>
                <a:close/>
                <a:lnTo>
                  <a:pt x="816149" y="234998"/>
                </a:lnTo>
                <a:close/>
                <a:lnTo>
                  <a:pt x="807450" y="225527"/>
                </a:lnTo>
                <a:close/>
                <a:lnTo>
                  <a:pt x="798367" y="215243"/>
                </a:lnTo>
                <a:close/>
                <a:lnTo>
                  <a:pt x="795874" y="212433"/>
                </a:lnTo>
                <a:close/>
                <a:lnTo>
                  <a:pt x="784732" y="199339"/>
                </a:lnTo>
                <a:close/>
                <a:lnTo>
                  <a:pt x="780585" y="194440"/>
                </a:lnTo>
                <a:close/>
                <a:lnTo>
                  <a:pt x="773788" y="186245"/>
                </a:lnTo>
                <a:close/>
                <a:lnTo>
                  <a:pt x="762803" y="173458"/>
                </a:lnTo>
                <a:close/>
                <a:lnTo>
                  <a:pt x="762550" y="173151"/>
                </a:lnTo>
                <a:close/>
                <a:lnTo>
                  <a:pt x="751286" y="160057"/>
                </a:lnTo>
                <a:close/>
                <a:lnTo>
                  <a:pt x="745022" y="153401"/>
                </a:lnTo>
                <a:close/>
                <a:lnTo>
                  <a:pt x="739280" y="146962"/>
                </a:lnTo>
                <a:close/>
                <a:lnTo>
                  <a:pt x="727240" y="134798"/>
                </a:lnTo>
                <a:close/>
                <a:lnTo>
                  <a:pt x="726378" y="133868"/>
                </a:lnTo>
                <a:close/>
                <a:lnTo>
                  <a:pt x="713139" y="120774"/>
                </a:lnTo>
                <a:close/>
                <a:lnTo>
                  <a:pt x="709458" y="117471"/>
                </a:lnTo>
                <a:close/>
                <a:lnTo>
                  <a:pt x="699234" y="107680"/>
                </a:lnTo>
                <a:close/>
                <a:lnTo>
                  <a:pt x="691676" y="101102"/>
                </a:lnTo>
                <a:close/>
                <a:lnTo>
                  <a:pt x="684602" y="94586"/>
                </a:lnTo>
                <a:close/>
                <a:lnTo>
                  <a:pt x="673894" y="85540"/>
                </a:lnTo>
                <a:close/>
                <a:lnTo>
                  <a:pt x="669270" y="81492"/>
                </a:lnTo>
                <a:close/>
                <a:lnTo>
                  <a:pt x="656113" y="70812"/>
                </a:lnTo>
                <a:close/>
                <a:lnTo>
                  <a:pt x="653149" y="68398"/>
                </a:lnTo>
                <a:close/>
                <a:lnTo>
                  <a:pt x="638331" y="57049"/>
                </a:lnTo>
                <a:close/>
                <a:lnTo>
                  <a:pt x="635965" y="55304"/>
                </a:lnTo>
                <a:close/>
                <a:lnTo>
                  <a:pt x="620549" y="44417"/>
                </a:lnTo>
                <a:close/>
                <a:lnTo>
                  <a:pt x="617144" y="42210"/>
                </a:lnTo>
                <a:close/>
                <a:lnTo>
                  <a:pt x="602767" y="33078"/>
                </a:lnTo>
                <a:close/>
                <a:lnTo>
                  <a:pt x="595585" y="29115"/>
                </a:lnTo>
                <a:close/>
                <a:lnTo>
                  <a:pt x="584985" y="23215"/>
                </a:lnTo>
                <a:close/>
                <a:lnTo>
                  <a:pt x="569165" y="16021"/>
                </a:lnTo>
                <a:close/>
                <a:lnTo>
                  <a:pt x="567204" y="15090"/>
                </a:lnTo>
                <a:close/>
                <a:lnTo>
                  <a:pt x="549422" y="8316"/>
                </a:lnTo>
                <a:close/>
                <a:lnTo>
                  <a:pt x="531640" y="3574"/>
                </a:lnTo>
                <a:close/>
                <a:lnTo>
                  <a:pt x="527435" y="2927"/>
                </a:lnTo>
                <a:close/>
                <a:lnTo>
                  <a:pt x="513858" y="562"/>
                </a:lnTo>
                <a:close/>
                <a:lnTo>
                  <a:pt x="496076" y="0"/>
                </a:lnTo>
                <a:close/>
                <a:lnTo>
                  <a:pt x="478295" y="2676"/>
                </a:lnTo>
                <a:close/>
                <a:lnTo>
                  <a:pt x="477579" y="2927"/>
                </a:lnTo>
                <a:close/>
                <a:lnTo>
                  <a:pt x="460513" y="10434"/>
                </a:lnTo>
                <a:close/>
                <a:lnTo>
                  <a:pt x="453329" y="16021"/>
                </a:lnTo>
                <a:close/>
                <a:lnTo>
                  <a:pt x="442731" y="28267"/>
                </a:lnTo>
                <a:close/>
                <a:lnTo>
                  <a:pt x="442120" y="29115"/>
                </a:lnTo>
                <a:close/>
                <a:lnTo>
                  <a:pt x="434745" y="42210"/>
                </a:lnTo>
                <a:close/>
                <a:lnTo>
                  <a:pt x="428946" y="55304"/>
                </a:lnTo>
                <a:close/>
                <a:lnTo>
                  <a:pt x="424949" y="64586"/>
                </a:lnTo>
                <a:close/>
                <a:lnTo>
                  <a:pt x="422766" y="68398"/>
                </a:lnTo>
                <a:close/>
                <a:lnTo>
                  <a:pt x="413209" y="81492"/>
                </a:lnTo>
                <a:close/>
                <a:lnTo>
                  <a:pt x="407167" y="87395"/>
                </a:lnTo>
                <a:close/>
                <a:lnTo>
                  <a:pt x="394606" y="94586"/>
                </a:lnTo>
                <a:close/>
                <a:lnTo>
                  <a:pt x="389386" y="96833"/>
                </a:lnTo>
                <a:close/>
                <a:lnTo>
                  <a:pt x="371604" y="101466"/>
                </a:lnTo>
                <a:close/>
                <a:lnTo>
                  <a:pt x="353822" y="104291"/>
                </a:lnTo>
                <a:close/>
                <a:lnTo>
                  <a:pt x="336040" y="105839"/>
                </a:lnTo>
                <a:close/>
                <a:lnTo>
                  <a:pt x="318259" y="106244"/>
                </a:lnTo>
                <a:close/>
                <a:lnTo>
                  <a:pt x="300477" y="105711"/>
                </a:lnTo>
                <a:close/>
                <a:lnTo>
                  <a:pt x="282695" y="104610"/>
                </a:lnTo>
                <a:close/>
                <a:lnTo>
                  <a:pt x="264913" y="103334"/>
                </a:lnTo>
                <a:close/>
                <a:lnTo>
                  <a:pt x="247131" y="102199"/>
                </a:lnTo>
                <a:close/>
                <a:lnTo>
                  <a:pt x="229350" y="101425"/>
                </a:lnTo>
                <a:close/>
                <a:lnTo>
                  <a:pt x="211568" y="101191"/>
                </a:lnTo>
                <a:close/>
                <a:lnTo>
                  <a:pt x="193786" y="101697"/>
                </a:lnTo>
                <a:close/>
                <a:lnTo>
                  <a:pt x="176004" y="103215"/>
                </a:lnTo>
                <a:close/>
                <a:lnTo>
                  <a:pt x="158222" y="106119"/>
                </a:lnTo>
                <a:close/>
                <a:lnTo>
                  <a:pt x="151892" y="107680"/>
                </a:lnTo>
                <a:close/>
                <a:lnTo>
                  <a:pt x="140441" y="110652"/>
                </a:lnTo>
                <a:close/>
                <a:lnTo>
                  <a:pt x="122659" y="117300"/>
                </a:lnTo>
                <a:close/>
                <a:lnTo>
                  <a:pt x="115232" y="120774"/>
                </a:lnTo>
                <a:close/>
                <a:lnTo>
                  <a:pt x="104877" y="126181"/>
                </a:lnTo>
                <a:close/>
                <a:lnTo>
                  <a:pt x="91852" y="133868"/>
                </a:lnTo>
                <a:close/>
                <a:lnTo>
                  <a:pt x="87095" y="136997"/>
                </a:lnTo>
                <a:close/>
                <a:lnTo>
                  <a:pt x="72545" y="146962"/>
                </a:lnTo>
                <a:close/>
                <a:lnTo>
                  <a:pt x="69313" y="149495"/>
                </a:lnTo>
                <a:close/>
                <a:lnTo>
                  <a:pt x="56330" y="160057"/>
                </a:lnTo>
                <a:close/>
                <a:lnTo>
                  <a:pt x="51532" y="165039"/>
                </a:lnTo>
                <a:close/>
                <a:lnTo>
                  <a:pt x="44264" y="173151"/>
                </a:lnTo>
                <a:close/>
                <a:lnTo>
                  <a:pt x="36638" y="186245"/>
                </a:lnTo>
                <a:close/>
                <a:lnTo>
                  <a:pt x="33750" y="195491"/>
                </a:lnTo>
                <a:close/>
                <a:lnTo>
                  <a:pt x="32609" y="199339"/>
                </a:lnTo>
                <a:close/>
                <a:lnTo>
                  <a:pt x="31036" y="212433"/>
                </a:lnTo>
                <a:close/>
                <a:lnTo>
                  <a:pt x="31134" y="225527"/>
                </a:lnTo>
                <a:close/>
                <a:lnTo>
                  <a:pt x="32176" y="238621"/>
                </a:lnTo>
                <a:close/>
                <a:lnTo>
                  <a:pt x="33587" y="251715"/>
                </a:lnTo>
                <a:close/>
                <a:lnTo>
                  <a:pt x="33750" y="253378"/>
                </a:lnTo>
                <a:close/>
                <a:lnTo>
                  <a:pt x="34701" y="264810"/>
                </a:lnTo>
                <a:close/>
                <a:lnTo>
                  <a:pt x="35330" y="277904"/>
                </a:lnTo>
                <a:close/>
                <a:lnTo>
                  <a:pt x="35262" y="290998"/>
                </a:lnTo>
                <a:close/>
                <a:lnTo>
                  <a:pt x="34320" y="304092"/>
                </a:lnTo>
                <a:close/>
                <a:lnTo>
                  <a:pt x="33750" y="307973"/>
                </a:lnTo>
                <a:close/>
                <a:lnTo>
                  <a:pt x="32032" y="317186"/>
                </a:lnTo>
                <a:close/>
                <a:lnTo>
                  <a:pt x="28212" y="330280"/>
                </a:lnTo>
                <a:close/>
                <a:lnTo>
                  <a:pt x="23009" y="343374"/>
                </a:lnTo>
                <a:close/>
                <a:lnTo>
                  <a:pt x="16774" y="356468"/>
                </a:lnTo>
                <a:close/>
                <a:lnTo>
                  <a:pt x="15968" y="358072"/>
                </a:lnTo>
                <a:close/>
                <a:lnTo>
                  <a:pt x="10008" y="369562"/>
                </a:lnTo>
                <a:close/>
                <a:lnTo>
                  <a:pt x="4636" y="382657"/>
                </a:lnTo>
                <a:close/>
                <a:lnTo>
                  <a:pt x="1311" y="395751"/>
                </a:lnTo>
                <a:close/>
                <a:lnTo>
                  <a:pt x="0" y="408845"/>
                </a:lnTo>
                <a:close/>
                <a:lnTo>
                  <a:pt x="331" y="421939"/>
                </a:lnTo>
                <a:close/>
                <a:lnTo>
                  <a:pt x="1856" y="435033"/>
                </a:lnTo>
                <a:close/>
                <a:lnTo>
                  <a:pt x="4183" y="448127"/>
                </a:lnTo>
                <a:close/>
                <a:lnTo>
                  <a:pt x="6987" y="461221"/>
                </a:lnTo>
                <a:close/>
                <a:lnTo>
                  <a:pt x="9970" y="474315"/>
                </a:lnTo>
                <a:close/>
                <a:lnTo>
                  <a:pt x="12796" y="487409"/>
                </a:lnTo>
                <a:close/>
                <a:lnTo>
                  <a:pt x="15059" y="500504"/>
                </a:lnTo>
                <a:close/>
                <a:lnTo>
                  <a:pt x="15968" y="509901"/>
                </a:lnTo>
                <a:close/>
                <a:lnTo>
                  <a:pt x="16294" y="513598"/>
                </a:lnTo>
                <a:close/>
                <a:lnTo>
                  <a:pt x="16401" y="526692"/>
                </a:lnTo>
                <a:close/>
                <a:lnTo>
                  <a:pt x="15968" y="534734"/>
                </a:lnTo>
                <a:close/>
                <a:lnTo>
                  <a:pt x="15651" y="539786"/>
                </a:lnTo>
                <a:close/>
                <a:lnTo>
                  <a:pt x="14589" y="552880"/>
                </a:lnTo>
                <a:close/>
                <a:lnTo>
                  <a:pt x="14039" y="565974"/>
                </a:lnTo>
                <a:close/>
                <a:lnTo>
                  <a:pt x="14500" y="579068"/>
                </a:lnTo>
                <a:close/>
                <a:lnTo>
                  <a:pt x="15968" y="590691"/>
                </a:lnTo>
                <a:close/>
                <a:lnTo>
                  <a:pt x="16138" y="592162"/>
                </a:lnTo>
                <a:close/>
                <a:lnTo>
                  <a:pt x="18728" y="605257"/>
                </a:lnTo>
                <a:close/>
                <a:lnTo>
                  <a:pt x="22164" y="618351"/>
                </a:lnTo>
                <a:close/>
                <a:lnTo>
                  <a:pt x="26304" y="631445"/>
                </a:lnTo>
                <a:close/>
                <a:lnTo>
                  <a:pt x="31075" y="644539"/>
                </a:lnTo>
                <a:close/>
                <a:lnTo>
                  <a:pt x="33750" y="651436"/>
                </a:lnTo>
                <a:close/>
                <a:lnTo>
                  <a:pt x="36032" y="657633"/>
                </a:lnTo>
                <a:close/>
                <a:lnTo>
                  <a:pt x="40848" y="670727"/>
                </a:lnTo>
                <a:close/>
                <a:lnTo>
                  <a:pt x="45910" y="683821"/>
                </a:lnTo>
                <a:close/>
                <a:lnTo>
                  <a:pt x="51334" y="696915"/>
                </a:lnTo>
                <a:close/>
                <a:lnTo>
                  <a:pt x="51532" y="697444"/>
                </a:lnTo>
                <a:close/>
                <a:lnTo>
                  <a:pt x="55995" y="710009"/>
                </a:lnTo>
                <a:close/>
                <a:lnTo>
                  <a:pt x="61349" y="723104"/>
                </a:lnTo>
                <a:close/>
                <a:lnTo>
                  <a:pt x="68307" y="736198"/>
                </a:lnTo>
                <a:close/>
                <a:lnTo>
                  <a:pt x="69313" y="737774"/>
                </a:lnTo>
                <a:close/>
                <a:lnTo>
                  <a:pt x="75827" y="749292"/>
                </a:lnTo>
                <a:close/>
                <a:lnTo>
                  <a:pt x="86101" y="762386"/>
                </a:lnTo>
                <a:close/>
                <a:lnTo>
                  <a:pt x="87095" y="763421"/>
                </a:lnTo>
                <a:close/>
                <a:lnTo>
                  <a:pt x="96837" y="775480"/>
                </a:lnTo>
                <a:close/>
                <a:lnTo>
                  <a:pt x="104877" y="783606"/>
                </a:lnTo>
                <a:close/>
                <a:lnTo>
                  <a:pt x="109041" y="788574"/>
                </a:lnTo>
                <a:close/>
                <a:lnTo>
                  <a:pt x="121747" y="801668"/>
                </a:lnTo>
                <a:close/>
                <a:lnTo>
                  <a:pt x="122659" y="802531"/>
                </a:lnTo>
                <a:close/>
                <a:lnTo>
                  <a:pt x="134094" y="814762"/>
                </a:lnTo>
                <a:close/>
                <a:lnTo>
                  <a:pt x="140441" y="821053"/>
                </a:lnTo>
                <a:close/>
                <a:lnTo>
                  <a:pt x="146836" y="827857"/>
                </a:lnTo>
                <a:close/>
                <a:lnTo>
                  <a:pt x="158222" y="839360"/>
                </a:lnTo>
                <a:close/>
                <a:lnTo>
                  <a:pt x="159765" y="840951"/>
                </a:lnTo>
                <a:close/>
                <a:lnTo>
                  <a:pt x="172572" y="854045"/>
                </a:lnTo>
                <a:close/>
                <a:lnTo>
                  <a:pt x="176004" y="857656"/>
                </a:lnTo>
                <a:close/>
                <a:lnTo>
                  <a:pt x="185342" y="867139"/>
                </a:lnTo>
                <a:close/>
                <a:lnTo>
                  <a:pt x="193786" y="876121"/>
                </a:lnTo>
                <a:close/>
                <a:lnTo>
                  <a:pt x="197865" y="880233"/>
                </a:lnTo>
                <a:close/>
                <a:lnTo>
                  <a:pt x="209805" y="893327"/>
                </a:lnTo>
                <a:close/>
                <a:lnTo>
                  <a:pt x="211568" y="895576"/>
                </a:lnTo>
                <a:close/>
                <a:lnTo>
                  <a:pt x="220571" y="906421"/>
                </a:lnTo>
                <a:close/>
                <a:lnTo>
                  <a:pt x="229350" y="918364"/>
                </a:lnTo>
                <a:close/>
                <a:lnTo>
                  <a:pt x="230210" y="919515"/>
                </a:lnTo>
                <a:close/>
                <a:lnTo>
                  <a:pt x="238460" y="932609"/>
                </a:lnTo>
                <a:close/>
                <a:lnTo>
                  <a:pt x="246241" y="945704"/>
                </a:lnTo>
                <a:close/>
                <a:lnTo>
                  <a:pt x="247131" y="947248"/>
                </a:lnTo>
                <a:close/>
                <a:lnTo>
                  <a:pt x="253825" y="958798"/>
                </a:lnTo>
                <a:close/>
                <a:lnTo>
                  <a:pt x="262869" y="971892"/>
                </a:lnTo>
                <a:close/>
                <a:lnTo>
                  <a:pt x="264913" y="974337"/>
                </a:lnTo>
                <a:close/>
                <a:lnTo>
                  <a:pt x="273785" y="984986"/>
                </a:lnTo>
                <a:close/>
                <a:lnTo>
                  <a:pt x="282695" y="993111"/>
                </a:lnTo>
                <a:close/>
                <a:lnTo>
                  <a:pt x="287972" y="998080"/>
                </a:lnTo>
                <a:close/>
                <a:lnTo>
                  <a:pt x="300477" y="1007209"/>
                </a:lnTo>
                <a:close/>
                <a:lnTo>
                  <a:pt x="305658" y="1011174"/>
                </a:lnTo>
                <a:close/>
                <a:lnTo>
                  <a:pt x="318259" y="1018992"/>
                </a:lnTo>
                <a:close/>
                <a:lnTo>
                  <a:pt x="326319" y="1024268"/>
                </a:lnTo>
                <a:close/>
                <a:lnTo>
                  <a:pt x="336040" y="1029709"/>
                </a:lnTo>
                <a:close/>
                <a:lnTo>
                  <a:pt x="348917" y="1037362"/>
                </a:lnTo>
                <a:close/>
                <a:lnTo>
                  <a:pt x="353822" y="1039994"/>
                </a:lnTo>
                <a:close/>
                <a:lnTo>
                  <a:pt x="371604" y="1050267"/>
                </a:lnTo>
                <a:close/>
                <a:lnTo>
                  <a:pt x="371905" y="1050456"/>
                </a:lnTo>
                <a:close/>
                <a:lnTo>
                  <a:pt x="389386" y="1061131"/>
                </a:lnTo>
                <a:close/>
                <a:lnTo>
                  <a:pt x="393061" y="1063551"/>
                </a:lnTo>
                <a:close/>
                <a:lnTo>
                  <a:pt x="407167" y="1072987"/>
                </a:lnTo>
                <a:close/>
                <a:lnTo>
                  <a:pt x="412173" y="1076645"/>
                </a:lnTo>
                <a:close/>
                <a:lnTo>
                  <a:pt x="424949" y="1086501"/>
                </a:lnTo>
                <a:close/>
                <a:lnTo>
                  <a:pt x="428772" y="1089739"/>
                </a:lnTo>
                <a:close/>
                <a:lnTo>
                  <a:pt x="442731" y="1102529"/>
                </a:lnTo>
                <a:close/>
                <a:lnTo>
                  <a:pt x="443036" y="1102833"/>
                </a:lnTo>
                <a:close/>
                <a:lnTo>
                  <a:pt x="454986" y="1115927"/>
                </a:lnTo>
                <a:close/>
                <a:lnTo>
                  <a:pt x="460513" y="1122383"/>
                </a:lnTo>
                <a:close/>
                <a:lnTo>
                  <a:pt x="465816" y="1129021"/>
                </a:lnTo>
                <a:close/>
                <a:lnTo>
                  <a:pt x="475883" y="1142115"/>
                </a:lnTo>
                <a:close/>
                <a:lnTo>
                  <a:pt x="478295" y="1145316"/>
                </a:lnTo>
                <a:close/>
                <a:lnTo>
                  <a:pt x="485537" y="1155209"/>
                </a:lnTo>
                <a:close/>
                <a:lnTo>
                  <a:pt x="495746" y="1168304"/>
                </a:lnTo>
                <a:close/>
                <a:lnTo>
                  <a:pt x="496076" y="1168717"/>
                </a:lnTo>
                <a:close/>
                <a:lnTo>
                  <a:pt x="506429" y="1181398"/>
                </a:lnTo>
                <a:close/>
                <a:lnTo>
                  <a:pt x="513858" y="1189379"/>
                </a:lnTo>
                <a:close/>
                <a:lnTo>
                  <a:pt x="518872" y="1194492"/>
                </a:lnTo>
                <a:close/>
                <a:lnTo>
                  <a:pt x="531640" y="1205868"/>
                </a:lnTo>
                <a:close/>
                <a:lnTo>
                  <a:pt x="533702" y="1207586"/>
                </a:lnTo>
                <a:close/>
                <a:lnTo>
                  <a:pt x="549422" y="1219196"/>
                </a:lnTo>
                <a:close/>
                <a:lnTo>
                  <a:pt x="551558" y="1220680"/>
                </a:lnTo>
                <a:close/>
                <a:lnTo>
                  <a:pt x="567204" y="1230548"/>
                </a:lnTo>
                <a:close/>
                <a:lnTo>
                  <a:pt x="572491" y="1233774"/>
                </a:lnTo>
                <a:close/>
                <a:lnTo>
                  <a:pt x="584985" y="1240881"/>
                </a:lnTo>
                <a:close/>
                <a:lnTo>
                  <a:pt x="595434" y="1246868"/>
                </a:lnTo>
                <a:close/>
                <a:lnTo>
                  <a:pt x="602767" y="1250886"/>
                </a:lnTo>
                <a:close/>
                <a:lnTo>
                  <a:pt x="618616" y="1259962"/>
                </a:lnTo>
                <a:close/>
                <a:lnTo>
                  <a:pt x="620549" y="1261044"/>
                </a:lnTo>
                <a:close/>
                <a:lnTo>
                  <a:pt x="638331" y="1271849"/>
                </a:lnTo>
                <a:close/>
                <a:lnTo>
                  <a:pt x="640184" y="1273056"/>
                </a:lnTo>
                <a:close/>
                <a:lnTo>
                  <a:pt x="656113" y="1283361"/>
                </a:lnTo>
                <a:close/>
                <a:lnTo>
                  <a:pt x="660258" y="1286151"/>
                </a:lnTo>
                <a:close/>
                <a:lnTo>
                  <a:pt x="673894" y="1295380"/>
                </a:lnTo>
                <a:close/>
                <a:lnTo>
                  <a:pt x="679528" y="1299245"/>
                </a:lnTo>
                <a:close/>
                <a:lnTo>
                  <a:pt x="691676" y="1307708"/>
                </a:lnTo>
                <a:close/>
                <a:lnTo>
                  <a:pt x="698433" y="1312339"/>
                </a:lnTo>
                <a:close/>
                <a:lnTo>
                  <a:pt x="709458" y="1320064"/>
                </a:lnTo>
                <a:close/>
                <a:lnTo>
                  <a:pt x="717485" y="1325433"/>
                </a:lnTo>
                <a:close/>
                <a:lnTo>
                  <a:pt x="727240" y="1332130"/>
                </a:lnTo>
                <a:close/>
                <a:lnTo>
                  <a:pt x="737289" y="1338527"/>
                </a:lnTo>
                <a:close/>
                <a:lnTo>
                  <a:pt x="745022" y="1343592"/>
                </a:lnTo>
                <a:close/>
                <a:lnTo>
                  <a:pt x="758606" y="1351621"/>
                </a:lnTo>
                <a:close/>
                <a:lnTo>
                  <a:pt x="762803" y="1354180"/>
                </a:lnTo>
                <a:close/>
                <a:lnTo>
                  <a:pt x="780585" y="1363805"/>
                </a:lnTo>
                <a:close/>
                <a:lnTo>
                  <a:pt x="782491" y="1364715"/>
                </a:lnTo>
                <a:close/>
                <a:lnTo>
                  <a:pt x="798367" y="1372633"/>
                </a:lnTo>
                <a:close/>
                <a:lnTo>
                  <a:pt x="810791" y="1377809"/>
                </a:lnTo>
                <a:close/>
                <a:lnTo>
                  <a:pt x="816149" y="1380166"/>
                </a:lnTo>
                <a:close/>
                <a:lnTo>
                  <a:pt x="833930" y="1386761"/>
                </a:lnTo>
                <a:close/>
                <a:lnTo>
                  <a:pt x="847942" y="1390904"/>
                </a:lnTo>
                <a:close/>
                <a:lnTo>
                  <a:pt x="851712" y="1392116"/>
                </a:lnTo>
                <a:close/>
                <a:lnTo>
                  <a:pt x="869494" y="1396652"/>
                </a:lnTo>
                <a:close/>
                <a:lnTo>
                  <a:pt x="887276" y="1400003"/>
                </a:lnTo>
                <a:close/>
                <a:lnTo>
                  <a:pt x="905058" y="1402385"/>
                </a:lnTo>
                <a:close/>
                <a:lnTo>
                  <a:pt x="921874" y="1403998"/>
                </a:lnTo>
                <a:close/>
                <a:lnTo>
                  <a:pt x="922839" y="1404105"/>
                </a:lnTo>
                <a:close/>
                <a:lnTo>
                  <a:pt x="940621" y="1405773"/>
                </a:lnTo>
                <a:close/>
                <a:lnTo>
                  <a:pt x="958403" y="1407486"/>
                </a:lnTo>
                <a:close/>
                <a:lnTo>
                  <a:pt x="976185" y="1409487"/>
                </a:lnTo>
                <a:close/>
                <a:lnTo>
                  <a:pt x="993967" y="1411895"/>
                </a:lnTo>
                <a:close/>
                <a:lnTo>
                  <a:pt x="1011748" y="1414746"/>
                </a:lnTo>
                <a:close/>
                <a:lnTo>
                  <a:pt x="1024429" y="1417092"/>
                </a:lnTo>
                <a:close/>
                <a:lnTo>
                  <a:pt x="1029530" y="1418189"/>
                </a:lnTo>
                <a:close/>
                <a:lnTo>
                  <a:pt x="1047312" y="1422444"/>
                </a:lnTo>
                <a:close/>
                <a:lnTo>
                  <a:pt x="1065094" y="1426883"/>
                </a:lnTo>
                <a:close/>
                <a:lnTo>
                  <a:pt x="1078440" y="1430186"/>
                </a:lnTo>
                <a:close/>
                <a:lnTo>
                  <a:pt x="1082876" y="1431456"/>
                </a:lnTo>
                <a:close/>
                <a:lnTo>
                  <a:pt x="1100657" y="1436190"/>
                </a:lnTo>
                <a:close/>
                <a:lnTo>
                  <a:pt x="1118439" y="1440101"/>
                </a:lnTo>
                <a:close/>
                <a:lnTo>
                  <a:pt x="1136221" y="1442798"/>
                </a:lnTo>
                <a:close/>
                <a:lnTo>
                  <a:pt x="1146356" y="1443280"/>
                </a:lnTo>
                <a:close/>
                <a:lnTo>
                  <a:pt x="1154003" y="1443714"/>
                </a:lnTo>
                <a:close/>
                <a:lnTo>
                  <a:pt x="1043016" y="1338527"/>
                </a:lnTo>
                <a:close/>
                <a:lnTo>
                  <a:pt x="1029530" y="1336629"/>
                </a:lnTo>
                <a:close/>
                <a:lnTo>
                  <a:pt x="1011748" y="1333746"/>
                </a:lnTo>
                <a:close/>
                <a:lnTo>
                  <a:pt x="993967" y="1330835"/>
                </a:lnTo>
                <a:close/>
                <a:lnTo>
                  <a:pt x="976185" y="1328119"/>
                </a:lnTo>
                <a:close/>
                <a:lnTo>
                  <a:pt x="958403" y="1325638"/>
                </a:lnTo>
                <a:close/>
                <a:lnTo>
                  <a:pt x="956871" y="1325433"/>
                </a:lnTo>
                <a:close/>
                <a:lnTo>
                  <a:pt x="940621" y="1323315"/>
                </a:lnTo>
                <a:close/>
                <a:lnTo>
                  <a:pt x="922839" y="1320764"/>
                </a:lnTo>
                <a:close/>
                <a:lnTo>
                  <a:pt x="905058" y="1317703"/>
                </a:lnTo>
                <a:close/>
                <a:lnTo>
                  <a:pt x="887276" y="1313907"/>
                </a:lnTo>
                <a:close/>
                <a:lnTo>
                  <a:pt x="881174" y="1312339"/>
                </a:lnTo>
                <a:close/>
                <a:lnTo>
                  <a:pt x="869494" y="1309376"/>
                </a:lnTo>
                <a:close/>
                <a:lnTo>
                  <a:pt x="851712" y="1304012"/>
                </a:lnTo>
                <a:close/>
                <a:lnTo>
                  <a:pt x="838232" y="1299245"/>
                </a:lnTo>
                <a:close/>
                <a:lnTo>
                  <a:pt x="833930" y="1297726"/>
                </a:lnTo>
                <a:close/>
                <a:lnTo>
                  <a:pt x="816149" y="1290719"/>
                </a:lnTo>
                <a:close/>
                <a:lnTo>
                  <a:pt x="805768" y="1286151"/>
                </a:lnTo>
                <a:close/>
                <a:lnTo>
                  <a:pt x="798367" y="1282901"/>
                </a:lnTo>
                <a:close/>
                <a:lnTo>
                  <a:pt x="780585" y="1274374"/>
                </a:lnTo>
                <a:close/>
                <a:lnTo>
                  <a:pt x="778037" y="1273056"/>
                </a:lnTo>
                <a:close/>
                <a:lnTo>
                  <a:pt x="762803" y="1265229"/>
                </a:lnTo>
                <a:close/>
                <a:lnTo>
                  <a:pt x="753372" y="1259962"/>
                </a:lnTo>
                <a:close/>
                <a:lnTo>
                  <a:pt x="745022" y="1255309"/>
                </a:lnTo>
                <a:close/>
                <a:lnTo>
                  <a:pt x="731076" y="1246868"/>
                </a:lnTo>
                <a:close/>
                <a:lnTo>
                  <a:pt x="727240" y="1244528"/>
                </a:lnTo>
                <a:close/>
                <a:lnTo>
                  <a:pt x="710989" y="1233774"/>
                </a:lnTo>
                <a:close/>
                <a:lnTo>
                  <a:pt x="709458" y="1232736"/>
                </a:lnTo>
                <a:close/>
                <a:lnTo>
                  <a:pt x="692937" y="1220680"/>
                </a:lnTo>
                <a:close/>
                <a:lnTo>
                  <a:pt x="691676" y="1219715"/>
                </a:lnTo>
                <a:close/>
                <a:lnTo>
                  <a:pt x="676689" y="1207586"/>
                </a:lnTo>
                <a:close/>
                <a:lnTo>
                  <a:pt x="673894" y="1205143"/>
                </a:lnTo>
                <a:close/>
                <a:lnTo>
                  <a:pt x="662063" y="1194492"/>
                </a:lnTo>
                <a:close/>
                <a:lnTo>
                  <a:pt x="656113" y="1188498"/>
                </a:lnTo>
                <a:close/>
                <a:lnTo>
                  <a:pt x="649042" y="1181398"/>
                </a:lnTo>
                <a:close/>
                <a:lnTo>
                  <a:pt x="638331" y="1168871"/>
                </a:lnTo>
                <a:close/>
                <a:lnTo>
                  <a:pt x="637826" y="1168304"/>
                </a:lnTo>
                <a:close/>
                <a:lnTo>
                  <a:pt x="627624" y="1155209"/>
                </a:lnTo>
                <a:close/>
                <a:lnTo>
                  <a:pt x="620549" y="1144062"/>
                </a:lnTo>
                <a:close/>
                <a:lnTo>
                  <a:pt x="619221" y="1142115"/>
                </a:lnTo>
                <a:close/>
                <a:lnTo>
                  <a:pt x="611271" y="1129021"/>
                </a:lnTo>
                <a:close/>
                <a:lnTo>
                  <a:pt x="604594" y="1115927"/>
                </a:lnTo>
                <a:close/>
                <a:lnTo>
                  <a:pt x="602767" y="1112208"/>
                </a:lnTo>
                <a:close/>
                <a:lnTo>
                  <a:pt x="597618" y="1102833"/>
                </a:lnTo>
                <a:close/>
                <a:lnTo>
                  <a:pt x="590647" y="1089739"/>
                </a:lnTo>
                <a:close/>
                <a:lnTo>
                  <a:pt x="584985" y="1078970"/>
                </a:lnTo>
                <a:close/>
                <a:lnTo>
                  <a:pt x="583559" y="1076645"/>
                </a:lnTo>
                <a:close/>
                <a:lnTo>
                  <a:pt x="574665" y="1063551"/>
                </a:lnTo>
                <a:close/>
                <a:lnTo>
                  <a:pt x="567204" y="1052577"/>
                </a:lnTo>
                <a:close/>
                <a:lnTo>
                  <a:pt x="565452" y="1050456"/>
                </a:lnTo>
                <a:close/>
                <a:lnTo>
                  <a:pt x="553644" y="1037362"/>
                </a:lnTo>
                <a:close/>
                <a:lnTo>
                  <a:pt x="549422" y="1032837"/>
                </a:lnTo>
                <a:close/>
                <a:lnTo>
                  <a:pt x="539421" y="1024268"/>
                </a:lnTo>
                <a:close/>
                <a:lnTo>
                  <a:pt x="531640" y="1017782"/>
                </a:lnTo>
                <a:close/>
                <a:lnTo>
                  <a:pt x="521465" y="1011174"/>
                </a:lnTo>
                <a:close/>
                <a:lnTo>
                  <a:pt x="513858" y="1006398"/>
                </a:lnTo>
                <a:close/>
                <a:lnTo>
                  <a:pt x="497065" y="998080"/>
                </a:lnTo>
                <a:close/>
                <a:lnTo>
                  <a:pt x="496076" y="997605"/>
                </a:lnTo>
                <a:close/>
                <a:lnTo>
                  <a:pt x="478295" y="990840"/>
                </a:lnTo>
                <a:close/>
                <a:lnTo>
                  <a:pt x="463236" y="984986"/>
                </a:lnTo>
                <a:close/>
                <a:lnTo>
                  <a:pt x="460513" y="983972"/>
                </a:lnTo>
                <a:close/>
                <a:lnTo>
                  <a:pt x="442731" y="976292"/>
                </a:lnTo>
                <a:close/>
                <a:lnTo>
                  <a:pt x="434760" y="971892"/>
                </a:lnTo>
                <a:close/>
                <a:lnTo>
                  <a:pt x="424949" y="966586"/>
                </a:lnTo>
                <a:close/>
                <a:lnTo>
                  <a:pt x="413592" y="958798"/>
                </a:lnTo>
                <a:close/>
                <a:lnTo>
                  <a:pt x="407167" y="954404"/>
                </a:lnTo>
                <a:close/>
                <a:lnTo>
                  <a:pt x="396661" y="945704"/>
                </a:lnTo>
                <a:close/>
                <a:lnTo>
                  <a:pt x="389386" y="939645"/>
                </a:lnTo>
                <a:close/>
                <a:lnTo>
                  <a:pt x="382015" y="932609"/>
                </a:lnTo>
                <a:close/>
                <a:lnTo>
                  <a:pt x="371604" y="922619"/>
                </a:lnTo>
                <a:close/>
                <a:lnTo>
                  <a:pt x="368628" y="919515"/>
                </a:lnTo>
                <a:close/>
                <a:lnTo>
                  <a:pt x="355897" y="906421"/>
                </a:lnTo>
                <a:close/>
                <a:lnTo>
                  <a:pt x="353822" y="904361"/>
                </a:lnTo>
                <a:close/>
                <a:lnTo>
                  <a:pt x="343164" y="893327"/>
                </a:lnTo>
                <a:close/>
                <a:lnTo>
                  <a:pt x="336040" y="886084"/>
                </a:lnTo>
                <a:close/>
                <a:lnTo>
                  <a:pt x="330316" y="880233"/>
                </a:lnTo>
                <a:close/>
                <a:lnTo>
                  <a:pt x="318259" y="868044"/>
                </a:lnTo>
                <a:close/>
                <a:lnTo>
                  <a:pt x="317343" y="867139"/>
                </a:lnTo>
                <a:close/>
                <a:lnTo>
                  <a:pt x="303839" y="854045"/>
                </a:lnTo>
                <a:close/>
                <a:lnTo>
                  <a:pt x="300477" y="850778"/>
                </a:lnTo>
                <a:close/>
                <a:lnTo>
                  <a:pt x="290097" y="840951"/>
                </a:lnTo>
                <a:close/>
                <a:lnTo>
                  <a:pt x="282695" y="833710"/>
                </a:lnTo>
                <a:close/>
                <a:lnTo>
                  <a:pt x="276487" y="827857"/>
                </a:lnTo>
                <a:close/>
                <a:lnTo>
                  <a:pt x="264913" y="816263"/>
                </a:lnTo>
                <a:close/>
                <a:lnTo>
                  <a:pt x="263348" y="814762"/>
                </a:lnTo>
                <a:close/>
                <a:lnTo>
                  <a:pt x="250459" y="801668"/>
                </a:lnTo>
                <a:close/>
                <a:lnTo>
                  <a:pt x="247131" y="797990"/>
                </a:lnTo>
                <a:close/>
                <a:lnTo>
                  <a:pt x="238227" y="788574"/>
                </a:lnTo>
                <a:close/>
                <a:lnTo>
                  <a:pt x="229350" y="777973"/>
                </a:lnTo>
                <a:close/>
                <a:lnTo>
                  <a:pt x="227141" y="775480"/>
                </a:lnTo>
                <a:close/>
                <a:lnTo>
                  <a:pt x="216573" y="762386"/>
                </a:lnTo>
                <a:close/>
                <a:lnTo>
                  <a:pt x="211568" y="755319"/>
                </a:lnTo>
                <a:close/>
                <a:lnTo>
                  <a:pt x="206960" y="749292"/>
                </a:lnTo>
                <a:close/>
                <a:lnTo>
                  <a:pt x="198123" y="736198"/>
                </a:lnTo>
                <a:close/>
                <a:lnTo>
                  <a:pt x="193786" y="728813"/>
                </a:lnTo>
                <a:close/>
                <a:lnTo>
                  <a:pt x="190064" y="723104"/>
                </a:lnTo>
                <a:close/>
                <a:lnTo>
                  <a:pt x="182641" y="710009"/>
                </a:lnTo>
                <a:close/>
                <a:lnTo>
                  <a:pt x="176384" y="696915"/>
                </a:lnTo>
                <a:close/>
                <a:lnTo>
                  <a:pt x="176004" y="695956"/>
                </a:lnTo>
                <a:close/>
                <a:lnTo>
                  <a:pt x="170456" y="683821"/>
                </a:lnTo>
                <a:close/>
                <a:lnTo>
                  <a:pt x="165624" y="670727"/>
                </a:lnTo>
                <a:close/>
                <a:lnTo>
                  <a:pt x="161859" y="657633"/>
                </a:lnTo>
                <a:close/>
                <a:lnTo>
                  <a:pt x="159014" y="644539"/>
                </a:lnTo>
                <a:close/>
                <a:lnTo>
                  <a:pt x="158222" y="639823"/>
                </a:lnTo>
                <a:close/>
                <a:lnTo>
                  <a:pt x="156579" y="631445"/>
                </a:lnTo>
                <a:close/>
                <a:lnTo>
                  <a:pt x="154377" y="618351"/>
                </a:lnTo>
                <a:close/>
                <a:lnTo>
                  <a:pt x="152206" y="605257"/>
                </a:lnTo>
                <a:close/>
                <a:lnTo>
                  <a:pt x="149826" y="592162"/>
                </a:lnTo>
                <a:close/>
                <a:lnTo>
                  <a:pt x="147129" y="579068"/>
                </a:lnTo>
                <a:close/>
                <a:lnTo>
                  <a:pt x="144125" y="565974"/>
                </a:lnTo>
                <a:close/>
                <a:lnTo>
                  <a:pt x="140907" y="552880"/>
                </a:lnTo>
                <a:close/>
                <a:lnTo>
                  <a:pt x="140441" y="551026"/>
                </a:lnTo>
                <a:close/>
                <a:lnTo>
                  <a:pt x="137358" y="539786"/>
                </a:lnTo>
                <a:close/>
                <a:lnTo>
                  <a:pt x="133957" y="526692"/>
                </a:lnTo>
                <a:close/>
                <a:lnTo>
                  <a:pt x="130943" y="513598"/>
                </a:lnTo>
                <a:close/>
                <a:lnTo>
                  <a:pt x="128526" y="500504"/>
                </a:lnTo>
                <a:close/>
                <a:lnTo>
                  <a:pt x="126897" y="487409"/>
                </a:lnTo>
                <a:close/>
                <a:lnTo>
                  <a:pt x="126140" y="474315"/>
                </a:lnTo>
                <a:close/>
                <a:lnTo>
                  <a:pt x="126164" y="461221"/>
                </a:lnTo>
                <a:close/>
                <a:lnTo>
                  <a:pt x="126713" y="448127"/>
                </a:lnTo>
                <a:close/>
                <a:lnTo>
                  <a:pt x="127483" y="435033"/>
                </a:lnTo>
                <a:close/>
                <a:lnTo>
                  <a:pt x="128245" y="421939"/>
                </a:lnTo>
                <a:close/>
                <a:lnTo>
                  <a:pt x="128899" y="408845"/>
                </a:lnTo>
                <a:close/>
                <a:lnTo>
                  <a:pt x="129450" y="395751"/>
                </a:lnTo>
                <a:close/>
                <a:lnTo>
                  <a:pt x="129968" y="382657"/>
                </a:lnTo>
                <a:close/>
                <a:lnTo>
                  <a:pt x="130539" y="369562"/>
                </a:lnTo>
                <a:close/>
                <a:lnTo>
                  <a:pt x="131240" y="356468"/>
                </a:lnTo>
                <a:close/>
                <a:lnTo>
                  <a:pt x="132124" y="343374"/>
                </a:lnTo>
                <a:close/>
                <a:lnTo>
                  <a:pt x="133232" y="330280"/>
                </a:lnTo>
                <a:close/>
                <a:lnTo>
                  <a:pt x="134604" y="317186"/>
                </a:lnTo>
                <a:close/>
                <a:lnTo>
                  <a:pt x="136318" y="304092"/>
                </a:lnTo>
                <a:close/>
                <a:lnTo>
                  <a:pt x="138514" y="290998"/>
                </a:lnTo>
                <a:close/>
                <a:lnTo>
                  <a:pt x="140441" y="282109"/>
                </a:lnTo>
                <a:close/>
                <a:lnTo>
                  <a:pt x="141441" y="277904"/>
                </a:lnTo>
                <a:close/>
                <a:lnTo>
                  <a:pt x="145498" y="264810"/>
                </a:lnTo>
                <a:close/>
                <a:lnTo>
                  <a:pt x="150986" y="251715"/>
                </a:lnTo>
                <a:close/>
                <a:lnTo>
                  <a:pt x="158096" y="238621"/>
                </a:lnTo>
                <a:close/>
                <a:lnTo>
                  <a:pt x="158222" y="238421"/>
                </a:lnTo>
                <a:close/>
                <a:lnTo>
                  <a:pt x="166813" y="225527"/>
                </a:lnTo>
                <a:close/>
                <a:lnTo>
                  <a:pt x="176004" y="213584"/>
                </a:lnTo>
                <a:close/>
                <a:lnTo>
                  <a:pt x="176928" y="212433"/>
                </a:lnTo>
                <a:close/>
                <a:lnTo>
                  <a:pt x="189237" y="199339"/>
                </a:lnTo>
                <a:close/>
                <a:lnTo>
                  <a:pt x="193786" y="195476"/>
                </a:lnTo>
                <a:close/>
                <a:lnTo>
                  <a:pt x="207602" y="186245"/>
                </a:lnTo>
                <a:close/>
                <a:lnTo>
                  <a:pt x="211568" y="184237"/>
                </a:lnTo>
                <a:close/>
                <a:lnTo>
                  <a:pt x="229350" y="178555"/>
                </a:lnTo>
                <a:close/>
                <a:lnTo>
                  <a:pt x="247131" y="176288"/>
                </a:lnTo>
                <a:close/>
                <a:lnTo>
                  <a:pt x="264913" y="176419"/>
                </a:lnTo>
                <a:close/>
                <a:lnTo>
                  <a:pt x="282695" y="178179"/>
                </a:lnTo>
                <a:close/>
                <a:lnTo>
                  <a:pt x="300477" y="181050"/>
                </a:lnTo>
                <a:close/>
                <a:lnTo>
                  <a:pt x="318259" y="184661"/>
                </a:lnTo>
                <a:close/>
                <a:lnTo>
                  <a:pt x="325441" y="186245"/>
                </a:lnTo>
                <a:close/>
                <a:lnTo>
                  <a:pt x="336040" y="188576"/>
                </a:lnTo>
                <a:close/>
                <a:lnTo>
                  <a:pt x="353822" y="192313"/>
                </a:lnTo>
                <a:close/>
                <a:lnTo>
                  <a:pt x="371604" y="195504"/>
                </a:lnTo>
                <a:close/>
                <a:lnTo>
                  <a:pt x="389386" y="197670"/>
                </a:lnTo>
                <a:close/>
                <a:lnTo>
                  <a:pt x="407167" y="198399"/>
                </a:lnTo>
                <a:close/>
                <a:lnTo>
                  <a:pt x="424949" y="197615"/>
                </a:lnTo>
                <a:close/>
                <a:lnTo>
                  <a:pt x="442731" y="195696"/>
                </a:lnTo>
                <a:close/>
                <a:lnTo>
                  <a:pt x="460513" y="193149"/>
                </a:lnTo>
                <a:close/>
                <a:lnTo>
                  <a:pt x="478295" y="190113"/>
                </a:lnTo>
                <a:close/>
                <a:lnTo>
                  <a:pt x="495387" y="186245"/>
                </a:lnTo>
                <a:close/>
                <a:lnTo>
                  <a:pt x="496076" y="186035"/>
                </a:lnTo>
                <a:close/>
                <a:lnTo>
                  <a:pt x="513858" y="177925"/>
                </a:lnTo>
                <a:close/>
                <a:lnTo>
                  <a:pt x="520588" y="173151"/>
                </a:lnTo>
                <a:close/>
                <a:lnTo>
                  <a:pt x="530109" y="160057"/>
                </a:lnTo>
                <a:close/>
                <a:lnTo>
                  <a:pt x="531640" y="156363"/>
                </a:lnTo>
                <a:close/>
                <a:lnTo>
                  <a:pt x="536283" y="146962"/>
                </a:lnTo>
                <a:close/>
                <a:lnTo>
                  <a:pt x="542673" y="133868"/>
                </a:lnTo>
                <a:close/>
                <a:lnTo>
                  <a:pt x="549422" y="124668"/>
                </a:lnTo>
                <a:close/>
                <a:lnTo>
                  <a:pt x="567204" y="121428"/>
                </a:lnTo>
                <a:close/>
                <a:lnTo>
                  <a:pt x="584985" y="130083"/>
                </a:lnTo>
                <a:close/>
                <a:lnTo>
                  <a:pt x="589408" y="133868"/>
                </a:lnTo>
                <a:close/>
                <a:lnTo>
                  <a:pt x="602767" y="145793"/>
                </a:lnTo>
                <a:close/>
                <a:lnTo>
                  <a:pt x="603758" y="146962"/>
                </a:lnTo>
                <a:close/>
                <a:lnTo>
                  <a:pt x="613925" y="160057"/>
                </a:lnTo>
                <a:close/>
                <a:lnTo>
                  <a:pt x="620549" y="168237"/>
                </a:lnTo>
                <a:close/>
                <a:lnTo>
                  <a:pt x="623850" y="173151"/>
                </a:lnTo>
                <a:close/>
                <a:lnTo>
                  <a:pt x="632970" y="186245"/>
                </a:lnTo>
                <a:close/>
                <a:lnTo>
                  <a:pt x="638331" y="193019"/>
                </a:lnTo>
                <a:close/>
                <a:lnTo>
                  <a:pt x="642700" y="199339"/>
                </a:lnTo>
                <a:close/>
                <a:lnTo>
                  <a:pt x="653080" y="212433"/>
                </a:lnTo>
                <a:close/>
                <a:lnTo>
                  <a:pt x="656113" y="215714"/>
                </a:lnTo>
                <a:close/>
                <a:lnTo>
                  <a:pt x="664169" y="225527"/>
                </a:lnTo>
                <a:close/>
                <a:lnTo>
                  <a:pt x="673894" y="235742"/>
                </a:lnTo>
                <a:close/>
                <a:lnTo>
                  <a:pt x="676401" y="238621"/>
                </a:lnTo>
                <a:close/>
                <a:lnTo>
                  <a:pt x="688926" y="251715"/>
                </a:lnTo>
                <a:close/>
                <a:lnTo>
                  <a:pt x="691676" y="254350"/>
                </a:lnTo>
                <a:close/>
                <a:lnTo>
                  <a:pt x="701697" y="264810"/>
                </a:lnTo>
                <a:close/>
                <a:lnTo>
                  <a:pt x="709458" y="272497"/>
                </a:lnTo>
                <a:close/>
                <a:lnTo>
                  <a:pt x="714672" y="277904"/>
                </a:lnTo>
                <a:close/>
                <a:lnTo>
                  <a:pt x="727240" y="290700"/>
                </a:lnTo>
                <a:close/>
                <a:lnTo>
                  <a:pt x="727532" y="290998"/>
                </a:lnTo>
                <a:close/>
                <a:lnTo>
                  <a:pt x="740355" y="304092"/>
                </a:lnTo>
                <a:close/>
                <a:lnTo>
                  <a:pt x="745022" y="308870"/>
                </a:lnTo>
                <a:close/>
                <a:lnTo>
                  <a:pt x="753369" y="317186"/>
                </a:lnTo>
                <a:close/>
                <a:lnTo>
                  <a:pt x="762803" y="326704"/>
                </a:lnTo>
                <a:close/>
                <a:lnTo>
                  <a:pt x="766551" y="330280"/>
                </a:lnTo>
                <a:close/>
                <a:lnTo>
                  <a:pt x="780087" y="343374"/>
                </a:lnTo>
                <a:close/>
                <a:lnTo>
                  <a:pt x="780585" y="343851"/>
                </a:lnTo>
                <a:close/>
                <a:lnTo>
                  <a:pt x="794358" y="356468"/>
                </a:lnTo>
                <a:close/>
                <a:lnTo>
                  <a:pt x="798367" y="360148"/>
                </a:lnTo>
                <a:close/>
                <a:lnTo>
                  <a:pt x="808810" y="369562"/>
                </a:lnTo>
                <a:close/>
                <a:lnTo>
                  <a:pt x="816149" y="376189"/>
                </a:lnTo>
                <a:close/>
                <a:lnTo>
                  <a:pt x="823124" y="382657"/>
                </a:lnTo>
                <a:close/>
                <a:lnTo>
                  <a:pt x="833930" y="392661"/>
                </a:lnTo>
                <a:close/>
                <a:lnTo>
                  <a:pt x="837048" y="395751"/>
                </a:lnTo>
                <a:close/>
                <a:lnTo>
                  <a:pt x="850476" y="408845"/>
                </a:lnTo>
                <a:close/>
                <a:lnTo>
                  <a:pt x="851712" y="410021"/>
                </a:lnTo>
                <a:close/>
                <a:lnTo>
                  <a:pt x="863336" y="421939"/>
                </a:lnTo>
                <a:close/>
                <a:lnTo>
                  <a:pt x="869494" y="428117"/>
                </a:lnTo>
                <a:close/>
                <a:lnTo>
                  <a:pt x="875918" y="435033"/>
                </a:lnTo>
                <a:close/>
                <a:lnTo>
                  <a:pt x="887276" y="446793"/>
                </a:lnTo>
                <a:close/>
                <a:lnTo>
                  <a:pt x="888501" y="448127"/>
                </a:lnTo>
                <a:close/>
                <a:lnTo>
                  <a:pt x="901376" y="461221"/>
                </a:lnTo>
                <a:close/>
                <a:lnTo>
                  <a:pt x="905058" y="464746"/>
                </a:lnTo>
                <a:close/>
                <a:lnTo>
                  <a:pt x="914903" y="474315"/>
                </a:lnTo>
                <a:close/>
                <a:lnTo>
                  <a:pt x="922839" y="481538"/>
                </a:lnTo>
                <a:close/>
                <a:lnTo>
                  <a:pt x="929384" y="487409"/>
                </a:lnTo>
                <a:close/>
                <a:lnTo>
                  <a:pt x="940621" y="496851"/>
                </a:lnTo>
                <a:close/>
                <a:lnTo>
                  <a:pt x="945172" y="500504"/>
                </a:lnTo>
                <a:close/>
                <a:lnTo>
                  <a:pt x="958403" y="510543"/>
                </a:lnTo>
                <a:close/>
                <a:lnTo>
                  <a:pt x="962756" y="513598"/>
                </a:lnTo>
                <a:close/>
                <a:lnTo>
                  <a:pt x="976185" y="522659"/>
                </a:lnTo>
                <a:close/>
                <a:lnTo>
                  <a:pt x="982849" y="526692"/>
                </a:lnTo>
                <a:close/>
                <a:lnTo>
                  <a:pt x="993967" y="533306"/>
                </a:lnTo>
                <a:close/>
                <a:lnTo>
                  <a:pt x="1006395" y="539786"/>
                </a:lnTo>
                <a:close/>
                <a:lnTo>
                  <a:pt x="1011748" y="542602"/>
                </a:lnTo>
                <a:close/>
                <a:lnTo>
                  <a:pt x="1029530" y="550549"/>
                </a:lnTo>
                <a:close/>
                <a:lnTo>
                  <a:pt x="1035733" y="552880"/>
                </a:lnTo>
                <a:close/>
                <a:lnTo>
                  <a:pt x="1047312" y="557438"/>
                </a:lnTo>
                <a:close/>
                <a:lnTo>
                  <a:pt x="1065094" y="563908"/>
                </a:lnTo>
                <a:close/>
                <a:lnTo>
                  <a:pt x="1070713" y="565974"/>
                </a:lnTo>
                <a:close/>
                <a:lnTo>
                  <a:pt x="1082876" y="570847"/>
                </a:lnTo>
                <a:close/>
                <a:lnTo>
                  <a:pt x="1100231" y="579068"/>
                </a:lnTo>
                <a:close/>
                <a:lnTo>
                  <a:pt x="1100657" y="579298"/>
                </a:lnTo>
                <a:close/>
                <a:lnTo>
                  <a:pt x="1118439" y="590951"/>
                </a:lnTo>
                <a:close/>
                <a:lnTo>
                  <a:pt x="1119953" y="592162"/>
                </a:lnTo>
                <a:close/>
                <a:lnTo>
                  <a:pt x="1133676" y="605257"/>
                </a:lnTo>
                <a:close/>
                <a:lnTo>
                  <a:pt x="1136221" y="608329"/>
                </a:lnTo>
                <a:close/>
                <a:lnTo>
                  <a:pt x="1143442" y="618351"/>
                </a:lnTo>
                <a:close/>
                <a:lnTo>
                  <a:pt x="1150506" y="631445"/>
                </a:lnTo>
                <a:close/>
                <a:lnTo>
                  <a:pt x="1154003" y="640706"/>
                </a:lnTo>
                <a:close/>
                <a:lnTo>
                  <a:pt x="1155357" y="644539"/>
                </a:lnTo>
                <a:close/>
                <a:lnTo>
                  <a:pt x="1158645" y="657633"/>
                </a:lnTo>
                <a:close/>
                <a:lnTo>
                  <a:pt x="1160946" y="670727"/>
                </a:lnTo>
                <a:close/>
                <a:lnTo>
                  <a:pt x="1162718" y="683821"/>
                </a:lnTo>
                <a:close/>
                <a:lnTo>
                  <a:pt x="1164312" y="696915"/>
                </a:lnTo>
                <a:close/>
                <a:lnTo>
                  <a:pt x="1165923" y="710009"/>
                </a:lnTo>
                <a:close/>
                <a:lnTo>
                  <a:pt x="1167621" y="723104"/>
                </a:lnTo>
                <a:close/>
                <a:lnTo>
                  <a:pt x="1169414" y="736198"/>
                </a:lnTo>
                <a:close/>
                <a:lnTo>
                  <a:pt x="1171289" y="749292"/>
                </a:lnTo>
                <a:close/>
                <a:lnTo>
                  <a:pt x="1171785" y="752569"/>
                </a:lnTo>
                <a:close/>
                <a:lnTo>
                  <a:pt x="1173458" y="762386"/>
                </a:lnTo>
                <a:close/>
                <a:lnTo>
                  <a:pt x="1175766" y="775480"/>
                </a:lnTo>
                <a:close/>
                <a:lnTo>
                  <a:pt x="1178142" y="788574"/>
                </a:lnTo>
                <a:close/>
                <a:lnTo>
                  <a:pt x="1180599" y="801668"/>
                </a:lnTo>
                <a:close/>
                <a:lnTo>
                  <a:pt x="1183160" y="814762"/>
                </a:lnTo>
                <a:close/>
                <a:lnTo>
                  <a:pt x="1185854" y="827857"/>
                </a:lnTo>
                <a:close/>
                <a:lnTo>
                  <a:pt x="1188723" y="840951"/>
                </a:lnTo>
                <a:close/>
                <a:lnTo>
                  <a:pt x="1189566" y="844666"/>
                </a:lnTo>
                <a:close/>
                <a:lnTo>
                  <a:pt x="1192028" y="854045"/>
                </a:lnTo>
                <a:close/>
                <a:lnTo>
                  <a:pt x="1195702" y="867139"/>
                </a:lnTo>
                <a:close/>
                <a:lnTo>
                  <a:pt x="1199778" y="880233"/>
                </a:lnTo>
                <a:close/>
                <a:lnTo>
                  <a:pt x="1204307" y="893327"/>
                </a:lnTo>
                <a:close/>
                <a:lnTo>
                  <a:pt x="1207348" y="901435"/>
                </a:lnTo>
                <a:close/>
                <a:lnTo>
                  <a:pt x="1209402" y="906421"/>
                </a:lnTo>
                <a:close/>
                <a:lnTo>
                  <a:pt x="1215161" y="919515"/>
                </a:lnTo>
                <a:close/>
                <a:lnTo>
                  <a:pt x="1221006" y="932609"/>
                </a:lnTo>
                <a:close/>
                <a:lnTo>
                  <a:pt x="1225130" y="942112"/>
                </a:lnTo>
                <a:close/>
                <a:lnTo>
                  <a:pt x="1226786" y="945704"/>
                </a:lnTo>
                <a:close/>
                <a:lnTo>
                  <a:pt x="1232735" y="958798"/>
                </a:lnTo>
                <a:close/>
                <a:lnTo>
                  <a:pt x="1238115" y="971892"/>
                </a:lnTo>
                <a:close/>
                <a:lnTo>
                  <a:pt x="1242764" y="984986"/>
                </a:lnTo>
                <a:close/>
                <a:lnTo>
                  <a:pt x="1242912" y="985442"/>
                </a:lnTo>
                <a:close/>
                <a:lnTo>
                  <a:pt x="1247395" y="998080"/>
                </a:lnTo>
                <a:close/>
                <a:lnTo>
                  <a:pt x="1251370" y="1011174"/>
                </a:lnTo>
                <a:close/>
                <a:lnTo>
                  <a:pt x="1254698" y="1024268"/>
                </a:lnTo>
                <a:close/>
                <a:lnTo>
                  <a:pt x="1257498" y="1037362"/>
                </a:lnTo>
                <a:close/>
                <a:lnTo>
                  <a:pt x="1259929" y="1050456"/>
                </a:lnTo>
                <a:close/>
                <a:lnTo>
                  <a:pt x="1260694" y="1054812"/>
                </a:lnTo>
                <a:close/>
                <a:lnTo>
                  <a:pt x="1262437" y="1063551"/>
                </a:lnTo>
                <a:close/>
                <a:lnTo>
                  <a:pt x="1264999" y="1076645"/>
                </a:lnTo>
                <a:close/>
                <a:lnTo>
                  <a:pt x="1267642" y="1089739"/>
                </a:lnTo>
                <a:close/>
                <a:lnTo>
                  <a:pt x="1270526" y="1102833"/>
                </a:lnTo>
                <a:close/>
                <a:lnTo>
                  <a:pt x="1273763" y="1115927"/>
                </a:lnTo>
                <a:close/>
                <a:lnTo>
                  <a:pt x="1277402" y="1129021"/>
                </a:lnTo>
                <a:close/>
                <a:lnTo>
                  <a:pt x="1278475" y="1132513"/>
                </a:lnTo>
                <a:close/>
                <a:lnTo>
                  <a:pt x="1281761" y="1142115"/>
                </a:lnTo>
                <a:close/>
                <a:lnTo>
                  <a:pt x="1286467" y="1155209"/>
                </a:lnTo>
                <a:close/>
                <a:lnTo>
                  <a:pt x="1291251" y="1168304"/>
                </a:lnTo>
                <a:close/>
                <a:lnTo>
                  <a:pt x="1295970" y="1181398"/>
                </a:lnTo>
                <a:close/>
                <a:lnTo>
                  <a:pt x="1296257" y="1182297"/>
                </a:lnTo>
                <a:close/>
                <a:lnTo>
                  <a:pt x="1300692" y="1194492"/>
                </a:lnTo>
                <a:close/>
                <a:lnTo>
                  <a:pt x="1304774" y="1207586"/>
                </a:lnTo>
                <a:close/>
                <a:lnTo>
                  <a:pt x="1307840" y="1220680"/>
                </a:lnTo>
                <a:close/>
                <a:lnTo>
                  <a:pt x="1309225" y="1233774"/>
                </a:lnTo>
                <a:close/>
                <a:lnTo>
                  <a:pt x="1307710" y="1246868"/>
                </a:lnTo>
                <a:close/>
                <a:lnTo>
                  <a:pt x="1301281" y="1259962"/>
                </a:lnTo>
                <a:close/>
                <a:lnTo>
                  <a:pt x="1296257" y="1265333"/>
                </a:lnTo>
                <a:close/>
                <a:lnTo>
                  <a:pt x="1288937" y="1273056"/>
                </a:lnTo>
                <a:close/>
                <a:lnTo>
                  <a:pt x="1278475" y="1281102"/>
                </a:lnTo>
                <a:close/>
                <a:lnTo>
                  <a:pt x="1272485" y="1286151"/>
                </a:lnTo>
                <a:close/>
                <a:lnTo>
                  <a:pt x="1260694" y="1294047"/>
                </a:lnTo>
                <a:close/>
                <a:lnTo>
                  <a:pt x="1252646" y="1299245"/>
                </a:lnTo>
                <a:close/>
                <a:lnTo>
                  <a:pt x="1242912" y="1304041"/>
                </a:lnTo>
                <a:close/>
                <a:lnTo>
                  <a:pt x="1225130" y="1310963"/>
                </a:lnTo>
                <a:close/>
                <a:lnTo>
                  <a:pt x="1220574" y="1312339"/>
                </a:lnTo>
                <a:close/>
                <a:lnTo>
                  <a:pt x="1207348" y="1315663"/>
                </a:lnTo>
                <a:close/>
                <a:lnTo>
                  <a:pt x="1189566" y="1319398"/>
                </a:lnTo>
                <a:close/>
                <a:lnTo>
                  <a:pt x="1171785" y="1322958"/>
                </a:lnTo>
                <a:close/>
                <a:lnTo>
                  <a:pt x="1160412" y="1325433"/>
                </a:lnTo>
                <a:close/>
                <a:lnTo>
                  <a:pt x="1154003" y="1326951"/>
                </a:lnTo>
                <a:close/>
                <a:lnTo>
                  <a:pt x="1136221" y="1331665"/>
                </a:lnTo>
                <a:close/>
                <a:lnTo>
                  <a:pt x="1118439" y="1336209"/>
                </a:lnTo>
                <a:close/>
                <a:lnTo>
                  <a:pt x="1106384" y="1338527"/>
                </a:lnTo>
                <a:close/>
                <a:lnTo>
                  <a:pt x="1100657" y="1339673"/>
                </a:lnTo>
                <a:close/>
                <a:lnTo>
                  <a:pt x="1082876" y="1341282"/>
                </a:lnTo>
                <a:close/>
                <a:lnTo>
                  <a:pt x="1065094" y="1340947"/>
                </a:lnTo>
                <a:close/>
                <a:lnTo>
                  <a:pt x="1047312" y="1339176"/>
                </a:lnTo>
                <a:close/>
                <a:lnTo>
                  <a:pt x="1043016" y="1338527"/>
                </a:lnTo>
                <a:close/>
              </a:path>
            </a:pathLst>
          </a:custGeom>
          <a:solidFill>
            <a:srgbClr val="EAF3F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1834105" y="1060636"/>
            <a:ext cx="1183085" cy="1219854"/>
          </a:xfrm>
          <a:custGeom>
            <a:avLst/>
            <a:gdLst/>
            <a:ahLst/>
            <a:cxnLst/>
            <a:rect l="l" t="t" r="r" b="b"/>
            <a:pathLst>
              <a:path w="1183085" h="1219854">
                <a:moveTo>
                  <a:pt x="921172" y="1217748"/>
                </a:moveTo>
                <a:lnTo>
                  <a:pt x="938954" y="1219519"/>
                </a:lnTo>
                <a:close/>
                <a:lnTo>
                  <a:pt x="956736" y="1219854"/>
                </a:lnTo>
                <a:close/>
                <a:lnTo>
                  <a:pt x="974517" y="1218245"/>
                </a:lnTo>
                <a:close/>
                <a:lnTo>
                  <a:pt x="980244" y="1217099"/>
                </a:lnTo>
                <a:close/>
                <a:lnTo>
                  <a:pt x="992299" y="1214781"/>
                </a:lnTo>
                <a:close/>
                <a:lnTo>
                  <a:pt x="1010081" y="1210237"/>
                </a:lnTo>
                <a:close/>
                <a:lnTo>
                  <a:pt x="1027863" y="1205523"/>
                </a:lnTo>
                <a:close/>
                <a:lnTo>
                  <a:pt x="1034272" y="1204005"/>
                </a:lnTo>
                <a:close/>
                <a:lnTo>
                  <a:pt x="1045645" y="1201530"/>
                </a:lnTo>
                <a:close/>
                <a:lnTo>
                  <a:pt x="1063426" y="1197970"/>
                </a:lnTo>
                <a:close/>
                <a:lnTo>
                  <a:pt x="1081208" y="1194235"/>
                </a:lnTo>
                <a:close/>
                <a:lnTo>
                  <a:pt x="1094434" y="1190911"/>
                </a:lnTo>
                <a:close/>
                <a:lnTo>
                  <a:pt x="1098990" y="1189535"/>
                </a:lnTo>
                <a:close/>
                <a:lnTo>
                  <a:pt x="1116772" y="1182613"/>
                </a:lnTo>
                <a:close/>
                <a:lnTo>
                  <a:pt x="1126506" y="1177817"/>
                </a:lnTo>
                <a:close/>
                <a:lnTo>
                  <a:pt x="1134554" y="1172619"/>
                </a:lnTo>
                <a:close/>
                <a:lnTo>
                  <a:pt x="1146345" y="1164723"/>
                </a:lnTo>
                <a:close/>
                <a:lnTo>
                  <a:pt x="1152335" y="1159674"/>
                </a:lnTo>
                <a:close/>
                <a:lnTo>
                  <a:pt x="1162797" y="1151628"/>
                </a:lnTo>
                <a:close/>
                <a:lnTo>
                  <a:pt x="1170117" y="1143905"/>
                </a:lnTo>
                <a:close/>
                <a:lnTo>
                  <a:pt x="1175141" y="1138534"/>
                </a:lnTo>
                <a:close/>
                <a:lnTo>
                  <a:pt x="1181570" y="1125440"/>
                </a:lnTo>
                <a:close/>
                <a:lnTo>
                  <a:pt x="1183085" y="1112346"/>
                </a:lnTo>
                <a:close/>
                <a:lnTo>
                  <a:pt x="1181700" y="1099252"/>
                </a:lnTo>
                <a:close/>
                <a:lnTo>
                  <a:pt x="1178634" y="1086158"/>
                </a:lnTo>
                <a:close/>
                <a:lnTo>
                  <a:pt x="1174552" y="1073064"/>
                </a:lnTo>
                <a:close/>
                <a:lnTo>
                  <a:pt x="1170117" y="1060869"/>
                </a:lnTo>
                <a:close/>
                <a:lnTo>
                  <a:pt x="1169830" y="1059970"/>
                </a:lnTo>
                <a:close/>
                <a:lnTo>
                  <a:pt x="1165111" y="1046876"/>
                </a:lnTo>
                <a:close/>
                <a:lnTo>
                  <a:pt x="1160327" y="1033781"/>
                </a:lnTo>
                <a:close/>
                <a:lnTo>
                  <a:pt x="1155621" y="1020687"/>
                </a:lnTo>
                <a:close/>
                <a:lnTo>
                  <a:pt x="1152335" y="1011085"/>
                </a:lnTo>
                <a:close/>
                <a:lnTo>
                  <a:pt x="1151262" y="1007593"/>
                </a:lnTo>
                <a:close/>
                <a:lnTo>
                  <a:pt x="1147623" y="994499"/>
                </a:lnTo>
                <a:close/>
                <a:lnTo>
                  <a:pt x="1144386" y="981405"/>
                </a:lnTo>
                <a:close/>
                <a:lnTo>
                  <a:pt x="1141502" y="968311"/>
                </a:lnTo>
                <a:close/>
                <a:lnTo>
                  <a:pt x="1138859" y="955217"/>
                </a:lnTo>
                <a:close/>
                <a:lnTo>
                  <a:pt x="1136297" y="942123"/>
                </a:lnTo>
                <a:close/>
                <a:lnTo>
                  <a:pt x="1134554" y="933384"/>
                </a:lnTo>
                <a:close/>
                <a:lnTo>
                  <a:pt x="1133789" y="929028"/>
                </a:lnTo>
                <a:close/>
                <a:lnTo>
                  <a:pt x="1131358" y="915934"/>
                </a:lnTo>
                <a:close/>
                <a:lnTo>
                  <a:pt x="1128558" y="902840"/>
                </a:lnTo>
                <a:close/>
                <a:lnTo>
                  <a:pt x="1125230" y="889746"/>
                </a:lnTo>
                <a:close/>
                <a:lnTo>
                  <a:pt x="1121255" y="876652"/>
                </a:lnTo>
                <a:close/>
                <a:lnTo>
                  <a:pt x="1116772" y="864014"/>
                </a:lnTo>
                <a:close/>
                <a:lnTo>
                  <a:pt x="1116624" y="863558"/>
                </a:lnTo>
                <a:close/>
                <a:lnTo>
                  <a:pt x="1111975" y="850464"/>
                </a:lnTo>
                <a:close/>
                <a:lnTo>
                  <a:pt x="1106595" y="837370"/>
                </a:lnTo>
                <a:close/>
                <a:lnTo>
                  <a:pt x="1100646" y="824276"/>
                </a:lnTo>
                <a:close/>
                <a:lnTo>
                  <a:pt x="1098990" y="820684"/>
                </a:lnTo>
                <a:close/>
                <a:lnTo>
                  <a:pt x="1094866" y="811181"/>
                </a:lnTo>
                <a:close/>
                <a:lnTo>
                  <a:pt x="1089021" y="798087"/>
                </a:lnTo>
                <a:close/>
                <a:lnTo>
                  <a:pt x="1083262" y="784993"/>
                </a:lnTo>
                <a:close/>
                <a:lnTo>
                  <a:pt x="1081208" y="780007"/>
                </a:lnTo>
                <a:close/>
                <a:lnTo>
                  <a:pt x="1078167" y="771899"/>
                </a:lnTo>
                <a:close/>
                <a:lnTo>
                  <a:pt x="1073638" y="758805"/>
                </a:lnTo>
                <a:close/>
                <a:lnTo>
                  <a:pt x="1069562" y="745711"/>
                </a:lnTo>
                <a:close/>
                <a:lnTo>
                  <a:pt x="1065888" y="732617"/>
                </a:lnTo>
                <a:close/>
                <a:lnTo>
                  <a:pt x="1063426" y="723238"/>
                </a:lnTo>
                <a:close/>
                <a:lnTo>
                  <a:pt x="1062583" y="719523"/>
                </a:lnTo>
                <a:close/>
                <a:lnTo>
                  <a:pt x="1059714" y="706429"/>
                </a:lnTo>
                <a:close/>
                <a:lnTo>
                  <a:pt x="1057020" y="693334"/>
                </a:lnTo>
                <a:close/>
                <a:lnTo>
                  <a:pt x="1054459" y="680240"/>
                </a:lnTo>
                <a:close/>
                <a:lnTo>
                  <a:pt x="1052002" y="667146"/>
                </a:lnTo>
                <a:close/>
                <a:lnTo>
                  <a:pt x="1049626" y="654052"/>
                </a:lnTo>
                <a:close/>
                <a:lnTo>
                  <a:pt x="1047318" y="640958"/>
                </a:lnTo>
                <a:close/>
                <a:lnTo>
                  <a:pt x="1045645" y="631141"/>
                </a:lnTo>
                <a:close/>
                <a:lnTo>
                  <a:pt x="1045149" y="627864"/>
                </a:lnTo>
                <a:close/>
                <a:lnTo>
                  <a:pt x="1043274" y="614770"/>
                </a:lnTo>
                <a:close/>
                <a:lnTo>
                  <a:pt x="1041481" y="601676"/>
                </a:lnTo>
                <a:close/>
                <a:lnTo>
                  <a:pt x="1039783" y="588581"/>
                </a:lnTo>
                <a:close/>
                <a:lnTo>
                  <a:pt x="1038172" y="575487"/>
                </a:lnTo>
                <a:close/>
                <a:lnTo>
                  <a:pt x="1036578" y="562393"/>
                </a:lnTo>
                <a:close/>
                <a:lnTo>
                  <a:pt x="1034806" y="549299"/>
                </a:lnTo>
                <a:close/>
                <a:lnTo>
                  <a:pt x="1032505" y="536205"/>
                </a:lnTo>
                <a:close/>
                <a:lnTo>
                  <a:pt x="1029217" y="523111"/>
                </a:lnTo>
                <a:close/>
                <a:lnTo>
                  <a:pt x="1027863" y="519278"/>
                </a:lnTo>
                <a:close/>
                <a:lnTo>
                  <a:pt x="1024366" y="510017"/>
                </a:lnTo>
                <a:close/>
                <a:lnTo>
                  <a:pt x="1017302" y="496923"/>
                </a:lnTo>
                <a:close/>
                <a:lnTo>
                  <a:pt x="1010081" y="486901"/>
                </a:lnTo>
                <a:close/>
                <a:lnTo>
                  <a:pt x="1007536" y="483829"/>
                </a:lnTo>
                <a:close/>
                <a:lnTo>
                  <a:pt x="993813" y="470734"/>
                </a:lnTo>
                <a:close/>
                <a:lnTo>
                  <a:pt x="992299" y="469523"/>
                </a:lnTo>
                <a:close/>
                <a:lnTo>
                  <a:pt x="974517" y="457870"/>
                </a:lnTo>
                <a:close/>
                <a:lnTo>
                  <a:pt x="974091" y="457640"/>
                </a:lnTo>
                <a:close/>
                <a:lnTo>
                  <a:pt x="956736" y="449419"/>
                </a:lnTo>
                <a:close/>
                <a:lnTo>
                  <a:pt x="944573" y="444546"/>
                </a:lnTo>
                <a:close/>
                <a:lnTo>
                  <a:pt x="938954" y="442480"/>
                </a:lnTo>
                <a:close/>
                <a:lnTo>
                  <a:pt x="921172" y="436010"/>
                </a:lnTo>
                <a:close/>
                <a:lnTo>
                  <a:pt x="909593" y="431452"/>
                </a:lnTo>
                <a:close/>
                <a:lnTo>
                  <a:pt x="903390" y="429121"/>
                </a:lnTo>
                <a:close/>
                <a:lnTo>
                  <a:pt x="885608" y="421174"/>
                </a:lnTo>
                <a:close/>
                <a:lnTo>
                  <a:pt x="880255" y="418358"/>
                </a:lnTo>
                <a:close/>
                <a:lnTo>
                  <a:pt x="867827" y="411878"/>
                </a:lnTo>
                <a:close/>
                <a:lnTo>
                  <a:pt x="856709" y="405264"/>
                </a:lnTo>
                <a:close/>
                <a:lnTo>
                  <a:pt x="850045" y="401231"/>
                </a:lnTo>
                <a:close/>
                <a:lnTo>
                  <a:pt x="836616" y="392170"/>
                </a:lnTo>
                <a:close/>
                <a:lnTo>
                  <a:pt x="832263" y="389115"/>
                </a:lnTo>
                <a:close/>
                <a:lnTo>
                  <a:pt x="819032" y="379076"/>
                </a:lnTo>
                <a:close/>
                <a:lnTo>
                  <a:pt x="814481" y="375423"/>
                </a:lnTo>
                <a:close/>
                <a:lnTo>
                  <a:pt x="803244" y="365981"/>
                </a:lnTo>
                <a:close/>
                <a:lnTo>
                  <a:pt x="796699" y="360110"/>
                </a:lnTo>
                <a:close/>
                <a:lnTo>
                  <a:pt x="788763" y="352887"/>
                </a:lnTo>
                <a:close/>
                <a:lnTo>
                  <a:pt x="778918" y="343318"/>
                </a:lnTo>
                <a:close/>
                <a:lnTo>
                  <a:pt x="775236" y="339793"/>
                </a:lnTo>
                <a:close/>
                <a:lnTo>
                  <a:pt x="762361" y="326699"/>
                </a:lnTo>
                <a:close/>
                <a:lnTo>
                  <a:pt x="761136" y="325365"/>
                </a:lnTo>
                <a:close/>
                <a:lnTo>
                  <a:pt x="749778" y="313605"/>
                </a:lnTo>
                <a:close/>
                <a:lnTo>
                  <a:pt x="743354" y="306689"/>
                </a:lnTo>
                <a:close/>
                <a:lnTo>
                  <a:pt x="737196" y="300511"/>
                </a:lnTo>
                <a:close/>
                <a:lnTo>
                  <a:pt x="725572" y="288593"/>
                </a:lnTo>
                <a:close/>
                <a:lnTo>
                  <a:pt x="724336" y="287417"/>
                </a:lnTo>
                <a:close/>
                <a:lnTo>
                  <a:pt x="710908" y="274323"/>
                </a:lnTo>
                <a:close/>
                <a:lnTo>
                  <a:pt x="707790" y="271233"/>
                </a:lnTo>
                <a:close/>
                <a:lnTo>
                  <a:pt x="696984" y="261229"/>
                </a:lnTo>
                <a:close/>
                <a:lnTo>
                  <a:pt x="690009" y="254761"/>
                </a:lnTo>
                <a:close/>
                <a:lnTo>
                  <a:pt x="682670" y="248134"/>
                </a:lnTo>
                <a:close/>
                <a:lnTo>
                  <a:pt x="672227" y="238720"/>
                </a:lnTo>
                <a:close/>
                <a:lnTo>
                  <a:pt x="668218" y="235040"/>
                </a:lnTo>
                <a:close/>
                <a:lnTo>
                  <a:pt x="654445" y="222423"/>
                </a:lnTo>
                <a:close/>
                <a:lnTo>
                  <a:pt x="653947" y="221946"/>
                </a:lnTo>
                <a:close/>
                <a:lnTo>
                  <a:pt x="640411" y="208852"/>
                </a:lnTo>
                <a:close/>
                <a:lnTo>
                  <a:pt x="636663" y="205276"/>
                </a:lnTo>
                <a:close/>
                <a:lnTo>
                  <a:pt x="627229" y="195758"/>
                </a:lnTo>
                <a:close/>
                <a:lnTo>
                  <a:pt x="618882" y="187442"/>
                </a:lnTo>
                <a:close/>
                <a:lnTo>
                  <a:pt x="614215" y="182664"/>
                </a:lnTo>
                <a:close/>
                <a:lnTo>
                  <a:pt x="601392" y="169570"/>
                </a:lnTo>
                <a:close/>
                <a:lnTo>
                  <a:pt x="601100" y="169272"/>
                </a:lnTo>
                <a:close/>
                <a:lnTo>
                  <a:pt x="588532" y="156476"/>
                </a:lnTo>
                <a:close/>
                <a:lnTo>
                  <a:pt x="583318" y="151069"/>
                </a:lnTo>
                <a:close/>
                <a:lnTo>
                  <a:pt x="575557" y="143382"/>
                </a:lnTo>
                <a:close/>
                <a:lnTo>
                  <a:pt x="565536" y="132922"/>
                </a:lnTo>
                <a:close/>
                <a:lnTo>
                  <a:pt x="562786" y="130287"/>
                </a:lnTo>
                <a:close/>
                <a:lnTo>
                  <a:pt x="550261" y="117193"/>
                </a:lnTo>
                <a:close/>
                <a:lnTo>
                  <a:pt x="547754" y="114314"/>
                </a:lnTo>
                <a:close/>
                <a:lnTo>
                  <a:pt x="538029" y="104099"/>
                </a:lnTo>
                <a:close/>
                <a:lnTo>
                  <a:pt x="529973" y="94286"/>
                </a:lnTo>
                <a:close/>
                <a:lnTo>
                  <a:pt x="526940" y="91005"/>
                </a:lnTo>
                <a:close/>
                <a:lnTo>
                  <a:pt x="516560" y="77911"/>
                </a:lnTo>
                <a:close/>
                <a:lnTo>
                  <a:pt x="512191" y="71591"/>
                </a:lnTo>
                <a:close/>
                <a:lnTo>
                  <a:pt x="506830" y="64817"/>
                </a:lnTo>
                <a:close/>
                <a:lnTo>
                  <a:pt x="497710" y="51723"/>
                </a:lnTo>
                <a:close/>
                <a:lnTo>
                  <a:pt x="494409" y="46809"/>
                </a:lnTo>
                <a:close/>
                <a:lnTo>
                  <a:pt x="487785" y="38629"/>
                </a:lnTo>
                <a:close/>
                <a:lnTo>
                  <a:pt x="477618" y="25534"/>
                </a:lnTo>
                <a:close/>
                <a:lnTo>
                  <a:pt x="476627" y="24365"/>
                </a:lnTo>
                <a:close/>
                <a:lnTo>
                  <a:pt x="463268" y="12440"/>
                </a:lnTo>
                <a:close/>
                <a:lnTo>
                  <a:pt x="458845" y="8655"/>
                </a:lnTo>
                <a:close/>
                <a:lnTo>
                  <a:pt x="441064" y="0"/>
                </a:lnTo>
                <a:close/>
                <a:lnTo>
                  <a:pt x="423282" y="3240"/>
                </a:lnTo>
                <a:close/>
                <a:lnTo>
                  <a:pt x="416533" y="12440"/>
                </a:lnTo>
                <a:close/>
                <a:lnTo>
                  <a:pt x="410143" y="25534"/>
                </a:lnTo>
                <a:close/>
                <a:lnTo>
                  <a:pt x="405500" y="34935"/>
                </a:lnTo>
                <a:close/>
                <a:lnTo>
                  <a:pt x="403969" y="38629"/>
                </a:lnTo>
                <a:close/>
                <a:lnTo>
                  <a:pt x="394448" y="51723"/>
                </a:lnTo>
                <a:close/>
                <a:lnTo>
                  <a:pt x="387718" y="56497"/>
                </a:lnTo>
                <a:close/>
                <a:lnTo>
                  <a:pt x="369936" y="64607"/>
                </a:lnTo>
                <a:close/>
                <a:lnTo>
                  <a:pt x="369247" y="64817"/>
                </a:lnTo>
                <a:close/>
                <a:lnTo>
                  <a:pt x="352155" y="68685"/>
                </a:lnTo>
                <a:close/>
                <a:lnTo>
                  <a:pt x="334373" y="71721"/>
                </a:lnTo>
                <a:close/>
                <a:lnTo>
                  <a:pt x="316591" y="74268"/>
                </a:lnTo>
                <a:close/>
                <a:lnTo>
                  <a:pt x="298809" y="76187"/>
                </a:lnTo>
                <a:close/>
                <a:lnTo>
                  <a:pt x="281027" y="76971"/>
                </a:lnTo>
                <a:close/>
                <a:lnTo>
                  <a:pt x="263246" y="76242"/>
                </a:lnTo>
                <a:close/>
                <a:lnTo>
                  <a:pt x="245464" y="74076"/>
                </a:lnTo>
                <a:close/>
                <a:lnTo>
                  <a:pt x="227682" y="70885"/>
                </a:lnTo>
                <a:close/>
                <a:lnTo>
                  <a:pt x="209900" y="67148"/>
                </a:lnTo>
                <a:close/>
                <a:lnTo>
                  <a:pt x="199301" y="64817"/>
                </a:lnTo>
                <a:close/>
                <a:lnTo>
                  <a:pt x="192119" y="63233"/>
                </a:lnTo>
                <a:close/>
                <a:lnTo>
                  <a:pt x="174337" y="59622"/>
                </a:lnTo>
                <a:close/>
                <a:lnTo>
                  <a:pt x="156555" y="56751"/>
                </a:lnTo>
                <a:close/>
                <a:lnTo>
                  <a:pt x="138773" y="54991"/>
                </a:lnTo>
                <a:close/>
                <a:lnTo>
                  <a:pt x="120991" y="54860"/>
                </a:lnTo>
                <a:close/>
                <a:lnTo>
                  <a:pt x="103210" y="57127"/>
                </a:lnTo>
                <a:close/>
                <a:lnTo>
                  <a:pt x="85428" y="62809"/>
                </a:lnTo>
                <a:close/>
                <a:lnTo>
                  <a:pt x="81462" y="64817"/>
                </a:lnTo>
                <a:close/>
                <a:lnTo>
                  <a:pt x="67646" y="74048"/>
                </a:lnTo>
                <a:close/>
                <a:lnTo>
                  <a:pt x="63097" y="77911"/>
                </a:lnTo>
                <a:close/>
                <a:lnTo>
                  <a:pt x="50788" y="91005"/>
                </a:lnTo>
                <a:close/>
                <a:lnTo>
                  <a:pt x="49864" y="92156"/>
                </a:lnTo>
                <a:close/>
                <a:lnTo>
                  <a:pt x="40673" y="104099"/>
                </a:lnTo>
                <a:close/>
                <a:lnTo>
                  <a:pt x="32082" y="116993"/>
                </a:lnTo>
                <a:close/>
                <a:lnTo>
                  <a:pt x="31956" y="117193"/>
                </a:lnTo>
                <a:close/>
                <a:lnTo>
                  <a:pt x="24846" y="130287"/>
                </a:lnTo>
                <a:close/>
                <a:lnTo>
                  <a:pt x="19358" y="143382"/>
                </a:lnTo>
                <a:close/>
                <a:lnTo>
                  <a:pt x="15301" y="156476"/>
                </a:lnTo>
                <a:close/>
                <a:lnTo>
                  <a:pt x="14301" y="160681"/>
                </a:lnTo>
                <a:close/>
                <a:lnTo>
                  <a:pt x="12374" y="169570"/>
                </a:lnTo>
                <a:close/>
                <a:lnTo>
                  <a:pt x="10178" y="182664"/>
                </a:lnTo>
                <a:close/>
                <a:lnTo>
                  <a:pt x="8464" y="195758"/>
                </a:lnTo>
                <a:close/>
                <a:lnTo>
                  <a:pt x="7092" y="208852"/>
                </a:lnTo>
                <a:close/>
                <a:lnTo>
                  <a:pt x="5984" y="221946"/>
                </a:lnTo>
                <a:close/>
                <a:lnTo>
                  <a:pt x="5100" y="235040"/>
                </a:lnTo>
                <a:close/>
                <a:lnTo>
                  <a:pt x="4399" y="248134"/>
                </a:lnTo>
                <a:close/>
                <a:lnTo>
                  <a:pt x="3828" y="261229"/>
                </a:lnTo>
                <a:close/>
                <a:lnTo>
                  <a:pt x="3310" y="274323"/>
                </a:lnTo>
                <a:close/>
                <a:lnTo>
                  <a:pt x="2759" y="287417"/>
                </a:lnTo>
                <a:close/>
                <a:lnTo>
                  <a:pt x="2105" y="300511"/>
                </a:lnTo>
                <a:close/>
                <a:lnTo>
                  <a:pt x="1343" y="313605"/>
                </a:lnTo>
                <a:close/>
                <a:lnTo>
                  <a:pt x="573" y="326699"/>
                </a:lnTo>
                <a:close/>
                <a:lnTo>
                  <a:pt x="24" y="339793"/>
                </a:lnTo>
                <a:close/>
                <a:lnTo>
                  <a:pt x="0" y="352887"/>
                </a:lnTo>
                <a:close/>
                <a:lnTo>
                  <a:pt x="757" y="365981"/>
                </a:lnTo>
                <a:close/>
                <a:lnTo>
                  <a:pt x="2386" y="379076"/>
                </a:lnTo>
                <a:close/>
                <a:lnTo>
                  <a:pt x="4803" y="392170"/>
                </a:lnTo>
                <a:close/>
                <a:lnTo>
                  <a:pt x="7817" y="405264"/>
                </a:lnTo>
                <a:close/>
                <a:lnTo>
                  <a:pt x="11218" y="418358"/>
                </a:lnTo>
                <a:close/>
                <a:lnTo>
                  <a:pt x="14301" y="429598"/>
                </a:lnTo>
                <a:close/>
                <a:lnTo>
                  <a:pt x="14767" y="431452"/>
                </a:lnTo>
                <a:close/>
                <a:lnTo>
                  <a:pt x="17985" y="444546"/>
                </a:lnTo>
                <a:close/>
                <a:lnTo>
                  <a:pt x="20989" y="457640"/>
                </a:lnTo>
                <a:close/>
                <a:lnTo>
                  <a:pt x="23686" y="470734"/>
                </a:lnTo>
                <a:close/>
                <a:lnTo>
                  <a:pt x="26066" y="483829"/>
                </a:lnTo>
                <a:close/>
                <a:lnTo>
                  <a:pt x="28237" y="496923"/>
                </a:lnTo>
                <a:close/>
                <a:lnTo>
                  <a:pt x="30439" y="510017"/>
                </a:lnTo>
                <a:close/>
                <a:lnTo>
                  <a:pt x="32082" y="518395"/>
                </a:lnTo>
                <a:close/>
                <a:lnTo>
                  <a:pt x="32874" y="523111"/>
                </a:lnTo>
                <a:close/>
                <a:lnTo>
                  <a:pt x="35719" y="536205"/>
                </a:lnTo>
                <a:close/>
                <a:lnTo>
                  <a:pt x="39484" y="549299"/>
                </a:lnTo>
                <a:close/>
                <a:lnTo>
                  <a:pt x="44316" y="562393"/>
                </a:lnTo>
                <a:close/>
                <a:lnTo>
                  <a:pt x="49864" y="574528"/>
                </a:lnTo>
                <a:close/>
                <a:lnTo>
                  <a:pt x="50244" y="575487"/>
                </a:lnTo>
                <a:close/>
                <a:lnTo>
                  <a:pt x="56501" y="588581"/>
                </a:lnTo>
                <a:close/>
                <a:lnTo>
                  <a:pt x="63924" y="601676"/>
                </a:lnTo>
                <a:close/>
                <a:lnTo>
                  <a:pt x="67646" y="607385"/>
                </a:lnTo>
                <a:close/>
                <a:lnTo>
                  <a:pt x="71983" y="614770"/>
                </a:lnTo>
                <a:close/>
                <a:lnTo>
                  <a:pt x="80820" y="627864"/>
                </a:lnTo>
                <a:close/>
                <a:lnTo>
                  <a:pt x="85428" y="633891"/>
                </a:lnTo>
                <a:close/>
                <a:lnTo>
                  <a:pt x="90433" y="640958"/>
                </a:lnTo>
                <a:close/>
                <a:lnTo>
                  <a:pt x="101001" y="654052"/>
                </a:lnTo>
                <a:close/>
                <a:lnTo>
                  <a:pt x="103210" y="656545"/>
                </a:lnTo>
                <a:close/>
                <a:lnTo>
                  <a:pt x="112087" y="667146"/>
                </a:lnTo>
                <a:close/>
                <a:lnTo>
                  <a:pt x="120991" y="676562"/>
                </a:lnTo>
                <a:close/>
                <a:lnTo>
                  <a:pt x="124319" y="680240"/>
                </a:lnTo>
                <a:close/>
                <a:lnTo>
                  <a:pt x="137208" y="693334"/>
                </a:lnTo>
                <a:close/>
                <a:lnTo>
                  <a:pt x="138773" y="694835"/>
                </a:lnTo>
                <a:close/>
                <a:lnTo>
                  <a:pt x="150347" y="706429"/>
                </a:lnTo>
                <a:close/>
                <a:lnTo>
                  <a:pt x="156555" y="712282"/>
                </a:lnTo>
                <a:close/>
                <a:lnTo>
                  <a:pt x="163957" y="719523"/>
                </a:lnTo>
                <a:close/>
                <a:lnTo>
                  <a:pt x="174337" y="729350"/>
                </a:lnTo>
                <a:close/>
                <a:lnTo>
                  <a:pt x="177699" y="732617"/>
                </a:lnTo>
                <a:close/>
                <a:lnTo>
                  <a:pt x="191203" y="745711"/>
                </a:lnTo>
                <a:close/>
                <a:lnTo>
                  <a:pt x="192119" y="746616"/>
                </a:lnTo>
                <a:close/>
                <a:lnTo>
                  <a:pt x="204176" y="758805"/>
                </a:lnTo>
                <a:close/>
                <a:lnTo>
                  <a:pt x="209900" y="764656"/>
                </a:lnTo>
                <a:close/>
                <a:lnTo>
                  <a:pt x="217024" y="771899"/>
                </a:lnTo>
                <a:close/>
                <a:lnTo>
                  <a:pt x="227682" y="782933"/>
                </a:lnTo>
                <a:close/>
                <a:lnTo>
                  <a:pt x="229757" y="784993"/>
                </a:lnTo>
                <a:close/>
                <a:lnTo>
                  <a:pt x="242488" y="798087"/>
                </a:lnTo>
                <a:close/>
                <a:lnTo>
                  <a:pt x="245464" y="801191"/>
                </a:lnTo>
                <a:close/>
                <a:lnTo>
                  <a:pt x="255875" y="811181"/>
                </a:lnTo>
                <a:close/>
                <a:lnTo>
                  <a:pt x="263246" y="818217"/>
                </a:lnTo>
                <a:close/>
                <a:lnTo>
                  <a:pt x="270521" y="824276"/>
                </a:lnTo>
                <a:close/>
                <a:lnTo>
                  <a:pt x="281027" y="832976"/>
                </a:lnTo>
                <a:close/>
                <a:lnTo>
                  <a:pt x="287452" y="837370"/>
                </a:lnTo>
                <a:close/>
                <a:lnTo>
                  <a:pt x="298809" y="845158"/>
                </a:lnTo>
                <a:close/>
                <a:lnTo>
                  <a:pt x="308620" y="850464"/>
                </a:lnTo>
                <a:close/>
                <a:lnTo>
                  <a:pt x="316591" y="854864"/>
                </a:lnTo>
                <a:close/>
                <a:lnTo>
                  <a:pt x="334373" y="862544"/>
                </a:lnTo>
                <a:close/>
                <a:lnTo>
                  <a:pt x="337096" y="863558"/>
                </a:lnTo>
                <a:close/>
                <a:lnTo>
                  <a:pt x="352155" y="869412"/>
                </a:lnTo>
                <a:close/>
                <a:lnTo>
                  <a:pt x="369936" y="876177"/>
                </a:lnTo>
                <a:close/>
                <a:lnTo>
                  <a:pt x="370925" y="876652"/>
                </a:lnTo>
                <a:close/>
                <a:lnTo>
                  <a:pt x="387718" y="884970"/>
                </a:lnTo>
                <a:close/>
                <a:lnTo>
                  <a:pt x="395325" y="889746"/>
                </a:lnTo>
                <a:close/>
                <a:lnTo>
                  <a:pt x="405500" y="896354"/>
                </a:lnTo>
                <a:close/>
                <a:lnTo>
                  <a:pt x="413281" y="902840"/>
                </a:lnTo>
                <a:close/>
                <a:lnTo>
                  <a:pt x="423282" y="911409"/>
                </a:lnTo>
                <a:close/>
                <a:lnTo>
                  <a:pt x="427504" y="915934"/>
                </a:lnTo>
                <a:close/>
                <a:lnTo>
                  <a:pt x="439312" y="929028"/>
                </a:lnTo>
                <a:close/>
                <a:lnTo>
                  <a:pt x="441064" y="931149"/>
                </a:lnTo>
                <a:close/>
                <a:lnTo>
                  <a:pt x="448525" y="942123"/>
                </a:lnTo>
                <a:close/>
                <a:lnTo>
                  <a:pt x="457419" y="955217"/>
                </a:lnTo>
                <a:close/>
                <a:lnTo>
                  <a:pt x="458845" y="957542"/>
                </a:lnTo>
                <a:close/>
                <a:lnTo>
                  <a:pt x="464507" y="968311"/>
                </a:lnTo>
                <a:close/>
                <a:lnTo>
                  <a:pt x="471478" y="981405"/>
                </a:lnTo>
                <a:close/>
                <a:lnTo>
                  <a:pt x="476627" y="990780"/>
                </a:lnTo>
                <a:close/>
                <a:lnTo>
                  <a:pt x="478454" y="994499"/>
                </a:lnTo>
                <a:close/>
                <a:lnTo>
                  <a:pt x="485131" y="1007593"/>
                </a:lnTo>
                <a:close/>
                <a:lnTo>
                  <a:pt x="493081" y="1020687"/>
                </a:lnTo>
                <a:close/>
                <a:lnTo>
                  <a:pt x="494409" y="1022634"/>
                </a:lnTo>
                <a:close/>
                <a:lnTo>
                  <a:pt x="501484" y="1033781"/>
                </a:lnTo>
                <a:close/>
                <a:lnTo>
                  <a:pt x="511686" y="1046876"/>
                </a:lnTo>
                <a:close/>
                <a:lnTo>
                  <a:pt x="512191" y="1047443"/>
                </a:lnTo>
                <a:close/>
                <a:lnTo>
                  <a:pt x="522902" y="1059970"/>
                </a:lnTo>
                <a:close/>
                <a:lnTo>
                  <a:pt x="529973" y="1067070"/>
                </a:lnTo>
                <a:close/>
                <a:lnTo>
                  <a:pt x="535923" y="1073064"/>
                </a:lnTo>
                <a:close/>
                <a:lnTo>
                  <a:pt x="547754" y="1083715"/>
                </a:lnTo>
                <a:close/>
                <a:lnTo>
                  <a:pt x="550549" y="1086158"/>
                </a:lnTo>
                <a:close/>
                <a:lnTo>
                  <a:pt x="565536" y="1098287"/>
                </a:lnTo>
                <a:close/>
                <a:lnTo>
                  <a:pt x="566797" y="1099252"/>
                </a:lnTo>
                <a:close/>
                <a:lnTo>
                  <a:pt x="583318" y="1111308"/>
                </a:lnTo>
                <a:close/>
                <a:lnTo>
                  <a:pt x="584849" y="1112346"/>
                </a:lnTo>
                <a:close/>
                <a:lnTo>
                  <a:pt x="601100" y="1123100"/>
                </a:lnTo>
                <a:close/>
                <a:lnTo>
                  <a:pt x="604936" y="1125440"/>
                </a:lnTo>
                <a:close/>
                <a:lnTo>
                  <a:pt x="618882" y="1133881"/>
                </a:lnTo>
                <a:close/>
                <a:lnTo>
                  <a:pt x="627232" y="1138534"/>
                </a:lnTo>
                <a:close/>
                <a:lnTo>
                  <a:pt x="636663" y="1143801"/>
                </a:lnTo>
                <a:close/>
                <a:lnTo>
                  <a:pt x="651897" y="1151628"/>
                </a:lnTo>
                <a:close/>
                <a:lnTo>
                  <a:pt x="654445" y="1152946"/>
                </a:lnTo>
                <a:close/>
                <a:lnTo>
                  <a:pt x="672227" y="1161473"/>
                </a:lnTo>
                <a:close/>
                <a:lnTo>
                  <a:pt x="679628" y="1164723"/>
                </a:lnTo>
                <a:close/>
                <a:lnTo>
                  <a:pt x="690009" y="1169291"/>
                </a:lnTo>
                <a:close/>
                <a:lnTo>
                  <a:pt x="707790" y="1176298"/>
                </a:lnTo>
                <a:close/>
                <a:lnTo>
                  <a:pt x="712092" y="1177817"/>
                </a:lnTo>
                <a:close/>
                <a:lnTo>
                  <a:pt x="725572" y="1182584"/>
                </a:lnTo>
                <a:close/>
                <a:lnTo>
                  <a:pt x="743354" y="1187948"/>
                </a:lnTo>
                <a:close/>
                <a:lnTo>
                  <a:pt x="755034" y="1190911"/>
                </a:lnTo>
                <a:close/>
                <a:lnTo>
                  <a:pt x="761136" y="1192479"/>
                </a:lnTo>
                <a:close/>
                <a:lnTo>
                  <a:pt x="778918" y="1196275"/>
                </a:lnTo>
                <a:close/>
                <a:lnTo>
                  <a:pt x="796699" y="1199336"/>
                </a:lnTo>
                <a:close/>
                <a:lnTo>
                  <a:pt x="814481" y="1201887"/>
                </a:lnTo>
                <a:close/>
                <a:lnTo>
                  <a:pt x="830731" y="1204005"/>
                </a:lnTo>
                <a:close/>
                <a:lnTo>
                  <a:pt x="832263" y="1204210"/>
                </a:lnTo>
                <a:close/>
                <a:lnTo>
                  <a:pt x="850045" y="1206691"/>
                </a:lnTo>
                <a:close/>
                <a:lnTo>
                  <a:pt x="867827" y="1209407"/>
                </a:lnTo>
                <a:close/>
                <a:lnTo>
                  <a:pt x="885608" y="1212318"/>
                </a:lnTo>
                <a:close/>
                <a:lnTo>
                  <a:pt x="903390" y="1215201"/>
                </a:lnTo>
                <a:close/>
                <a:lnTo>
                  <a:pt x="916876" y="1217099"/>
                </a:lnTo>
                <a:close/>
                <a:lnTo>
                  <a:pt x="921172" y="1217748"/>
                </a:lnTo>
                <a:close/>
                <a:lnTo>
                  <a:pt x="864577" y="1125440"/>
                </a:lnTo>
                <a:close/>
                <a:lnTo>
                  <a:pt x="850045" y="1121031"/>
                </a:lnTo>
                <a:close/>
                <a:lnTo>
                  <a:pt x="832263" y="1115318"/>
                </a:lnTo>
                <a:close/>
                <a:lnTo>
                  <a:pt x="822677" y="1112346"/>
                </a:lnTo>
                <a:close/>
                <a:lnTo>
                  <a:pt x="814481" y="1109662"/>
                </a:lnTo>
                <a:close/>
                <a:lnTo>
                  <a:pt x="796699" y="1104413"/>
                </a:lnTo>
                <a:close/>
                <a:lnTo>
                  <a:pt x="778918" y="1099780"/>
                </a:lnTo>
                <a:close/>
                <a:lnTo>
                  <a:pt x="776601" y="1099252"/>
                </a:lnTo>
                <a:close/>
                <a:lnTo>
                  <a:pt x="761136" y="1095656"/>
                </a:lnTo>
                <a:close/>
                <a:lnTo>
                  <a:pt x="743354" y="1091637"/>
                </a:lnTo>
                <a:close/>
                <a:lnTo>
                  <a:pt x="725572" y="1087218"/>
                </a:lnTo>
                <a:close/>
                <a:lnTo>
                  <a:pt x="722151" y="1086158"/>
                </a:lnTo>
                <a:close/>
                <a:lnTo>
                  <a:pt x="707790" y="1081918"/>
                </a:lnTo>
                <a:close/>
                <a:lnTo>
                  <a:pt x="690009" y="1075606"/>
                </a:lnTo>
                <a:close/>
                <a:lnTo>
                  <a:pt x="684095" y="1073064"/>
                </a:lnTo>
                <a:close/>
                <a:lnTo>
                  <a:pt x="672227" y="1068238"/>
                </a:lnTo>
                <a:close/>
                <a:lnTo>
                  <a:pt x="654908" y="1059970"/>
                </a:lnTo>
                <a:close/>
                <a:lnTo>
                  <a:pt x="654445" y="1059760"/>
                </a:lnTo>
                <a:close/>
                <a:lnTo>
                  <a:pt x="636663" y="1050190"/>
                </a:lnTo>
                <a:close/>
                <a:lnTo>
                  <a:pt x="631353" y="1046876"/>
                </a:lnTo>
                <a:close/>
                <a:lnTo>
                  <a:pt x="618882" y="1039218"/>
                </a:lnTo>
                <a:close/>
                <a:lnTo>
                  <a:pt x="611274" y="1033781"/>
                </a:lnTo>
                <a:close/>
                <a:lnTo>
                  <a:pt x="601100" y="1026511"/>
                </a:lnTo>
                <a:close/>
                <a:lnTo>
                  <a:pt x="594050" y="1020687"/>
                </a:lnTo>
                <a:close/>
                <a:lnTo>
                  <a:pt x="583318" y="1011672"/>
                </a:lnTo>
                <a:close/>
                <a:lnTo>
                  <a:pt x="579045" y="1007593"/>
                </a:lnTo>
                <a:close/>
                <a:lnTo>
                  <a:pt x="565736" y="994499"/>
                </a:lnTo>
                <a:close/>
                <a:lnTo>
                  <a:pt x="565536" y="994304"/>
                </a:lnTo>
                <a:close/>
                <a:lnTo>
                  <a:pt x="553669" y="981405"/>
                </a:lnTo>
                <a:close/>
                <a:lnTo>
                  <a:pt x="547754" y="974829"/>
                </a:lnTo>
                <a:close/>
                <a:lnTo>
                  <a:pt x="542321" y="968311"/>
                </a:lnTo>
                <a:close/>
                <a:lnTo>
                  <a:pt x="531550" y="955217"/>
                </a:lnTo>
                <a:close/>
                <a:lnTo>
                  <a:pt x="529973" y="953363"/>
                </a:lnTo>
                <a:close/>
                <a:lnTo>
                  <a:pt x="520842" y="942123"/>
                </a:lnTo>
                <a:close/>
                <a:lnTo>
                  <a:pt x="512191" y="931436"/>
                </a:lnTo>
                <a:close/>
                <a:lnTo>
                  <a:pt x="510261" y="929028"/>
                </a:lnTo>
                <a:close/>
                <a:lnTo>
                  <a:pt x="499363" y="915934"/>
                </a:lnTo>
                <a:close/>
                <a:lnTo>
                  <a:pt x="494409" y="910140"/>
                </a:lnTo>
                <a:close/>
                <a:lnTo>
                  <a:pt x="488068" y="902840"/>
                </a:lnTo>
                <a:close/>
                <a:lnTo>
                  <a:pt x="476627" y="889803"/>
                </a:lnTo>
                <a:close/>
                <a:lnTo>
                  <a:pt x="476574" y="889746"/>
                </a:lnTo>
                <a:close/>
                <a:lnTo>
                  <a:pt x="463988" y="876652"/>
                </a:lnTo>
                <a:close/>
                <a:lnTo>
                  <a:pt x="458845" y="871347"/>
                </a:lnTo>
                <a:close/>
                <a:lnTo>
                  <a:pt x="450813" y="863558"/>
                </a:lnTo>
                <a:close/>
                <a:lnTo>
                  <a:pt x="441064" y="854044"/>
                </a:lnTo>
                <a:close/>
                <a:lnTo>
                  <a:pt x="437058" y="850464"/>
                </a:lnTo>
                <a:close/>
                <a:lnTo>
                  <a:pt x="423282" y="837861"/>
                </a:lnTo>
                <a:close/>
                <a:lnTo>
                  <a:pt x="422681" y="837370"/>
                </a:lnTo>
                <a:close/>
                <a:lnTo>
                  <a:pt x="407096" y="824276"/>
                </a:lnTo>
                <a:close/>
                <a:lnTo>
                  <a:pt x="405500" y="822881"/>
                </a:lnTo>
                <a:close/>
                <a:lnTo>
                  <a:pt x="390596" y="811181"/>
                </a:lnTo>
                <a:close/>
                <a:lnTo>
                  <a:pt x="387718" y="808776"/>
                </a:lnTo>
                <a:close/>
                <a:lnTo>
                  <a:pt x="373300" y="798087"/>
                </a:lnTo>
                <a:close/>
                <a:lnTo>
                  <a:pt x="369936" y="795392"/>
                </a:lnTo>
                <a:close/>
                <a:lnTo>
                  <a:pt x="355256" y="784993"/>
                </a:lnTo>
                <a:close/>
                <a:lnTo>
                  <a:pt x="352155" y="782596"/>
                </a:lnTo>
                <a:close/>
                <a:lnTo>
                  <a:pt x="336629" y="771899"/>
                </a:lnTo>
                <a:close/>
                <a:lnTo>
                  <a:pt x="334373" y="770200"/>
                </a:lnTo>
                <a:close/>
                <a:lnTo>
                  <a:pt x="317742" y="758805"/>
                </a:lnTo>
                <a:close/>
                <a:lnTo>
                  <a:pt x="316591" y="757950"/>
                </a:lnTo>
                <a:close/>
                <a:lnTo>
                  <a:pt x="299009" y="745711"/>
                </a:lnTo>
                <a:close/>
                <a:lnTo>
                  <a:pt x="298809" y="745562"/>
                </a:lnTo>
                <a:close/>
                <a:lnTo>
                  <a:pt x="281027" y="732806"/>
                </a:lnTo>
                <a:close/>
                <a:lnTo>
                  <a:pt x="280772" y="732617"/>
                </a:lnTo>
                <a:close/>
                <a:lnTo>
                  <a:pt x="263262" y="719523"/>
                </a:lnTo>
                <a:close/>
                <a:lnTo>
                  <a:pt x="263246" y="719510"/>
                </a:lnTo>
                <a:close/>
                <a:lnTo>
                  <a:pt x="246499" y="706429"/>
                </a:lnTo>
                <a:close/>
                <a:lnTo>
                  <a:pt x="245464" y="705610"/>
                </a:lnTo>
                <a:close/>
                <a:lnTo>
                  <a:pt x="230539" y="693334"/>
                </a:lnTo>
                <a:close/>
                <a:lnTo>
                  <a:pt x="227682" y="690959"/>
                </a:lnTo>
                <a:close/>
                <a:lnTo>
                  <a:pt x="215462" y="680240"/>
                </a:lnTo>
                <a:close/>
                <a:lnTo>
                  <a:pt x="209900" y="675257"/>
                </a:lnTo>
                <a:close/>
                <a:lnTo>
                  <a:pt x="201380" y="667146"/>
                </a:lnTo>
                <a:close/>
                <a:lnTo>
                  <a:pt x="192119" y="657957"/>
                </a:lnTo>
                <a:close/>
                <a:lnTo>
                  <a:pt x="188409" y="654052"/>
                </a:lnTo>
                <a:close/>
                <a:lnTo>
                  <a:pt x="176797" y="640958"/>
                </a:lnTo>
                <a:close/>
                <a:lnTo>
                  <a:pt x="174337" y="637909"/>
                </a:lnTo>
                <a:close/>
                <a:lnTo>
                  <a:pt x="166640" y="627864"/>
                </a:lnTo>
                <a:close/>
                <a:lnTo>
                  <a:pt x="157811" y="614770"/>
                </a:lnTo>
                <a:close/>
                <a:lnTo>
                  <a:pt x="156555" y="612590"/>
                </a:lnTo>
                <a:close/>
                <a:lnTo>
                  <a:pt x="150463" y="601676"/>
                </a:lnTo>
                <a:close/>
                <a:lnTo>
                  <a:pt x="144435" y="588581"/>
                </a:lnTo>
                <a:close/>
                <a:lnTo>
                  <a:pt x="139621" y="575487"/>
                </a:lnTo>
                <a:close/>
                <a:lnTo>
                  <a:pt x="138773" y="572532"/>
                </a:lnTo>
                <a:close/>
                <a:lnTo>
                  <a:pt x="135857" y="562393"/>
                </a:lnTo>
                <a:close/>
                <a:lnTo>
                  <a:pt x="132916" y="549299"/>
                </a:lnTo>
                <a:close/>
                <a:lnTo>
                  <a:pt x="130536" y="536205"/>
                </a:lnTo>
                <a:close/>
                <a:lnTo>
                  <a:pt x="128440" y="523111"/>
                </a:lnTo>
                <a:close/>
                <a:lnTo>
                  <a:pt x="126385" y="510017"/>
                </a:lnTo>
                <a:close/>
                <a:lnTo>
                  <a:pt x="124201" y="496923"/>
                </a:lnTo>
                <a:close/>
                <a:lnTo>
                  <a:pt x="121807" y="483829"/>
                </a:lnTo>
                <a:close/>
                <a:lnTo>
                  <a:pt x="120991" y="479818"/>
                </a:lnTo>
                <a:close/>
                <a:lnTo>
                  <a:pt x="119035" y="470734"/>
                </a:lnTo>
                <a:close/>
                <a:lnTo>
                  <a:pt x="115985" y="457640"/>
                </a:lnTo>
                <a:close/>
                <a:lnTo>
                  <a:pt x="112824" y="444546"/>
                </a:lnTo>
                <a:close/>
                <a:lnTo>
                  <a:pt x="109646" y="431452"/>
                </a:lnTo>
                <a:close/>
                <a:lnTo>
                  <a:pt x="106520" y="418358"/>
                </a:lnTo>
                <a:close/>
                <a:lnTo>
                  <a:pt x="103482" y="405264"/>
                </a:lnTo>
                <a:close/>
                <a:lnTo>
                  <a:pt x="103210" y="404093"/>
                </a:lnTo>
                <a:close/>
                <a:lnTo>
                  <a:pt x="100174" y="392170"/>
                </a:lnTo>
                <a:close/>
                <a:lnTo>
                  <a:pt x="96980" y="379076"/>
                </a:lnTo>
                <a:close/>
                <a:lnTo>
                  <a:pt x="93979" y="365981"/>
                </a:lnTo>
                <a:close/>
                <a:lnTo>
                  <a:pt x="91215" y="352887"/>
                </a:lnTo>
                <a:close/>
                <a:lnTo>
                  <a:pt x="88739" y="339793"/>
                </a:lnTo>
                <a:close/>
                <a:lnTo>
                  <a:pt x="86618" y="326699"/>
                </a:lnTo>
                <a:close/>
                <a:lnTo>
                  <a:pt x="85428" y="317336"/>
                </a:lnTo>
                <a:close/>
                <a:lnTo>
                  <a:pt x="84915" y="313605"/>
                </a:lnTo>
                <a:close/>
                <a:lnTo>
                  <a:pt x="83795" y="300511"/>
                </a:lnTo>
                <a:close/>
                <a:lnTo>
                  <a:pt x="83485" y="287417"/>
                </a:lnTo>
                <a:close/>
                <a:lnTo>
                  <a:pt x="84132" y="274323"/>
                </a:lnTo>
                <a:close/>
                <a:lnTo>
                  <a:pt x="85428" y="264721"/>
                </a:lnTo>
                <a:close/>
                <a:lnTo>
                  <a:pt x="85954" y="261229"/>
                </a:lnTo>
                <a:close/>
                <a:lnTo>
                  <a:pt x="89406" y="248134"/>
                </a:lnTo>
                <a:close/>
                <a:lnTo>
                  <a:pt x="94913" y="235040"/>
                </a:lnTo>
                <a:close/>
                <a:lnTo>
                  <a:pt x="103025" y="221946"/>
                </a:lnTo>
                <a:close/>
                <a:lnTo>
                  <a:pt x="103210" y="221703"/>
                </a:lnTo>
                <a:close/>
                <a:lnTo>
                  <a:pt x="116333" y="208852"/>
                </a:lnTo>
                <a:close/>
                <a:lnTo>
                  <a:pt x="120991" y="205005"/>
                </a:lnTo>
                <a:close/>
                <a:lnTo>
                  <a:pt x="136361" y="195758"/>
                </a:lnTo>
                <a:close/>
                <a:lnTo>
                  <a:pt x="138773" y="194320"/>
                </a:lnTo>
                <a:close/>
                <a:lnTo>
                  <a:pt x="156555" y="186167"/>
                </a:lnTo>
                <a:close/>
                <a:lnTo>
                  <a:pt x="166830" y="182664"/>
                </a:lnTo>
                <a:close/>
                <a:lnTo>
                  <a:pt x="174337" y="179769"/>
                </a:lnTo>
                <a:close/>
                <a:lnTo>
                  <a:pt x="192119" y="175011"/>
                </a:lnTo>
                <a:close/>
                <a:lnTo>
                  <a:pt x="209900" y="172481"/>
                </a:lnTo>
                <a:close/>
                <a:lnTo>
                  <a:pt x="227682" y="172187"/>
                </a:lnTo>
                <a:close/>
                <a:lnTo>
                  <a:pt x="245464" y="173957"/>
                </a:lnTo>
                <a:close/>
                <a:lnTo>
                  <a:pt x="263246" y="177467"/>
                </a:lnTo>
                <a:close/>
                <a:lnTo>
                  <a:pt x="281027" y="182420"/>
                </a:lnTo>
                <a:close/>
                <a:lnTo>
                  <a:pt x="281723" y="182664"/>
                </a:lnTo>
                <a:close/>
                <a:lnTo>
                  <a:pt x="298809" y="188972"/>
                </a:lnTo>
                <a:close/>
                <a:lnTo>
                  <a:pt x="314014" y="195758"/>
                </a:lnTo>
                <a:close/>
                <a:lnTo>
                  <a:pt x="316591" y="197000"/>
                </a:lnTo>
                <a:close/>
                <a:lnTo>
                  <a:pt x="334373" y="206927"/>
                </a:lnTo>
                <a:close/>
                <a:lnTo>
                  <a:pt x="337496" y="208852"/>
                </a:lnTo>
                <a:close/>
                <a:lnTo>
                  <a:pt x="352155" y="219088"/>
                </a:lnTo>
                <a:close/>
                <a:lnTo>
                  <a:pt x="356005" y="221946"/>
                </a:lnTo>
                <a:close/>
                <a:lnTo>
                  <a:pt x="369936" y="233792"/>
                </a:lnTo>
                <a:close/>
                <a:lnTo>
                  <a:pt x="371403" y="235040"/>
                </a:lnTo>
                <a:close/>
                <a:lnTo>
                  <a:pt x="385126" y="248134"/>
                </a:lnTo>
                <a:close/>
                <a:lnTo>
                  <a:pt x="387718" y="250844"/>
                </a:lnTo>
                <a:close/>
                <a:lnTo>
                  <a:pt x="398261" y="261229"/>
                </a:lnTo>
                <a:close/>
                <a:lnTo>
                  <a:pt x="405500" y="268950"/>
                </a:lnTo>
                <a:close/>
                <a:lnTo>
                  <a:pt x="411265" y="274323"/>
                </a:lnTo>
                <a:close/>
                <a:lnTo>
                  <a:pt x="423282" y="286114"/>
                </a:lnTo>
                <a:close/>
                <a:lnTo>
                  <a:pt x="424959" y="287417"/>
                </a:lnTo>
                <a:close/>
                <a:lnTo>
                  <a:pt x="441064" y="300207"/>
                </a:lnTo>
                <a:close/>
                <a:lnTo>
                  <a:pt x="441631" y="300511"/>
                </a:lnTo>
                <a:close/>
                <a:lnTo>
                  <a:pt x="458845" y="309660"/>
                </a:lnTo>
                <a:close/>
                <a:lnTo>
                  <a:pt x="475012" y="313605"/>
                </a:lnTo>
                <a:close/>
                <a:lnTo>
                  <a:pt x="476627" y="313983"/>
                </a:lnTo>
                <a:close/>
                <a:lnTo>
                  <a:pt x="478409" y="313605"/>
                </a:lnTo>
                <a:close/>
                <a:lnTo>
                  <a:pt x="494409" y="307898"/>
                </a:lnTo>
                <a:close/>
                <a:lnTo>
                  <a:pt x="501766" y="300511"/>
                </a:lnTo>
                <a:close/>
                <a:lnTo>
                  <a:pt x="512191" y="289876"/>
                </a:lnTo>
                <a:close/>
                <a:lnTo>
                  <a:pt x="515103" y="287417"/>
                </a:lnTo>
                <a:close/>
                <a:lnTo>
                  <a:pt x="529973" y="279951"/>
                </a:lnTo>
                <a:close/>
                <a:lnTo>
                  <a:pt x="547754" y="279089"/>
                </a:lnTo>
                <a:close/>
                <a:lnTo>
                  <a:pt x="565536" y="283089"/>
                </a:lnTo>
                <a:close/>
                <a:lnTo>
                  <a:pt x="575919" y="287417"/>
                </a:lnTo>
                <a:close/>
                <a:lnTo>
                  <a:pt x="583318" y="290120"/>
                </a:lnTo>
                <a:close/>
                <a:lnTo>
                  <a:pt x="601100" y="299199"/>
                </a:lnTo>
                <a:close/>
                <a:lnTo>
                  <a:pt x="603147" y="300511"/>
                </a:lnTo>
                <a:close/>
                <a:lnTo>
                  <a:pt x="618882" y="309795"/>
                </a:lnTo>
                <a:close/>
                <a:lnTo>
                  <a:pt x="624413" y="313605"/>
                </a:lnTo>
                <a:close/>
                <a:lnTo>
                  <a:pt x="636663" y="321546"/>
                </a:lnTo>
                <a:close/>
                <a:lnTo>
                  <a:pt x="643699" y="326699"/>
                </a:lnTo>
                <a:close/>
                <a:lnTo>
                  <a:pt x="654445" y="334263"/>
                </a:lnTo>
                <a:close/>
                <a:lnTo>
                  <a:pt x="661610" y="339793"/>
                </a:lnTo>
                <a:close/>
                <a:lnTo>
                  <a:pt x="672227" y="347799"/>
                </a:lnTo>
                <a:close/>
                <a:lnTo>
                  <a:pt x="678558" y="352887"/>
                </a:lnTo>
                <a:close/>
                <a:lnTo>
                  <a:pt x="690009" y="361963"/>
                </a:lnTo>
                <a:close/>
                <a:lnTo>
                  <a:pt x="694901" y="365981"/>
                </a:lnTo>
                <a:close/>
                <a:lnTo>
                  <a:pt x="707790" y="376447"/>
                </a:lnTo>
                <a:close/>
                <a:lnTo>
                  <a:pt x="710995" y="379076"/>
                </a:lnTo>
                <a:close/>
                <a:lnTo>
                  <a:pt x="725572" y="390846"/>
                </a:lnTo>
                <a:close/>
                <a:lnTo>
                  <a:pt x="727229" y="392170"/>
                </a:lnTo>
                <a:close/>
                <a:lnTo>
                  <a:pt x="743354" y="404759"/>
                </a:lnTo>
                <a:close/>
                <a:lnTo>
                  <a:pt x="744015" y="405264"/>
                </a:lnTo>
                <a:close/>
                <a:lnTo>
                  <a:pt x="761136" y="417944"/>
                </a:lnTo>
                <a:close/>
                <a:lnTo>
                  <a:pt x="761709" y="418358"/>
                </a:lnTo>
                <a:close/>
                <a:lnTo>
                  <a:pt x="778918" y="430391"/>
                </a:lnTo>
                <a:close/>
                <a:lnTo>
                  <a:pt x="780464" y="431452"/>
                </a:lnTo>
                <a:close/>
                <a:lnTo>
                  <a:pt x="796699" y="442291"/>
                </a:lnTo>
                <a:close/>
                <a:lnTo>
                  <a:pt x="800095" y="444546"/>
                </a:lnTo>
                <a:close/>
                <a:lnTo>
                  <a:pt x="814481" y="453934"/>
                </a:lnTo>
                <a:close/>
                <a:lnTo>
                  <a:pt x="820111" y="457640"/>
                </a:lnTo>
                <a:close/>
                <a:lnTo>
                  <a:pt x="832263" y="465623"/>
                </a:lnTo>
                <a:close/>
                <a:lnTo>
                  <a:pt x="839906" y="470734"/>
                </a:lnTo>
                <a:close/>
                <a:lnTo>
                  <a:pt x="850045" y="477637"/>
                </a:lnTo>
                <a:close/>
                <a:lnTo>
                  <a:pt x="858954" y="483829"/>
                </a:lnTo>
                <a:close/>
                <a:lnTo>
                  <a:pt x="867827" y="490255"/>
                </a:lnTo>
                <a:close/>
                <a:lnTo>
                  <a:pt x="876859" y="496923"/>
                </a:lnTo>
                <a:close/>
                <a:lnTo>
                  <a:pt x="885608" y="503839"/>
                </a:lnTo>
                <a:close/>
                <a:lnTo>
                  <a:pt x="893297" y="510017"/>
                </a:lnTo>
                <a:close/>
                <a:lnTo>
                  <a:pt x="903390" y="518974"/>
                </a:lnTo>
                <a:close/>
                <a:lnTo>
                  <a:pt x="907981" y="523111"/>
                </a:lnTo>
                <a:close/>
                <a:lnTo>
                  <a:pt x="920712" y="536205"/>
                </a:lnTo>
                <a:close/>
                <a:lnTo>
                  <a:pt x="921172" y="536737"/>
                </a:lnTo>
                <a:close/>
                <a:lnTo>
                  <a:pt x="931765" y="549299"/>
                </a:lnTo>
                <a:close/>
                <a:lnTo>
                  <a:pt x="938954" y="559524"/>
                </a:lnTo>
                <a:close/>
                <a:lnTo>
                  <a:pt x="940930" y="562393"/>
                </a:lnTo>
                <a:close/>
                <a:lnTo>
                  <a:pt x="948547" y="575487"/>
                </a:lnTo>
                <a:close/>
                <a:lnTo>
                  <a:pt x="954680" y="588581"/>
                </a:lnTo>
                <a:close/>
                <a:lnTo>
                  <a:pt x="956736" y="594054"/>
                </a:lnTo>
                <a:close/>
                <a:lnTo>
                  <a:pt x="959561" y="601676"/>
                </a:lnTo>
                <a:close/>
                <a:lnTo>
                  <a:pt x="963182" y="614770"/>
                </a:lnTo>
                <a:close/>
                <a:lnTo>
                  <a:pt x="965645" y="627864"/>
                </a:lnTo>
                <a:close/>
                <a:lnTo>
                  <a:pt x="966996" y="640958"/>
                </a:lnTo>
                <a:close/>
                <a:lnTo>
                  <a:pt x="967253" y="654052"/>
                </a:lnTo>
                <a:close/>
                <a:lnTo>
                  <a:pt x="966479" y="667146"/>
                </a:lnTo>
                <a:close/>
                <a:lnTo>
                  <a:pt x="964876" y="680240"/>
                </a:lnTo>
                <a:close/>
                <a:lnTo>
                  <a:pt x="962877" y="693334"/>
                </a:lnTo>
                <a:close/>
                <a:lnTo>
                  <a:pt x="961160" y="706429"/>
                </a:lnTo>
                <a:close/>
                <a:lnTo>
                  <a:pt x="960496" y="719523"/>
                </a:lnTo>
                <a:close/>
                <a:lnTo>
                  <a:pt x="961478" y="732617"/>
                </a:lnTo>
                <a:close/>
                <a:lnTo>
                  <a:pt x="964314" y="745711"/>
                </a:lnTo>
                <a:close/>
                <a:lnTo>
                  <a:pt x="968812" y="758805"/>
                </a:lnTo>
                <a:close/>
                <a:lnTo>
                  <a:pt x="974517" y="771793"/>
                </a:lnTo>
                <a:close/>
                <a:lnTo>
                  <a:pt x="974565" y="771899"/>
                </a:lnTo>
                <a:close/>
                <a:lnTo>
                  <a:pt x="981819" y="784993"/>
                </a:lnTo>
                <a:close/>
                <a:lnTo>
                  <a:pt x="989419" y="798087"/>
                </a:lnTo>
                <a:close/>
                <a:lnTo>
                  <a:pt x="992299" y="802851"/>
                </a:lnTo>
                <a:close/>
                <a:lnTo>
                  <a:pt x="997534" y="811181"/>
                </a:lnTo>
                <a:close/>
                <a:lnTo>
                  <a:pt x="1005543" y="824276"/>
                </a:lnTo>
                <a:close/>
                <a:lnTo>
                  <a:pt x="1010081" y="832135"/>
                </a:lnTo>
                <a:close/>
                <a:lnTo>
                  <a:pt x="1013267" y="837370"/>
                </a:lnTo>
                <a:close/>
                <a:lnTo>
                  <a:pt x="1020581" y="850464"/>
                </a:lnTo>
                <a:close/>
                <a:lnTo>
                  <a:pt x="1026971" y="863558"/>
                </a:lnTo>
                <a:close/>
                <a:lnTo>
                  <a:pt x="1027863" y="865671"/>
                </a:lnTo>
                <a:close/>
                <a:lnTo>
                  <a:pt x="1032818" y="876652"/>
                </a:lnTo>
                <a:close/>
                <a:lnTo>
                  <a:pt x="1037671" y="889746"/>
                </a:lnTo>
                <a:close/>
                <a:lnTo>
                  <a:pt x="1041568" y="902840"/>
                </a:lnTo>
                <a:close/>
                <a:lnTo>
                  <a:pt x="1044646" y="915934"/>
                </a:lnTo>
                <a:close/>
                <a:lnTo>
                  <a:pt x="1045645" y="921310"/>
                </a:lnTo>
                <a:close/>
                <a:lnTo>
                  <a:pt x="1047180" y="929028"/>
                </a:lnTo>
                <a:close/>
                <a:lnTo>
                  <a:pt x="1049363" y="942123"/>
                </a:lnTo>
                <a:close/>
                <a:lnTo>
                  <a:pt x="1051410" y="955217"/>
                </a:lnTo>
                <a:close/>
                <a:lnTo>
                  <a:pt x="1053512" y="968311"/>
                </a:lnTo>
                <a:close/>
                <a:lnTo>
                  <a:pt x="1055727" y="981405"/>
                </a:lnTo>
                <a:close/>
                <a:lnTo>
                  <a:pt x="1057966" y="994499"/>
                </a:lnTo>
                <a:close/>
                <a:lnTo>
                  <a:pt x="1060017" y="1007593"/>
                </a:lnTo>
                <a:close/>
                <a:lnTo>
                  <a:pt x="1061562" y="1020687"/>
                </a:lnTo>
                <a:close/>
                <a:lnTo>
                  <a:pt x="1062183" y="1033781"/>
                </a:lnTo>
                <a:close/>
                <a:lnTo>
                  <a:pt x="1061390" y="1046876"/>
                </a:lnTo>
                <a:close/>
                <a:lnTo>
                  <a:pt x="1058698" y="1059970"/>
                </a:lnTo>
                <a:close/>
                <a:lnTo>
                  <a:pt x="1053740" y="1073064"/>
                </a:lnTo>
                <a:close/>
                <a:lnTo>
                  <a:pt x="1046324" y="1086158"/>
                </a:lnTo>
                <a:close/>
                <a:lnTo>
                  <a:pt x="1045645" y="1087112"/>
                </a:lnTo>
                <a:close/>
                <a:lnTo>
                  <a:pt x="1036140" y="1099252"/>
                </a:lnTo>
                <a:close/>
                <a:lnTo>
                  <a:pt x="1027863" y="1107468"/>
                </a:lnTo>
                <a:close/>
                <a:lnTo>
                  <a:pt x="1022033" y="1112346"/>
                </a:lnTo>
                <a:close/>
                <a:lnTo>
                  <a:pt x="1010081" y="1120236"/>
                </a:lnTo>
                <a:close/>
                <a:lnTo>
                  <a:pt x="999344" y="1125440"/>
                </a:lnTo>
                <a:close/>
                <a:lnTo>
                  <a:pt x="992299" y="1128275"/>
                </a:lnTo>
                <a:close/>
                <a:lnTo>
                  <a:pt x="974517" y="1133184"/>
                </a:lnTo>
                <a:close/>
                <a:lnTo>
                  <a:pt x="956736" y="1135970"/>
                </a:lnTo>
                <a:close/>
                <a:lnTo>
                  <a:pt x="938954" y="1136996"/>
                </a:lnTo>
                <a:close/>
                <a:lnTo>
                  <a:pt x="921172" y="1136441"/>
                </a:lnTo>
                <a:close/>
                <a:lnTo>
                  <a:pt x="903390" y="1134385"/>
                </a:lnTo>
                <a:close/>
                <a:lnTo>
                  <a:pt x="885608" y="1130946"/>
                </a:lnTo>
                <a:close/>
                <a:lnTo>
                  <a:pt x="867827" y="1126381"/>
                </a:lnTo>
                <a:close/>
                <a:lnTo>
                  <a:pt x="864577" y="1125440"/>
                </a:lnTo>
                <a:close/>
              </a:path>
            </a:pathLst>
          </a:custGeom>
          <a:solidFill>
            <a:srgbClr val="CCDFF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1917590" y="1232823"/>
            <a:ext cx="978698" cy="964809"/>
          </a:xfrm>
          <a:custGeom>
            <a:avLst/>
            <a:gdLst/>
            <a:ahLst/>
            <a:cxnLst/>
            <a:rect l="l" t="t" r="r" b="b"/>
            <a:pathLst>
              <a:path w="978698" h="964809">
                <a:moveTo>
                  <a:pt x="784342" y="954194"/>
                </a:moveTo>
                <a:lnTo>
                  <a:pt x="802123" y="958759"/>
                </a:lnTo>
                <a:close/>
                <a:lnTo>
                  <a:pt x="819905" y="962198"/>
                </a:lnTo>
                <a:close/>
                <a:lnTo>
                  <a:pt x="837687" y="964254"/>
                </a:lnTo>
                <a:close/>
                <a:lnTo>
                  <a:pt x="855469" y="964809"/>
                </a:lnTo>
                <a:close/>
                <a:lnTo>
                  <a:pt x="873251" y="963783"/>
                </a:lnTo>
                <a:close/>
                <a:lnTo>
                  <a:pt x="891032" y="960997"/>
                </a:lnTo>
                <a:close/>
                <a:lnTo>
                  <a:pt x="908814" y="956088"/>
                </a:lnTo>
                <a:close/>
                <a:lnTo>
                  <a:pt x="915859" y="953253"/>
                </a:lnTo>
                <a:close/>
                <a:lnTo>
                  <a:pt x="926596" y="948049"/>
                </a:lnTo>
                <a:close/>
                <a:lnTo>
                  <a:pt x="938548" y="940159"/>
                </a:lnTo>
                <a:close/>
                <a:lnTo>
                  <a:pt x="944378" y="935281"/>
                </a:lnTo>
                <a:close/>
                <a:lnTo>
                  <a:pt x="952655" y="927065"/>
                </a:lnTo>
                <a:close/>
                <a:lnTo>
                  <a:pt x="962160" y="914925"/>
                </a:lnTo>
                <a:close/>
                <a:lnTo>
                  <a:pt x="962839" y="913971"/>
                </a:lnTo>
                <a:close/>
                <a:lnTo>
                  <a:pt x="970255" y="900877"/>
                </a:lnTo>
                <a:close/>
                <a:lnTo>
                  <a:pt x="975213" y="887783"/>
                </a:lnTo>
                <a:close/>
                <a:lnTo>
                  <a:pt x="977905" y="874689"/>
                </a:lnTo>
                <a:close/>
                <a:lnTo>
                  <a:pt x="978698" y="861594"/>
                </a:lnTo>
                <a:close/>
                <a:lnTo>
                  <a:pt x="978077" y="848500"/>
                </a:lnTo>
                <a:close/>
                <a:lnTo>
                  <a:pt x="976532" y="835406"/>
                </a:lnTo>
                <a:close/>
                <a:lnTo>
                  <a:pt x="974481" y="822312"/>
                </a:lnTo>
                <a:close/>
                <a:lnTo>
                  <a:pt x="972242" y="809218"/>
                </a:lnTo>
                <a:close/>
                <a:lnTo>
                  <a:pt x="970027" y="796124"/>
                </a:lnTo>
                <a:close/>
                <a:lnTo>
                  <a:pt x="967925" y="783030"/>
                </a:lnTo>
                <a:close/>
                <a:lnTo>
                  <a:pt x="965878" y="769936"/>
                </a:lnTo>
                <a:close/>
                <a:lnTo>
                  <a:pt x="963695" y="756841"/>
                </a:lnTo>
                <a:close/>
                <a:lnTo>
                  <a:pt x="962160" y="749123"/>
                </a:lnTo>
                <a:close/>
                <a:lnTo>
                  <a:pt x="961161" y="743747"/>
                </a:lnTo>
                <a:close/>
                <a:lnTo>
                  <a:pt x="958083" y="730653"/>
                </a:lnTo>
                <a:close/>
                <a:lnTo>
                  <a:pt x="954186" y="717559"/>
                </a:lnTo>
                <a:close/>
                <a:lnTo>
                  <a:pt x="949333" y="704465"/>
                </a:lnTo>
                <a:close/>
                <a:lnTo>
                  <a:pt x="944378" y="693484"/>
                </a:lnTo>
                <a:close/>
                <a:lnTo>
                  <a:pt x="943486" y="691371"/>
                </a:lnTo>
                <a:close/>
                <a:lnTo>
                  <a:pt x="937096" y="678277"/>
                </a:lnTo>
                <a:close/>
                <a:lnTo>
                  <a:pt x="929782" y="665183"/>
                </a:lnTo>
                <a:close/>
                <a:lnTo>
                  <a:pt x="926596" y="659948"/>
                </a:lnTo>
                <a:close/>
                <a:lnTo>
                  <a:pt x="922058" y="652089"/>
                </a:lnTo>
                <a:close/>
                <a:lnTo>
                  <a:pt x="914049" y="638994"/>
                </a:lnTo>
                <a:close/>
                <a:lnTo>
                  <a:pt x="908814" y="630664"/>
                </a:lnTo>
                <a:close/>
                <a:lnTo>
                  <a:pt x="905934" y="625900"/>
                </a:lnTo>
                <a:close/>
                <a:lnTo>
                  <a:pt x="898334" y="612806"/>
                </a:lnTo>
                <a:close/>
                <a:lnTo>
                  <a:pt x="891080" y="599712"/>
                </a:lnTo>
                <a:close/>
                <a:lnTo>
                  <a:pt x="891032" y="599606"/>
                </a:lnTo>
                <a:close/>
                <a:lnTo>
                  <a:pt x="885327" y="586618"/>
                </a:lnTo>
                <a:close/>
                <a:lnTo>
                  <a:pt x="880829" y="573524"/>
                </a:lnTo>
                <a:close/>
                <a:lnTo>
                  <a:pt x="877993" y="560430"/>
                </a:lnTo>
                <a:close/>
                <a:lnTo>
                  <a:pt x="877011" y="547336"/>
                </a:lnTo>
                <a:close/>
                <a:lnTo>
                  <a:pt x="877675" y="534242"/>
                </a:lnTo>
                <a:close/>
                <a:lnTo>
                  <a:pt x="879392" y="521147"/>
                </a:lnTo>
                <a:close/>
                <a:lnTo>
                  <a:pt x="881391" y="508053"/>
                </a:lnTo>
                <a:close/>
                <a:lnTo>
                  <a:pt x="882994" y="494959"/>
                </a:lnTo>
                <a:close/>
                <a:lnTo>
                  <a:pt x="883768" y="481865"/>
                </a:lnTo>
                <a:close/>
                <a:lnTo>
                  <a:pt x="883511" y="468771"/>
                </a:lnTo>
                <a:close/>
                <a:lnTo>
                  <a:pt x="882160" y="455677"/>
                </a:lnTo>
                <a:close/>
                <a:lnTo>
                  <a:pt x="879697" y="442583"/>
                </a:lnTo>
                <a:close/>
                <a:lnTo>
                  <a:pt x="876076" y="429489"/>
                </a:lnTo>
                <a:close/>
                <a:lnTo>
                  <a:pt x="873251" y="421867"/>
                </a:lnTo>
                <a:close/>
                <a:lnTo>
                  <a:pt x="871195" y="416394"/>
                </a:lnTo>
                <a:close/>
                <a:lnTo>
                  <a:pt x="865062" y="403300"/>
                </a:lnTo>
                <a:close/>
                <a:lnTo>
                  <a:pt x="857445" y="390206"/>
                </a:lnTo>
                <a:close/>
                <a:lnTo>
                  <a:pt x="855469" y="387337"/>
                </a:lnTo>
                <a:close/>
                <a:lnTo>
                  <a:pt x="848280" y="377112"/>
                </a:lnTo>
                <a:close/>
                <a:lnTo>
                  <a:pt x="837687" y="364550"/>
                </a:lnTo>
                <a:close/>
                <a:lnTo>
                  <a:pt x="837227" y="364018"/>
                </a:lnTo>
                <a:close/>
                <a:lnTo>
                  <a:pt x="824496" y="350924"/>
                </a:lnTo>
                <a:close/>
                <a:lnTo>
                  <a:pt x="819905" y="346787"/>
                </a:lnTo>
                <a:close/>
                <a:lnTo>
                  <a:pt x="809812" y="337830"/>
                </a:lnTo>
                <a:close/>
                <a:lnTo>
                  <a:pt x="802123" y="331652"/>
                </a:lnTo>
                <a:close/>
                <a:lnTo>
                  <a:pt x="793374" y="324736"/>
                </a:lnTo>
                <a:close/>
                <a:lnTo>
                  <a:pt x="784342" y="318068"/>
                </a:lnTo>
                <a:close/>
                <a:lnTo>
                  <a:pt x="775469" y="311642"/>
                </a:lnTo>
                <a:close/>
                <a:lnTo>
                  <a:pt x="766560" y="305450"/>
                </a:lnTo>
                <a:close/>
                <a:lnTo>
                  <a:pt x="756421" y="298547"/>
                </a:lnTo>
                <a:close/>
                <a:lnTo>
                  <a:pt x="748778" y="293436"/>
                </a:lnTo>
                <a:close/>
                <a:lnTo>
                  <a:pt x="736626" y="285453"/>
                </a:lnTo>
                <a:close/>
                <a:lnTo>
                  <a:pt x="730996" y="281747"/>
                </a:lnTo>
                <a:close/>
                <a:lnTo>
                  <a:pt x="716610" y="272359"/>
                </a:lnTo>
                <a:close/>
                <a:lnTo>
                  <a:pt x="713214" y="270104"/>
                </a:lnTo>
                <a:close/>
                <a:lnTo>
                  <a:pt x="696979" y="259265"/>
                </a:lnTo>
                <a:close/>
                <a:lnTo>
                  <a:pt x="695433" y="258204"/>
                </a:lnTo>
                <a:close/>
                <a:lnTo>
                  <a:pt x="678224" y="246171"/>
                </a:lnTo>
                <a:close/>
                <a:lnTo>
                  <a:pt x="677651" y="245757"/>
                </a:lnTo>
                <a:close/>
                <a:lnTo>
                  <a:pt x="660530" y="233077"/>
                </a:lnTo>
                <a:close/>
                <a:lnTo>
                  <a:pt x="659869" y="232572"/>
                </a:lnTo>
                <a:close/>
                <a:lnTo>
                  <a:pt x="643744" y="219983"/>
                </a:lnTo>
                <a:close/>
                <a:lnTo>
                  <a:pt x="642087" y="218659"/>
                </a:lnTo>
                <a:close/>
                <a:lnTo>
                  <a:pt x="627510" y="206889"/>
                </a:lnTo>
                <a:close/>
                <a:lnTo>
                  <a:pt x="624305" y="204260"/>
                </a:lnTo>
                <a:close/>
                <a:lnTo>
                  <a:pt x="611416" y="193794"/>
                </a:lnTo>
                <a:close/>
                <a:lnTo>
                  <a:pt x="606524" y="189776"/>
                </a:lnTo>
                <a:close/>
                <a:lnTo>
                  <a:pt x="595073" y="180700"/>
                </a:lnTo>
                <a:close/>
                <a:lnTo>
                  <a:pt x="588742" y="175612"/>
                </a:lnTo>
                <a:close/>
                <a:lnTo>
                  <a:pt x="578125" y="167606"/>
                </a:lnTo>
                <a:close/>
                <a:lnTo>
                  <a:pt x="570960" y="162076"/>
                </a:lnTo>
                <a:close/>
                <a:lnTo>
                  <a:pt x="560214" y="154512"/>
                </a:lnTo>
                <a:close/>
                <a:lnTo>
                  <a:pt x="553178" y="149359"/>
                </a:lnTo>
                <a:close/>
                <a:lnTo>
                  <a:pt x="540928" y="141418"/>
                </a:lnTo>
                <a:close/>
                <a:lnTo>
                  <a:pt x="535397" y="137608"/>
                </a:lnTo>
                <a:close/>
                <a:lnTo>
                  <a:pt x="519662" y="128324"/>
                </a:lnTo>
                <a:close/>
                <a:lnTo>
                  <a:pt x="517615" y="127012"/>
                </a:lnTo>
                <a:close/>
                <a:lnTo>
                  <a:pt x="499833" y="117933"/>
                </a:lnTo>
                <a:close/>
                <a:lnTo>
                  <a:pt x="492434" y="115230"/>
                </a:lnTo>
                <a:close/>
                <a:lnTo>
                  <a:pt x="482051" y="110902"/>
                </a:lnTo>
                <a:close/>
                <a:lnTo>
                  <a:pt x="464269" y="106902"/>
                </a:lnTo>
                <a:close/>
                <a:lnTo>
                  <a:pt x="446488" y="107764"/>
                </a:lnTo>
                <a:close/>
                <a:lnTo>
                  <a:pt x="431618" y="115230"/>
                </a:lnTo>
                <a:close/>
                <a:lnTo>
                  <a:pt x="428706" y="117689"/>
                </a:lnTo>
                <a:close/>
                <a:lnTo>
                  <a:pt x="418281" y="128324"/>
                </a:lnTo>
                <a:close/>
                <a:lnTo>
                  <a:pt x="410924" y="135711"/>
                </a:lnTo>
                <a:close/>
                <a:lnTo>
                  <a:pt x="394924" y="141418"/>
                </a:lnTo>
                <a:close/>
                <a:lnTo>
                  <a:pt x="393142" y="141796"/>
                </a:lnTo>
                <a:close/>
                <a:lnTo>
                  <a:pt x="391527" y="141418"/>
                </a:lnTo>
                <a:close/>
                <a:lnTo>
                  <a:pt x="375360" y="137473"/>
                </a:lnTo>
                <a:close/>
                <a:lnTo>
                  <a:pt x="358146" y="128324"/>
                </a:lnTo>
                <a:close/>
                <a:lnTo>
                  <a:pt x="357579" y="128020"/>
                </a:lnTo>
                <a:close/>
                <a:lnTo>
                  <a:pt x="341474" y="115230"/>
                </a:lnTo>
                <a:close/>
                <a:lnTo>
                  <a:pt x="339797" y="113927"/>
                </a:lnTo>
                <a:close/>
                <a:lnTo>
                  <a:pt x="327780" y="102136"/>
                </a:lnTo>
                <a:close/>
                <a:lnTo>
                  <a:pt x="322015" y="96763"/>
                </a:lnTo>
                <a:close/>
                <a:lnTo>
                  <a:pt x="314776" y="89042"/>
                </a:lnTo>
                <a:close/>
                <a:lnTo>
                  <a:pt x="304233" y="78657"/>
                </a:lnTo>
                <a:close/>
                <a:lnTo>
                  <a:pt x="301641" y="75947"/>
                </a:lnTo>
                <a:close/>
                <a:lnTo>
                  <a:pt x="287918" y="62853"/>
                </a:lnTo>
                <a:close/>
                <a:lnTo>
                  <a:pt x="286451" y="61605"/>
                </a:lnTo>
                <a:close/>
                <a:lnTo>
                  <a:pt x="272520" y="49759"/>
                </a:lnTo>
                <a:close/>
                <a:lnTo>
                  <a:pt x="268670" y="46901"/>
                </a:lnTo>
                <a:close/>
                <a:lnTo>
                  <a:pt x="254011" y="36665"/>
                </a:lnTo>
                <a:close/>
                <a:lnTo>
                  <a:pt x="250888" y="34740"/>
                </a:lnTo>
                <a:close/>
                <a:lnTo>
                  <a:pt x="233106" y="24813"/>
                </a:lnTo>
                <a:close/>
                <a:lnTo>
                  <a:pt x="230529" y="23571"/>
                </a:lnTo>
                <a:close/>
                <a:lnTo>
                  <a:pt x="215324" y="16785"/>
                </a:lnTo>
                <a:close/>
                <a:lnTo>
                  <a:pt x="198238" y="10477"/>
                </a:lnTo>
                <a:close/>
                <a:lnTo>
                  <a:pt x="197542" y="10233"/>
                </a:lnTo>
                <a:close/>
                <a:lnTo>
                  <a:pt x="179761" y="5280"/>
                </a:lnTo>
                <a:close/>
                <a:lnTo>
                  <a:pt x="161979" y="1770"/>
                </a:lnTo>
                <a:close/>
                <a:lnTo>
                  <a:pt x="144197" y="0"/>
                </a:lnTo>
                <a:close/>
                <a:lnTo>
                  <a:pt x="126415" y="294"/>
                </a:lnTo>
                <a:close/>
                <a:lnTo>
                  <a:pt x="108634" y="2824"/>
                </a:lnTo>
                <a:close/>
                <a:lnTo>
                  <a:pt x="90852" y="7582"/>
                </a:lnTo>
                <a:close/>
                <a:lnTo>
                  <a:pt x="83345" y="10477"/>
                </a:lnTo>
                <a:close/>
                <a:lnTo>
                  <a:pt x="73070" y="13980"/>
                </a:lnTo>
                <a:close/>
                <a:lnTo>
                  <a:pt x="55288" y="22133"/>
                </a:lnTo>
                <a:close/>
                <a:lnTo>
                  <a:pt x="52876" y="23571"/>
                </a:lnTo>
                <a:close/>
                <a:lnTo>
                  <a:pt x="37506" y="32818"/>
                </a:lnTo>
                <a:close/>
                <a:lnTo>
                  <a:pt x="32848" y="36665"/>
                </a:lnTo>
                <a:close/>
                <a:lnTo>
                  <a:pt x="19725" y="49516"/>
                </a:lnTo>
                <a:close/>
                <a:lnTo>
                  <a:pt x="19540" y="49759"/>
                </a:lnTo>
                <a:close/>
                <a:lnTo>
                  <a:pt x="11428" y="62853"/>
                </a:lnTo>
                <a:close/>
                <a:lnTo>
                  <a:pt x="5921" y="75947"/>
                </a:lnTo>
                <a:close/>
                <a:lnTo>
                  <a:pt x="2469" y="89042"/>
                </a:lnTo>
                <a:close/>
                <a:lnTo>
                  <a:pt x="1943" y="92534"/>
                </a:lnTo>
                <a:close/>
                <a:lnTo>
                  <a:pt x="647" y="102136"/>
                </a:lnTo>
                <a:close/>
                <a:lnTo>
                  <a:pt x="0" y="115230"/>
                </a:lnTo>
                <a:close/>
                <a:lnTo>
                  <a:pt x="310" y="128324"/>
                </a:lnTo>
                <a:close/>
                <a:lnTo>
                  <a:pt x="1430" y="141418"/>
                </a:lnTo>
                <a:close/>
                <a:lnTo>
                  <a:pt x="1943" y="145149"/>
                </a:lnTo>
                <a:close/>
                <a:lnTo>
                  <a:pt x="3133" y="154512"/>
                </a:lnTo>
                <a:close/>
                <a:lnTo>
                  <a:pt x="5254" y="167606"/>
                </a:lnTo>
                <a:close/>
                <a:lnTo>
                  <a:pt x="7730" y="180700"/>
                </a:lnTo>
                <a:close/>
                <a:lnTo>
                  <a:pt x="10494" y="193794"/>
                </a:lnTo>
                <a:close/>
                <a:lnTo>
                  <a:pt x="13495" y="206889"/>
                </a:lnTo>
                <a:close/>
                <a:lnTo>
                  <a:pt x="16689" y="219983"/>
                </a:lnTo>
                <a:close/>
                <a:lnTo>
                  <a:pt x="19725" y="231906"/>
                </a:lnTo>
                <a:close/>
                <a:lnTo>
                  <a:pt x="19997" y="233077"/>
                </a:lnTo>
                <a:close/>
                <a:lnTo>
                  <a:pt x="23035" y="246171"/>
                </a:lnTo>
                <a:close/>
                <a:lnTo>
                  <a:pt x="26161" y="259265"/>
                </a:lnTo>
                <a:close/>
                <a:lnTo>
                  <a:pt x="29339" y="272359"/>
                </a:lnTo>
                <a:close/>
                <a:lnTo>
                  <a:pt x="32500" y="285453"/>
                </a:lnTo>
                <a:close/>
                <a:lnTo>
                  <a:pt x="35550" y="298547"/>
                </a:lnTo>
                <a:close/>
                <a:lnTo>
                  <a:pt x="37506" y="307631"/>
                </a:lnTo>
                <a:close/>
                <a:lnTo>
                  <a:pt x="38322" y="311642"/>
                </a:lnTo>
                <a:close/>
                <a:lnTo>
                  <a:pt x="40716" y="324736"/>
                </a:lnTo>
                <a:close/>
                <a:lnTo>
                  <a:pt x="42900" y="337830"/>
                </a:lnTo>
                <a:close/>
                <a:lnTo>
                  <a:pt x="44955" y="350924"/>
                </a:lnTo>
                <a:close/>
                <a:lnTo>
                  <a:pt x="47051" y="364018"/>
                </a:lnTo>
                <a:close/>
                <a:lnTo>
                  <a:pt x="49431" y="377112"/>
                </a:lnTo>
                <a:close/>
                <a:lnTo>
                  <a:pt x="52372" y="390206"/>
                </a:lnTo>
                <a:close/>
                <a:lnTo>
                  <a:pt x="55288" y="400345"/>
                </a:lnTo>
                <a:close/>
                <a:lnTo>
                  <a:pt x="56136" y="403300"/>
                </a:lnTo>
                <a:close/>
                <a:lnTo>
                  <a:pt x="60950" y="416394"/>
                </a:lnTo>
                <a:close/>
                <a:lnTo>
                  <a:pt x="66978" y="429489"/>
                </a:lnTo>
                <a:close/>
                <a:lnTo>
                  <a:pt x="73070" y="440403"/>
                </a:lnTo>
                <a:close/>
                <a:lnTo>
                  <a:pt x="74326" y="442583"/>
                </a:lnTo>
                <a:close/>
                <a:lnTo>
                  <a:pt x="83155" y="455677"/>
                </a:lnTo>
                <a:close/>
                <a:lnTo>
                  <a:pt x="90852" y="465722"/>
                </a:lnTo>
                <a:close/>
                <a:lnTo>
                  <a:pt x="93312" y="468771"/>
                </a:lnTo>
                <a:close/>
                <a:lnTo>
                  <a:pt x="104924" y="481865"/>
                </a:lnTo>
                <a:close/>
                <a:lnTo>
                  <a:pt x="108634" y="485770"/>
                </a:lnTo>
                <a:close/>
                <a:lnTo>
                  <a:pt x="117895" y="494959"/>
                </a:lnTo>
                <a:close/>
                <a:lnTo>
                  <a:pt x="126415" y="503070"/>
                </a:lnTo>
                <a:close/>
                <a:lnTo>
                  <a:pt x="131977" y="508053"/>
                </a:lnTo>
                <a:close/>
                <a:lnTo>
                  <a:pt x="144197" y="518772"/>
                </a:lnTo>
                <a:close/>
                <a:lnTo>
                  <a:pt x="147054" y="521147"/>
                </a:lnTo>
                <a:close/>
                <a:lnTo>
                  <a:pt x="161979" y="533423"/>
                </a:lnTo>
                <a:close/>
                <a:lnTo>
                  <a:pt x="163014" y="534242"/>
                </a:lnTo>
                <a:close/>
                <a:lnTo>
                  <a:pt x="179761" y="547323"/>
                </a:lnTo>
                <a:close/>
                <a:lnTo>
                  <a:pt x="179777" y="547336"/>
                </a:lnTo>
                <a:close/>
                <a:lnTo>
                  <a:pt x="197287" y="560430"/>
                </a:lnTo>
                <a:close/>
                <a:lnTo>
                  <a:pt x="197542" y="560619"/>
                </a:lnTo>
                <a:close/>
                <a:lnTo>
                  <a:pt x="215324" y="573375"/>
                </a:lnTo>
                <a:close/>
                <a:lnTo>
                  <a:pt x="215524" y="573524"/>
                </a:lnTo>
                <a:close/>
                <a:lnTo>
                  <a:pt x="233106" y="585763"/>
                </a:lnTo>
                <a:close/>
                <a:lnTo>
                  <a:pt x="234257" y="586618"/>
                </a:lnTo>
                <a:close/>
                <a:lnTo>
                  <a:pt x="250888" y="598013"/>
                </a:lnTo>
                <a:close/>
                <a:lnTo>
                  <a:pt x="253144" y="599712"/>
                </a:lnTo>
                <a:close/>
                <a:lnTo>
                  <a:pt x="268670" y="610409"/>
                </a:lnTo>
                <a:close/>
                <a:lnTo>
                  <a:pt x="271771" y="612806"/>
                </a:lnTo>
                <a:close/>
                <a:lnTo>
                  <a:pt x="286451" y="623205"/>
                </a:lnTo>
                <a:close/>
                <a:lnTo>
                  <a:pt x="289815" y="625900"/>
                </a:lnTo>
                <a:close/>
                <a:lnTo>
                  <a:pt x="304233" y="636589"/>
                </a:lnTo>
                <a:close/>
                <a:lnTo>
                  <a:pt x="307111" y="638994"/>
                </a:lnTo>
                <a:close/>
                <a:lnTo>
                  <a:pt x="322015" y="650694"/>
                </a:lnTo>
                <a:close/>
                <a:lnTo>
                  <a:pt x="323611" y="652089"/>
                </a:lnTo>
                <a:close/>
                <a:lnTo>
                  <a:pt x="339196" y="665183"/>
                </a:lnTo>
                <a:close/>
                <a:lnTo>
                  <a:pt x="339797" y="665674"/>
                </a:lnTo>
                <a:close/>
                <a:lnTo>
                  <a:pt x="353573" y="678277"/>
                </a:lnTo>
                <a:close/>
                <a:lnTo>
                  <a:pt x="357579" y="681857"/>
                </a:lnTo>
                <a:close/>
                <a:lnTo>
                  <a:pt x="367328" y="691371"/>
                </a:lnTo>
                <a:close/>
                <a:lnTo>
                  <a:pt x="375360" y="699160"/>
                </a:lnTo>
                <a:close/>
                <a:lnTo>
                  <a:pt x="380503" y="704465"/>
                </a:lnTo>
                <a:close/>
                <a:lnTo>
                  <a:pt x="393089" y="717559"/>
                </a:lnTo>
                <a:close/>
                <a:lnTo>
                  <a:pt x="393142" y="717616"/>
                </a:lnTo>
                <a:close/>
                <a:lnTo>
                  <a:pt x="404583" y="730653"/>
                </a:lnTo>
                <a:close/>
                <a:lnTo>
                  <a:pt x="410924" y="737953"/>
                </a:lnTo>
                <a:close/>
                <a:lnTo>
                  <a:pt x="415878" y="743747"/>
                </a:lnTo>
                <a:close/>
                <a:lnTo>
                  <a:pt x="426776" y="756841"/>
                </a:lnTo>
                <a:close/>
                <a:lnTo>
                  <a:pt x="428706" y="759249"/>
                </a:lnTo>
                <a:close/>
                <a:lnTo>
                  <a:pt x="437357" y="769936"/>
                </a:lnTo>
                <a:close/>
                <a:lnTo>
                  <a:pt x="446488" y="781176"/>
                </a:lnTo>
                <a:close/>
                <a:lnTo>
                  <a:pt x="448065" y="783030"/>
                </a:lnTo>
                <a:close/>
                <a:lnTo>
                  <a:pt x="458836" y="796124"/>
                </a:lnTo>
                <a:close/>
                <a:lnTo>
                  <a:pt x="464269" y="802642"/>
                </a:lnTo>
                <a:close/>
                <a:lnTo>
                  <a:pt x="470184" y="809218"/>
                </a:lnTo>
                <a:close/>
                <a:lnTo>
                  <a:pt x="482051" y="822117"/>
                </a:lnTo>
                <a:close/>
                <a:lnTo>
                  <a:pt x="482251" y="822312"/>
                </a:lnTo>
                <a:close/>
                <a:lnTo>
                  <a:pt x="495560" y="835406"/>
                </a:lnTo>
                <a:close/>
                <a:lnTo>
                  <a:pt x="499833" y="839485"/>
                </a:lnTo>
                <a:close/>
                <a:lnTo>
                  <a:pt x="510565" y="848500"/>
                </a:lnTo>
                <a:close/>
                <a:lnTo>
                  <a:pt x="517615" y="854324"/>
                </a:lnTo>
                <a:close/>
                <a:lnTo>
                  <a:pt x="527789" y="861594"/>
                </a:lnTo>
                <a:close/>
                <a:lnTo>
                  <a:pt x="535397" y="867031"/>
                </a:lnTo>
                <a:close/>
                <a:lnTo>
                  <a:pt x="547868" y="874689"/>
                </a:lnTo>
                <a:close/>
                <a:lnTo>
                  <a:pt x="553178" y="878003"/>
                </a:lnTo>
                <a:close/>
                <a:lnTo>
                  <a:pt x="570960" y="887573"/>
                </a:lnTo>
                <a:close/>
                <a:lnTo>
                  <a:pt x="571423" y="887783"/>
                </a:lnTo>
                <a:close/>
                <a:lnTo>
                  <a:pt x="588742" y="896051"/>
                </a:lnTo>
                <a:close/>
                <a:lnTo>
                  <a:pt x="600610" y="900877"/>
                </a:lnTo>
                <a:close/>
                <a:lnTo>
                  <a:pt x="606524" y="903419"/>
                </a:lnTo>
                <a:close/>
                <a:lnTo>
                  <a:pt x="624305" y="909731"/>
                </a:lnTo>
                <a:close/>
                <a:lnTo>
                  <a:pt x="638666" y="913971"/>
                </a:lnTo>
                <a:close/>
                <a:lnTo>
                  <a:pt x="642087" y="915031"/>
                </a:lnTo>
                <a:close/>
                <a:lnTo>
                  <a:pt x="659869" y="919450"/>
                </a:lnTo>
                <a:close/>
                <a:lnTo>
                  <a:pt x="677651" y="923469"/>
                </a:lnTo>
                <a:close/>
                <a:lnTo>
                  <a:pt x="693116" y="927065"/>
                </a:lnTo>
                <a:close/>
                <a:lnTo>
                  <a:pt x="695433" y="927593"/>
                </a:lnTo>
                <a:close/>
                <a:lnTo>
                  <a:pt x="713214" y="932226"/>
                </a:lnTo>
                <a:close/>
                <a:lnTo>
                  <a:pt x="730996" y="937475"/>
                </a:lnTo>
                <a:close/>
                <a:lnTo>
                  <a:pt x="739192" y="940159"/>
                </a:lnTo>
                <a:close/>
                <a:lnTo>
                  <a:pt x="748778" y="943131"/>
                </a:lnTo>
                <a:close/>
                <a:lnTo>
                  <a:pt x="766560" y="948844"/>
                </a:lnTo>
                <a:close/>
                <a:lnTo>
                  <a:pt x="781092" y="953253"/>
                </a:lnTo>
                <a:close/>
                <a:lnTo>
                  <a:pt x="784342" y="954194"/>
                </a:lnTo>
                <a:close/>
                <a:lnTo>
                  <a:pt x="789146" y="848500"/>
                </a:lnTo>
                <a:close/>
                <a:lnTo>
                  <a:pt x="784342" y="846844"/>
                </a:lnTo>
                <a:close/>
                <a:lnTo>
                  <a:pt x="766560" y="839070"/>
                </a:lnTo>
                <a:close/>
                <a:lnTo>
                  <a:pt x="758746" y="835406"/>
                </a:lnTo>
                <a:close/>
                <a:lnTo>
                  <a:pt x="748778" y="830952"/>
                </a:lnTo>
                <a:close/>
                <a:lnTo>
                  <a:pt x="730996" y="823226"/>
                </a:lnTo>
                <a:close/>
                <a:lnTo>
                  <a:pt x="728613" y="822312"/>
                </a:lnTo>
                <a:close/>
                <a:lnTo>
                  <a:pt x="713214" y="816661"/>
                </a:lnTo>
                <a:close/>
                <a:lnTo>
                  <a:pt x="695433" y="811227"/>
                </a:lnTo>
                <a:close/>
                <a:lnTo>
                  <a:pt x="687070" y="809218"/>
                </a:lnTo>
                <a:close/>
                <a:lnTo>
                  <a:pt x="677651" y="807067"/>
                </a:lnTo>
                <a:close/>
                <a:lnTo>
                  <a:pt x="659869" y="803933"/>
                </a:lnTo>
                <a:close/>
                <a:lnTo>
                  <a:pt x="642087" y="801454"/>
                </a:lnTo>
                <a:close/>
                <a:lnTo>
                  <a:pt x="624305" y="799349"/>
                </a:lnTo>
                <a:close/>
                <a:lnTo>
                  <a:pt x="606524" y="797283"/>
                </a:lnTo>
                <a:close/>
                <a:lnTo>
                  <a:pt x="598309" y="796124"/>
                </a:lnTo>
                <a:close/>
                <a:lnTo>
                  <a:pt x="588742" y="794842"/>
                </a:lnTo>
                <a:close/>
                <a:lnTo>
                  <a:pt x="570960" y="791354"/>
                </a:lnTo>
                <a:close/>
                <a:lnTo>
                  <a:pt x="553178" y="786030"/>
                </a:lnTo>
                <a:close/>
                <a:lnTo>
                  <a:pt x="546341" y="783030"/>
                </a:lnTo>
                <a:close/>
                <a:lnTo>
                  <a:pt x="535397" y="778474"/>
                </a:lnTo>
                <a:close/>
                <a:lnTo>
                  <a:pt x="520379" y="769936"/>
                </a:lnTo>
                <a:close/>
                <a:lnTo>
                  <a:pt x="517615" y="768441"/>
                </a:lnTo>
                <a:close/>
                <a:lnTo>
                  <a:pt x="500987" y="756841"/>
                </a:lnTo>
                <a:close/>
                <a:lnTo>
                  <a:pt x="499833" y="756076"/>
                </a:lnTo>
                <a:close/>
                <a:lnTo>
                  <a:pt x="484652" y="743747"/>
                </a:lnTo>
                <a:close/>
                <a:lnTo>
                  <a:pt x="482051" y="741746"/>
                </a:lnTo>
                <a:close/>
                <a:lnTo>
                  <a:pt x="469732" y="730653"/>
                </a:lnTo>
                <a:close/>
                <a:lnTo>
                  <a:pt x="464269" y="726010"/>
                </a:lnTo>
                <a:close/>
                <a:lnTo>
                  <a:pt x="455436" y="717559"/>
                </a:lnTo>
                <a:close/>
                <a:lnTo>
                  <a:pt x="446488" y="709494"/>
                </a:lnTo>
                <a:close/>
                <a:lnTo>
                  <a:pt x="441366" y="704465"/>
                </a:lnTo>
                <a:close/>
                <a:lnTo>
                  <a:pt x="428706" y="692729"/>
                </a:lnTo>
                <a:close/>
                <a:lnTo>
                  <a:pt x="427324" y="691371"/>
                </a:lnTo>
                <a:close/>
                <a:lnTo>
                  <a:pt x="413336" y="678277"/>
                </a:lnTo>
                <a:close/>
                <a:lnTo>
                  <a:pt x="410924" y="676136"/>
                </a:lnTo>
                <a:close/>
                <a:lnTo>
                  <a:pt x="399165" y="665183"/>
                </a:lnTo>
                <a:close/>
                <a:lnTo>
                  <a:pt x="393142" y="659794"/>
                </a:lnTo>
                <a:close/>
                <a:lnTo>
                  <a:pt x="384787" y="652089"/>
                </a:lnTo>
                <a:close/>
                <a:lnTo>
                  <a:pt x="375360" y="643585"/>
                </a:lnTo>
                <a:close/>
                <a:lnTo>
                  <a:pt x="370335" y="638994"/>
                </a:lnTo>
                <a:close/>
                <a:lnTo>
                  <a:pt x="357579" y="627354"/>
                </a:lnTo>
                <a:close/>
                <a:lnTo>
                  <a:pt x="355974" y="625900"/>
                </a:lnTo>
                <a:close/>
                <a:lnTo>
                  <a:pt x="341758" y="612806"/>
                </a:lnTo>
                <a:close/>
                <a:lnTo>
                  <a:pt x="339797" y="610967"/>
                </a:lnTo>
                <a:close/>
                <a:lnTo>
                  <a:pt x="327661" y="599712"/>
                </a:lnTo>
                <a:close/>
                <a:lnTo>
                  <a:pt x="322015" y="594243"/>
                </a:lnTo>
                <a:close/>
                <a:lnTo>
                  <a:pt x="313872" y="586618"/>
                </a:lnTo>
                <a:close/>
                <a:lnTo>
                  <a:pt x="304233" y="577001"/>
                </a:lnTo>
                <a:close/>
                <a:lnTo>
                  <a:pt x="300544" y="573524"/>
                </a:lnTo>
                <a:close/>
                <a:lnTo>
                  <a:pt x="287652" y="560430"/>
                </a:lnTo>
                <a:close/>
                <a:lnTo>
                  <a:pt x="286451" y="559130"/>
                </a:lnTo>
                <a:close/>
                <a:lnTo>
                  <a:pt x="274770" y="547336"/>
                </a:lnTo>
                <a:close/>
                <a:lnTo>
                  <a:pt x="268670" y="540585"/>
                </a:lnTo>
                <a:close/>
                <a:lnTo>
                  <a:pt x="262389" y="534242"/>
                </a:lnTo>
                <a:close/>
                <a:lnTo>
                  <a:pt x="250888" y="521405"/>
                </a:lnTo>
                <a:close/>
                <a:lnTo>
                  <a:pt x="250631" y="521147"/>
                </a:lnTo>
                <a:close/>
                <a:lnTo>
                  <a:pt x="238565" y="508053"/>
                </a:lnTo>
                <a:close/>
                <a:lnTo>
                  <a:pt x="233106" y="501483"/>
                </a:lnTo>
                <a:close/>
                <a:lnTo>
                  <a:pt x="227003" y="494959"/>
                </a:lnTo>
                <a:close/>
                <a:lnTo>
                  <a:pt x="216011" y="481865"/>
                </a:lnTo>
                <a:close/>
                <a:lnTo>
                  <a:pt x="215324" y="480967"/>
                </a:lnTo>
                <a:close/>
                <a:lnTo>
                  <a:pt x="204823" y="468771"/>
                </a:lnTo>
                <a:close/>
                <a:lnTo>
                  <a:pt x="197542" y="459215"/>
                </a:lnTo>
                <a:close/>
                <a:lnTo>
                  <a:pt x="194528" y="455677"/>
                </a:lnTo>
                <a:close/>
                <a:lnTo>
                  <a:pt x="184662" y="442583"/>
                </a:lnTo>
                <a:close/>
                <a:lnTo>
                  <a:pt x="179761" y="435161"/>
                </a:lnTo>
                <a:close/>
                <a:lnTo>
                  <a:pt x="175698" y="429489"/>
                </a:lnTo>
                <a:close/>
                <a:lnTo>
                  <a:pt x="167544" y="416394"/>
                </a:lnTo>
                <a:close/>
                <a:lnTo>
                  <a:pt x="161979" y="406113"/>
                </a:lnTo>
                <a:close/>
                <a:lnTo>
                  <a:pt x="160397" y="403300"/>
                </a:lnTo>
                <a:close/>
                <a:lnTo>
                  <a:pt x="153809" y="390206"/>
                </a:lnTo>
                <a:close/>
                <a:lnTo>
                  <a:pt x="147948" y="377112"/>
                </a:lnTo>
                <a:close/>
                <a:lnTo>
                  <a:pt x="144197" y="368182"/>
                </a:lnTo>
                <a:close/>
                <a:lnTo>
                  <a:pt x="142461" y="364018"/>
                </a:lnTo>
                <a:close/>
                <a:lnTo>
                  <a:pt x="137160" y="350924"/>
                </a:lnTo>
                <a:close/>
                <a:lnTo>
                  <a:pt x="132040" y="337830"/>
                </a:lnTo>
                <a:close/>
                <a:lnTo>
                  <a:pt x="126970" y="324736"/>
                </a:lnTo>
                <a:close/>
                <a:lnTo>
                  <a:pt x="126415" y="323341"/>
                </a:lnTo>
                <a:close/>
                <a:lnTo>
                  <a:pt x="121906" y="311642"/>
                </a:lnTo>
                <a:close/>
                <a:lnTo>
                  <a:pt x="116892" y="298547"/>
                </a:lnTo>
                <a:close/>
                <a:lnTo>
                  <a:pt x="111904" y="285453"/>
                </a:lnTo>
                <a:close/>
                <a:lnTo>
                  <a:pt x="108634" y="276895"/>
                </a:lnTo>
                <a:close/>
                <a:lnTo>
                  <a:pt x="106952" y="272359"/>
                </a:lnTo>
                <a:close/>
                <a:lnTo>
                  <a:pt x="102181" y="259265"/>
                </a:lnTo>
                <a:close/>
                <a:lnTo>
                  <a:pt x="97631" y="246171"/>
                </a:lnTo>
                <a:close/>
                <a:lnTo>
                  <a:pt x="93354" y="233077"/>
                </a:lnTo>
                <a:close/>
                <a:lnTo>
                  <a:pt x="90852" y="224610"/>
                </a:lnTo>
                <a:close/>
                <a:lnTo>
                  <a:pt x="89520" y="219983"/>
                </a:lnTo>
                <a:close/>
                <a:lnTo>
                  <a:pt x="86473" y="206889"/>
                </a:lnTo>
                <a:close/>
                <a:lnTo>
                  <a:pt x="84331" y="193794"/>
                </a:lnTo>
                <a:close/>
                <a:lnTo>
                  <a:pt x="83392" y="180700"/>
                </a:lnTo>
                <a:close/>
                <a:lnTo>
                  <a:pt x="84095" y="167606"/>
                </a:lnTo>
                <a:close/>
                <a:lnTo>
                  <a:pt x="87043" y="154512"/>
                </a:lnTo>
                <a:close/>
                <a:lnTo>
                  <a:pt x="90852" y="145759"/>
                </a:lnTo>
                <a:close/>
                <a:lnTo>
                  <a:pt x="93717" y="141418"/>
                </a:lnTo>
                <a:close/>
                <a:lnTo>
                  <a:pt x="107374" y="128324"/>
                </a:lnTo>
                <a:close/>
                <a:lnTo>
                  <a:pt x="108634" y="127428"/>
                </a:lnTo>
                <a:close/>
                <a:lnTo>
                  <a:pt x="126415" y="120669"/>
                </a:lnTo>
                <a:close/>
                <a:lnTo>
                  <a:pt x="144197" y="119168"/>
                </a:lnTo>
                <a:close/>
                <a:lnTo>
                  <a:pt x="161979" y="121657"/>
                </a:lnTo>
                <a:close/>
                <a:lnTo>
                  <a:pt x="179761" y="127547"/>
                </a:lnTo>
                <a:close/>
                <a:lnTo>
                  <a:pt x="181295" y="128324"/>
                </a:lnTo>
                <a:close/>
                <a:lnTo>
                  <a:pt x="197542" y="136560"/>
                </a:lnTo>
                <a:close/>
                <a:lnTo>
                  <a:pt x="204938" y="141418"/>
                </a:lnTo>
                <a:close/>
                <a:lnTo>
                  <a:pt x="215324" y="148281"/>
                </a:lnTo>
                <a:close/>
                <a:lnTo>
                  <a:pt x="223359" y="154512"/>
                </a:lnTo>
                <a:close/>
                <a:lnTo>
                  <a:pt x="233106" y="162121"/>
                </a:lnTo>
                <a:close/>
                <a:lnTo>
                  <a:pt x="239577" y="167606"/>
                </a:lnTo>
                <a:close/>
                <a:lnTo>
                  <a:pt x="250888" y="177233"/>
                </a:lnTo>
                <a:close/>
                <a:lnTo>
                  <a:pt x="254887" y="180700"/>
                </a:lnTo>
                <a:close/>
                <a:lnTo>
                  <a:pt x="268670" y="192630"/>
                </a:lnTo>
                <a:close/>
                <a:lnTo>
                  <a:pt x="270065" y="193794"/>
                </a:lnTo>
                <a:close/>
                <a:lnTo>
                  <a:pt x="285902" y="206889"/>
                </a:lnTo>
                <a:close/>
                <a:lnTo>
                  <a:pt x="286451" y="207337"/>
                </a:lnTo>
                <a:close/>
                <a:lnTo>
                  <a:pt x="303398" y="219983"/>
                </a:lnTo>
                <a:close/>
                <a:lnTo>
                  <a:pt x="304233" y="220594"/>
                </a:lnTo>
                <a:close/>
                <a:lnTo>
                  <a:pt x="322015" y="231937"/>
                </a:lnTo>
                <a:close/>
                <a:lnTo>
                  <a:pt x="324134" y="233077"/>
                </a:lnTo>
                <a:close/>
                <a:lnTo>
                  <a:pt x="339797" y="241194"/>
                </a:lnTo>
                <a:close/>
                <a:lnTo>
                  <a:pt x="351796" y="246171"/>
                </a:lnTo>
                <a:close/>
                <a:lnTo>
                  <a:pt x="357579" y="248473"/>
                </a:lnTo>
                <a:close/>
                <a:lnTo>
                  <a:pt x="375360" y="253977"/>
                </a:lnTo>
                <a:close/>
                <a:lnTo>
                  <a:pt x="393142" y="258030"/>
                </a:lnTo>
                <a:close/>
                <a:lnTo>
                  <a:pt x="400606" y="259265"/>
                </a:lnTo>
                <a:close/>
                <a:lnTo>
                  <a:pt x="410924" y="260892"/>
                </a:lnTo>
                <a:close/>
                <a:lnTo>
                  <a:pt x="428706" y="262709"/>
                </a:lnTo>
                <a:close/>
                <a:lnTo>
                  <a:pt x="446488" y="263579"/>
                </a:lnTo>
                <a:close/>
                <a:lnTo>
                  <a:pt x="464269" y="263556"/>
                </a:lnTo>
                <a:close/>
                <a:lnTo>
                  <a:pt x="482051" y="262697"/>
                </a:lnTo>
                <a:close/>
                <a:lnTo>
                  <a:pt x="499833" y="261162"/>
                </a:lnTo>
                <a:close/>
                <a:lnTo>
                  <a:pt x="517615" y="259409"/>
                </a:lnTo>
                <a:close/>
                <a:lnTo>
                  <a:pt x="520273" y="259265"/>
                </a:lnTo>
                <a:close/>
                <a:lnTo>
                  <a:pt x="535397" y="258296"/>
                </a:lnTo>
                <a:close/>
                <a:lnTo>
                  <a:pt x="549653" y="259265"/>
                </a:lnTo>
                <a:close/>
                <a:lnTo>
                  <a:pt x="553178" y="259488"/>
                </a:lnTo>
                <a:close/>
                <a:lnTo>
                  <a:pt x="570960" y="263780"/>
                </a:lnTo>
                <a:close/>
                <a:lnTo>
                  <a:pt x="588742" y="271405"/>
                </a:lnTo>
                <a:close/>
                <a:lnTo>
                  <a:pt x="590360" y="272359"/>
                </a:lnTo>
                <a:close/>
                <a:lnTo>
                  <a:pt x="606524" y="281600"/>
                </a:lnTo>
                <a:close/>
                <a:lnTo>
                  <a:pt x="612155" y="285453"/>
                </a:lnTo>
                <a:close/>
                <a:lnTo>
                  <a:pt x="624305" y="293800"/>
                </a:lnTo>
                <a:close/>
                <a:lnTo>
                  <a:pt x="630635" y="298547"/>
                </a:lnTo>
                <a:close/>
                <a:lnTo>
                  <a:pt x="642087" y="307463"/>
                </a:lnTo>
                <a:close/>
                <a:lnTo>
                  <a:pt x="647369" y="311642"/>
                </a:lnTo>
                <a:close/>
                <a:lnTo>
                  <a:pt x="659869" y="322231"/>
                </a:lnTo>
                <a:close/>
                <a:lnTo>
                  <a:pt x="662948" y="324736"/>
                </a:lnTo>
                <a:close/>
                <a:lnTo>
                  <a:pt x="677560" y="337830"/>
                </a:lnTo>
                <a:close/>
                <a:lnTo>
                  <a:pt x="677651" y="337921"/>
                </a:lnTo>
                <a:close/>
                <a:lnTo>
                  <a:pt x="691649" y="350924"/>
                </a:lnTo>
                <a:close/>
                <a:lnTo>
                  <a:pt x="695433" y="355000"/>
                </a:lnTo>
                <a:close/>
                <a:lnTo>
                  <a:pt x="704738" y="364018"/>
                </a:lnTo>
                <a:close/>
                <a:lnTo>
                  <a:pt x="713214" y="373772"/>
                </a:lnTo>
                <a:close/>
                <a:lnTo>
                  <a:pt x="716430" y="377112"/>
                </a:lnTo>
                <a:close/>
                <a:lnTo>
                  <a:pt x="726895" y="390206"/>
                </a:lnTo>
                <a:close/>
                <a:lnTo>
                  <a:pt x="730996" y="396649"/>
                </a:lnTo>
                <a:close/>
                <a:lnTo>
                  <a:pt x="735567" y="403300"/>
                </a:lnTo>
                <a:close/>
                <a:lnTo>
                  <a:pt x="742570" y="416394"/>
                </a:lnTo>
                <a:close/>
                <a:lnTo>
                  <a:pt x="747647" y="429489"/>
                </a:lnTo>
                <a:close/>
                <a:lnTo>
                  <a:pt x="748778" y="433490"/>
                </a:lnTo>
                <a:close/>
                <a:lnTo>
                  <a:pt x="751428" y="442583"/>
                </a:lnTo>
                <a:close/>
                <a:lnTo>
                  <a:pt x="754154" y="455677"/>
                </a:lnTo>
                <a:close/>
                <a:lnTo>
                  <a:pt x="756198" y="468771"/>
                </a:lnTo>
                <a:close/>
                <a:lnTo>
                  <a:pt x="758070" y="481865"/>
                </a:lnTo>
                <a:close/>
                <a:lnTo>
                  <a:pt x="760240" y="494959"/>
                </a:lnTo>
                <a:close/>
                <a:lnTo>
                  <a:pt x="763068" y="508053"/>
                </a:lnTo>
                <a:close/>
                <a:lnTo>
                  <a:pt x="766560" y="520273"/>
                </a:lnTo>
                <a:close/>
                <a:lnTo>
                  <a:pt x="766807" y="521147"/>
                </a:lnTo>
                <a:close/>
                <a:lnTo>
                  <a:pt x="771890" y="534242"/>
                </a:lnTo>
                <a:close/>
                <a:lnTo>
                  <a:pt x="777962" y="547336"/>
                </a:lnTo>
                <a:close/>
                <a:lnTo>
                  <a:pt x="784342" y="559177"/>
                </a:lnTo>
                <a:close/>
                <a:lnTo>
                  <a:pt x="785004" y="560430"/>
                </a:lnTo>
                <a:close/>
                <a:lnTo>
                  <a:pt x="793159" y="573524"/>
                </a:lnTo>
                <a:close/>
                <a:lnTo>
                  <a:pt x="801912" y="586618"/>
                </a:lnTo>
                <a:close/>
                <a:lnTo>
                  <a:pt x="802123" y="586909"/>
                </a:lnTo>
                <a:close/>
                <a:lnTo>
                  <a:pt x="811285" y="599712"/>
                </a:lnTo>
                <a:close/>
                <a:lnTo>
                  <a:pt x="819905" y="611560"/>
                </a:lnTo>
                <a:close/>
                <a:lnTo>
                  <a:pt x="820800" y="612806"/>
                </a:lnTo>
                <a:close/>
                <a:lnTo>
                  <a:pt x="830277" y="625900"/>
                </a:lnTo>
                <a:close/>
                <a:lnTo>
                  <a:pt x="837687" y="636565"/>
                </a:lnTo>
                <a:close/>
                <a:lnTo>
                  <a:pt x="839371" y="638994"/>
                </a:lnTo>
                <a:close/>
                <a:lnTo>
                  <a:pt x="847834" y="652089"/>
                </a:lnTo>
                <a:close/>
                <a:lnTo>
                  <a:pt x="855429" y="665183"/>
                </a:lnTo>
                <a:close/>
                <a:lnTo>
                  <a:pt x="855469" y="665264"/>
                </a:lnTo>
                <a:close/>
                <a:lnTo>
                  <a:pt x="861998" y="678277"/>
                </a:lnTo>
                <a:close/>
                <a:lnTo>
                  <a:pt x="867396" y="691371"/>
                </a:lnTo>
                <a:close/>
                <a:lnTo>
                  <a:pt x="871631" y="704465"/>
                </a:lnTo>
                <a:close/>
                <a:lnTo>
                  <a:pt x="873251" y="711240"/>
                </a:lnTo>
                <a:close/>
                <a:lnTo>
                  <a:pt x="874799" y="717559"/>
                </a:lnTo>
                <a:close/>
                <a:lnTo>
                  <a:pt x="877078" y="730653"/>
                </a:lnTo>
                <a:close/>
                <a:lnTo>
                  <a:pt x="878694" y="743747"/>
                </a:lnTo>
                <a:close/>
                <a:lnTo>
                  <a:pt x="879844" y="756841"/>
                </a:lnTo>
                <a:close/>
                <a:lnTo>
                  <a:pt x="880608" y="769936"/>
                </a:lnTo>
                <a:close/>
                <a:lnTo>
                  <a:pt x="880906" y="783030"/>
                </a:lnTo>
                <a:close/>
                <a:lnTo>
                  <a:pt x="880479" y="796124"/>
                </a:lnTo>
                <a:close/>
                <a:lnTo>
                  <a:pt x="878888" y="809218"/>
                </a:lnTo>
                <a:close/>
                <a:lnTo>
                  <a:pt x="875528" y="822312"/>
                </a:lnTo>
                <a:close/>
                <a:lnTo>
                  <a:pt x="873251" y="827785"/>
                </a:lnTo>
                <a:close/>
                <a:lnTo>
                  <a:pt x="868761" y="835406"/>
                </a:lnTo>
                <a:close/>
                <a:lnTo>
                  <a:pt x="856609" y="848500"/>
                </a:lnTo>
                <a:close/>
                <a:lnTo>
                  <a:pt x="855469" y="849428"/>
                </a:lnTo>
                <a:close/>
                <a:lnTo>
                  <a:pt x="837687" y="856564"/>
                </a:lnTo>
                <a:close/>
                <a:lnTo>
                  <a:pt x="819905" y="857042"/>
                </a:lnTo>
                <a:close/>
                <a:lnTo>
                  <a:pt x="802123" y="853275"/>
                </a:lnTo>
                <a:close/>
                <a:lnTo>
                  <a:pt x="789146" y="848500"/>
                </a:lnTo>
                <a:close/>
              </a:path>
            </a:pathLst>
          </a:custGeom>
          <a:solidFill>
            <a:srgbClr val="85BCD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2000982" y="1351991"/>
            <a:ext cx="797514" cy="737874"/>
          </a:xfrm>
          <a:custGeom>
            <a:avLst/>
            <a:gdLst/>
            <a:ahLst/>
            <a:cxnLst/>
            <a:rect l="l" t="t" r="r" b="b"/>
            <a:pathLst>
              <a:path w="797514" h="737874">
                <a:moveTo>
                  <a:pt x="718731" y="734107"/>
                </a:moveTo>
                <a:lnTo>
                  <a:pt x="736513" y="737874"/>
                </a:lnTo>
                <a:close/>
                <a:lnTo>
                  <a:pt x="754295" y="737396"/>
                </a:lnTo>
                <a:close/>
                <a:lnTo>
                  <a:pt x="772077" y="730260"/>
                </a:lnTo>
                <a:close/>
                <a:lnTo>
                  <a:pt x="773217" y="729332"/>
                </a:lnTo>
                <a:close/>
                <a:lnTo>
                  <a:pt x="785369" y="716238"/>
                </a:lnTo>
                <a:close/>
                <a:lnTo>
                  <a:pt x="789859" y="708617"/>
                </a:lnTo>
                <a:close/>
                <a:lnTo>
                  <a:pt x="792136" y="703144"/>
                </a:lnTo>
                <a:close/>
                <a:lnTo>
                  <a:pt x="795496" y="690050"/>
                </a:lnTo>
                <a:close/>
                <a:lnTo>
                  <a:pt x="797087" y="676956"/>
                </a:lnTo>
                <a:close/>
                <a:lnTo>
                  <a:pt x="797514" y="663862"/>
                </a:lnTo>
                <a:close/>
                <a:lnTo>
                  <a:pt x="797216" y="650768"/>
                </a:lnTo>
                <a:close/>
                <a:lnTo>
                  <a:pt x="796452" y="637673"/>
                </a:lnTo>
                <a:close/>
                <a:lnTo>
                  <a:pt x="795302" y="624579"/>
                </a:lnTo>
                <a:close/>
                <a:lnTo>
                  <a:pt x="793686" y="611485"/>
                </a:lnTo>
                <a:close/>
                <a:lnTo>
                  <a:pt x="791407" y="598391"/>
                </a:lnTo>
                <a:close/>
                <a:lnTo>
                  <a:pt x="789859" y="592072"/>
                </a:lnTo>
                <a:close/>
                <a:lnTo>
                  <a:pt x="788239" y="585297"/>
                </a:lnTo>
                <a:close/>
                <a:lnTo>
                  <a:pt x="784004" y="572203"/>
                </a:lnTo>
                <a:close/>
                <a:lnTo>
                  <a:pt x="778606" y="559109"/>
                </a:lnTo>
                <a:close/>
                <a:lnTo>
                  <a:pt x="772077" y="546096"/>
                </a:lnTo>
                <a:close/>
                <a:lnTo>
                  <a:pt x="772037" y="546015"/>
                </a:lnTo>
                <a:close/>
                <a:lnTo>
                  <a:pt x="764442" y="532921"/>
                </a:lnTo>
                <a:close/>
                <a:lnTo>
                  <a:pt x="755979" y="519826"/>
                </a:lnTo>
                <a:close/>
                <a:lnTo>
                  <a:pt x="754295" y="517397"/>
                </a:lnTo>
                <a:close/>
                <a:lnTo>
                  <a:pt x="746885" y="506732"/>
                </a:lnTo>
                <a:close/>
                <a:lnTo>
                  <a:pt x="737408" y="493638"/>
                </a:lnTo>
                <a:close/>
                <a:lnTo>
                  <a:pt x="736513" y="492392"/>
                </a:lnTo>
                <a:close/>
                <a:lnTo>
                  <a:pt x="727893" y="480544"/>
                </a:lnTo>
                <a:close/>
                <a:lnTo>
                  <a:pt x="718731" y="467741"/>
                </a:lnTo>
                <a:close/>
                <a:lnTo>
                  <a:pt x="718520" y="467450"/>
                </a:lnTo>
                <a:close/>
                <a:lnTo>
                  <a:pt x="709767" y="454356"/>
                </a:lnTo>
                <a:close/>
                <a:lnTo>
                  <a:pt x="701612" y="441262"/>
                </a:lnTo>
                <a:close/>
                <a:lnTo>
                  <a:pt x="700950" y="440009"/>
                </a:lnTo>
                <a:close/>
                <a:lnTo>
                  <a:pt x="694570" y="428168"/>
                </a:lnTo>
                <a:close/>
                <a:lnTo>
                  <a:pt x="688498" y="415074"/>
                </a:lnTo>
                <a:close/>
                <a:lnTo>
                  <a:pt x="683415" y="401979"/>
                </a:lnTo>
                <a:close/>
                <a:lnTo>
                  <a:pt x="683168" y="401105"/>
                </a:lnTo>
                <a:close/>
                <a:lnTo>
                  <a:pt x="679676" y="388885"/>
                </a:lnTo>
                <a:close/>
                <a:lnTo>
                  <a:pt x="676848" y="375791"/>
                </a:lnTo>
                <a:close/>
                <a:lnTo>
                  <a:pt x="674678" y="362697"/>
                </a:lnTo>
                <a:close/>
                <a:lnTo>
                  <a:pt x="672806" y="349603"/>
                </a:lnTo>
                <a:close/>
                <a:lnTo>
                  <a:pt x="670762" y="336509"/>
                </a:lnTo>
                <a:close/>
                <a:lnTo>
                  <a:pt x="668036" y="323415"/>
                </a:lnTo>
                <a:close/>
                <a:lnTo>
                  <a:pt x="665386" y="314322"/>
                </a:lnTo>
                <a:close/>
                <a:lnTo>
                  <a:pt x="664255" y="310321"/>
                </a:lnTo>
                <a:close/>
                <a:lnTo>
                  <a:pt x="659178" y="297226"/>
                </a:lnTo>
                <a:close/>
                <a:lnTo>
                  <a:pt x="652175" y="284132"/>
                </a:lnTo>
                <a:close/>
                <a:lnTo>
                  <a:pt x="647604" y="277481"/>
                </a:lnTo>
                <a:close/>
                <a:lnTo>
                  <a:pt x="643503" y="271038"/>
                </a:lnTo>
                <a:close/>
                <a:lnTo>
                  <a:pt x="633038" y="257944"/>
                </a:lnTo>
                <a:close/>
                <a:lnTo>
                  <a:pt x="629822" y="254604"/>
                </a:lnTo>
                <a:close/>
                <a:lnTo>
                  <a:pt x="621346" y="244850"/>
                </a:lnTo>
                <a:close/>
                <a:lnTo>
                  <a:pt x="612041" y="235832"/>
                </a:lnTo>
                <a:close/>
                <a:lnTo>
                  <a:pt x="608257" y="231756"/>
                </a:lnTo>
                <a:close/>
                <a:lnTo>
                  <a:pt x="594259" y="218753"/>
                </a:lnTo>
                <a:close/>
                <a:lnTo>
                  <a:pt x="594168" y="218662"/>
                </a:lnTo>
                <a:close/>
                <a:lnTo>
                  <a:pt x="579556" y="205568"/>
                </a:lnTo>
                <a:close/>
                <a:lnTo>
                  <a:pt x="576477" y="203063"/>
                </a:lnTo>
                <a:close/>
                <a:lnTo>
                  <a:pt x="563977" y="192474"/>
                </a:lnTo>
                <a:close/>
                <a:lnTo>
                  <a:pt x="558695" y="188295"/>
                </a:lnTo>
                <a:close/>
                <a:lnTo>
                  <a:pt x="547243" y="179379"/>
                </a:lnTo>
                <a:close/>
                <a:lnTo>
                  <a:pt x="540913" y="174632"/>
                </a:lnTo>
                <a:close/>
                <a:lnTo>
                  <a:pt x="528763" y="166285"/>
                </a:lnTo>
                <a:close/>
                <a:lnTo>
                  <a:pt x="523132" y="162432"/>
                </a:lnTo>
                <a:close/>
                <a:lnTo>
                  <a:pt x="506968" y="153191"/>
                </a:lnTo>
                <a:close/>
                <a:lnTo>
                  <a:pt x="505350" y="152237"/>
                </a:lnTo>
                <a:close/>
                <a:lnTo>
                  <a:pt x="487568" y="144612"/>
                </a:lnTo>
                <a:close/>
                <a:lnTo>
                  <a:pt x="469786" y="140320"/>
                </a:lnTo>
                <a:close/>
                <a:lnTo>
                  <a:pt x="466261" y="140097"/>
                </a:lnTo>
                <a:close/>
                <a:lnTo>
                  <a:pt x="452005" y="139128"/>
                </a:lnTo>
                <a:close/>
                <a:lnTo>
                  <a:pt x="436881" y="140097"/>
                </a:lnTo>
                <a:close/>
                <a:lnTo>
                  <a:pt x="434223" y="140241"/>
                </a:lnTo>
                <a:close/>
                <a:lnTo>
                  <a:pt x="416441" y="141994"/>
                </a:lnTo>
                <a:close/>
                <a:lnTo>
                  <a:pt x="398659" y="143529"/>
                </a:lnTo>
                <a:close/>
                <a:lnTo>
                  <a:pt x="380877" y="144388"/>
                </a:lnTo>
                <a:close/>
                <a:lnTo>
                  <a:pt x="363096" y="144411"/>
                </a:lnTo>
                <a:close/>
                <a:lnTo>
                  <a:pt x="345314" y="143541"/>
                </a:lnTo>
                <a:close/>
                <a:lnTo>
                  <a:pt x="327532" y="141724"/>
                </a:lnTo>
                <a:close/>
                <a:lnTo>
                  <a:pt x="317214" y="140097"/>
                </a:lnTo>
                <a:close/>
                <a:lnTo>
                  <a:pt x="309750" y="138862"/>
                </a:lnTo>
                <a:close/>
                <a:lnTo>
                  <a:pt x="291968" y="134809"/>
                </a:lnTo>
                <a:close/>
                <a:lnTo>
                  <a:pt x="274187" y="129305"/>
                </a:lnTo>
                <a:close/>
                <a:lnTo>
                  <a:pt x="268404" y="127003"/>
                </a:lnTo>
                <a:close/>
                <a:lnTo>
                  <a:pt x="256405" y="122026"/>
                </a:lnTo>
                <a:close/>
                <a:lnTo>
                  <a:pt x="240742" y="113909"/>
                </a:lnTo>
                <a:close/>
                <a:lnTo>
                  <a:pt x="238623" y="112769"/>
                </a:lnTo>
                <a:close/>
                <a:lnTo>
                  <a:pt x="220841" y="101426"/>
                </a:lnTo>
                <a:close/>
                <a:lnTo>
                  <a:pt x="220006" y="100815"/>
                </a:lnTo>
                <a:close/>
                <a:lnTo>
                  <a:pt x="203059" y="88169"/>
                </a:lnTo>
                <a:close/>
                <a:lnTo>
                  <a:pt x="202510" y="87721"/>
                </a:lnTo>
                <a:close/>
                <a:lnTo>
                  <a:pt x="186673" y="74626"/>
                </a:lnTo>
                <a:close/>
                <a:lnTo>
                  <a:pt x="185278" y="73462"/>
                </a:lnTo>
                <a:close/>
                <a:lnTo>
                  <a:pt x="171495" y="61532"/>
                </a:lnTo>
                <a:close/>
                <a:lnTo>
                  <a:pt x="167496" y="58065"/>
                </a:lnTo>
                <a:close/>
                <a:lnTo>
                  <a:pt x="156185" y="48438"/>
                </a:lnTo>
                <a:close/>
                <a:lnTo>
                  <a:pt x="149714" y="42953"/>
                </a:lnTo>
                <a:close/>
                <a:lnTo>
                  <a:pt x="139967" y="35344"/>
                </a:lnTo>
                <a:close/>
                <a:lnTo>
                  <a:pt x="131932" y="29113"/>
                </a:lnTo>
                <a:close/>
                <a:lnTo>
                  <a:pt x="121546" y="22250"/>
                </a:lnTo>
                <a:close/>
                <a:lnTo>
                  <a:pt x="114150" y="17392"/>
                </a:lnTo>
                <a:close/>
                <a:lnTo>
                  <a:pt x="97903" y="9156"/>
                </a:lnTo>
                <a:close/>
                <a:lnTo>
                  <a:pt x="96369" y="8379"/>
                </a:lnTo>
                <a:close/>
                <a:lnTo>
                  <a:pt x="78587" y="2489"/>
                </a:lnTo>
                <a:close/>
                <a:lnTo>
                  <a:pt x="60805" y="0"/>
                </a:lnTo>
                <a:close/>
                <a:lnTo>
                  <a:pt x="43023" y="1501"/>
                </a:lnTo>
                <a:close/>
                <a:lnTo>
                  <a:pt x="25242" y="8260"/>
                </a:lnTo>
                <a:close/>
                <a:lnTo>
                  <a:pt x="23982" y="9156"/>
                </a:lnTo>
                <a:close/>
                <a:lnTo>
                  <a:pt x="10325" y="22250"/>
                </a:lnTo>
                <a:close/>
                <a:lnTo>
                  <a:pt x="7460" y="26591"/>
                </a:lnTo>
                <a:close/>
                <a:lnTo>
                  <a:pt x="3651" y="35344"/>
                </a:lnTo>
                <a:close/>
                <a:lnTo>
                  <a:pt x="703" y="48438"/>
                </a:lnTo>
                <a:close/>
                <a:lnTo>
                  <a:pt x="0" y="61532"/>
                </a:lnTo>
                <a:close/>
                <a:lnTo>
                  <a:pt x="939" y="74626"/>
                </a:lnTo>
                <a:close/>
                <a:lnTo>
                  <a:pt x="3081" y="87721"/>
                </a:lnTo>
                <a:close/>
                <a:lnTo>
                  <a:pt x="6128" y="100815"/>
                </a:lnTo>
                <a:close/>
                <a:lnTo>
                  <a:pt x="7460" y="105442"/>
                </a:lnTo>
                <a:close/>
                <a:lnTo>
                  <a:pt x="9962" y="113909"/>
                </a:lnTo>
                <a:close/>
                <a:lnTo>
                  <a:pt x="14239" y="127003"/>
                </a:lnTo>
                <a:close/>
                <a:lnTo>
                  <a:pt x="18789" y="140097"/>
                </a:lnTo>
                <a:close/>
                <a:lnTo>
                  <a:pt x="23560" y="153191"/>
                </a:lnTo>
                <a:close/>
                <a:lnTo>
                  <a:pt x="25242" y="157727"/>
                </a:lnTo>
                <a:close/>
                <a:lnTo>
                  <a:pt x="28512" y="166285"/>
                </a:lnTo>
                <a:close/>
                <a:lnTo>
                  <a:pt x="33500" y="179379"/>
                </a:lnTo>
                <a:close/>
                <a:lnTo>
                  <a:pt x="38514" y="192474"/>
                </a:lnTo>
                <a:close/>
                <a:lnTo>
                  <a:pt x="43023" y="204173"/>
                </a:lnTo>
                <a:close/>
                <a:lnTo>
                  <a:pt x="43578" y="205568"/>
                </a:lnTo>
                <a:close/>
                <a:lnTo>
                  <a:pt x="48648" y="218662"/>
                </a:lnTo>
                <a:close/>
                <a:lnTo>
                  <a:pt x="53768" y="231756"/>
                </a:lnTo>
                <a:close/>
                <a:lnTo>
                  <a:pt x="59069" y="244850"/>
                </a:lnTo>
                <a:close/>
                <a:lnTo>
                  <a:pt x="60805" y="249014"/>
                </a:lnTo>
                <a:close/>
                <a:lnTo>
                  <a:pt x="64556" y="257944"/>
                </a:lnTo>
                <a:close/>
                <a:lnTo>
                  <a:pt x="70417" y="271038"/>
                </a:lnTo>
                <a:close/>
                <a:lnTo>
                  <a:pt x="77005" y="284132"/>
                </a:lnTo>
                <a:close/>
                <a:lnTo>
                  <a:pt x="78587" y="286945"/>
                </a:lnTo>
                <a:close/>
                <a:lnTo>
                  <a:pt x="84152" y="297226"/>
                </a:lnTo>
                <a:close/>
                <a:lnTo>
                  <a:pt x="92306" y="310321"/>
                </a:lnTo>
                <a:close/>
                <a:lnTo>
                  <a:pt x="96369" y="315993"/>
                </a:lnTo>
                <a:close/>
                <a:lnTo>
                  <a:pt x="101270" y="323415"/>
                </a:lnTo>
                <a:close/>
                <a:lnTo>
                  <a:pt x="111136" y="336509"/>
                </a:lnTo>
                <a:close/>
                <a:lnTo>
                  <a:pt x="114150" y="340047"/>
                </a:lnTo>
                <a:close/>
                <a:lnTo>
                  <a:pt x="121431" y="349603"/>
                </a:lnTo>
                <a:close/>
                <a:lnTo>
                  <a:pt x="131932" y="361799"/>
                </a:lnTo>
                <a:close/>
                <a:lnTo>
                  <a:pt x="132619" y="362697"/>
                </a:lnTo>
                <a:close/>
                <a:lnTo>
                  <a:pt x="143611" y="375791"/>
                </a:lnTo>
                <a:close/>
                <a:lnTo>
                  <a:pt x="149714" y="382315"/>
                </a:lnTo>
                <a:close/>
                <a:lnTo>
                  <a:pt x="155173" y="388885"/>
                </a:lnTo>
                <a:close/>
                <a:lnTo>
                  <a:pt x="167239" y="401979"/>
                </a:lnTo>
                <a:close/>
                <a:lnTo>
                  <a:pt x="167496" y="402237"/>
                </a:lnTo>
                <a:close/>
                <a:lnTo>
                  <a:pt x="178997" y="415074"/>
                </a:lnTo>
                <a:close/>
                <a:lnTo>
                  <a:pt x="185278" y="421417"/>
                </a:lnTo>
                <a:close/>
                <a:lnTo>
                  <a:pt x="191378" y="428168"/>
                </a:lnTo>
                <a:close/>
                <a:lnTo>
                  <a:pt x="203059" y="439962"/>
                </a:lnTo>
                <a:close/>
                <a:lnTo>
                  <a:pt x="204260" y="441262"/>
                </a:lnTo>
                <a:close/>
                <a:lnTo>
                  <a:pt x="217152" y="454356"/>
                </a:lnTo>
                <a:close/>
                <a:lnTo>
                  <a:pt x="220841" y="457833"/>
                </a:lnTo>
                <a:close/>
                <a:lnTo>
                  <a:pt x="230480" y="467450"/>
                </a:lnTo>
                <a:close/>
                <a:lnTo>
                  <a:pt x="238623" y="475075"/>
                </a:lnTo>
                <a:close/>
                <a:lnTo>
                  <a:pt x="244269" y="480544"/>
                </a:lnTo>
                <a:close/>
                <a:lnTo>
                  <a:pt x="256405" y="491799"/>
                </a:lnTo>
                <a:close/>
                <a:lnTo>
                  <a:pt x="258366" y="493638"/>
                </a:lnTo>
                <a:close/>
                <a:lnTo>
                  <a:pt x="272582" y="506732"/>
                </a:lnTo>
                <a:close/>
                <a:lnTo>
                  <a:pt x="274187" y="508186"/>
                </a:lnTo>
                <a:close/>
                <a:lnTo>
                  <a:pt x="286943" y="519826"/>
                </a:lnTo>
                <a:close/>
                <a:lnTo>
                  <a:pt x="291968" y="524417"/>
                </a:lnTo>
                <a:close/>
                <a:lnTo>
                  <a:pt x="301395" y="532921"/>
                </a:lnTo>
                <a:close/>
                <a:lnTo>
                  <a:pt x="309750" y="540626"/>
                </a:lnTo>
                <a:close/>
                <a:lnTo>
                  <a:pt x="315773" y="546015"/>
                </a:lnTo>
                <a:close/>
                <a:lnTo>
                  <a:pt x="327532" y="556968"/>
                </a:lnTo>
                <a:close/>
                <a:lnTo>
                  <a:pt x="329944" y="559109"/>
                </a:lnTo>
                <a:close/>
                <a:lnTo>
                  <a:pt x="343932" y="572203"/>
                </a:lnTo>
                <a:close/>
                <a:lnTo>
                  <a:pt x="345314" y="573561"/>
                </a:lnTo>
                <a:close/>
                <a:lnTo>
                  <a:pt x="357974" y="585297"/>
                </a:lnTo>
                <a:close/>
                <a:lnTo>
                  <a:pt x="363096" y="590326"/>
                </a:lnTo>
                <a:close/>
                <a:lnTo>
                  <a:pt x="372044" y="598391"/>
                </a:lnTo>
                <a:close/>
                <a:lnTo>
                  <a:pt x="380877" y="606842"/>
                </a:lnTo>
                <a:close/>
                <a:lnTo>
                  <a:pt x="386340" y="611485"/>
                </a:lnTo>
                <a:close/>
                <a:lnTo>
                  <a:pt x="398659" y="622578"/>
                </a:lnTo>
                <a:close/>
                <a:lnTo>
                  <a:pt x="401260" y="624579"/>
                </a:lnTo>
                <a:close/>
                <a:lnTo>
                  <a:pt x="416441" y="636908"/>
                </a:lnTo>
                <a:close/>
                <a:lnTo>
                  <a:pt x="417595" y="637673"/>
                </a:lnTo>
                <a:close/>
                <a:lnTo>
                  <a:pt x="434223" y="649273"/>
                </a:lnTo>
                <a:close/>
                <a:lnTo>
                  <a:pt x="436987" y="650768"/>
                </a:lnTo>
                <a:close/>
                <a:lnTo>
                  <a:pt x="452005" y="659306"/>
                </a:lnTo>
                <a:close/>
                <a:lnTo>
                  <a:pt x="462949" y="663862"/>
                </a:lnTo>
                <a:close/>
                <a:lnTo>
                  <a:pt x="469786" y="666862"/>
                </a:lnTo>
                <a:close/>
                <a:lnTo>
                  <a:pt x="487568" y="672186"/>
                </a:lnTo>
                <a:close/>
                <a:lnTo>
                  <a:pt x="505350" y="675674"/>
                </a:lnTo>
                <a:close/>
                <a:lnTo>
                  <a:pt x="514917" y="676956"/>
                </a:lnTo>
                <a:close/>
                <a:lnTo>
                  <a:pt x="523132" y="678115"/>
                </a:lnTo>
                <a:close/>
                <a:lnTo>
                  <a:pt x="540913" y="680181"/>
                </a:lnTo>
                <a:close/>
                <a:lnTo>
                  <a:pt x="558695" y="682286"/>
                </a:lnTo>
                <a:close/>
                <a:lnTo>
                  <a:pt x="576477" y="684765"/>
                </a:lnTo>
                <a:close/>
                <a:lnTo>
                  <a:pt x="594259" y="687899"/>
                </a:lnTo>
                <a:close/>
                <a:lnTo>
                  <a:pt x="603678" y="690050"/>
                </a:lnTo>
                <a:close/>
                <a:lnTo>
                  <a:pt x="612041" y="692059"/>
                </a:lnTo>
                <a:close/>
                <a:lnTo>
                  <a:pt x="629822" y="697493"/>
                </a:lnTo>
                <a:close/>
                <a:lnTo>
                  <a:pt x="645221" y="703144"/>
                </a:lnTo>
                <a:close/>
                <a:lnTo>
                  <a:pt x="647604" y="704058"/>
                </a:lnTo>
                <a:close/>
                <a:lnTo>
                  <a:pt x="665386" y="711784"/>
                </a:lnTo>
                <a:close/>
                <a:lnTo>
                  <a:pt x="675354" y="716238"/>
                </a:lnTo>
                <a:close/>
                <a:lnTo>
                  <a:pt x="683168" y="719902"/>
                </a:lnTo>
                <a:close/>
                <a:lnTo>
                  <a:pt x="700950" y="727676"/>
                </a:lnTo>
                <a:close/>
                <a:lnTo>
                  <a:pt x="705754" y="729332"/>
                </a:lnTo>
                <a:close/>
                <a:lnTo>
                  <a:pt x="718731" y="734107"/>
                </a:lnTo>
                <a:close/>
                <a:lnTo>
                  <a:pt x="663930" y="624579"/>
                </a:lnTo>
                <a:close/>
                <a:lnTo>
                  <a:pt x="647604" y="620804"/>
                </a:lnTo>
                <a:close/>
                <a:lnTo>
                  <a:pt x="629822" y="615640"/>
                </a:lnTo>
                <a:close/>
                <a:lnTo>
                  <a:pt x="615541" y="611485"/>
                </a:lnTo>
                <a:close/>
                <a:lnTo>
                  <a:pt x="612041" y="610436"/>
                </a:lnTo>
                <a:close/>
                <a:lnTo>
                  <a:pt x="594259" y="605764"/>
                </a:lnTo>
                <a:close/>
                <a:lnTo>
                  <a:pt x="576477" y="602318"/>
                </a:lnTo>
                <a:close/>
                <a:lnTo>
                  <a:pt x="558695" y="600134"/>
                </a:lnTo>
                <a:close/>
                <a:lnTo>
                  <a:pt x="540913" y="598881"/>
                </a:lnTo>
                <a:close/>
                <a:lnTo>
                  <a:pt x="532266" y="598391"/>
                </a:lnTo>
                <a:close/>
                <a:lnTo>
                  <a:pt x="523132" y="597860"/>
                </a:lnTo>
                <a:close/>
                <a:lnTo>
                  <a:pt x="505350" y="596322"/>
                </a:lnTo>
                <a:close/>
                <a:lnTo>
                  <a:pt x="487568" y="593732"/>
                </a:lnTo>
                <a:close/>
                <a:lnTo>
                  <a:pt x="469786" y="589733"/>
                </a:lnTo>
                <a:close/>
                <a:lnTo>
                  <a:pt x="455950" y="585297"/>
                </a:lnTo>
                <a:close/>
                <a:lnTo>
                  <a:pt x="452005" y="584059"/>
                </a:lnTo>
                <a:close/>
                <a:lnTo>
                  <a:pt x="434223" y="576615"/>
                </a:lnTo>
                <a:close/>
                <a:lnTo>
                  <a:pt x="425824" y="572203"/>
                </a:lnTo>
                <a:close/>
                <a:lnTo>
                  <a:pt x="416441" y="567500"/>
                </a:lnTo>
                <a:close/>
                <a:lnTo>
                  <a:pt x="402449" y="559109"/>
                </a:lnTo>
                <a:close/>
                <a:lnTo>
                  <a:pt x="398659" y="556965"/>
                </a:lnTo>
                <a:close/>
                <a:lnTo>
                  <a:pt x="381966" y="546015"/>
                </a:lnTo>
                <a:close/>
                <a:lnTo>
                  <a:pt x="380877" y="545345"/>
                </a:lnTo>
                <a:close/>
                <a:lnTo>
                  <a:pt x="363096" y="532931"/>
                </a:lnTo>
                <a:close/>
                <a:lnTo>
                  <a:pt x="363083" y="532921"/>
                </a:lnTo>
                <a:close/>
                <a:lnTo>
                  <a:pt x="345314" y="519876"/>
                </a:lnTo>
                <a:close/>
                <a:lnTo>
                  <a:pt x="345252" y="519826"/>
                </a:lnTo>
                <a:close/>
                <a:lnTo>
                  <a:pt x="328272" y="506732"/>
                </a:lnTo>
                <a:close/>
                <a:lnTo>
                  <a:pt x="327532" y="506183"/>
                </a:lnTo>
                <a:close/>
                <a:lnTo>
                  <a:pt x="312143" y="493638"/>
                </a:lnTo>
                <a:close/>
                <a:lnTo>
                  <a:pt x="309750" y="491725"/>
                </a:lnTo>
                <a:close/>
                <a:lnTo>
                  <a:pt x="296862" y="480544"/>
                </a:lnTo>
                <a:close/>
                <a:lnTo>
                  <a:pt x="291968" y="476296"/>
                </a:lnTo>
                <a:close/>
                <a:lnTo>
                  <a:pt x="282426" y="467450"/>
                </a:lnTo>
                <a:close/>
                <a:lnTo>
                  <a:pt x="274187" y="459652"/>
                </a:lnTo>
                <a:close/>
                <a:lnTo>
                  <a:pt x="268839" y="454356"/>
                </a:lnTo>
                <a:close/>
                <a:lnTo>
                  <a:pt x="256405" y="441552"/>
                </a:lnTo>
                <a:close/>
                <a:lnTo>
                  <a:pt x="256129" y="441262"/>
                </a:lnTo>
                <a:close/>
                <a:lnTo>
                  <a:pt x="244505" y="428168"/>
                </a:lnTo>
                <a:close/>
                <a:lnTo>
                  <a:pt x="238623" y="421105"/>
                </a:lnTo>
                <a:close/>
                <a:lnTo>
                  <a:pt x="233603" y="415074"/>
                </a:lnTo>
                <a:close/>
                <a:lnTo>
                  <a:pt x="223576" y="401979"/>
                </a:lnTo>
                <a:close/>
                <a:lnTo>
                  <a:pt x="220841" y="398047"/>
                </a:lnTo>
                <a:close/>
                <a:lnTo>
                  <a:pt x="214334" y="388885"/>
                </a:lnTo>
                <a:close/>
                <a:lnTo>
                  <a:pt x="205860" y="375791"/>
                </a:lnTo>
                <a:close/>
                <a:lnTo>
                  <a:pt x="203059" y="370949"/>
                </a:lnTo>
                <a:close/>
                <a:lnTo>
                  <a:pt x="198097" y="362697"/>
                </a:lnTo>
                <a:close/>
                <a:lnTo>
                  <a:pt x="191057" y="349603"/>
                </a:lnTo>
                <a:close/>
                <a:lnTo>
                  <a:pt x="185278" y="337911"/>
                </a:lnTo>
                <a:close/>
                <a:lnTo>
                  <a:pt x="184551" y="336509"/>
                </a:lnTo>
                <a:close/>
                <a:lnTo>
                  <a:pt x="178724" y="323415"/>
                </a:lnTo>
                <a:close/>
                <a:lnTo>
                  <a:pt x="173326" y="310321"/>
                </a:lnTo>
                <a:close/>
                <a:lnTo>
                  <a:pt x="168183" y="297226"/>
                </a:lnTo>
                <a:close/>
                <a:lnTo>
                  <a:pt x="167496" y="295292"/>
                </a:lnTo>
                <a:close/>
                <a:lnTo>
                  <a:pt x="163489" y="284132"/>
                </a:lnTo>
                <a:close/>
                <a:lnTo>
                  <a:pt x="158990" y="271038"/>
                </a:lnTo>
                <a:close/>
                <a:lnTo>
                  <a:pt x="154479" y="257944"/>
                </a:lnTo>
                <a:close/>
                <a:lnTo>
                  <a:pt x="149761" y="244850"/>
                </a:lnTo>
                <a:close/>
                <a:lnTo>
                  <a:pt x="149714" y="244710"/>
                </a:lnTo>
                <a:close/>
                <a:lnTo>
                  <a:pt x="145569" y="231756"/>
                </a:lnTo>
                <a:close/>
                <a:lnTo>
                  <a:pt x="141352" y="218662"/>
                </a:lnTo>
                <a:close/>
                <a:lnTo>
                  <a:pt x="137059" y="205568"/>
                </a:lnTo>
                <a:close/>
                <a:lnTo>
                  <a:pt x="132652" y="192474"/>
                </a:lnTo>
                <a:close/>
                <a:lnTo>
                  <a:pt x="131932" y="189375"/>
                </a:lnTo>
                <a:close/>
                <a:lnTo>
                  <a:pt x="130039" y="179379"/>
                </a:lnTo>
                <a:close/>
                <a:lnTo>
                  <a:pt x="130242" y="166285"/>
                </a:lnTo>
                <a:close/>
                <a:lnTo>
                  <a:pt x="131932" y="162691"/>
                </a:lnTo>
                <a:close/>
                <a:lnTo>
                  <a:pt x="149714" y="160916"/>
                </a:lnTo>
                <a:close/>
                <a:lnTo>
                  <a:pt x="162291" y="166285"/>
                </a:lnTo>
                <a:close/>
                <a:lnTo>
                  <a:pt x="167496" y="168094"/>
                </a:lnTo>
                <a:close/>
                <a:lnTo>
                  <a:pt x="185278" y="177273"/>
                </a:lnTo>
                <a:close/>
                <a:lnTo>
                  <a:pt x="188927" y="179379"/>
                </a:lnTo>
                <a:close/>
                <a:lnTo>
                  <a:pt x="203059" y="186695"/>
                </a:lnTo>
                <a:close/>
                <a:lnTo>
                  <a:pt x="214396" y="192474"/>
                </a:lnTo>
                <a:close/>
                <a:lnTo>
                  <a:pt x="220841" y="195485"/>
                </a:lnTo>
                <a:close/>
                <a:lnTo>
                  <a:pt x="238623" y="203470"/>
                </a:lnTo>
                <a:close/>
                <a:lnTo>
                  <a:pt x="243822" y="205568"/>
                </a:lnTo>
                <a:close/>
                <a:lnTo>
                  <a:pt x="256405" y="210480"/>
                </a:lnTo>
                <a:close/>
                <a:lnTo>
                  <a:pt x="274187" y="216229"/>
                </a:lnTo>
                <a:close/>
                <a:lnTo>
                  <a:pt x="284015" y="218662"/>
                </a:lnTo>
                <a:close/>
                <a:lnTo>
                  <a:pt x="291968" y="220645"/>
                </a:lnTo>
                <a:close/>
                <a:lnTo>
                  <a:pt x="309750" y="223553"/>
                </a:lnTo>
                <a:close/>
                <a:lnTo>
                  <a:pt x="327532" y="224863"/>
                </a:lnTo>
                <a:close/>
                <a:lnTo>
                  <a:pt x="345314" y="224599"/>
                </a:lnTo>
                <a:close/>
                <a:lnTo>
                  <a:pt x="363096" y="223040"/>
                </a:lnTo>
                <a:close/>
                <a:lnTo>
                  <a:pt x="380877" y="220773"/>
                </a:lnTo>
                <a:close/>
                <a:lnTo>
                  <a:pt x="398083" y="218662"/>
                </a:lnTo>
                <a:close/>
                <a:lnTo>
                  <a:pt x="398659" y="218600"/>
                </a:lnTo>
                <a:close/>
                <a:lnTo>
                  <a:pt x="416441" y="217454"/>
                </a:lnTo>
                <a:close/>
                <a:lnTo>
                  <a:pt x="434223" y="217676"/>
                </a:lnTo>
                <a:close/>
                <a:lnTo>
                  <a:pt x="442751" y="218662"/>
                </a:lnTo>
                <a:close/>
                <a:lnTo>
                  <a:pt x="452005" y="219837"/>
                </a:lnTo>
                <a:close/>
                <a:lnTo>
                  <a:pt x="469786" y="224522"/>
                </a:lnTo>
                <a:close/>
                <a:lnTo>
                  <a:pt x="486829" y="231756"/>
                </a:lnTo>
                <a:close/>
                <a:lnTo>
                  <a:pt x="487568" y="232108"/>
                </a:lnTo>
                <a:close/>
                <a:lnTo>
                  <a:pt x="505350" y="243885"/>
                </a:lnTo>
                <a:close/>
                <a:lnTo>
                  <a:pt x="506502" y="244850"/>
                </a:lnTo>
                <a:close/>
                <a:lnTo>
                  <a:pt x="520285" y="257944"/>
                </a:lnTo>
                <a:close/>
                <a:lnTo>
                  <a:pt x="523132" y="261020"/>
                </a:lnTo>
                <a:close/>
                <a:lnTo>
                  <a:pt x="531113" y="271038"/>
                </a:lnTo>
                <a:close/>
                <a:lnTo>
                  <a:pt x="540305" y="284132"/>
                </a:lnTo>
                <a:close/>
                <a:lnTo>
                  <a:pt x="540913" y="285084"/>
                </a:lnTo>
                <a:close/>
                <a:lnTo>
                  <a:pt x="548006" y="297226"/>
                </a:lnTo>
                <a:close/>
                <a:lnTo>
                  <a:pt x="555033" y="310321"/>
                </a:lnTo>
                <a:close/>
                <a:lnTo>
                  <a:pt x="558695" y="317419"/>
                </a:lnTo>
                <a:close/>
                <a:lnTo>
                  <a:pt x="561630" y="323415"/>
                </a:lnTo>
                <a:close/>
                <a:lnTo>
                  <a:pt x="567910" y="336509"/>
                </a:lnTo>
                <a:close/>
                <a:lnTo>
                  <a:pt x="574230" y="349603"/>
                </a:lnTo>
                <a:close/>
                <a:lnTo>
                  <a:pt x="576477" y="354053"/>
                </a:lnTo>
                <a:close/>
                <a:lnTo>
                  <a:pt x="580649" y="362697"/>
                </a:lnTo>
                <a:close/>
                <a:lnTo>
                  <a:pt x="587213" y="375791"/>
                </a:lnTo>
                <a:close/>
                <a:lnTo>
                  <a:pt x="594196" y="388885"/>
                </a:lnTo>
                <a:close/>
                <a:lnTo>
                  <a:pt x="594259" y="388995"/>
                </a:lnTo>
                <a:close/>
                <a:lnTo>
                  <a:pt x="601384" y="401979"/>
                </a:lnTo>
                <a:close/>
                <a:lnTo>
                  <a:pt x="609092" y="415074"/>
                </a:lnTo>
                <a:close/>
                <a:lnTo>
                  <a:pt x="612041" y="419702"/>
                </a:lnTo>
                <a:close/>
                <a:lnTo>
                  <a:pt x="617262" y="428168"/>
                </a:lnTo>
                <a:close/>
                <a:lnTo>
                  <a:pt x="625945" y="441262"/>
                </a:lnTo>
                <a:close/>
                <a:lnTo>
                  <a:pt x="629822" y="446702"/>
                </a:lnTo>
                <a:close/>
                <a:lnTo>
                  <a:pt x="635143" y="454356"/>
                </a:lnTo>
                <a:close/>
                <a:lnTo>
                  <a:pt x="644797" y="467450"/>
                </a:lnTo>
                <a:close/>
                <a:lnTo>
                  <a:pt x="647604" y="471123"/>
                </a:lnTo>
                <a:close/>
                <a:lnTo>
                  <a:pt x="654628" y="480544"/>
                </a:lnTo>
                <a:close/>
                <a:lnTo>
                  <a:pt x="664702" y="493638"/>
                </a:lnTo>
                <a:close/>
                <a:lnTo>
                  <a:pt x="665386" y="494559"/>
                </a:lnTo>
                <a:close/>
                <a:lnTo>
                  <a:pt x="674132" y="506732"/>
                </a:lnTo>
                <a:close/>
                <a:lnTo>
                  <a:pt x="683168" y="519577"/>
                </a:lnTo>
                <a:close/>
                <a:lnTo>
                  <a:pt x="683337" y="519826"/>
                </a:lnTo>
                <a:close/>
                <a:lnTo>
                  <a:pt x="691056" y="532921"/>
                </a:lnTo>
                <a:close/>
                <a:lnTo>
                  <a:pt x="697846" y="546015"/>
                </a:lnTo>
                <a:close/>
                <a:lnTo>
                  <a:pt x="700950" y="553515"/>
                </a:lnTo>
                <a:close/>
                <a:lnTo>
                  <a:pt x="703113" y="559109"/>
                </a:lnTo>
                <a:close/>
                <a:lnTo>
                  <a:pt x="706491" y="572203"/>
                </a:lnTo>
                <a:close/>
                <a:lnTo>
                  <a:pt x="708121" y="585297"/>
                </a:lnTo>
                <a:close/>
                <a:lnTo>
                  <a:pt x="707558" y="598391"/>
                </a:lnTo>
                <a:close/>
                <a:lnTo>
                  <a:pt x="703752" y="611485"/>
                </a:lnTo>
                <a:close/>
                <a:lnTo>
                  <a:pt x="700950" y="615946"/>
                </a:lnTo>
                <a:close/>
                <a:lnTo>
                  <a:pt x="686179" y="624579"/>
                </a:lnTo>
                <a:close/>
                <a:lnTo>
                  <a:pt x="683168" y="625524"/>
                </a:lnTo>
                <a:close/>
                <a:lnTo>
                  <a:pt x="665386" y="624924"/>
                </a:lnTo>
                <a:close/>
                <a:lnTo>
                  <a:pt x="663930" y="624579"/>
                </a:lnTo>
                <a:close/>
              </a:path>
            </a:pathLst>
          </a:custGeom>
          <a:solidFill>
            <a:srgbClr val="3282B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2131021" y="1512907"/>
            <a:ext cx="578082" cy="464608"/>
          </a:xfrm>
          <a:custGeom>
            <a:avLst/>
            <a:gdLst/>
            <a:ahLst/>
            <a:cxnLst/>
            <a:rect l="l" t="t" r="r" b="b"/>
            <a:pathLst>
              <a:path w="578082" h="464608">
                <a:moveTo>
                  <a:pt x="535347" y="464008"/>
                </a:moveTo>
                <a:lnTo>
                  <a:pt x="553129" y="464608"/>
                </a:lnTo>
                <a:close/>
                <a:lnTo>
                  <a:pt x="556140" y="463663"/>
                </a:lnTo>
                <a:close/>
                <a:lnTo>
                  <a:pt x="570911" y="455030"/>
                </a:lnTo>
                <a:close/>
                <a:lnTo>
                  <a:pt x="573713" y="450569"/>
                </a:lnTo>
                <a:close/>
                <a:lnTo>
                  <a:pt x="577519" y="437475"/>
                </a:lnTo>
                <a:close/>
                <a:lnTo>
                  <a:pt x="578082" y="424381"/>
                </a:lnTo>
                <a:close/>
                <a:lnTo>
                  <a:pt x="576452" y="411287"/>
                </a:lnTo>
                <a:close/>
                <a:lnTo>
                  <a:pt x="573074" y="398193"/>
                </a:lnTo>
                <a:close/>
                <a:lnTo>
                  <a:pt x="570911" y="392599"/>
                </a:lnTo>
                <a:close/>
                <a:lnTo>
                  <a:pt x="567807" y="385099"/>
                </a:lnTo>
                <a:close/>
                <a:lnTo>
                  <a:pt x="561017" y="372005"/>
                </a:lnTo>
                <a:close/>
                <a:lnTo>
                  <a:pt x="553298" y="358910"/>
                </a:lnTo>
                <a:close/>
                <a:lnTo>
                  <a:pt x="553129" y="358661"/>
                </a:lnTo>
                <a:close/>
                <a:lnTo>
                  <a:pt x="544093" y="345816"/>
                </a:lnTo>
                <a:close/>
                <a:lnTo>
                  <a:pt x="535347" y="333643"/>
                </a:lnTo>
                <a:close/>
                <a:lnTo>
                  <a:pt x="534663" y="332722"/>
                </a:lnTo>
                <a:close/>
                <a:lnTo>
                  <a:pt x="524589" y="319628"/>
                </a:lnTo>
                <a:close/>
                <a:lnTo>
                  <a:pt x="517565" y="310207"/>
                </a:lnTo>
                <a:close/>
                <a:lnTo>
                  <a:pt x="514758" y="306534"/>
                </a:lnTo>
                <a:close/>
                <a:lnTo>
                  <a:pt x="505104" y="293440"/>
                </a:lnTo>
                <a:close/>
                <a:lnTo>
                  <a:pt x="499783" y="285786"/>
                </a:lnTo>
                <a:close/>
                <a:lnTo>
                  <a:pt x="495906" y="280346"/>
                </a:lnTo>
                <a:close/>
                <a:lnTo>
                  <a:pt x="487223" y="267252"/>
                </a:lnTo>
                <a:close/>
                <a:lnTo>
                  <a:pt x="482002" y="258786"/>
                </a:lnTo>
                <a:close/>
                <a:lnTo>
                  <a:pt x="479053" y="254158"/>
                </a:lnTo>
                <a:close/>
                <a:lnTo>
                  <a:pt x="471345" y="241063"/>
                </a:lnTo>
                <a:close/>
                <a:lnTo>
                  <a:pt x="464220" y="228079"/>
                </a:lnTo>
                <a:close/>
                <a:lnTo>
                  <a:pt x="464157" y="227969"/>
                </a:lnTo>
                <a:close/>
                <a:lnTo>
                  <a:pt x="457174" y="214875"/>
                </a:lnTo>
                <a:close/>
                <a:lnTo>
                  <a:pt x="450610" y="201781"/>
                </a:lnTo>
                <a:close/>
                <a:lnTo>
                  <a:pt x="446438" y="193137"/>
                </a:lnTo>
                <a:close/>
                <a:lnTo>
                  <a:pt x="444191" y="188687"/>
                </a:lnTo>
                <a:close/>
                <a:lnTo>
                  <a:pt x="437871" y="175593"/>
                </a:lnTo>
                <a:close/>
                <a:lnTo>
                  <a:pt x="431591" y="162499"/>
                </a:lnTo>
                <a:close/>
                <a:lnTo>
                  <a:pt x="428656" y="156503"/>
                </a:lnTo>
                <a:close/>
                <a:lnTo>
                  <a:pt x="424994" y="149405"/>
                </a:lnTo>
                <a:close/>
                <a:lnTo>
                  <a:pt x="417967" y="136310"/>
                </a:lnTo>
                <a:close/>
                <a:lnTo>
                  <a:pt x="410874" y="124168"/>
                </a:lnTo>
                <a:close/>
                <a:lnTo>
                  <a:pt x="410266" y="123216"/>
                </a:lnTo>
                <a:close/>
                <a:lnTo>
                  <a:pt x="401074" y="110122"/>
                </a:lnTo>
                <a:close/>
                <a:lnTo>
                  <a:pt x="393093" y="100104"/>
                </a:lnTo>
                <a:close/>
                <a:lnTo>
                  <a:pt x="390246" y="97028"/>
                </a:lnTo>
                <a:close/>
                <a:lnTo>
                  <a:pt x="376463" y="83934"/>
                </a:lnTo>
                <a:close/>
                <a:lnTo>
                  <a:pt x="375311" y="82969"/>
                </a:lnTo>
                <a:close/>
                <a:lnTo>
                  <a:pt x="357529" y="71192"/>
                </a:lnTo>
                <a:close/>
                <a:lnTo>
                  <a:pt x="356790" y="70840"/>
                </a:lnTo>
                <a:close/>
                <a:lnTo>
                  <a:pt x="339747" y="63606"/>
                </a:lnTo>
                <a:close/>
                <a:lnTo>
                  <a:pt x="321966" y="58921"/>
                </a:lnTo>
                <a:close/>
                <a:lnTo>
                  <a:pt x="312712" y="57746"/>
                </a:lnTo>
                <a:close/>
                <a:lnTo>
                  <a:pt x="304184" y="56760"/>
                </a:lnTo>
                <a:close/>
                <a:lnTo>
                  <a:pt x="286402" y="56538"/>
                </a:lnTo>
                <a:close/>
                <a:lnTo>
                  <a:pt x="268620" y="57684"/>
                </a:lnTo>
                <a:close/>
                <a:lnTo>
                  <a:pt x="268044" y="57746"/>
                </a:lnTo>
                <a:close/>
                <a:lnTo>
                  <a:pt x="250838" y="59857"/>
                </a:lnTo>
                <a:close/>
                <a:lnTo>
                  <a:pt x="233057" y="62124"/>
                </a:lnTo>
                <a:close/>
                <a:lnTo>
                  <a:pt x="215275" y="63683"/>
                </a:lnTo>
                <a:close/>
                <a:lnTo>
                  <a:pt x="197493" y="63947"/>
                </a:lnTo>
                <a:close/>
                <a:lnTo>
                  <a:pt x="179711" y="62637"/>
                </a:lnTo>
                <a:close/>
                <a:lnTo>
                  <a:pt x="161929" y="59729"/>
                </a:lnTo>
                <a:close/>
                <a:lnTo>
                  <a:pt x="153976" y="57746"/>
                </a:lnTo>
                <a:close/>
                <a:lnTo>
                  <a:pt x="144148" y="55313"/>
                </a:lnTo>
                <a:close/>
                <a:lnTo>
                  <a:pt x="126366" y="49564"/>
                </a:lnTo>
                <a:close/>
                <a:lnTo>
                  <a:pt x="113783" y="44652"/>
                </a:lnTo>
                <a:close/>
                <a:lnTo>
                  <a:pt x="108584" y="42554"/>
                </a:lnTo>
                <a:close/>
                <a:lnTo>
                  <a:pt x="90802" y="34569"/>
                </a:lnTo>
                <a:close/>
                <a:lnTo>
                  <a:pt x="84357" y="31558"/>
                </a:lnTo>
                <a:close/>
                <a:lnTo>
                  <a:pt x="73020" y="25779"/>
                </a:lnTo>
                <a:close/>
                <a:lnTo>
                  <a:pt x="58888" y="18463"/>
                </a:lnTo>
                <a:close/>
                <a:lnTo>
                  <a:pt x="55239" y="16357"/>
                </a:lnTo>
                <a:close/>
                <a:lnTo>
                  <a:pt x="37457" y="7178"/>
                </a:lnTo>
                <a:close/>
                <a:lnTo>
                  <a:pt x="32252" y="5369"/>
                </a:lnTo>
                <a:close/>
                <a:lnTo>
                  <a:pt x="19675" y="0"/>
                </a:lnTo>
                <a:close/>
                <a:lnTo>
                  <a:pt x="1893" y="1775"/>
                </a:lnTo>
                <a:close/>
                <a:lnTo>
                  <a:pt x="203" y="5369"/>
                </a:lnTo>
                <a:close/>
                <a:lnTo>
                  <a:pt x="0" y="18463"/>
                </a:lnTo>
                <a:close/>
                <a:lnTo>
                  <a:pt x="1893" y="28459"/>
                </a:lnTo>
                <a:close/>
                <a:lnTo>
                  <a:pt x="2613" y="31558"/>
                </a:lnTo>
                <a:close/>
                <a:lnTo>
                  <a:pt x="7020" y="44652"/>
                </a:lnTo>
                <a:close/>
                <a:lnTo>
                  <a:pt x="11313" y="57746"/>
                </a:lnTo>
                <a:close/>
                <a:lnTo>
                  <a:pt x="15530" y="70840"/>
                </a:lnTo>
                <a:close/>
                <a:lnTo>
                  <a:pt x="19675" y="83794"/>
                </a:lnTo>
                <a:close/>
                <a:lnTo>
                  <a:pt x="19722" y="83934"/>
                </a:lnTo>
                <a:close/>
                <a:lnTo>
                  <a:pt x="24440" y="97028"/>
                </a:lnTo>
                <a:close/>
                <a:lnTo>
                  <a:pt x="28951" y="110122"/>
                </a:lnTo>
                <a:close/>
                <a:lnTo>
                  <a:pt x="33450" y="123216"/>
                </a:lnTo>
                <a:close/>
                <a:lnTo>
                  <a:pt x="37457" y="134376"/>
                </a:lnTo>
                <a:close/>
                <a:lnTo>
                  <a:pt x="38144" y="136310"/>
                </a:lnTo>
                <a:close/>
                <a:lnTo>
                  <a:pt x="43287" y="149405"/>
                </a:lnTo>
                <a:close/>
                <a:lnTo>
                  <a:pt x="48685" y="162499"/>
                </a:lnTo>
                <a:close/>
                <a:lnTo>
                  <a:pt x="54512" y="175593"/>
                </a:lnTo>
                <a:close/>
                <a:lnTo>
                  <a:pt x="55239" y="176995"/>
                </a:lnTo>
                <a:close/>
                <a:lnTo>
                  <a:pt x="61018" y="188687"/>
                </a:lnTo>
                <a:close/>
                <a:lnTo>
                  <a:pt x="68058" y="201781"/>
                </a:lnTo>
                <a:close/>
                <a:lnTo>
                  <a:pt x="73020" y="210033"/>
                </a:lnTo>
                <a:close/>
                <a:lnTo>
                  <a:pt x="75821" y="214875"/>
                </a:lnTo>
                <a:close/>
                <a:lnTo>
                  <a:pt x="84295" y="227969"/>
                </a:lnTo>
                <a:close/>
                <a:lnTo>
                  <a:pt x="90802" y="237131"/>
                </a:lnTo>
                <a:close/>
                <a:lnTo>
                  <a:pt x="93537" y="241063"/>
                </a:lnTo>
                <a:close/>
                <a:lnTo>
                  <a:pt x="103564" y="254158"/>
                </a:lnTo>
                <a:close/>
                <a:lnTo>
                  <a:pt x="108584" y="260189"/>
                </a:lnTo>
                <a:close/>
                <a:lnTo>
                  <a:pt x="114466" y="267252"/>
                </a:lnTo>
                <a:close/>
                <a:lnTo>
                  <a:pt x="126090" y="280346"/>
                </a:lnTo>
                <a:close/>
                <a:lnTo>
                  <a:pt x="126366" y="280636"/>
                </a:lnTo>
                <a:close/>
                <a:lnTo>
                  <a:pt x="138800" y="293440"/>
                </a:lnTo>
                <a:close/>
                <a:lnTo>
                  <a:pt x="144148" y="298736"/>
                </a:lnTo>
                <a:close/>
                <a:lnTo>
                  <a:pt x="152387" y="306534"/>
                </a:lnTo>
                <a:close/>
                <a:lnTo>
                  <a:pt x="161929" y="315380"/>
                </a:lnTo>
                <a:close/>
                <a:lnTo>
                  <a:pt x="166823" y="319628"/>
                </a:lnTo>
                <a:close/>
                <a:lnTo>
                  <a:pt x="179711" y="330809"/>
                </a:lnTo>
                <a:close/>
                <a:lnTo>
                  <a:pt x="182104" y="332722"/>
                </a:lnTo>
                <a:close/>
                <a:lnTo>
                  <a:pt x="197493" y="345267"/>
                </a:lnTo>
                <a:close/>
                <a:lnTo>
                  <a:pt x="198233" y="345816"/>
                </a:lnTo>
                <a:close/>
                <a:lnTo>
                  <a:pt x="215213" y="358910"/>
                </a:lnTo>
                <a:close/>
                <a:lnTo>
                  <a:pt x="215275" y="358960"/>
                </a:lnTo>
                <a:close/>
                <a:lnTo>
                  <a:pt x="233044" y="372005"/>
                </a:lnTo>
                <a:close/>
                <a:lnTo>
                  <a:pt x="233057" y="372015"/>
                </a:lnTo>
                <a:close/>
                <a:lnTo>
                  <a:pt x="250838" y="384429"/>
                </a:lnTo>
                <a:close/>
                <a:lnTo>
                  <a:pt x="251927" y="385099"/>
                </a:lnTo>
                <a:close/>
                <a:lnTo>
                  <a:pt x="268620" y="396049"/>
                </a:lnTo>
                <a:close/>
                <a:lnTo>
                  <a:pt x="272410" y="398193"/>
                </a:lnTo>
                <a:close/>
                <a:lnTo>
                  <a:pt x="286402" y="406584"/>
                </a:lnTo>
                <a:close/>
                <a:lnTo>
                  <a:pt x="295785" y="411287"/>
                </a:lnTo>
                <a:close/>
                <a:lnTo>
                  <a:pt x="304184" y="415699"/>
                </a:lnTo>
                <a:close/>
                <a:lnTo>
                  <a:pt x="321966" y="423143"/>
                </a:lnTo>
                <a:close/>
                <a:lnTo>
                  <a:pt x="325911" y="424381"/>
                </a:lnTo>
                <a:close/>
                <a:lnTo>
                  <a:pt x="339747" y="428817"/>
                </a:lnTo>
                <a:close/>
                <a:lnTo>
                  <a:pt x="357529" y="432816"/>
                </a:lnTo>
                <a:close/>
                <a:lnTo>
                  <a:pt x="375311" y="435406"/>
                </a:lnTo>
                <a:close/>
                <a:lnTo>
                  <a:pt x="393093" y="436944"/>
                </a:lnTo>
                <a:close/>
                <a:lnTo>
                  <a:pt x="402227" y="437475"/>
                </a:lnTo>
                <a:close/>
                <a:lnTo>
                  <a:pt x="410874" y="437965"/>
                </a:lnTo>
                <a:close/>
                <a:lnTo>
                  <a:pt x="428656" y="439218"/>
                </a:lnTo>
                <a:close/>
                <a:lnTo>
                  <a:pt x="446438" y="441402"/>
                </a:lnTo>
                <a:close/>
                <a:lnTo>
                  <a:pt x="464220" y="444848"/>
                </a:lnTo>
                <a:close/>
                <a:lnTo>
                  <a:pt x="482002" y="449520"/>
                </a:lnTo>
                <a:close/>
                <a:lnTo>
                  <a:pt x="485502" y="450569"/>
                </a:lnTo>
                <a:close/>
                <a:lnTo>
                  <a:pt x="499783" y="454724"/>
                </a:lnTo>
                <a:close/>
                <a:lnTo>
                  <a:pt x="517565" y="459888"/>
                </a:lnTo>
                <a:close/>
                <a:lnTo>
                  <a:pt x="533891" y="463663"/>
                </a:lnTo>
                <a:close/>
                <a:lnTo>
                  <a:pt x="535347" y="464008"/>
                </a:lnTo>
                <a:close/>
                <a:lnTo>
                  <a:pt x="300684" y="358910"/>
                </a:lnTo>
                <a:close/>
                <a:lnTo>
                  <a:pt x="286402" y="354505"/>
                </a:lnTo>
                <a:close/>
                <a:lnTo>
                  <a:pt x="268620" y="347414"/>
                </a:lnTo>
                <a:close/>
                <a:lnTo>
                  <a:pt x="265463" y="345816"/>
                </a:lnTo>
                <a:close/>
                <a:lnTo>
                  <a:pt x="250838" y="338758"/>
                </a:lnTo>
                <a:close/>
                <a:lnTo>
                  <a:pt x="240136" y="332722"/>
                </a:lnTo>
                <a:close/>
                <a:lnTo>
                  <a:pt x="233057" y="328851"/>
                </a:lnTo>
                <a:close/>
                <a:lnTo>
                  <a:pt x="218471" y="319628"/>
                </a:lnTo>
                <a:close/>
                <a:lnTo>
                  <a:pt x="215275" y="317624"/>
                </a:lnTo>
                <a:close/>
                <a:lnTo>
                  <a:pt x="199825" y="306534"/>
                </a:lnTo>
                <a:close/>
                <a:lnTo>
                  <a:pt x="197493" y="304834"/>
                </a:lnTo>
                <a:close/>
                <a:lnTo>
                  <a:pt x="183666" y="293440"/>
                </a:lnTo>
                <a:close/>
                <a:lnTo>
                  <a:pt x="179711" y="290049"/>
                </a:lnTo>
                <a:close/>
                <a:lnTo>
                  <a:pt x="169515" y="280346"/>
                </a:lnTo>
                <a:close/>
                <a:lnTo>
                  <a:pt x="161929" y="272682"/>
                </a:lnTo>
                <a:close/>
                <a:lnTo>
                  <a:pt x="156980" y="267252"/>
                </a:lnTo>
                <a:close/>
                <a:lnTo>
                  <a:pt x="146050" y="254158"/>
                </a:lnTo>
                <a:close/>
                <a:lnTo>
                  <a:pt x="144148" y="251540"/>
                </a:lnTo>
                <a:close/>
                <a:lnTo>
                  <a:pt x="136970" y="241063"/>
                </a:lnTo>
                <a:close/>
                <a:lnTo>
                  <a:pt x="129089" y="227969"/>
                </a:lnTo>
                <a:close/>
                <a:lnTo>
                  <a:pt x="126366" y="222390"/>
                </a:lnTo>
                <a:close/>
                <a:lnTo>
                  <a:pt x="122820" y="214875"/>
                </a:lnTo>
                <a:close/>
                <a:lnTo>
                  <a:pt x="118131" y="201781"/>
                </a:lnTo>
                <a:close/>
                <a:lnTo>
                  <a:pt x="114838" y="188687"/>
                </a:lnTo>
                <a:close/>
                <a:lnTo>
                  <a:pt x="113176" y="175593"/>
                </a:lnTo>
                <a:close/>
                <a:lnTo>
                  <a:pt x="113591" y="162499"/>
                </a:lnTo>
                <a:close/>
                <a:lnTo>
                  <a:pt x="117072" y="149405"/>
                </a:lnTo>
                <a:close/>
                <a:lnTo>
                  <a:pt x="126124" y="136310"/>
                </a:lnTo>
                <a:close/>
                <a:lnTo>
                  <a:pt x="126366" y="136101"/>
                </a:lnTo>
                <a:close/>
                <a:lnTo>
                  <a:pt x="144148" y="129685"/>
                </a:lnTo>
                <a:close/>
                <a:lnTo>
                  <a:pt x="161929" y="129215"/>
                </a:lnTo>
                <a:close/>
                <a:lnTo>
                  <a:pt x="179711" y="131171"/>
                </a:lnTo>
                <a:close/>
                <a:lnTo>
                  <a:pt x="197493" y="134284"/>
                </a:lnTo>
                <a:close/>
                <a:lnTo>
                  <a:pt x="207378" y="136310"/>
                </a:lnTo>
                <a:close/>
                <a:lnTo>
                  <a:pt x="215275" y="138010"/>
                </a:lnTo>
                <a:close/>
                <a:lnTo>
                  <a:pt x="233057" y="141961"/>
                </a:lnTo>
                <a:close/>
                <a:lnTo>
                  <a:pt x="250838" y="145897"/>
                </a:lnTo>
                <a:close/>
                <a:lnTo>
                  <a:pt x="267612" y="149405"/>
                </a:lnTo>
                <a:close/>
                <a:lnTo>
                  <a:pt x="268620" y="149649"/>
                </a:lnTo>
                <a:close/>
                <a:lnTo>
                  <a:pt x="286402" y="153260"/>
                </a:lnTo>
                <a:close/>
                <a:lnTo>
                  <a:pt x="304184" y="157359"/>
                </a:lnTo>
                <a:close/>
                <a:lnTo>
                  <a:pt x="319684" y="162499"/>
                </a:lnTo>
                <a:close/>
                <a:lnTo>
                  <a:pt x="321966" y="163381"/>
                </a:lnTo>
                <a:close/>
                <a:lnTo>
                  <a:pt x="339747" y="173660"/>
                </a:lnTo>
                <a:close/>
                <a:lnTo>
                  <a:pt x="341957" y="175593"/>
                </a:lnTo>
                <a:close/>
                <a:lnTo>
                  <a:pt x="356430" y="188687"/>
                </a:lnTo>
                <a:close/>
                <a:lnTo>
                  <a:pt x="357529" y="189736"/>
                </a:lnTo>
                <a:close/>
                <a:lnTo>
                  <a:pt x="367081" y="201781"/>
                </a:lnTo>
                <a:close/>
                <a:lnTo>
                  <a:pt x="375311" y="211904"/>
                </a:lnTo>
                <a:close/>
                <a:lnTo>
                  <a:pt x="377219" y="214875"/>
                </a:lnTo>
                <a:close/>
                <a:lnTo>
                  <a:pt x="385637" y="227969"/>
                </a:lnTo>
                <a:close/>
                <a:lnTo>
                  <a:pt x="393093" y="238985"/>
                </a:lnTo>
                <a:close/>
                <a:lnTo>
                  <a:pt x="394262" y="241063"/>
                </a:lnTo>
                <a:close/>
                <a:lnTo>
                  <a:pt x="401468" y="254158"/>
                </a:lnTo>
                <a:close/>
                <a:lnTo>
                  <a:pt x="409238" y="267252"/>
                </a:lnTo>
                <a:close/>
                <a:lnTo>
                  <a:pt x="410874" y="270238"/>
                </a:lnTo>
                <a:close/>
                <a:lnTo>
                  <a:pt x="415767" y="280346"/>
                </a:lnTo>
                <a:close/>
                <a:lnTo>
                  <a:pt x="422060" y="293440"/>
                </a:lnTo>
                <a:close/>
                <a:lnTo>
                  <a:pt x="427906" y="306534"/>
                </a:lnTo>
                <a:close/>
                <a:lnTo>
                  <a:pt x="428656" y="309645"/>
                </a:lnTo>
                <a:close/>
                <a:lnTo>
                  <a:pt x="430966" y="319628"/>
                </a:lnTo>
                <a:close/>
                <a:lnTo>
                  <a:pt x="429663" y="332722"/>
                </a:lnTo>
                <a:close/>
                <a:lnTo>
                  <a:pt x="428656" y="334138"/>
                </a:lnTo>
                <a:close/>
                <a:lnTo>
                  <a:pt x="412962" y="345816"/>
                </a:lnTo>
                <a:close/>
                <a:lnTo>
                  <a:pt x="410874" y="346514"/>
                </a:lnTo>
                <a:close/>
                <a:lnTo>
                  <a:pt x="393093" y="352592"/>
                </a:lnTo>
                <a:close/>
                <a:lnTo>
                  <a:pt x="375311" y="358662"/>
                </a:lnTo>
                <a:close/>
                <a:lnTo>
                  <a:pt x="374504" y="358910"/>
                </a:lnTo>
                <a:close/>
                <a:lnTo>
                  <a:pt x="357529" y="362565"/>
                </a:lnTo>
                <a:close/>
                <a:lnTo>
                  <a:pt x="339747" y="364264"/>
                </a:lnTo>
                <a:close/>
                <a:lnTo>
                  <a:pt x="321966" y="363349"/>
                </a:lnTo>
                <a:close/>
                <a:lnTo>
                  <a:pt x="304184" y="360050"/>
                </a:lnTo>
                <a:close/>
                <a:lnTo>
                  <a:pt x="300684" y="358910"/>
                </a:lnTo>
                <a:close/>
              </a:path>
            </a:pathLst>
          </a:custGeom>
          <a:solidFill>
            <a:srgbClr val="08488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1707965" y="939208"/>
            <a:ext cx="1569834" cy="1443714"/>
          </a:xfrm>
          <a:custGeom>
            <a:avLst/>
            <a:gdLst/>
            <a:ahLst/>
            <a:cxnLst/>
            <a:rect l="l" t="t" r="r" b="b"/>
            <a:pathLst>
              <a:path w="1569834" h="1443714">
                <a:moveTo>
                  <a:pt x="1154003" y="1443714"/>
                </a:moveTo>
                <a:lnTo>
                  <a:pt x="1157873" y="1443280"/>
                </a:lnTo>
                <a:close/>
                <a:lnTo>
                  <a:pt x="1171785" y="1441624"/>
                </a:lnTo>
                <a:close/>
                <a:lnTo>
                  <a:pt x="1189566" y="1434879"/>
                </a:lnTo>
                <a:close/>
                <a:lnTo>
                  <a:pt x="1196812" y="1430186"/>
                </a:lnTo>
                <a:close/>
                <a:lnTo>
                  <a:pt x="1207348" y="1423121"/>
                </a:lnTo>
                <a:close/>
                <a:lnTo>
                  <a:pt x="1215875" y="1417092"/>
                </a:lnTo>
                <a:close/>
                <a:lnTo>
                  <a:pt x="1225130" y="1412002"/>
                </a:lnTo>
                <a:close/>
                <a:lnTo>
                  <a:pt x="1242912" y="1405567"/>
                </a:lnTo>
                <a:close/>
                <a:lnTo>
                  <a:pt x="1252648" y="1403998"/>
                </a:lnTo>
                <a:close/>
                <a:lnTo>
                  <a:pt x="1260694" y="1403056"/>
                </a:lnTo>
                <a:close/>
                <a:lnTo>
                  <a:pt x="1278475" y="1402813"/>
                </a:lnTo>
                <a:close/>
                <a:lnTo>
                  <a:pt x="1296257" y="1403831"/>
                </a:lnTo>
                <a:close/>
                <a:lnTo>
                  <a:pt x="1297840" y="1403998"/>
                </a:lnTo>
                <a:close/>
                <a:lnTo>
                  <a:pt x="1314039" y="1405912"/>
                </a:lnTo>
                <a:close/>
                <a:lnTo>
                  <a:pt x="1331821" y="1408612"/>
                </a:lnTo>
                <a:close/>
                <a:lnTo>
                  <a:pt x="1349602" y="1411711"/>
                </a:lnTo>
                <a:close/>
                <a:lnTo>
                  <a:pt x="1367384" y="1414969"/>
                </a:lnTo>
                <a:close/>
                <a:lnTo>
                  <a:pt x="1379641" y="1417092"/>
                </a:lnTo>
                <a:close/>
                <a:lnTo>
                  <a:pt x="1385166" y="1418161"/>
                </a:lnTo>
                <a:close/>
                <a:lnTo>
                  <a:pt x="1402948" y="1420972"/>
                </a:lnTo>
                <a:close/>
                <a:lnTo>
                  <a:pt x="1420730" y="1422859"/>
                </a:lnTo>
                <a:close/>
                <a:lnTo>
                  <a:pt x="1438511" y="1423574"/>
                </a:lnTo>
                <a:close/>
                <a:lnTo>
                  <a:pt x="1456293" y="1422975"/>
                </a:lnTo>
                <a:close/>
                <a:lnTo>
                  <a:pt x="1474075" y="1420989"/>
                </a:lnTo>
                <a:close/>
                <a:lnTo>
                  <a:pt x="1491857" y="1417508"/>
                </a:lnTo>
                <a:close/>
                <a:lnTo>
                  <a:pt x="1493350" y="1417092"/>
                </a:lnTo>
                <a:close/>
                <a:lnTo>
                  <a:pt x="1509639" y="1412309"/>
                </a:lnTo>
                <a:close/>
                <a:lnTo>
                  <a:pt x="1527420" y="1404423"/>
                </a:lnTo>
                <a:close/>
                <a:lnTo>
                  <a:pt x="1528154" y="1403998"/>
                </a:lnTo>
                <a:close/>
                <a:lnTo>
                  <a:pt x="1545202" y="1391484"/>
                </a:lnTo>
                <a:close/>
                <a:lnTo>
                  <a:pt x="1545840" y="1390904"/>
                </a:lnTo>
                <a:close/>
                <a:lnTo>
                  <a:pt x="1556699" y="1377809"/>
                </a:lnTo>
                <a:close/>
                <a:lnTo>
                  <a:pt x="1562984" y="1365953"/>
                </a:lnTo>
                <a:close/>
                <a:lnTo>
                  <a:pt x="1563645" y="1364715"/>
                </a:lnTo>
                <a:close/>
                <a:lnTo>
                  <a:pt x="1568042" y="1351621"/>
                </a:lnTo>
                <a:close/>
                <a:lnTo>
                  <a:pt x="1569834" y="1338527"/>
                </a:lnTo>
                <a:close/>
                <a:lnTo>
                  <a:pt x="1569111" y="1325433"/>
                </a:lnTo>
                <a:close/>
                <a:lnTo>
                  <a:pt x="1565863" y="1312339"/>
                </a:lnTo>
                <a:close/>
                <a:lnTo>
                  <a:pt x="1562984" y="1305812"/>
                </a:lnTo>
                <a:close/>
                <a:lnTo>
                  <a:pt x="1560437" y="1299245"/>
                </a:lnTo>
                <a:close/>
                <a:lnTo>
                  <a:pt x="1553212" y="1286151"/>
                </a:lnTo>
                <a:close/>
                <a:lnTo>
                  <a:pt x="1545202" y="1274945"/>
                </a:lnTo>
                <a:close/>
                <a:lnTo>
                  <a:pt x="1543950" y="1273056"/>
                </a:lnTo>
                <a:close/>
                <a:lnTo>
                  <a:pt x="1533631" y="1259962"/>
                </a:lnTo>
                <a:close/>
                <a:lnTo>
                  <a:pt x="1527420" y="1253120"/>
                </a:lnTo>
                <a:close/>
                <a:lnTo>
                  <a:pt x="1521903" y="1246868"/>
                </a:lnTo>
                <a:close/>
                <a:lnTo>
                  <a:pt x="1509639" y="1234217"/>
                </a:lnTo>
                <a:close/>
                <a:lnTo>
                  <a:pt x="1509200" y="1233774"/>
                </a:lnTo>
                <a:close/>
                <a:lnTo>
                  <a:pt x="1495694" y="1220680"/>
                </a:lnTo>
                <a:close/>
                <a:lnTo>
                  <a:pt x="1491857" y="1217048"/>
                </a:lnTo>
                <a:close/>
                <a:lnTo>
                  <a:pt x="1481434" y="1207586"/>
                </a:lnTo>
                <a:close/>
                <a:lnTo>
                  <a:pt x="1474075" y="1200780"/>
                </a:lnTo>
                <a:close/>
                <a:lnTo>
                  <a:pt x="1466898" y="1194492"/>
                </a:lnTo>
                <a:close/>
                <a:lnTo>
                  <a:pt x="1456293" y="1184612"/>
                </a:lnTo>
                <a:close/>
                <a:lnTo>
                  <a:pt x="1452710" y="1181398"/>
                </a:lnTo>
                <a:close/>
                <a:lnTo>
                  <a:pt x="1439526" y="1168304"/>
                </a:lnTo>
                <a:close/>
                <a:lnTo>
                  <a:pt x="1438511" y="1167180"/>
                </a:lnTo>
                <a:close/>
                <a:lnTo>
                  <a:pt x="1427938" y="1155209"/>
                </a:lnTo>
                <a:close/>
                <a:lnTo>
                  <a:pt x="1420730" y="1145714"/>
                </a:lnTo>
                <a:close/>
                <a:lnTo>
                  <a:pt x="1418173" y="1142115"/>
                </a:lnTo>
                <a:close/>
                <a:lnTo>
                  <a:pt x="1410228" y="1129021"/>
                </a:lnTo>
                <a:close/>
                <a:lnTo>
                  <a:pt x="1403481" y="1115927"/>
                </a:lnTo>
                <a:close/>
                <a:lnTo>
                  <a:pt x="1402948" y="1114775"/>
                </a:lnTo>
                <a:close/>
                <a:lnTo>
                  <a:pt x="1398061" y="1102833"/>
                </a:lnTo>
                <a:close/>
                <a:lnTo>
                  <a:pt x="1393276" y="1089739"/>
                </a:lnTo>
                <a:close/>
                <a:lnTo>
                  <a:pt x="1388759" y="1076645"/>
                </a:lnTo>
                <a:close/>
                <a:lnTo>
                  <a:pt x="1385166" y="1066193"/>
                </a:lnTo>
                <a:close/>
                <a:lnTo>
                  <a:pt x="1384383" y="1063551"/>
                </a:lnTo>
                <a:close/>
                <a:lnTo>
                  <a:pt x="1380538" y="1050456"/>
                </a:lnTo>
                <a:close/>
                <a:lnTo>
                  <a:pt x="1376772" y="1037362"/>
                </a:lnTo>
                <a:close/>
                <a:lnTo>
                  <a:pt x="1373115" y="1024268"/>
                </a:lnTo>
                <a:close/>
                <a:lnTo>
                  <a:pt x="1369671" y="1011174"/>
                </a:lnTo>
                <a:close/>
                <a:lnTo>
                  <a:pt x="1367384" y="1001224"/>
                </a:lnTo>
                <a:close/>
                <a:lnTo>
                  <a:pt x="1366761" y="998080"/>
                </a:lnTo>
                <a:close/>
                <a:lnTo>
                  <a:pt x="1364807" y="984986"/>
                </a:lnTo>
                <a:close/>
                <a:lnTo>
                  <a:pt x="1363444" y="971892"/>
                </a:lnTo>
                <a:close/>
                <a:lnTo>
                  <a:pt x="1362579" y="958798"/>
                </a:lnTo>
                <a:close/>
                <a:lnTo>
                  <a:pt x="1361897" y="945704"/>
                </a:lnTo>
                <a:close/>
                <a:lnTo>
                  <a:pt x="1360862" y="932609"/>
                </a:lnTo>
                <a:close/>
                <a:lnTo>
                  <a:pt x="1358858" y="919515"/>
                </a:lnTo>
                <a:close/>
                <a:lnTo>
                  <a:pt x="1355389" y="906421"/>
                </a:lnTo>
                <a:close/>
                <a:lnTo>
                  <a:pt x="1350147" y="893327"/>
                </a:lnTo>
                <a:close/>
                <a:lnTo>
                  <a:pt x="1349602" y="892301"/>
                </a:lnTo>
                <a:close/>
                <a:lnTo>
                  <a:pt x="1343840" y="880233"/>
                </a:lnTo>
                <a:close/>
                <a:lnTo>
                  <a:pt x="1336045" y="867139"/>
                </a:lnTo>
                <a:close/>
                <a:lnTo>
                  <a:pt x="1331821" y="861010"/>
                </a:lnTo>
                <a:close/>
                <a:lnTo>
                  <a:pt x="1327346" y="854045"/>
                </a:lnTo>
                <a:close/>
                <a:lnTo>
                  <a:pt x="1318203" y="840951"/>
                </a:lnTo>
                <a:close/>
                <a:lnTo>
                  <a:pt x="1314039" y="835171"/>
                </a:lnTo>
                <a:close/>
                <a:lnTo>
                  <a:pt x="1309111" y="827857"/>
                </a:lnTo>
                <a:close/>
                <a:lnTo>
                  <a:pt x="1300578" y="814762"/>
                </a:lnTo>
                <a:close/>
                <a:lnTo>
                  <a:pt x="1296257" y="807495"/>
                </a:lnTo>
                <a:close/>
                <a:lnTo>
                  <a:pt x="1293110" y="801668"/>
                </a:lnTo>
                <a:close/>
                <a:lnTo>
                  <a:pt x="1287310" y="788574"/>
                </a:lnTo>
                <a:close/>
                <a:lnTo>
                  <a:pt x="1282943" y="775480"/>
                </a:lnTo>
                <a:close/>
                <a:lnTo>
                  <a:pt x="1280224" y="762386"/>
                </a:lnTo>
                <a:close/>
                <a:lnTo>
                  <a:pt x="1279030" y="749292"/>
                </a:lnTo>
                <a:close/>
                <a:lnTo>
                  <a:pt x="1278786" y="736198"/>
                </a:lnTo>
                <a:close/>
                <a:lnTo>
                  <a:pt x="1278680" y="723104"/>
                </a:lnTo>
                <a:close/>
                <a:lnTo>
                  <a:pt x="1278475" y="719160"/>
                </a:lnTo>
                <a:close/>
                <a:lnTo>
                  <a:pt x="1278070" y="710009"/>
                </a:lnTo>
                <a:close/>
                <a:lnTo>
                  <a:pt x="1276640" y="696915"/>
                </a:lnTo>
                <a:close/>
                <a:lnTo>
                  <a:pt x="1274291" y="683821"/>
                </a:lnTo>
                <a:close/>
                <a:lnTo>
                  <a:pt x="1271056" y="670727"/>
                </a:lnTo>
                <a:close/>
                <a:lnTo>
                  <a:pt x="1266952" y="657633"/>
                </a:lnTo>
                <a:close/>
                <a:lnTo>
                  <a:pt x="1261918" y="644539"/>
                </a:lnTo>
                <a:close/>
                <a:lnTo>
                  <a:pt x="1260694" y="641858"/>
                </a:lnTo>
                <a:close/>
                <a:lnTo>
                  <a:pt x="1256442" y="631445"/>
                </a:lnTo>
                <a:close/>
                <a:lnTo>
                  <a:pt x="1250198" y="618351"/>
                </a:lnTo>
                <a:close/>
                <a:lnTo>
                  <a:pt x="1242912" y="605498"/>
                </a:lnTo>
                <a:close/>
                <a:lnTo>
                  <a:pt x="1242785" y="605257"/>
                </a:lnTo>
                <a:close/>
                <a:lnTo>
                  <a:pt x="1235048" y="592162"/>
                </a:lnTo>
                <a:close/>
                <a:lnTo>
                  <a:pt x="1225784" y="579068"/>
                </a:lnTo>
                <a:close/>
                <a:lnTo>
                  <a:pt x="1225130" y="578233"/>
                </a:lnTo>
                <a:close/>
                <a:lnTo>
                  <a:pt x="1215771" y="565974"/>
                </a:lnTo>
                <a:close/>
                <a:lnTo>
                  <a:pt x="1207348" y="556546"/>
                </a:lnTo>
                <a:close/>
                <a:lnTo>
                  <a:pt x="1204011" y="552880"/>
                </a:lnTo>
                <a:close/>
                <a:lnTo>
                  <a:pt x="1190606" y="539786"/>
                </a:lnTo>
                <a:close/>
                <a:lnTo>
                  <a:pt x="1189566" y="538848"/>
                </a:lnTo>
                <a:close/>
                <a:lnTo>
                  <a:pt x="1175112" y="526692"/>
                </a:lnTo>
                <a:close/>
                <a:lnTo>
                  <a:pt x="1171785" y="524099"/>
                </a:lnTo>
                <a:close/>
                <a:lnTo>
                  <a:pt x="1156639" y="513598"/>
                </a:lnTo>
                <a:close/>
                <a:lnTo>
                  <a:pt x="1154003" y="511839"/>
                </a:lnTo>
                <a:close/>
                <a:lnTo>
                  <a:pt x="1136221" y="501626"/>
                </a:lnTo>
                <a:close/>
                <a:lnTo>
                  <a:pt x="1133880" y="500504"/>
                </a:lnTo>
                <a:close/>
                <a:lnTo>
                  <a:pt x="1118439" y="492985"/>
                </a:lnTo>
                <a:close/>
                <a:lnTo>
                  <a:pt x="1104135" y="487409"/>
                </a:lnTo>
                <a:close/>
                <a:lnTo>
                  <a:pt x="1100657" y="485984"/>
                </a:lnTo>
                <a:close/>
                <a:lnTo>
                  <a:pt x="1082876" y="479812"/>
                </a:lnTo>
                <a:close/>
                <a:lnTo>
                  <a:pt x="1065094" y="474484"/>
                </a:lnTo>
                <a:close/>
                <a:lnTo>
                  <a:pt x="1064530" y="474315"/>
                </a:lnTo>
                <a:close/>
                <a:lnTo>
                  <a:pt x="1047312" y="468694"/>
                </a:lnTo>
                <a:close/>
                <a:lnTo>
                  <a:pt x="1029530" y="462345"/>
                </a:lnTo>
                <a:close/>
                <a:lnTo>
                  <a:pt x="1026974" y="461221"/>
                </a:lnTo>
                <a:close/>
                <a:lnTo>
                  <a:pt x="1011748" y="453905"/>
                </a:lnTo>
                <a:close/>
                <a:lnTo>
                  <a:pt x="1002101" y="448127"/>
                </a:lnTo>
                <a:close/>
                <a:lnTo>
                  <a:pt x="993967" y="442831"/>
                </a:lnTo>
                <a:close/>
                <a:lnTo>
                  <a:pt x="984277" y="435033"/>
                </a:lnTo>
                <a:close/>
                <a:lnTo>
                  <a:pt x="976185" y="428067"/>
                </a:lnTo>
                <a:close/>
                <a:lnTo>
                  <a:pt x="970236" y="421939"/>
                </a:lnTo>
                <a:close/>
                <a:lnTo>
                  <a:pt x="958403" y="409203"/>
                </a:lnTo>
                <a:close/>
                <a:lnTo>
                  <a:pt x="958113" y="408845"/>
                </a:lnTo>
                <a:close/>
                <a:lnTo>
                  <a:pt x="948080" y="395751"/>
                </a:lnTo>
                <a:close/>
                <a:lnTo>
                  <a:pt x="940621" y="386072"/>
                </a:lnTo>
                <a:close/>
                <a:lnTo>
                  <a:pt x="938229" y="382657"/>
                </a:lnTo>
                <a:close/>
                <a:lnTo>
                  <a:pt x="929123" y="369562"/>
                </a:lnTo>
                <a:close/>
                <a:lnTo>
                  <a:pt x="922839" y="360918"/>
                </a:lnTo>
                <a:close/>
                <a:lnTo>
                  <a:pt x="919783" y="356468"/>
                </a:lnTo>
                <a:close/>
                <a:lnTo>
                  <a:pt x="910501" y="343374"/>
                </a:lnTo>
                <a:close/>
                <a:lnTo>
                  <a:pt x="905058" y="336184"/>
                </a:lnTo>
                <a:close/>
                <a:lnTo>
                  <a:pt x="900686" y="330280"/>
                </a:lnTo>
                <a:close/>
                <a:lnTo>
                  <a:pt x="890464" y="317186"/>
                </a:lnTo>
                <a:close/>
                <a:lnTo>
                  <a:pt x="887276" y="313303"/>
                </a:lnTo>
                <a:close/>
                <a:lnTo>
                  <a:pt x="879675" y="304092"/>
                </a:lnTo>
                <a:close/>
                <a:lnTo>
                  <a:pt x="869494" y="292408"/>
                </a:lnTo>
                <a:close/>
                <a:lnTo>
                  <a:pt x="868220" y="290998"/>
                </a:lnTo>
                <a:close/>
                <a:lnTo>
                  <a:pt x="856393" y="277904"/>
                </a:lnTo>
                <a:close/>
                <a:lnTo>
                  <a:pt x="851712" y="272790"/>
                </a:lnTo>
                <a:close/>
                <a:lnTo>
                  <a:pt x="844110" y="264810"/>
                </a:lnTo>
                <a:close/>
                <a:lnTo>
                  <a:pt x="833930" y="253999"/>
                </a:lnTo>
                <a:close/>
                <a:lnTo>
                  <a:pt x="831683" y="251715"/>
                </a:lnTo>
                <a:close/>
                <a:lnTo>
                  <a:pt x="819408" y="238621"/>
                </a:lnTo>
                <a:close/>
                <a:lnTo>
                  <a:pt x="816149" y="234998"/>
                </a:lnTo>
                <a:close/>
                <a:lnTo>
                  <a:pt x="807450" y="225527"/>
                </a:lnTo>
                <a:close/>
                <a:lnTo>
                  <a:pt x="798367" y="215243"/>
                </a:lnTo>
                <a:close/>
                <a:lnTo>
                  <a:pt x="795874" y="212433"/>
                </a:lnTo>
                <a:close/>
                <a:lnTo>
                  <a:pt x="784732" y="199339"/>
                </a:lnTo>
                <a:close/>
                <a:lnTo>
                  <a:pt x="780585" y="194440"/>
                </a:lnTo>
                <a:close/>
                <a:lnTo>
                  <a:pt x="773788" y="186245"/>
                </a:lnTo>
                <a:close/>
                <a:lnTo>
                  <a:pt x="762803" y="173458"/>
                </a:lnTo>
                <a:close/>
                <a:lnTo>
                  <a:pt x="762550" y="173151"/>
                </a:lnTo>
                <a:close/>
                <a:lnTo>
                  <a:pt x="751286" y="160057"/>
                </a:lnTo>
                <a:close/>
                <a:lnTo>
                  <a:pt x="745022" y="153401"/>
                </a:lnTo>
                <a:close/>
                <a:lnTo>
                  <a:pt x="739280" y="146962"/>
                </a:lnTo>
                <a:close/>
                <a:lnTo>
                  <a:pt x="727240" y="134798"/>
                </a:lnTo>
                <a:close/>
                <a:lnTo>
                  <a:pt x="726378" y="133868"/>
                </a:lnTo>
                <a:close/>
                <a:lnTo>
                  <a:pt x="713139" y="120774"/>
                </a:lnTo>
                <a:close/>
                <a:lnTo>
                  <a:pt x="709458" y="117471"/>
                </a:lnTo>
                <a:close/>
                <a:lnTo>
                  <a:pt x="699234" y="107680"/>
                </a:lnTo>
                <a:close/>
                <a:lnTo>
                  <a:pt x="691676" y="101102"/>
                </a:lnTo>
                <a:close/>
                <a:lnTo>
                  <a:pt x="684602" y="94586"/>
                </a:lnTo>
                <a:close/>
                <a:lnTo>
                  <a:pt x="673894" y="85540"/>
                </a:lnTo>
                <a:close/>
                <a:lnTo>
                  <a:pt x="669270" y="81492"/>
                </a:lnTo>
                <a:close/>
                <a:lnTo>
                  <a:pt x="656113" y="70812"/>
                </a:lnTo>
                <a:close/>
                <a:lnTo>
                  <a:pt x="653149" y="68398"/>
                </a:lnTo>
                <a:close/>
                <a:lnTo>
                  <a:pt x="638331" y="57049"/>
                </a:lnTo>
                <a:close/>
                <a:lnTo>
                  <a:pt x="635965" y="55304"/>
                </a:lnTo>
                <a:close/>
                <a:lnTo>
                  <a:pt x="620549" y="44417"/>
                </a:lnTo>
                <a:close/>
                <a:lnTo>
                  <a:pt x="617144" y="42210"/>
                </a:lnTo>
                <a:close/>
                <a:lnTo>
                  <a:pt x="602767" y="33078"/>
                </a:lnTo>
                <a:close/>
                <a:lnTo>
                  <a:pt x="595585" y="29115"/>
                </a:lnTo>
                <a:close/>
                <a:lnTo>
                  <a:pt x="584985" y="23215"/>
                </a:lnTo>
                <a:close/>
                <a:lnTo>
                  <a:pt x="569165" y="16021"/>
                </a:lnTo>
                <a:close/>
                <a:lnTo>
                  <a:pt x="567204" y="15090"/>
                </a:lnTo>
                <a:close/>
                <a:lnTo>
                  <a:pt x="549422" y="8316"/>
                </a:lnTo>
                <a:close/>
                <a:lnTo>
                  <a:pt x="531640" y="3574"/>
                </a:lnTo>
                <a:close/>
                <a:lnTo>
                  <a:pt x="527435" y="2927"/>
                </a:lnTo>
                <a:close/>
                <a:lnTo>
                  <a:pt x="513858" y="562"/>
                </a:lnTo>
                <a:close/>
                <a:lnTo>
                  <a:pt x="496076" y="0"/>
                </a:lnTo>
                <a:close/>
                <a:lnTo>
                  <a:pt x="478295" y="2676"/>
                </a:lnTo>
                <a:close/>
                <a:lnTo>
                  <a:pt x="477579" y="2927"/>
                </a:lnTo>
                <a:close/>
                <a:lnTo>
                  <a:pt x="460513" y="10434"/>
                </a:lnTo>
                <a:close/>
                <a:lnTo>
                  <a:pt x="453329" y="16021"/>
                </a:lnTo>
                <a:close/>
                <a:lnTo>
                  <a:pt x="442731" y="28267"/>
                </a:lnTo>
                <a:close/>
                <a:lnTo>
                  <a:pt x="442120" y="29115"/>
                </a:lnTo>
                <a:close/>
                <a:lnTo>
                  <a:pt x="434745" y="42210"/>
                </a:lnTo>
                <a:close/>
                <a:lnTo>
                  <a:pt x="428946" y="55304"/>
                </a:lnTo>
                <a:close/>
                <a:lnTo>
                  <a:pt x="424949" y="64586"/>
                </a:lnTo>
                <a:close/>
                <a:lnTo>
                  <a:pt x="422766" y="68398"/>
                </a:lnTo>
                <a:close/>
                <a:lnTo>
                  <a:pt x="413209" y="81492"/>
                </a:lnTo>
                <a:close/>
                <a:lnTo>
                  <a:pt x="407167" y="87395"/>
                </a:lnTo>
                <a:close/>
                <a:lnTo>
                  <a:pt x="394606" y="94586"/>
                </a:lnTo>
                <a:close/>
                <a:lnTo>
                  <a:pt x="389386" y="96833"/>
                </a:lnTo>
                <a:close/>
                <a:lnTo>
                  <a:pt x="371604" y="101466"/>
                </a:lnTo>
                <a:close/>
                <a:lnTo>
                  <a:pt x="353822" y="104291"/>
                </a:lnTo>
                <a:close/>
                <a:lnTo>
                  <a:pt x="336040" y="105839"/>
                </a:lnTo>
                <a:close/>
                <a:lnTo>
                  <a:pt x="318259" y="106244"/>
                </a:lnTo>
                <a:close/>
                <a:lnTo>
                  <a:pt x="300477" y="105711"/>
                </a:lnTo>
                <a:close/>
                <a:lnTo>
                  <a:pt x="282695" y="104610"/>
                </a:lnTo>
                <a:close/>
                <a:lnTo>
                  <a:pt x="264913" y="103334"/>
                </a:lnTo>
                <a:close/>
                <a:lnTo>
                  <a:pt x="247131" y="102199"/>
                </a:lnTo>
                <a:close/>
                <a:lnTo>
                  <a:pt x="229350" y="101425"/>
                </a:lnTo>
                <a:close/>
                <a:lnTo>
                  <a:pt x="211568" y="101191"/>
                </a:lnTo>
                <a:close/>
                <a:lnTo>
                  <a:pt x="193786" y="101697"/>
                </a:lnTo>
                <a:close/>
                <a:lnTo>
                  <a:pt x="176004" y="103215"/>
                </a:lnTo>
                <a:close/>
                <a:lnTo>
                  <a:pt x="158222" y="106119"/>
                </a:lnTo>
                <a:close/>
                <a:lnTo>
                  <a:pt x="151892" y="107680"/>
                </a:lnTo>
                <a:close/>
                <a:lnTo>
                  <a:pt x="140441" y="110652"/>
                </a:lnTo>
                <a:close/>
                <a:lnTo>
                  <a:pt x="122659" y="117300"/>
                </a:lnTo>
                <a:close/>
                <a:lnTo>
                  <a:pt x="115232" y="120774"/>
                </a:lnTo>
                <a:close/>
                <a:lnTo>
                  <a:pt x="104877" y="126181"/>
                </a:lnTo>
                <a:close/>
                <a:lnTo>
                  <a:pt x="91852" y="133868"/>
                </a:lnTo>
                <a:close/>
                <a:lnTo>
                  <a:pt x="87095" y="136997"/>
                </a:lnTo>
                <a:close/>
                <a:lnTo>
                  <a:pt x="72545" y="146962"/>
                </a:lnTo>
                <a:close/>
                <a:lnTo>
                  <a:pt x="69313" y="149495"/>
                </a:lnTo>
                <a:close/>
                <a:lnTo>
                  <a:pt x="56330" y="160057"/>
                </a:lnTo>
                <a:close/>
                <a:lnTo>
                  <a:pt x="51532" y="165039"/>
                </a:lnTo>
                <a:close/>
                <a:lnTo>
                  <a:pt x="44264" y="173151"/>
                </a:lnTo>
                <a:close/>
                <a:lnTo>
                  <a:pt x="36638" y="186245"/>
                </a:lnTo>
                <a:close/>
                <a:lnTo>
                  <a:pt x="33750" y="195491"/>
                </a:lnTo>
                <a:close/>
                <a:lnTo>
                  <a:pt x="32609" y="199339"/>
                </a:lnTo>
                <a:close/>
                <a:lnTo>
                  <a:pt x="31036" y="212433"/>
                </a:lnTo>
                <a:close/>
                <a:lnTo>
                  <a:pt x="31134" y="225527"/>
                </a:lnTo>
                <a:close/>
                <a:lnTo>
                  <a:pt x="32176" y="238621"/>
                </a:lnTo>
                <a:close/>
                <a:lnTo>
                  <a:pt x="33587" y="251715"/>
                </a:lnTo>
                <a:close/>
                <a:lnTo>
                  <a:pt x="33750" y="253378"/>
                </a:lnTo>
                <a:close/>
                <a:lnTo>
                  <a:pt x="34701" y="264810"/>
                </a:lnTo>
                <a:close/>
                <a:lnTo>
                  <a:pt x="35330" y="277904"/>
                </a:lnTo>
                <a:close/>
                <a:lnTo>
                  <a:pt x="35262" y="290998"/>
                </a:lnTo>
                <a:close/>
                <a:lnTo>
                  <a:pt x="34320" y="304092"/>
                </a:lnTo>
                <a:close/>
                <a:lnTo>
                  <a:pt x="33750" y="307973"/>
                </a:lnTo>
                <a:close/>
                <a:lnTo>
                  <a:pt x="32032" y="317186"/>
                </a:lnTo>
                <a:close/>
                <a:lnTo>
                  <a:pt x="28212" y="330280"/>
                </a:lnTo>
                <a:close/>
                <a:lnTo>
                  <a:pt x="23009" y="343374"/>
                </a:lnTo>
                <a:close/>
                <a:lnTo>
                  <a:pt x="16774" y="356468"/>
                </a:lnTo>
                <a:close/>
                <a:lnTo>
                  <a:pt x="15968" y="358072"/>
                </a:lnTo>
                <a:close/>
                <a:lnTo>
                  <a:pt x="10008" y="369562"/>
                </a:lnTo>
                <a:close/>
                <a:lnTo>
                  <a:pt x="4636" y="382657"/>
                </a:lnTo>
                <a:close/>
                <a:lnTo>
                  <a:pt x="1311" y="395751"/>
                </a:lnTo>
                <a:close/>
                <a:lnTo>
                  <a:pt x="0" y="408845"/>
                </a:lnTo>
                <a:close/>
                <a:lnTo>
                  <a:pt x="331" y="421939"/>
                </a:lnTo>
                <a:close/>
                <a:lnTo>
                  <a:pt x="1856" y="435033"/>
                </a:lnTo>
                <a:close/>
                <a:lnTo>
                  <a:pt x="4183" y="448127"/>
                </a:lnTo>
                <a:close/>
                <a:lnTo>
                  <a:pt x="6987" y="461221"/>
                </a:lnTo>
                <a:close/>
                <a:lnTo>
                  <a:pt x="9970" y="474315"/>
                </a:lnTo>
                <a:close/>
                <a:lnTo>
                  <a:pt x="12796" y="487409"/>
                </a:lnTo>
                <a:close/>
                <a:lnTo>
                  <a:pt x="15059" y="500504"/>
                </a:lnTo>
                <a:close/>
                <a:lnTo>
                  <a:pt x="15968" y="509901"/>
                </a:lnTo>
                <a:close/>
                <a:lnTo>
                  <a:pt x="16294" y="513598"/>
                </a:lnTo>
                <a:close/>
                <a:lnTo>
                  <a:pt x="16401" y="526692"/>
                </a:lnTo>
                <a:close/>
                <a:lnTo>
                  <a:pt x="15968" y="534734"/>
                </a:lnTo>
                <a:close/>
                <a:lnTo>
                  <a:pt x="15651" y="539786"/>
                </a:lnTo>
                <a:close/>
                <a:lnTo>
                  <a:pt x="14589" y="552880"/>
                </a:lnTo>
                <a:close/>
                <a:lnTo>
                  <a:pt x="14039" y="565974"/>
                </a:lnTo>
                <a:close/>
                <a:lnTo>
                  <a:pt x="14500" y="579068"/>
                </a:lnTo>
                <a:close/>
                <a:lnTo>
                  <a:pt x="15968" y="590691"/>
                </a:lnTo>
                <a:close/>
                <a:lnTo>
                  <a:pt x="16138" y="592162"/>
                </a:lnTo>
                <a:close/>
                <a:lnTo>
                  <a:pt x="18728" y="605257"/>
                </a:lnTo>
                <a:close/>
                <a:lnTo>
                  <a:pt x="22164" y="618351"/>
                </a:lnTo>
                <a:close/>
                <a:lnTo>
                  <a:pt x="26304" y="631445"/>
                </a:lnTo>
                <a:close/>
                <a:lnTo>
                  <a:pt x="31075" y="644539"/>
                </a:lnTo>
                <a:close/>
                <a:lnTo>
                  <a:pt x="33750" y="651436"/>
                </a:lnTo>
                <a:close/>
                <a:lnTo>
                  <a:pt x="36032" y="657633"/>
                </a:lnTo>
                <a:close/>
                <a:lnTo>
                  <a:pt x="40848" y="670727"/>
                </a:lnTo>
                <a:close/>
                <a:lnTo>
                  <a:pt x="45910" y="683821"/>
                </a:lnTo>
                <a:close/>
                <a:lnTo>
                  <a:pt x="51334" y="696915"/>
                </a:lnTo>
                <a:close/>
                <a:lnTo>
                  <a:pt x="51532" y="697444"/>
                </a:lnTo>
                <a:close/>
                <a:lnTo>
                  <a:pt x="55995" y="710009"/>
                </a:lnTo>
                <a:close/>
                <a:lnTo>
                  <a:pt x="61349" y="723104"/>
                </a:lnTo>
                <a:close/>
                <a:lnTo>
                  <a:pt x="68307" y="736198"/>
                </a:lnTo>
                <a:close/>
                <a:lnTo>
                  <a:pt x="69313" y="737774"/>
                </a:lnTo>
                <a:close/>
                <a:lnTo>
                  <a:pt x="75827" y="749292"/>
                </a:lnTo>
                <a:close/>
                <a:lnTo>
                  <a:pt x="86101" y="762386"/>
                </a:lnTo>
                <a:close/>
                <a:lnTo>
                  <a:pt x="87095" y="763421"/>
                </a:lnTo>
                <a:close/>
                <a:lnTo>
                  <a:pt x="96837" y="775480"/>
                </a:lnTo>
                <a:close/>
                <a:lnTo>
                  <a:pt x="104877" y="783606"/>
                </a:lnTo>
                <a:close/>
                <a:lnTo>
                  <a:pt x="109041" y="788574"/>
                </a:lnTo>
                <a:close/>
                <a:lnTo>
                  <a:pt x="121747" y="801668"/>
                </a:lnTo>
                <a:close/>
                <a:lnTo>
                  <a:pt x="122659" y="802531"/>
                </a:lnTo>
                <a:close/>
                <a:lnTo>
                  <a:pt x="134094" y="814762"/>
                </a:lnTo>
                <a:close/>
                <a:lnTo>
                  <a:pt x="140441" y="821053"/>
                </a:lnTo>
                <a:close/>
                <a:lnTo>
                  <a:pt x="146836" y="827857"/>
                </a:lnTo>
                <a:close/>
                <a:lnTo>
                  <a:pt x="158222" y="839360"/>
                </a:lnTo>
                <a:close/>
                <a:lnTo>
                  <a:pt x="159765" y="840951"/>
                </a:lnTo>
                <a:close/>
                <a:lnTo>
                  <a:pt x="172572" y="854045"/>
                </a:lnTo>
                <a:close/>
                <a:lnTo>
                  <a:pt x="176004" y="857656"/>
                </a:lnTo>
                <a:close/>
                <a:lnTo>
                  <a:pt x="185342" y="867139"/>
                </a:lnTo>
                <a:close/>
                <a:lnTo>
                  <a:pt x="193786" y="876121"/>
                </a:lnTo>
                <a:close/>
                <a:lnTo>
                  <a:pt x="197865" y="880233"/>
                </a:lnTo>
                <a:close/>
                <a:lnTo>
                  <a:pt x="209805" y="893327"/>
                </a:lnTo>
                <a:close/>
                <a:lnTo>
                  <a:pt x="211568" y="895576"/>
                </a:lnTo>
                <a:close/>
                <a:lnTo>
                  <a:pt x="220571" y="906421"/>
                </a:lnTo>
                <a:close/>
                <a:lnTo>
                  <a:pt x="229350" y="918364"/>
                </a:lnTo>
                <a:close/>
                <a:lnTo>
                  <a:pt x="230210" y="919515"/>
                </a:lnTo>
                <a:close/>
                <a:lnTo>
                  <a:pt x="238460" y="932609"/>
                </a:lnTo>
                <a:close/>
                <a:lnTo>
                  <a:pt x="246241" y="945704"/>
                </a:lnTo>
                <a:close/>
                <a:lnTo>
                  <a:pt x="247131" y="947248"/>
                </a:lnTo>
                <a:close/>
                <a:lnTo>
                  <a:pt x="253825" y="958798"/>
                </a:lnTo>
                <a:close/>
                <a:lnTo>
                  <a:pt x="262869" y="971892"/>
                </a:lnTo>
                <a:close/>
                <a:lnTo>
                  <a:pt x="264913" y="974337"/>
                </a:lnTo>
                <a:close/>
                <a:lnTo>
                  <a:pt x="273785" y="984986"/>
                </a:lnTo>
                <a:close/>
                <a:lnTo>
                  <a:pt x="282695" y="993111"/>
                </a:lnTo>
                <a:close/>
                <a:lnTo>
                  <a:pt x="287972" y="998080"/>
                </a:lnTo>
                <a:close/>
                <a:lnTo>
                  <a:pt x="300477" y="1007209"/>
                </a:lnTo>
                <a:close/>
                <a:lnTo>
                  <a:pt x="305658" y="1011174"/>
                </a:lnTo>
                <a:close/>
                <a:lnTo>
                  <a:pt x="318259" y="1018992"/>
                </a:lnTo>
                <a:close/>
                <a:lnTo>
                  <a:pt x="326319" y="1024268"/>
                </a:lnTo>
                <a:close/>
                <a:lnTo>
                  <a:pt x="336040" y="1029709"/>
                </a:lnTo>
                <a:close/>
                <a:lnTo>
                  <a:pt x="348917" y="1037362"/>
                </a:lnTo>
                <a:close/>
                <a:lnTo>
                  <a:pt x="353822" y="1039994"/>
                </a:lnTo>
                <a:close/>
                <a:lnTo>
                  <a:pt x="371604" y="1050267"/>
                </a:lnTo>
                <a:close/>
                <a:lnTo>
                  <a:pt x="371905" y="1050456"/>
                </a:lnTo>
                <a:close/>
                <a:lnTo>
                  <a:pt x="389386" y="1061131"/>
                </a:lnTo>
                <a:close/>
                <a:lnTo>
                  <a:pt x="393061" y="1063551"/>
                </a:lnTo>
                <a:close/>
                <a:lnTo>
                  <a:pt x="407167" y="1072987"/>
                </a:lnTo>
                <a:close/>
                <a:lnTo>
                  <a:pt x="412173" y="1076645"/>
                </a:lnTo>
                <a:close/>
                <a:lnTo>
                  <a:pt x="424949" y="1086501"/>
                </a:lnTo>
                <a:close/>
                <a:lnTo>
                  <a:pt x="428772" y="1089739"/>
                </a:lnTo>
                <a:close/>
                <a:lnTo>
                  <a:pt x="442731" y="1102529"/>
                </a:lnTo>
                <a:close/>
                <a:lnTo>
                  <a:pt x="443036" y="1102833"/>
                </a:lnTo>
                <a:close/>
                <a:lnTo>
                  <a:pt x="454986" y="1115927"/>
                </a:lnTo>
                <a:close/>
                <a:lnTo>
                  <a:pt x="460513" y="1122383"/>
                </a:lnTo>
                <a:close/>
                <a:lnTo>
                  <a:pt x="465816" y="1129021"/>
                </a:lnTo>
                <a:close/>
                <a:lnTo>
                  <a:pt x="475883" y="1142115"/>
                </a:lnTo>
                <a:close/>
                <a:lnTo>
                  <a:pt x="478295" y="1145316"/>
                </a:lnTo>
                <a:close/>
                <a:lnTo>
                  <a:pt x="485537" y="1155209"/>
                </a:lnTo>
                <a:close/>
                <a:lnTo>
                  <a:pt x="495746" y="1168304"/>
                </a:lnTo>
                <a:close/>
                <a:lnTo>
                  <a:pt x="496076" y="1168717"/>
                </a:lnTo>
                <a:close/>
                <a:lnTo>
                  <a:pt x="506429" y="1181398"/>
                </a:lnTo>
                <a:close/>
                <a:lnTo>
                  <a:pt x="513858" y="1189379"/>
                </a:lnTo>
                <a:close/>
                <a:lnTo>
                  <a:pt x="518872" y="1194492"/>
                </a:lnTo>
                <a:close/>
                <a:lnTo>
                  <a:pt x="531640" y="1205868"/>
                </a:lnTo>
                <a:close/>
                <a:lnTo>
                  <a:pt x="533702" y="1207586"/>
                </a:lnTo>
                <a:close/>
                <a:lnTo>
                  <a:pt x="549422" y="1219196"/>
                </a:lnTo>
                <a:close/>
                <a:lnTo>
                  <a:pt x="551558" y="1220680"/>
                </a:lnTo>
                <a:close/>
                <a:lnTo>
                  <a:pt x="567204" y="1230548"/>
                </a:lnTo>
                <a:close/>
                <a:lnTo>
                  <a:pt x="572491" y="1233774"/>
                </a:lnTo>
                <a:close/>
                <a:lnTo>
                  <a:pt x="584985" y="1240881"/>
                </a:lnTo>
                <a:close/>
                <a:lnTo>
                  <a:pt x="595434" y="1246868"/>
                </a:lnTo>
                <a:close/>
                <a:lnTo>
                  <a:pt x="602767" y="1250886"/>
                </a:lnTo>
                <a:close/>
                <a:lnTo>
                  <a:pt x="618616" y="1259962"/>
                </a:lnTo>
                <a:close/>
                <a:lnTo>
                  <a:pt x="620549" y="1261044"/>
                </a:lnTo>
                <a:close/>
                <a:lnTo>
                  <a:pt x="638331" y="1271849"/>
                </a:lnTo>
                <a:close/>
                <a:lnTo>
                  <a:pt x="640184" y="1273056"/>
                </a:lnTo>
                <a:close/>
                <a:lnTo>
                  <a:pt x="656113" y="1283361"/>
                </a:lnTo>
                <a:close/>
                <a:lnTo>
                  <a:pt x="660258" y="1286151"/>
                </a:lnTo>
                <a:close/>
                <a:lnTo>
                  <a:pt x="673894" y="1295380"/>
                </a:lnTo>
                <a:close/>
                <a:lnTo>
                  <a:pt x="679528" y="1299245"/>
                </a:lnTo>
                <a:close/>
                <a:lnTo>
                  <a:pt x="691676" y="1307708"/>
                </a:lnTo>
                <a:close/>
                <a:lnTo>
                  <a:pt x="698433" y="1312339"/>
                </a:lnTo>
                <a:close/>
                <a:lnTo>
                  <a:pt x="709458" y="1320064"/>
                </a:lnTo>
                <a:close/>
                <a:lnTo>
                  <a:pt x="717485" y="1325433"/>
                </a:lnTo>
                <a:close/>
                <a:lnTo>
                  <a:pt x="727240" y="1332130"/>
                </a:lnTo>
                <a:close/>
                <a:lnTo>
                  <a:pt x="737289" y="1338527"/>
                </a:lnTo>
                <a:close/>
                <a:lnTo>
                  <a:pt x="745022" y="1343592"/>
                </a:lnTo>
                <a:close/>
                <a:lnTo>
                  <a:pt x="758606" y="1351621"/>
                </a:lnTo>
                <a:close/>
                <a:lnTo>
                  <a:pt x="762803" y="1354180"/>
                </a:lnTo>
                <a:close/>
                <a:lnTo>
                  <a:pt x="780585" y="1363805"/>
                </a:lnTo>
                <a:close/>
                <a:lnTo>
                  <a:pt x="782491" y="1364715"/>
                </a:lnTo>
                <a:close/>
                <a:lnTo>
                  <a:pt x="798367" y="1372633"/>
                </a:lnTo>
                <a:close/>
                <a:lnTo>
                  <a:pt x="810791" y="1377809"/>
                </a:lnTo>
                <a:close/>
                <a:lnTo>
                  <a:pt x="816149" y="1380166"/>
                </a:lnTo>
                <a:close/>
                <a:lnTo>
                  <a:pt x="833930" y="1386761"/>
                </a:lnTo>
                <a:close/>
                <a:lnTo>
                  <a:pt x="847942" y="1390904"/>
                </a:lnTo>
                <a:close/>
                <a:lnTo>
                  <a:pt x="851712" y="1392116"/>
                </a:lnTo>
                <a:close/>
                <a:lnTo>
                  <a:pt x="869494" y="1396652"/>
                </a:lnTo>
                <a:close/>
                <a:lnTo>
                  <a:pt x="887276" y="1400003"/>
                </a:lnTo>
                <a:close/>
                <a:lnTo>
                  <a:pt x="905058" y="1402385"/>
                </a:lnTo>
                <a:close/>
                <a:lnTo>
                  <a:pt x="921874" y="1403998"/>
                </a:lnTo>
                <a:close/>
                <a:lnTo>
                  <a:pt x="922839" y="1404105"/>
                </a:lnTo>
                <a:close/>
                <a:lnTo>
                  <a:pt x="940621" y="1405773"/>
                </a:lnTo>
                <a:close/>
                <a:lnTo>
                  <a:pt x="958403" y="1407486"/>
                </a:lnTo>
                <a:close/>
                <a:lnTo>
                  <a:pt x="976185" y="1409487"/>
                </a:lnTo>
                <a:close/>
                <a:lnTo>
                  <a:pt x="993967" y="1411895"/>
                </a:lnTo>
                <a:close/>
                <a:lnTo>
                  <a:pt x="1011748" y="1414746"/>
                </a:lnTo>
                <a:close/>
                <a:lnTo>
                  <a:pt x="1024429" y="1417092"/>
                </a:lnTo>
                <a:close/>
                <a:lnTo>
                  <a:pt x="1029530" y="1418189"/>
                </a:lnTo>
                <a:close/>
                <a:lnTo>
                  <a:pt x="1047312" y="1422444"/>
                </a:lnTo>
                <a:close/>
                <a:lnTo>
                  <a:pt x="1065094" y="1426883"/>
                </a:lnTo>
                <a:close/>
                <a:lnTo>
                  <a:pt x="1078440" y="1430186"/>
                </a:lnTo>
                <a:close/>
                <a:lnTo>
                  <a:pt x="1082876" y="1431456"/>
                </a:lnTo>
                <a:close/>
                <a:lnTo>
                  <a:pt x="1100657" y="1436190"/>
                </a:lnTo>
                <a:close/>
                <a:lnTo>
                  <a:pt x="1118439" y="1440101"/>
                </a:lnTo>
                <a:close/>
                <a:lnTo>
                  <a:pt x="1136221" y="1442798"/>
                </a:lnTo>
                <a:close/>
                <a:lnTo>
                  <a:pt x="1146356" y="1443280"/>
                </a:lnTo>
                <a:close/>
                <a:lnTo>
                  <a:pt x="1154003" y="1443714"/>
                </a:lnTo>
                <a:close/>
                <a:lnTo>
                  <a:pt x="1154003" y="1443714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8380956" y="431465"/>
            <a:ext cx="0" cy="3915140"/>
          </a:xfrm>
          <a:custGeom>
            <a:avLst/>
            <a:gdLst/>
            <a:ahLst/>
            <a:cxnLst/>
            <a:rect l="l" t="t" r="r" b="b"/>
            <a:pathLst>
              <a:path w="0" h="3915140">
                <a:moveTo>
                  <a:pt x="0" y="391514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8380956" y="4346605"/>
            <a:ext cx="5316756" cy="0"/>
          </a:xfrm>
          <a:custGeom>
            <a:avLst/>
            <a:gdLst/>
            <a:ahLst/>
            <a:cxnLst/>
            <a:rect l="l" t="t" r="r" b="b"/>
            <a:pathLst>
              <a:path w="5316756" h="0">
                <a:moveTo>
                  <a:pt x="0" y="0"/>
                </a:moveTo>
                <a:lnTo>
                  <a:pt x="5316756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1801497" y="1014146"/>
            <a:ext cx="1285773" cy="1287782"/>
          </a:xfrm>
          <a:custGeom>
            <a:avLst/>
            <a:gdLst/>
            <a:ahLst/>
            <a:cxnLst/>
            <a:rect l="l" t="t" r="r" b="b"/>
            <a:pathLst>
              <a:path w="1285773" h="1287782">
                <a:moveTo>
                  <a:pt x="918216" y="1277627"/>
                </a:moveTo>
                <a:lnTo>
                  <a:pt x="935998" y="1280652"/>
                </a:lnTo>
                <a:close/>
                <a:lnTo>
                  <a:pt x="953780" y="1283605"/>
                </a:lnTo>
                <a:close/>
                <a:lnTo>
                  <a:pt x="971562" y="1286120"/>
                </a:lnTo>
                <a:close/>
                <a:lnTo>
                  <a:pt x="989344" y="1287722"/>
                </a:lnTo>
                <a:close/>
                <a:lnTo>
                  <a:pt x="1007125" y="1287782"/>
                </a:lnTo>
                <a:close/>
                <a:lnTo>
                  <a:pt x="1024907" y="1285635"/>
                </a:lnTo>
                <a:close/>
                <a:lnTo>
                  <a:pt x="1042689" y="1281080"/>
                </a:lnTo>
                <a:close/>
                <a:lnTo>
                  <a:pt x="1055697" y="1276683"/>
                </a:lnTo>
                <a:close/>
                <a:lnTo>
                  <a:pt x="1060471" y="1275254"/>
                </a:lnTo>
                <a:close/>
                <a:lnTo>
                  <a:pt x="1078253" y="1270280"/>
                </a:lnTo>
                <a:close/>
                <a:lnTo>
                  <a:pt x="1096034" y="1266375"/>
                </a:lnTo>
                <a:close/>
                <a:lnTo>
                  <a:pt x="1113211" y="1263589"/>
                </a:lnTo>
                <a:close/>
                <a:lnTo>
                  <a:pt x="1113816" y="1263496"/>
                </a:lnTo>
                <a:close/>
                <a:lnTo>
                  <a:pt x="1131598" y="1261160"/>
                </a:lnTo>
                <a:close/>
                <a:lnTo>
                  <a:pt x="1149380" y="1258527"/>
                </a:lnTo>
                <a:close/>
                <a:lnTo>
                  <a:pt x="1167162" y="1255089"/>
                </a:lnTo>
                <a:close/>
                <a:lnTo>
                  <a:pt x="1184943" y="1250695"/>
                </a:lnTo>
                <a:close/>
                <a:lnTo>
                  <a:pt x="1185769" y="1250495"/>
                </a:lnTo>
                <a:close/>
                <a:lnTo>
                  <a:pt x="1202725" y="1245330"/>
                </a:lnTo>
                <a:close/>
                <a:lnTo>
                  <a:pt x="1220507" y="1240634"/>
                </a:lnTo>
                <a:close/>
                <a:lnTo>
                  <a:pt x="1238000" y="1237401"/>
                </a:lnTo>
                <a:close/>
                <a:lnTo>
                  <a:pt x="1238289" y="1237333"/>
                </a:lnTo>
                <a:close/>
                <a:lnTo>
                  <a:pt x="1256070" y="1234297"/>
                </a:lnTo>
                <a:close/>
                <a:lnTo>
                  <a:pt x="1273852" y="1229279"/>
                </a:lnTo>
                <a:close/>
                <a:lnTo>
                  <a:pt x="1281726" y="1224307"/>
                </a:lnTo>
                <a:close/>
                <a:lnTo>
                  <a:pt x="1285773" y="1211213"/>
                </a:lnTo>
                <a:close/>
                <a:lnTo>
                  <a:pt x="1282239" y="1198118"/>
                </a:lnTo>
                <a:close/>
                <a:lnTo>
                  <a:pt x="1275971" y="1185024"/>
                </a:lnTo>
                <a:close/>
                <a:lnTo>
                  <a:pt x="1273852" y="1181738"/>
                </a:lnTo>
                <a:close/>
                <a:lnTo>
                  <a:pt x="1268513" y="1171930"/>
                </a:lnTo>
                <a:close/>
                <a:lnTo>
                  <a:pt x="1260837" y="1158836"/>
                </a:lnTo>
                <a:close/>
                <a:lnTo>
                  <a:pt x="1256070" y="1151226"/>
                </a:lnTo>
                <a:close/>
                <a:lnTo>
                  <a:pt x="1253138" y="1145742"/>
                </a:lnTo>
                <a:close/>
                <a:lnTo>
                  <a:pt x="1245820" y="1132648"/>
                </a:lnTo>
                <a:close/>
                <a:lnTo>
                  <a:pt x="1238492" y="1119554"/>
                </a:lnTo>
                <a:close/>
                <a:lnTo>
                  <a:pt x="1238289" y="1119197"/>
                </a:lnTo>
                <a:close/>
                <a:lnTo>
                  <a:pt x="1231945" y="1106460"/>
                </a:lnTo>
                <a:close/>
                <a:lnTo>
                  <a:pt x="1225604" y="1093366"/>
                </a:lnTo>
                <a:close/>
                <a:lnTo>
                  <a:pt x="1220507" y="1082505"/>
                </a:lnTo>
                <a:close/>
                <a:lnTo>
                  <a:pt x="1219579" y="1080271"/>
                </a:lnTo>
                <a:close/>
                <a:lnTo>
                  <a:pt x="1214573" y="1067177"/>
                </a:lnTo>
                <a:close/>
                <a:lnTo>
                  <a:pt x="1210039" y="1054083"/>
                </a:lnTo>
                <a:close/>
                <a:lnTo>
                  <a:pt x="1206034" y="1040989"/>
                </a:lnTo>
                <a:close/>
                <a:lnTo>
                  <a:pt x="1202725" y="1028358"/>
                </a:lnTo>
                <a:close/>
                <a:lnTo>
                  <a:pt x="1202619" y="1027895"/>
                </a:lnTo>
                <a:close/>
                <a:lnTo>
                  <a:pt x="1200214" y="1014801"/>
                </a:lnTo>
                <a:close/>
                <a:lnTo>
                  <a:pt x="1198206" y="1001707"/>
                </a:lnTo>
                <a:close/>
                <a:lnTo>
                  <a:pt x="1196437" y="988613"/>
                </a:lnTo>
                <a:close/>
                <a:lnTo>
                  <a:pt x="1194718" y="975518"/>
                </a:lnTo>
                <a:close/>
                <a:lnTo>
                  <a:pt x="1192849" y="962424"/>
                </a:lnTo>
                <a:close/>
                <a:lnTo>
                  <a:pt x="1190658" y="949330"/>
                </a:lnTo>
                <a:close/>
                <a:lnTo>
                  <a:pt x="1188028" y="936236"/>
                </a:lnTo>
                <a:close/>
                <a:lnTo>
                  <a:pt x="1184943" y="923289"/>
                </a:lnTo>
                <a:close/>
                <a:lnTo>
                  <a:pt x="1184910" y="923142"/>
                </a:lnTo>
                <a:close/>
                <a:lnTo>
                  <a:pt x="1181394" y="910048"/>
                </a:lnTo>
                <a:close/>
                <a:lnTo>
                  <a:pt x="1177298" y="896954"/>
                </a:lnTo>
                <a:close/>
                <a:lnTo>
                  <a:pt x="1172717" y="883860"/>
                </a:lnTo>
                <a:close/>
                <a:lnTo>
                  <a:pt x="1167712" y="870766"/>
                </a:lnTo>
                <a:close/>
                <a:lnTo>
                  <a:pt x="1167162" y="869402"/>
                </a:lnTo>
                <a:close/>
                <a:lnTo>
                  <a:pt x="1162423" y="857671"/>
                </a:lnTo>
                <a:close/>
                <a:lnTo>
                  <a:pt x="1156808" y="844577"/>
                </a:lnTo>
                <a:close/>
                <a:lnTo>
                  <a:pt x="1150883" y="831483"/>
                </a:lnTo>
                <a:close/>
                <a:lnTo>
                  <a:pt x="1149380" y="828297"/>
                </a:lnTo>
                <a:close/>
                <a:lnTo>
                  <a:pt x="1144963" y="818389"/>
                </a:lnTo>
                <a:close/>
                <a:lnTo>
                  <a:pt x="1139046" y="805295"/>
                </a:lnTo>
                <a:close/>
                <a:lnTo>
                  <a:pt x="1133086" y="792201"/>
                </a:lnTo>
                <a:close/>
                <a:lnTo>
                  <a:pt x="1131598" y="788967"/>
                </a:lnTo>
                <a:close/>
                <a:lnTo>
                  <a:pt x="1127647" y="779107"/>
                </a:lnTo>
                <a:close/>
                <a:lnTo>
                  <a:pt x="1122601" y="766013"/>
                </a:lnTo>
                <a:close/>
                <a:lnTo>
                  <a:pt x="1117815" y="752919"/>
                </a:lnTo>
                <a:close/>
                <a:lnTo>
                  <a:pt x="1113816" y="741302"/>
                </a:lnTo>
                <a:close/>
                <a:lnTo>
                  <a:pt x="1113389" y="739824"/>
                </a:lnTo>
                <a:close/>
                <a:lnTo>
                  <a:pt x="1109880" y="726730"/>
                </a:lnTo>
                <a:close/>
                <a:lnTo>
                  <a:pt x="1106740" y="713636"/>
                </a:lnTo>
                <a:close/>
                <a:lnTo>
                  <a:pt x="1103966" y="700542"/>
                </a:lnTo>
                <a:close/>
                <a:lnTo>
                  <a:pt x="1101568" y="687448"/>
                </a:lnTo>
                <a:close/>
                <a:lnTo>
                  <a:pt x="1099566" y="674354"/>
                </a:lnTo>
                <a:close/>
                <a:lnTo>
                  <a:pt x="1097999" y="661260"/>
                </a:lnTo>
                <a:close/>
                <a:lnTo>
                  <a:pt x="1096916" y="648166"/>
                </a:lnTo>
                <a:close/>
                <a:lnTo>
                  <a:pt x="1096331" y="635071"/>
                </a:lnTo>
                <a:close/>
                <a:lnTo>
                  <a:pt x="1096158" y="621977"/>
                </a:lnTo>
                <a:close/>
                <a:lnTo>
                  <a:pt x="1096124" y="608883"/>
                </a:lnTo>
                <a:close/>
                <a:lnTo>
                  <a:pt x="1096034" y="605479"/>
                </a:lnTo>
                <a:close/>
                <a:lnTo>
                  <a:pt x="1095795" y="595789"/>
                </a:lnTo>
                <a:close/>
                <a:lnTo>
                  <a:pt x="1094655" y="582695"/>
                </a:lnTo>
                <a:close/>
                <a:lnTo>
                  <a:pt x="1092213" y="569601"/>
                </a:lnTo>
                <a:close/>
                <a:lnTo>
                  <a:pt x="1088160" y="556507"/>
                </a:lnTo>
                <a:close/>
                <a:lnTo>
                  <a:pt x="1082352" y="543413"/>
                </a:lnTo>
                <a:close/>
                <a:lnTo>
                  <a:pt x="1078253" y="536363"/>
                </a:lnTo>
                <a:close/>
                <a:lnTo>
                  <a:pt x="1074524" y="530319"/>
                </a:lnTo>
                <a:close/>
                <a:lnTo>
                  <a:pt x="1064408" y="517224"/>
                </a:lnTo>
                <a:close/>
                <a:lnTo>
                  <a:pt x="1060471" y="512947"/>
                </a:lnTo>
                <a:close/>
                <a:lnTo>
                  <a:pt x="1051278" y="504130"/>
                </a:lnTo>
                <a:close/>
                <a:lnTo>
                  <a:pt x="1042689" y="497009"/>
                </a:lnTo>
                <a:close/>
                <a:lnTo>
                  <a:pt x="1034102" y="491036"/>
                </a:lnTo>
                <a:close/>
                <a:lnTo>
                  <a:pt x="1024907" y="485277"/>
                </a:lnTo>
                <a:close/>
                <a:lnTo>
                  <a:pt x="1010359" y="477942"/>
                </a:lnTo>
                <a:close/>
                <a:lnTo>
                  <a:pt x="1007125" y="476414"/>
                </a:lnTo>
                <a:close/>
                <a:lnTo>
                  <a:pt x="989344" y="469609"/>
                </a:lnTo>
                <a:close/>
                <a:lnTo>
                  <a:pt x="974403" y="464848"/>
                </a:lnTo>
                <a:close/>
                <a:lnTo>
                  <a:pt x="971562" y="463963"/>
                </a:lnTo>
                <a:close/>
                <a:lnTo>
                  <a:pt x="953780" y="458627"/>
                </a:lnTo>
                <a:close/>
                <a:lnTo>
                  <a:pt x="935998" y="452821"/>
                </a:lnTo>
                <a:close/>
                <a:lnTo>
                  <a:pt x="933346" y="451754"/>
                </a:lnTo>
                <a:close/>
                <a:lnTo>
                  <a:pt x="918216" y="445639"/>
                </a:lnTo>
                <a:close/>
                <a:lnTo>
                  <a:pt x="904015" y="438660"/>
                </a:lnTo>
                <a:close/>
                <a:lnTo>
                  <a:pt x="900435" y="436856"/>
                </a:lnTo>
                <a:close/>
                <a:lnTo>
                  <a:pt x="882653" y="426059"/>
                </a:lnTo>
                <a:close/>
                <a:lnTo>
                  <a:pt x="881948" y="425566"/>
                </a:lnTo>
                <a:close/>
                <a:lnTo>
                  <a:pt x="864871" y="413035"/>
                </a:lnTo>
                <a:close/>
                <a:lnTo>
                  <a:pt x="864172" y="412471"/>
                </a:lnTo>
                <a:close/>
                <a:lnTo>
                  <a:pt x="848973" y="399377"/>
                </a:lnTo>
                <a:close/>
                <a:lnTo>
                  <a:pt x="847089" y="397645"/>
                </a:lnTo>
                <a:close/>
                <a:lnTo>
                  <a:pt x="835488" y="386283"/>
                </a:lnTo>
                <a:close/>
                <a:lnTo>
                  <a:pt x="829307" y="379814"/>
                </a:lnTo>
                <a:close/>
                <a:lnTo>
                  <a:pt x="823091" y="373189"/>
                </a:lnTo>
                <a:close/>
                <a:lnTo>
                  <a:pt x="811547" y="360095"/>
                </a:lnTo>
                <a:close/>
                <a:lnTo>
                  <a:pt x="811526" y="360069"/>
                </a:lnTo>
                <a:close/>
                <a:lnTo>
                  <a:pt x="800497" y="347001"/>
                </a:lnTo>
                <a:close/>
                <a:lnTo>
                  <a:pt x="793744" y="338634"/>
                </a:lnTo>
                <a:close/>
                <a:lnTo>
                  <a:pt x="789673" y="333907"/>
                </a:lnTo>
                <a:close/>
                <a:lnTo>
                  <a:pt x="778809" y="320813"/>
                </a:lnTo>
                <a:close/>
                <a:lnTo>
                  <a:pt x="775962" y="317274"/>
                </a:lnTo>
                <a:close/>
                <a:lnTo>
                  <a:pt x="767495" y="307719"/>
                </a:lnTo>
                <a:close/>
                <a:lnTo>
                  <a:pt x="758180" y="297089"/>
                </a:lnTo>
                <a:close/>
                <a:lnTo>
                  <a:pt x="755785" y="294624"/>
                </a:lnTo>
                <a:close/>
                <a:lnTo>
                  <a:pt x="743119" y="281530"/>
                </a:lnTo>
                <a:close/>
                <a:lnTo>
                  <a:pt x="740398" y="278723"/>
                </a:lnTo>
                <a:close/>
                <a:lnTo>
                  <a:pt x="729552" y="268436"/>
                </a:lnTo>
                <a:close/>
                <a:lnTo>
                  <a:pt x="722617" y="261936"/>
                </a:lnTo>
                <a:close/>
                <a:lnTo>
                  <a:pt x="715336" y="255342"/>
                </a:lnTo>
                <a:close/>
                <a:lnTo>
                  <a:pt x="704835" y="246000"/>
                </a:lnTo>
                <a:close/>
                <a:lnTo>
                  <a:pt x="700718" y="242248"/>
                </a:lnTo>
                <a:close/>
                <a:lnTo>
                  <a:pt x="687053" y="230070"/>
                </a:lnTo>
                <a:close/>
                <a:lnTo>
                  <a:pt x="686088" y="229154"/>
                </a:lnTo>
                <a:close/>
                <a:lnTo>
                  <a:pt x="672056" y="216060"/>
                </a:lnTo>
                <a:close/>
                <a:lnTo>
                  <a:pt x="669271" y="213489"/>
                </a:lnTo>
                <a:close/>
                <a:lnTo>
                  <a:pt x="658624" y="202966"/>
                </a:lnTo>
                <a:close/>
                <a:lnTo>
                  <a:pt x="651490" y="195948"/>
                </a:lnTo>
                <a:close/>
                <a:lnTo>
                  <a:pt x="645627" y="189872"/>
                </a:lnTo>
                <a:close/>
                <a:lnTo>
                  <a:pt x="633708" y="177377"/>
                </a:lnTo>
                <a:close/>
                <a:lnTo>
                  <a:pt x="633148" y="176777"/>
                </a:lnTo>
                <a:close/>
                <a:lnTo>
                  <a:pt x="621478" y="163683"/>
                </a:lnTo>
                <a:close/>
                <a:lnTo>
                  <a:pt x="615926" y="157180"/>
                </a:lnTo>
                <a:close/>
                <a:lnTo>
                  <a:pt x="610336" y="150589"/>
                </a:lnTo>
                <a:close/>
                <a:lnTo>
                  <a:pt x="599942" y="137495"/>
                </a:lnTo>
                <a:close/>
                <a:lnTo>
                  <a:pt x="598144" y="135098"/>
                </a:lnTo>
                <a:close/>
                <a:lnTo>
                  <a:pt x="590154" y="124401"/>
                </a:lnTo>
                <a:close/>
                <a:lnTo>
                  <a:pt x="580923" y="111307"/>
                </a:lnTo>
                <a:close/>
                <a:lnTo>
                  <a:pt x="580362" y="110504"/>
                </a:lnTo>
                <a:close/>
                <a:lnTo>
                  <a:pt x="571830" y="98213"/>
                </a:lnTo>
                <a:close/>
                <a:lnTo>
                  <a:pt x="562762" y="85119"/>
                </a:lnTo>
                <a:close/>
                <a:lnTo>
                  <a:pt x="562581" y="84873"/>
                </a:lnTo>
                <a:close/>
                <a:lnTo>
                  <a:pt x="553035" y="72024"/>
                </a:lnTo>
                <a:close/>
                <a:lnTo>
                  <a:pt x="544799" y="61606"/>
                </a:lnTo>
                <a:close/>
                <a:lnTo>
                  <a:pt x="542594" y="58930"/>
                </a:lnTo>
                <a:close/>
                <a:lnTo>
                  <a:pt x="530795" y="45836"/>
                </a:lnTo>
                <a:close/>
                <a:lnTo>
                  <a:pt x="527017" y="42037"/>
                </a:lnTo>
                <a:close/>
                <a:lnTo>
                  <a:pt x="516954" y="32742"/>
                </a:lnTo>
                <a:close/>
                <a:lnTo>
                  <a:pt x="509235" y="26205"/>
                </a:lnTo>
                <a:close/>
                <a:lnTo>
                  <a:pt x="500137" y="19648"/>
                </a:lnTo>
                <a:close/>
                <a:lnTo>
                  <a:pt x="491453" y="13827"/>
                </a:lnTo>
                <a:close/>
                <a:lnTo>
                  <a:pt x="477224" y="6554"/>
                </a:lnTo>
                <a:close/>
                <a:lnTo>
                  <a:pt x="473672" y="4824"/>
                </a:lnTo>
                <a:close/>
                <a:lnTo>
                  <a:pt x="455890" y="0"/>
                </a:lnTo>
                <a:close/>
                <a:lnTo>
                  <a:pt x="438108" y="383"/>
                </a:lnTo>
                <a:close/>
                <a:lnTo>
                  <a:pt x="425729" y="6554"/>
                </a:lnTo>
                <a:close/>
                <a:lnTo>
                  <a:pt x="420326" y="11062"/>
                </a:lnTo>
                <a:close/>
                <a:lnTo>
                  <a:pt x="414886" y="19648"/>
                </a:lnTo>
                <a:close/>
                <a:lnTo>
                  <a:pt x="409488" y="32742"/>
                </a:lnTo>
                <a:close/>
                <a:lnTo>
                  <a:pt x="405237" y="45836"/>
                </a:lnTo>
                <a:close/>
                <a:lnTo>
                  <a:pt x="402544" y="53356"/>
                </a:lnTo>
                <a:close/>
                <a:lnTo>
                  <a:pt x="400402" y="58930"/>
                </a:lnTo>
                <a:close/>
                <a:lnTo>
                  <a:pt x="392406" y="72024"/>
                </a:lnTo>
                <a:close/>
                <a:lnTo>
                  <a:pt x="384763" y="79237"/>
                </a:lnTo>
                <a:close/>
                <a:lnTo>
                  <a:pt x="375203" y="85119"/>
                </a:lnTo>
                <a:close/>
                <a:lnTo>
                  <a:pt x="366981" y="88609"/>
                </a:lnTo>
                <a:close/>
                <a:lnTo>
                  <a:pt x="349199" y="93664"/>
                </a:lnTo>
                <a:close/>
                <a:lnTo>
                  <a:pt x="331417" y="97109"/>
                </a:lnTo>
                <a:close/>
                <a:lnTo>
                  <a:pt x="322916" y="98213"/>
                </a:lnTo>
                <a:close/>
                <a:lnTo>
                  <a:pt x="313635" y="99285"/>
                </a:lnTo>
                <a:close/>
                <a:lnTo>
                  <a:pt x="295854" y="100095"/>
                </a:lnTo>
                <a:close/>
                <a:lnTo>
                  <a:pt x="278072" y="99467"/>
                </a:lnTo>
                <a:close/>
                <a:lnTo>
                  <a:pt x="266628" y="98213"/>
                </a:lnTo>
                <a:close/>
                <a:lnTo>
                  <a:pt x="260290" y="97507"/>
                </a:lnTo>
                <a:close/>
                <a:lnTo>
                  <a:pt x="242508" y="94508"/>
                </a:lnTo>
                <a:close/>
                <a:lnTo>
                  <a:pt x="224727" y="91136"/>
                </a:lnTo>
                <a:close/>
                <a:lnTo>
                  <a:pt x="206945" y="87827"/>
                </a:lnTo>
                <a:close/>
                <a:lnTo>
                  <a:pt x="190458" y="85119"/>
                </a:lnTo>
                <a:close/>
                <a:lnTo>
                  <a:pt x="189163" y="84896"/>
                </a:lnTo>
                <a:close/>
                <a:lnTo>
                  <a:pt x="171381" y="82593"/>
                </a:lnTo>
                <a:close/>
                <a:lnTo>
                  <a:pt x="153599" y="81417"/>
                </a:lnTo>
                <a:close/>
                <a:lnTo>
                  <a:pt x="135818" y="81740"/>
                </a:lnTo>
                <a:close/>
                <a:lnTo>
                  <a:pt x="118036" y="84101"/>
                </a:lnTo>
                <a:close/>
                <a:lnTo>
                  <a:pt x="114145" y="85119"/>
                </a:lnTo>
                <a:close/>
                <a:lnTo>
                  <a:pt x="100254" y="89504"/>
                </a:lnTo>
                <a:close/>
                <a:lnTo>
                  <a:pt x="83446" y="98213"/>
                </a:lnTo>
                <a:close/>
                <a:lnTo>
                  <a:pt x="82472" y="98857"/>
                </a:lnTo>
                <a:close/>
                <a:lnTo>
                  <a:pt x="66966" y="111307"/>
                </a:lnTo>
                <a:close/>
                <a:lnTo>
                  <a:pt x="64690" y="113571"/>
                </a:lnTo>
                <a:close/>
                <a:lnTo>
                  <a:pt x="54287" y="124401"/>
                </a:lnTo>
                <a:close/>
                <a:lnTo>
                  <a:pt x="46909" y="133633"/>
                </a:lnTo>
                <a:close/>
                <a:lnTo>
                  <a:pt x="43897" y="137495"/>
                </a:lnTo>
                <a:close/>
                <a:lnTo>
                  <a:pt x="35597" y="150589"/>
                </a:lnTo>
                <a:close/>
                <a:lnTo>
                  <a:pt x="29564" y="163683"/>
                </a:lnTo>
                <a:close/>
                <a:lnTo>
                  <a:pt x="29127" y="164979"/>
                </a:lnTo>
                <a:close/>
                <a:lnTo>
                  <a:pt x="25490" y="176777"/>
                </a:lnTo>
                <a:close/>
                <a:lnTo>
                  <a:pt x="22878" y="189872"/>
                </a:lnTo>
                <a:close/>
                <a:lnTo>
                  <a:pt x="21201" y="202966"/>
                </a:lnTo>
                <a:close/>
                <a:lnTo>
                  <a:pt x="20046" y="216060"/>
                </a:lnTo>
                <a:close/>
                <a:lnTo>
                  <a:pt x="19128" y="229154"/>
                </a:lnTo>
                <a:close/>
                <a:lnTo>
                  <a:pt x="18281" y="242248"/>
                </a:lnTo>
                <a:close/>
                <a:lnTo>
                  <a:pt x="17421" y="255342"/>
                </a:lnTo>
                <a:close/>
                <a:lnTo>
                  <a:pt x="16511" y="268436"/>
                </a:lnTo>
                <a:close/>
                <a:lnTo>
                  <a:pt x="15521" y="281530"/>
                </a:lnTo>
                <a:close/>
                <a:lnTo>
                  <a:pt x="14393" y="294624"/>
                </a:lnTo>
                <a:close/>
                <a:lnTo>
                  <a:pt x="13042" y="307719"/>
                </a:lnTo>
                <a:close/>
                <a:lnTo>
                  <a:pt x="11363" y="320813"/>
                </a:lnTo>
                <a:close/>
                <a:lnTo>
                  <a:pt x="11345" y="320934"/>
                </a:lnTo>
                <a:close/>
                <a:lnTo>
                  <a:pt x="8804" y="333907"/>
                </a:lnTo>
                <a:close/>
                <a:lnTo>
                  <a:pt x="5897" y="347001"/>
                </a:lnTo>
                <a:close/>
                <a:lnTo>
                  <a:pt x="3073" y="360095"/>
                </a:lnTo>
                <a:close/>
                <a:lnTo>
                  <a:pt x="938" y="373189"/>
                </a:lnTo>
                <a:close/>
                <a:lnTo>
                  <a:pt x="0" y="386283"/>
                </a:lnTo>
                <a:close/>
                <a:lnTo>
                  <a:pt x="440" y="399377"/>
                </a:lnTo>
                <a:close/>
                <a:lnTo>
                  <a:pt x="2111" y="412471"/>
                </a:lnTo>
                <a:close/>
                <a:lnTo>
                  <a:pt x="4704" y="425566"/>
                </a:lnTo>
                <a:close/>
                <a:lnTo>
                  <a:pt x="7903" y="438660"/>
                </a:lnTo>
                <a:close/>
                <a:lnTo>
                  <a:pt x="11345" y="451386"/>
                </a:lnTo>
                <a:close/>
                <a:lnTo>
                  <a:pt x="11440" y="451754"/>
                </a:lnTo>
                <a:close/>
                <a:lnTo>
                  <a:pt x="14811" y="464848"/>
                </a:lnTo>
                <a:close/>
                <a:lnTo>
                  <a:pt x="17956" y="477942"/>
                </a:lnTo>
                <a:close/>
                <a:lnTo>
                  <a:pt x="20718" y="491036"/>
                </a:lnTo>
                <a:close/>
                <a:lnTo>
                  <a:pt x="23001" y="504130"/>
                </a:lnTo>
                <a:close/>
                <a:lnTo>
                  <a:pt x="24817" y="517224"/>
                </a:lnTo>
                <a:close/>
                <a:lnTo>
                  <a:pt x="26363" y="530319"/>
                </a:lnTo>
                <a:close/>
                <a:lnTo>
                  <a:pt x="28042" y="543413"/>
                </a:lnTo>
                <a:close/>
                <a:lnTo>
                  <a:pt x="29127" y="549561"/>
                </a:lnTo>
                <a:close/>
                <a:lnTo>
                  <a:pt x="30227" y="556507"/>
                </a:lnTo>
                <a:close/>
                <a:lnTo>
                  <a:pt x="33289" y="569601"/>
                </a:lnTo>
                <a:close/>
                <a:lnTo>
                  <a:pt x="37510" y="582695"/>
                </a:lnTo>
                <a:close/>
                <a:lnTo>
                  <a:pt x="42890" y="595789"/>
                </a:lnTo>
                <a:close/>
                <a:lnTo>
                  <a:pt x="46909" y="603829"/>
                </a:lnTo>
                <a:close/>
                <a:lnTo>
                  <a:pt x="49144" y="608883"/>
                </a:lnTo>
                <a:close/>
                <a:lnTo>
                  <a:pt x="55957" y="621977"/>
                </a:lnTo>
                <a:close/>
                <a:lnTo>
                  <a:pt x="63786" y="635071"/>
                </a:lnTo>
                <a:close/>
                <a:lnTo>
                  <a:pt x="64690" y="636440"/>
                </a:lnTo>
                <a:close/>
                <a:lnTo>
                  <a:pt x="71644" y="648166"/>
                </a:lnTo>
                <a:close/>
                <a:lnTo>
                  <a:pt x="80473" y="661260"/>
                </a:lnTo>
                <a:close/>
                <a:lnTo>
                  <a:pt x="82472" y="663987"/>
                </a:lnTo>
                <a:close/>
                <a:lnTo>
                  <a:pt x="89406" y="674354"/>
                </a:lnTo>
                <a:close/>
                <a:lnTo>
                  <a:pt x="99456" y="687448"/>
                </a:lnTo>
                <a:close/>
                <a:lnTo>
                  <a:pt x="100254" y="688419"/>
                </a:lnTo>
                <a:close/>
                <a:lnTo>
                  <a:pt x="109542" y="700542"/>
                </a:lnTo>
                <a:close/>
                <a:lnTo>
                  <a:pt x="118036" y="710168"/>
                </a:lnTo>
                <a:close/>
                <a:lnTo>
                  <a:pt x="120912" y="713636"/>
                </a:lnTo>
                <a:close/>
                <a:lnTo>
                  <a:pt x="132942" y="726730"/>
                </a:lnTo>
                <a:close/>
                <a:lnTo>
                  <a:pt x="135818" y="729594"/>
                </a:lnTo>
                <a:close/>
                <a:lnTo>
                  <a:pt x="145556" y="739824"/>
                </a:lnTo>
                <a:close/>
                <a:lnTo>
                  <a:pt x="153599" y="747446"/>
                </a:lnTo>
                <a:close/>
                <a:lnTo>
                  <a:pt x="159070" y="752919"/>
                </a:lnTo>
                <a:close/>
                <a:lnTo>
                  <a:pt x="171381" y="764309"/>
                </a:lnTo>
                <a:close/>
                <a:lnTo>
                  <a:pt x="173124" y="766013"/>
                </a:lnTo>
                <a:close/>
                <a:lnTo>
                  <a:pt x="186946" y="779107"/>
                </a:lnTo>
                <a:close/>
                <a:lnTo>
                  <a:pt x="189163" y="781164"/>
                </a:lnTo>
                <a:close/>
                <a:lnTo>
                  <a:pt x="200309" y="792201"/>
                </a:lnTo>
                <a:close/>
                <a:lnTo>
                  <a:pt x="206945" y="798657"/>
                </a:lnTo>
                <a:close/>
                <a:lnTo>
                  <a:pt x="213400" y="805295"/>
                </a:lnTo>
                <a:close/>
                <a:lnTo>
                  <a:pt x="224727" y="816921"/>
                </a:lnTo>
                <a:close/>
                <a:lnTo>
                  <a:pt x="226108" y="818389"/>
                </a:lnTo>
                <a:close/>
                <a:lnTo>
                  <a:pt x="237855" y="831483"/>
                </a:lnTo>
                <a:close/>
                <a:lnTo>
                  <a:pt x="242508" y="836716"/>
                </a:lnTo>
                <a:close/>
                <a:lnTo>
                  <a:pt x="249410" y="844577"/>
                </a:lnTo>
                <a:close/>
                <a:lnTo>
                  <a:pt x="260290" y="856795"/>
                </a:lnTo>
                <a:close/>
                <a:lnTo>
                  <a:pt x="261094" y="857671"/>
                </a:lnTo>
                <a:close/>
                <a:lnTo>
                  <a:pt x="272813" y="870766"/>
                </a:lnTo>
                <a:close/>
                <a:lnTo>
                  <a:pt x="278072" y="876381"/>
                </a:lnTo>
                <a:close/>
                <a:lnTo>
                  <a:pt x="285609" y="883860"/>
                </a:lnTo>
                <a:close/>
                <a:lnTo>
                  <a:pt x="295854" y="893516"/>
                </a:lnTo>
                <a:close/>
                <a:lnTo>
                  <a:pt x="299986" y="896954"/>
                </a:lnTo>
                <a:close/>
                <a:lnTo>
                  <a:pt x="313635" y="907933"/>
                </a:lnTo>
                <a:close/>
                <a:lnTo>
                  <a:pt x="316763" y="910048"/>
                </a:lnTo>
                <a:close/>
                <a:lnTo>
                  <a:pt x="331417" y="919932"/>
                </a:lnTo>
                <a:close/>
                <a:lnTo>
                  <a:pt x="337285" y="923142"/>
                </a:lnTo>
                <a:close/>
                <a:lnTo>
                  <a:pt x="349199" y="929919"/>
                </a:lnTo>
                <a:close/>
                <a:lnTo>
                  <a:pt x="362960" y="936236"/>
                </a:lnTo>
                <a:close/>
                <a:lnTo>
                  <a:pt x="366981" y="938250"/>
                </a:lnTo>
                <a:close/>
                <a:lnTo>
                  <a:pt x="384763" y="945831"/>
                </a:lnTo>
                <a:close/>
                <a:lnTo>
                  <a:pt x="393462" y="949330"/>
                </a:lnTo>
                <a:close/>
                <a:lnTo>
                  <a:pt x="402544" y="953545"/>
                </a:lnTo>
                <a:close/>
                <a:lnTo>
                  <a:pt x="419761" y="962424"/>
                </a:lnTo>
                <a:close/>
                <a:lnTo>
                  <a:pt x="420326" y="962769"/>
                </a:lnTo>
                <a:close/>
                <a:lnTo>
                  <a:pt x="437203" y="975518"/>
                </a:lnTo>
                <a:close/>
                <a:lnTo>
                  <a:pt x="438108" y="976322"/>
                </a:lnTo>
                <a:close/>
                <a:lnTo>
                  <a:pt x="448911" y="988613"/>
                </a:lnTo>
                <a:close/>
                <a:lnTo>
                  <a:pt x="455890" y="997487"/>
                </a:lnTo>
                <a:close/>
                <a:lnTo>
                  <a:pt x="458517" y="1001707"/>
                </a:lnTo>
                <a:close/>
                <a:lnTo>
                  <a:pt x="465710" y="1014801"/>
                </a:lnTo>
                <a:close/>
                <a:lnTo>
                  <a:pt x="472643" y="1027895"/>
                </a:lnTo>
                <a:close/>
                <a:lnTo>
                  <a:pt x="473672" y="1029909"/>
                </a:lnTo>
                <a:close/>
                <a:lnTo>
                  <a:pt x="478467" y="1040989"/>
                </a:lnTo>
                <a:close/>
                <a:lnTo>
                  <a:pt x="485045" y="1054083"/>
                </a:lnTo>
                <a:close/>
                <a:lnTo>
                  <a:pt x="491453" y="1064689"/>
                </a:lnTo>
                <a:close/>
                <a:lnTo>
                  <a:pt x="492781" y="1067177"/>
                </a:lnTo>
                <a:close/>
                <a:lnTo>
                  <a:pt x="501370" y="1080271"/>
                </a:lnTo>
                <a:close/>
                <a:lnTo>
                  <a:pt x="509235" y="1089868"/>
                </a:lnTo>
                <a:close/>
                <a:lnTo>
                  <a:pt x="511848" y="1093366"/>
                </a:lnTo>
                <a:close/>
                <a:lnTo>
                  <a:pt x="523698" y="1106460"/>
                </a:lnTo>
                <a:close/>
                <a:lnTo>
                  <a:pt x="527017" y="1109580"/>
                </a:lnTo>
                <a:close/>
                <a:lnTo>
                  <a:pt x="536925" y="1119554"/>
                </a:lnTo>
                <a:close/>
                <a:lnTo>
                  <a:pt x="544799" y="1126433"/>
                </a:lnTo>
                <a:close/>
                <a:lnTo>
                  <a:pt x="551597" y="1132648"/>
                </a:lnTo>
                <a:close/>
                <a:lnTo>
                  <a:pt x="562581" y="1141668"/>
                </a:lnTo>
                <a:close/>
                <a:lnTo>
                  <a:pt x="567458" y="1145742"/>
                </a:lnTo>
                <a:close/>
                <a:lnTo>
                  <a:pt x="580362" y="1155744"/>
                </a:lnTo>
                <a:close/>
                <a:lnTo>
                  <a:pt x="584400" y="1158836"/>
                </a:lnTo>
                <a:close/>
                <a:lnTo>
                  <a:pt x="598144" y="1168890"/>
                </a:lnTo>
                <a:close/>
                <a:lnTo>
                  <a:pt x="602465" y="1171930"/>
                </a:lnTo>
                <a:close/>
                <a:lnTo>
                  <a:pt x="615926" y="1181203"/>
                </a:lnTo>
                <a:close/>
                <a:lnTo>
                  <a:pt x="621815" y="1185024"/>
                </a:lnTo>
                <a:close/>
                <a:lnTo>
                  <a:pt x="633708" y="1192722"/>
                </a:lnTo>
                <a:close/>
                <a:lnTo>
                  <a:pt x="642694" y="1198118"/>
                </a:lnTo>
                <a:close/>
                <a:lnTo>
                  <a:pt x="651490" y="1203457"/>
                </a:lnTo>
                <a:close/>
                <a:lnTo>
                  <a:pt x="665422" y="1211213"/>
                </a:lnTo>
                <a:close/>
                <a:lnTo>
                  <a:pt x="669271" y="1213395"/>
                </a:lnTo>
                <a:close/>
                <a:lnTo>
                  <a:pt x="687053" y="1222574"/>
                </a:lnTo>
                <a:close/>
                <a:lnTo>
                  <a:pt x="690756" y="1224307"/>
                </a:lnTo>
                <a:close/>
                <a:lnTo>
                  <a:pt x="704835" y="1231003"/>
                </a:lnTo>
                <a:close/>
                <a:lnTo>
                  <a:pt x="720106" y="1237401"/>
                </a:lnTo>
                <a:close/>
                <a:lnTo>
                  <a:pt x="722617" y="1238472"/>
                </a:lnTo>
                <a:close/>
                <a:lnTo>
                  <a:pt x="740398" y="1245156"/>
                </a:lnTo>
                <a:close/>
                <a:lnTo>
                  <a:pt x="757377" y="1250495"/>
                </a:lnTo>
                <a:close/>
                <a:lnTo>
                  <a:pt x="758180" y="1250753"/>
                </a:lnTo>
                <a:close/>
                <a:lnTo>
                  <a:pt x="775962" y="1255678"/>
                </a:lnTo>
                <a:close/>
                <a:lnTo>
                  <a:pt x="793744" y="1259693"/>
                </a:lnTo>
                <a:close/>
                <a:lnTo>
                  <a:pt x="811526" y="1262974"/>
                </a:lnTo>
                <a:close/>
                <a:lnTo>
                  <a:pt x="815463" y="1263589"/>
                </a:lnTo>
                <a:close/>
                <a:lnTo>
                  <a:pt x="829307" y="1265851"/>
                </a:lnTo>
                <a:close/>
                <a:lnTo>
                  <a:pt x="847089" y="1268305"/>
                </a:lnTo>
                <a:close/>
                <a:lnTo>
                  <a:pt x="864871" y="1270491"/>
                </a:lnTo>
                <a:close/>
                <a:lnTo>
                  <a:pt x="882653" y="1272645"/>
                </a:lnTo>
                <a:close/>
                <a:lnTo>
                  <a:pt x="900435" y="1274966"/>
                </a:lnTo>
                <a:close/>
                <a:lnTo>
                  <a:pt x="912175" y="1276683"/>
                </a:lnTo>
                <a:close/>
                <a:lnTo>
                  <a:pt x="918216" y="1277627"/>
                </a:lnTo>
                <a:close/>
                <a:lnTo>
                  <a:pt x="918216" y="1277627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1917590" y="1232823"/>
            <a:ext cx="978698" cy="964809"/>
          </a:xfrm>
          <a:custGeom>
            <a:avLst/>
            <a:gdLst/>
            <a:ahLst/>
            <a:cxnLst/>
            <a:rect l="l" t="t" r="r" b="b"/>
            <a:pathLst>
              <a:path w="978698" h="964809">
                <a:moveTo>
                  <a:pt x="784342" y="954194"/>
                </a:moveTo>
                <a:lnTo>
                  <a:pt x="802123" y="958759"/>
                </a:lnTo>
                <a:close/>
                <a:lnTo>
                  <a:pt x="819905" y="962198"/>
                </a:lnTo>
                <a:close/>
                <a:lnTo>
                  <a:pt x="837687" y="964254"/>
                </a:lnTo>
                <a:close/>
                <a:lnTo>
                  <a:pt x="855469" y="964809"/>
                </a:lnTo>
                <a:close/>
                <a:lnTo>
                  <a:pt x="873251" y="963783"/>
                </a:lnTo>
                <a:close/>
                <a:lnTo>
                  <a:pt x="891032" y="960997"/>
                </a:lnTo>
                <a:close/>
                <a:lnTo>
                  <a:pt x="908814" y="956088"/>
                </a:lnTo>
                <a:close/>
                <a:lnTo>
                  <a:pt x="915859" y="953253"/>
                </a:lnTo>
                <a:close/>
                <a:lnTo>
                  <a:pt x="926596" y="948049"/>
                </a:lnTo>
                <a:close/>
                <a:lnTo>
                  <a:pt x="938548" y="940159"/>
                </a:lnTo>
                <a:close/>
                <a:lnTo>
                  <a:pt x="944378" y="935281"/>
                </a:lnTo>
                <a:close/>
                <a:lnTo>
                  <a:pt x="952655" y="927065"/>
                </a:lnTo>
                <a:close/>
                <a:lnTo>
                  <a:pt x="962160" y="914925"/>
                </a:lnTo>
                <a:close/>
                <a:lnTo>
                  <a:pt x="962839" y="913971"/>
                </a:lnTo>
                <a:close/>
                <a:lnTo>
                  <a:pt x="970255" y="900877"/>
                </a:lnTo>
                <a:close/>
                <a:lnTo>
                  <a:pt x="975213" y="887783"/>
                </a:lnTo>
                <a:close/>
                <a:lnTo>
                  <a:pt x="977905" y="874689"/>
                </a:lnTo>
                <a:close/>
                <a:lnTo>
                  <a:pt x="978698" y="861594"/>
                </a:lnTo>
                <a:close/>
                <a:lnTo>
                  <a:pt x="978077" y="848500"/>
                </a:lnTo>
                <a:close/>
                <a:lnTo>
                  <a:pt x="976532" y="835406"/>
                </a:lnTo>
                <a:close/>
                <a:lnTo>
                  <a:pt x="974481" y="822312"/>
                </a:lnTo>
                <a:close/>
                <a:lnTo>
                  <a:pt x="972242" y="809218"/>
                </a:lnTo>
                <a:close/>
                <a:lnTo>
                  <a:pt x="970027" y="796124"/>
                </a:lnTo>
                <a:close/>
                <a:lnTo>
                  <a:pt x="967925" y="783030"/>
                </a:lnTo>
                <a:close/>
                <a:lnTo>
                  <a:pt x="965878" y="769936"/>
                </a:lnTo>
                <a:close/>
                <a:lnTo>
                  <a:pt x="963695" y="756841"/>
                </a:lnTo>
                <a:close/>
                <a:lnTo>
                  <a:pt x="962160" y="749123"/>
                </a:lnTo>
                <a:close/>
                <a:lnTo>
                  <a:pt x="961161" y="743747"/>
                </a:lnTo>
                <a:close/>
                <a:lnTo>
                  <a:pt x="958083" y="730653"/>
                </a:lnTo>
                <a:close/>
                <a:lnTo>
                  <a:pt x="954186" y="717559"/>
                </a:lnTo>
                <a:close/>
                <a:lnTo>
                  <a:pt x="949333" y="704465"/>
                </a:lnTo>
                <a:close/>
                <a:lnTo>
                  <a:pt x="944378" y="693484"/>
                </a:lnTo>
                <a:close/>
                <a:lnTo>
                  <a:pt x="943486" y="691371"/>
                </a:lnTo>
                <a:close/>
                <a:lnTo>
                  <a:pt x="937096" y="678277"/>
                </a:lnTo>
                <a:close/>
                <a:lnTo>
                  <a:pt x="929782" y="665183"/>
                </a:lnTo>
                <a:close/>
                <a:lnTo>
                  <a:pt x="926596" y="659948"/>
                </a:lnTo>
                <a:close/>
                <a:lnTo>
                  <a:pt x="922058" y="652089"/>
                </a:lnTo>
                <a:close/>
                <a:lnTo>
                  <a:pt x="914049" y="638994"/>
                </a:lnTo>
                <a:close/>
                <a:lnTo>
                  <a:pt x="908814" y="630664"/>
                </a:lnTo>
                <a:close/>
                <a:lnTo>
                  <a:pt x="905934" y="625900"/>
                </a:lnTo>
                <a:close/>
                <a:lnTo>
                  <a:pt x="898334" y="612806"/>
                </a:lnTo>
                <a:close/>
                <a:lnTo>
                  <a:pt x="891080" y="599712"/>
                </a:lnTo>
                <a:close/>
                <a:lnTo>
                  <a:pt x="891032" y="599606"/>
                </a:lnTo>
                <a:close/>
                <a:lnTo>
                  <a:pt x="885327" y="586618"/>
                </a:lnTo>
                <a:close/>
                <a:lnTo>
                  <a:pt x="880829" y="573524"/>
                </a:lnTo>
                <a:close/>
                <a:lnTo>
                  <a:pt x="877993" y="560430"/>
                </a:lnTo>
                <a:close/>
                <a:lnTo>
                  <a:pt x="877011" y="547336"/>
                </a:lnTo>
                <a:close/>
                <a:lnTo>
                  <a:pt x="877675" y="534242"/>
                </a:lnTo>
                <a:close/>
                <a:lnTo>
                  <a:pt x="879392" y="521147"/>
                </a:lnTo>
                <a:close/>
                <a:lnTo>
                  <a:pt x="881391" y="508053"/>
                </a:lnTo>
                <a:close/>
                <a:lnTo>
                  <a:pt x="882994" y="494959"/>
                </a:lnTo>
                <a:close/>
                <a:lnTo>
                  <a:pt x="883768" y="481865"/>
                </a:lnTo>
                <a:close/>
                <a:lnTo>
                  <a:pt x="883511" y="468771"/>
                </a:lnTo>
                <a:close/>
                <a:lnTo>
                  <a:pt x="882160" y="455677"/>
                </a:lnTo>
                <a:close/>
                <a:lnTo>
                  <a:pt x="879697" y="442583"/>
                </a:lnTo>
                <a:close/>
                <a:lnTo>
                  <a:pt x="876076" y="429489"/>
                </a:lnTo>
                <a:close/>
                <a:lnTo>
                  <a:pt x="873251" y="421867"/>
                </a:lnTo>
                <a:close/>
                <a:lnTo>
                  <a:pt x="871195" y="416394"/>
                </a:lnTo>
                <a:close/>
                <a:lnTo>
                  <a:pt x="865062" y="403300"/>
                </a:lnTo>
                <a:close/>
                <a:lnTo>
                  <a:pt x="857445" y="390206"/>
                </a:lnTo>
                <a:close/>
                <a:lnTo>
                  <a:pt x="855469" y="387337"/>
                </a:lnTo>
                <a:close/>
                <a:lnTo>
                  <a:pt x="848280" y="377112"/>
                </a:lnTo>
                <a:close/>
                <a:lnTo>
                  <a:pt x="837687" y="364550"/>
                </a:lnTo>
                <a:close/>
                <a:lnTo>
                  <a:pt x="837227" y="364018"/>
                </a:lnTo>
                <a:close/>
                <a:lnTo>
                  <a:pt x="824496" y="350924"/>
                </a:lnTo>
                <a:close/>
                <a:lnTo>
                  <a:pt x="819905" y="346787"/>
                </a:lnTo>
                <a:close/>
                <a:lnTo>
                  <a:pt x="809812" y="337830"/>
                </a:lnTo>
                <a:close/>
                <a:lnTo>
                  <a:pt x="802123" y="331652"/>
                </a:lnTo>
                <a:close/>
                <a:lnTo>
                  <a:pt x="793374" y="324736"/>
                </a:lnTo>
                <a:close/>
                <a:lnTo>
                  <a:pt x="784342" y="318068"/>
                </a:lnTo>
                <a:close/>
                <a:lnTo>
                  <a:pt x="775469" y="311642"/>
                </a:lnTo>
                <a:close/>
                <a:lnTo>
                  <a:pt x="766560" y="305450"/>
                </a:lnTo>
                <a:close/>
                <a:lnTo>
                  <a:pt x="756421" y="298547"/>
                </a:lnTo>
                <a:close/>
                <a:lnTo>
                  <a:pt x="748778" y="293436"/>
                </a:lnTo>
                <a:close/>
                <a:lnTo>
                  <a:pt x="736626" y="285453"/>
                </a:lnTo>
                <a:close/>
                <a:lnTo>
                  <a:pt x="730996" y="281747"/>
                </a:lnTo>
                <a:close/>
                <a:lnTo>
                  <a:pt x="716610" y="272359"/>
                </a:lnTo>
                <a:close/>
                <a:lnTo>
                  <a:pt x="713214" y="270104"/>
                </a:lnTo>
                <a:close/>
                <a:lnTo>
                  <a:pt x="696979" y="259265"/>
                </a:lnTo>
                <a:close/>
                <a:lnTo>
                  <a:pt x="695433" y="258204"/>
                </a:lnTo>
                <a:close/>
                <a:lnTo>
                  <a:pt x="678224" y="246171"/>
                </a:lnTo>
                <a:close/>
                <a:lnTo>
                  <a:pt x="677651" y="245757"/>
                </a:lnTo>
                <a:close/>
                <a:lnTo>
                  <a:pt x="660530" y="233077"/>
                </a:lnTo>
                <a:close/>
                <a:lnTo>
                  <a:pt x="659869" y="232572"/>
                </a:lnTo>
                <a:close/>
                <a:lnTo>
                  <a:pt x="643744" y="219983"/>
                </a:lnTo>
                <a:close/>
                <a:lnTo>
                  <a:pt x="642087" y="218659"/>
                </a:lnTo>
                <a:close/>
                <a:lnTo>
                  <a:pt x="627510" y="206889"/>
                </a:lnTo>
                <a:close/>
                <a:lnTo>
                  <a:pt x="624305" y="204260"/>
                </a:lnTo>
                <a:close/>
                <a:lnTo>
                  <a:pt x="611416" y="193794"/>
                </a:lnTo>
                <a:close/>
                <a:lnTo>
                  <a:pt x="606524" y="189776"/>
                </a:lnTo>
                <a:close/>
                <a:lnTo>
                  <a:pt x="595073" y="180700"/>
                </a:lnTo>
                <a:close/>
                <a:lnTo>
                  <a:pt x="588742" y="175612"/>
                </a:lnTo>
                <a:close/>
                <a:lnTo>
                  <a:pt x="578125" y="167606"/>
                </a:lnTo>
                <a:close/>
                <a:lnTo>
                  <a:pt x="570960" y="162076"/>
                </a:lnTo>
                <a:close/>
                <a:lnTo>
                  <a:pt x="560214" y="154512"/>
                </a:lnTo>
                <a:close/>
                <a:lnTo>
                  <a:pt x="553178" y="149359"/>
                </a:lnTo>
                <a:close/>
                <a:lnTo>
                  <a:pt x="540928" y="141418"/>
                </a:lnTo>
                <a:close/>
                <a:lnTo>
                  <a:pt x="535397" y="137608"/>
                </a:lnTo>
                <a:close/>
                <a:lnTo>
                  <a:pt x="519662" y="128324"/>
                </a:lnTo>
                <a:close/>
                <a:lnTo>
                  <a:pt x="517615" y="127012"/>
                </a:lnTo>
                <a:close/>
                <a:lnTo>
                  <a:pt x="499833" y="117933"/>
                </a:lnTo>
                <a:close/>
                <a:lnTo>
                  <a:pt x="492434" y="115230"/>
                </a:lnTo>
                <a:close/>
                <a:lnTo>
                  <a:pt x="482051" y="110902"/>
                </a:lnTo>
                <a:close/>
                <a:lnTo>
                  <a:pt x="464269" y="106902"/>
                </a:lnTo>
                <a:close/>
                <a:lnTo>
                  <a:pt x="446488" y="107764"/>
                </a:lnTo>
                <a:close/>
                <a:lnTo>
                  <a:pt x="431618" y="115230"/>
                </a:lnTo>
                <a:close/>
                <a:lnTo>
                  <a:pt x="428706" y="117689"/>
                </a:lnTo>
                <a:close/>
                <a:lnTo>
                  <a:pt x="418281" y="128324"/>
                </a:lnTo>
                <a:close/>
                <a:lnTo>
                  <a:pt x="410924" y="135711"/>
                </a:lnTo>
                <a:close/>
                <a:lnTo>
                  <a:pt x="394924" y="141418"/>
                </a:lnTo>
                <a:close/>
                <a:lnTo>
                  <a:pt x="393142" y="141796"/>
                </a:lnTo>
                <a:close/>
                <a:lnTo>
                  <a:pt x="391527" y="141418"/>
                </a:lnTo>
                <a:close/>
                <a:lnTo>
                  <a:pt x="375360" y="137473"/>
                </a:lnTo>
                <a:close/>
                <a:lnTo>
                  <a:pt x="358146" y="128324"/>
                </a:lnTo>
                <a:close/>
                <a:lnTo>
                  <a:pt x="357579" y="128020"/>
                </a:lnTo>
                <a:close/>
                <a:lnTo>
                  <a:pt x="341474" y="115230"/>
                </a:lnTo>
                <a:close/>
                <a:lnTo>
                  <a:pt x="339797" y="113927"/>
                </a:lnTo>
                <a:close/>
                <a:lnTo>
                  <a:pt x="327780" y="102136"/>
                </a:lnTo>
                <a:close/>
                <a:lnTo>
                  <a:pt x="322015" y="96763"/>
                </a:lnTo>
                <a:close/>
                <a:lnTo>
                  <a:pt x="314776" y="89042"/>
                </a:lnTo>
                <a:close/>
                <a:lnTo>
                  <a:pt x="304233" y="78657"/>
                </a:lnTo>
                <a:close/>
                <a:lnTo>
                  <a:pt x="301641" y="75947"/>
                </a:lnTo>
                <a:close/>
                <a:lnTo>
                  <a:pt x="287918" y="62853"/>
                </a:lnTo>
                <a:close/>
                <a:lnTo>
                  <a:pt x="286451" y="61605"/>
                </a:lnTo>
                <a:close/>
                <a:lnTo>
                  <a:pt x="272520" y="49759"/>
                </a:lnTo>
                <a:close/>
                <a:lnTo>
                  <a:pt x="268670" y="46901"/>
                </a:lnTo>
                <a:close/>
                <a:lnTo>
                  <a:pt x="254011" y="36665"/>
                </a:lnTo>
                <a:close/>
                <a:lnTo>
                  <a:pt x="250888" y="34740"/>
                </a:lnTo>
                <a:close/>
                <a:lnTo>
                  <a:pt x="233106" y="24813"/>
                </a:lnTo>
                <a:close/>
                <a:lnTo>
                  <a:pt x="230529" y="23571"/>
                </a:lnTo>
                <a:close/>
                <a:lnTo>
                  <a:pt x="215324" y="16785"/>
                </a:lnTo>
                <a:close/>
                <a:lnTo>
                  <a:pt x="198238" y="10477"/>
                </a:lnTo>
                <a:close/>
                <a:lnTo>
                  <a:pt x="197542" y="10233"/>
                </a:lnTo>
                <a:close/>
                <a:lnTo>
                  <a:pt x="179761" y="5280"/>
                </a:lnTo>
                <a:close/>
                <a:lnTo>
                  <a:pt x="161979" y="1770"/>
                </a:lnTo>
                <a:close/>
                <a:lnTo>
                  <a:pt x="144197" y="0"/>
                </a:lnTo>
                <a:close/>
                <a:lnTo>
                  <a:pt x="126415" y="294"/>
                </a:lnTo>
                <a:close/>
                <a:lnTo>
                  <a:pt x="108634" y="2824"/>
                </a:lnTo>
                <a:close/>
                <a:lnTo>
                  <a:pt x="90852" y="7582"/>
                </a:lnTo>
                <a:close/>
                <a:lnTo>
                  <a:pt x="83345" y="10477"/>
                </a:lnTo>
                <a:close/>
                <a:lnTo>
                  <a:pt x="73070" y="13980"/>
                </a:lnTo>
                <a:close/>
                <a:lnTo>
                  <a:pt x="55288" y="22133"/>
                </a:lnTo>
                <a:close/>
                <a:lnTo>
                  <a:pt x="52876" y="23571"/>
                </a:lnTo>
                <a:close/>
                <a:lnTo>
                  <a:pt x="37506" y="32818"/>
                </a:lnTo>
                <a:close/>
                <a:lnTo>
                  <a:pt x="32848" y="36665"/>
                </a:lnTo>
                <a:close/>
                <a:lnTo>
                  <a:pt x="19725" y="49516"/>
                </a:lnTo>
                <a:close/>
                <a:lnTo>
                  <a:pt x="19540" y="49759"/>
                </a:lnTo>
                <a:close/>
                <a:lnTo>
                  <a:pt x="11428" y="62853"/>
                </a:lnTo>
                <a:close/>
                <a:lnTo>
                  <a:pt x="5921" y="75947"/>
                </a:lnTo>
                <a:close/>
                <a:lnTo>
                  <a:pt x="2469" y="89042"/>
                </a:lnTo>
                <a:close/>
                <a:lnTo>
                  <a:pt x="1943" y="92534"/>
                </a:lnTo>
                <a:close/>
                <a:lnTo>
                  <a:pt x="647" y="102136"/>
                </a:lnTo>
                <a:close/>
                <a:lnTo>
                  <a:pt x="0" y="115230"/>
                </a:lnTo>
                <a:close/>
                <a:lnTo>
                  <a:pt x="310" y="128324"/>
                </a:lnTo>
                <a:close/>
                <a:lnTo>
                  <a:pt x="1430" y="141418"/>
                </a:lnTo>
                <a:close/>
                <a:lnTo>
                  <a:pt x="1943" y="145149"/>
                </a:lnTo>
                <a:close/>
                <a:lnTo>
                  <a:pt x="3133" y="154512"/>
                </a:lnTo>
                <a:close/>
                <a:lnTo>
                  <a:pt x="5254" y="167606"/>
                </a:lnTo>
                <a:close/>
                <a:lnTo>
                  <a:pt x="7730" y="180700"/>
                </a:lnTo>
                <a:close/>
                <a:lnTo>
                  <a:pt x="10494" y="193794"/>
                </a:lnTo>
                <a:close/>
                <a:lnTo>
                  <a:pt x="13495" y="206889"/>
                </a:lnTo>
                <a:close/>
                <a:lnTo>
                  <a:pt x="16689" y="219983"/>
                </a:lnTo>
                <a:close/>
                <a:lnTo>
                  <a:pt x="19725" y="231906"/>
                </a:lnTo>
                <a:close/>
                <a:lnTo>
                  <a:pt x="19997" y="233077"/>
                </a:lnTo>
                <a:close/>
                <a:lnTo>
                  <a:pt x="23035" y="246171"/>
                </a:lnTo>
                <a:close/>
                <a:lnTo>
                  <a:pt x="26161" y="259265"/>
                </a:lnTo>
                <a:close/>
                <a:lnTo>
                  <a:pt x="29339" y="272359"/>
                </a:lnTo>
                <a:close/>
                <a:lnTo>
                  <a:pt x="32500" y="285453"/>
                </a:lnTo>
                <a:close/>
                <a:lnTo>
                  <a:pt x="35550" y="298547"/>
                </a:lnTo>
                <a:close/>
                <a:lnTo>
                  <a:pt x="37506" y="307631"/>
                </a:lnTo>
                <a:close/>
                <a:lnTo>
                  <a:pt x="38322" y="311642"/>
                </a:lnTo>
                <a:close/>
                <a:lnTo>
                  <a:pt x="40716" y="324736"/>
                </a:lnTo>
                <a:close/>
                <a:lnTo>
                  <a:pt x="42900" y="337830"/>
                </a:lnTo>
                <a:close/>
                <a:lnTo>
                  <a:pt x="44955" y="350924"/>
                </a:lnTo>
                <a:close/>
                <a:lnTo>
                  <a:pt x="47051" y="364018"/>
                </a:lnTo>
                <a:close/>
                <a:lnTo>
                  <a:pt x="49431" y="377112"/>
                </a:lnTo>
                <a:close/>
                <a:lnTo>
                  <a:pt x="52372" y="390206"/>
                </a:lnTo>
                <a:close/>
                <a:lnTo>
                  <a:pt x="55288" y="400345"/>
                </a:lnTo>
                <a:close/>
                <a:lnTo>
                  <a:pt x="56136" y="403300"/>
                </a:lnTo>
                <a:close/>
                <a:lnTo>
                  <a:pt x="60950" y="416394"/>
                </a:lnTo>
                <a:close/>
                <a:lnTo>
                  <a:pt x="66978" y="429489"/>
                </a:lnTo>
                <a:close/>
                <a:lnTo>
                  <a:pt x="73070" y="440403"/>
                </a:lnTo>
                <a:close/>
                <a:lnTo>
                  <a:pt x="74326" y="442583"/>
                </a:lnTo>
                <a:close/>
                <a:lnTo>
                  <a:pt x="83155" y="455677"/>
                </a:lnTo>
                <a:close/>
                <a:lnTo>
                  <a:pt x="90852" y="465722"/>
                </a:lnTo>
                <a:close/>
                <a:lnTo>
                  <a:pt x="93312" y="468771"/>
                </a:lnTo>
                <a:close/>
                <a:lnTo>
                  <a:pt x="104924" y="481865"/>
                </a:lnTo>
                <a:close/>
                <a:lnTo>
                  <a:pt x="108634" y="485770"/>
                </a:lnTo>
                <a:close/>
                <a:lnTo>
                  <a:pt x="117895" y="494959"/>
                </a:lnTo>
                <a:close/>
                <a:lnTo>
                  <a:pt x="126415" y="503070"/>
                </a:lnTo>
                <a:close/>
                <a:lnTo>
                  <a:pt x="131977" y="508053"/>
                </a:lnTo>
                <a:close/>
                <a:lnTo>
                  <a:pt x="144197" y="518772"/>
                </a:lnTo>
                <a:close/>
                <a:lnTo>
                  <a:pt x="147054" y="521147"/>
                </a:lnTo>
                <a:close/>
                <a:lnTo>
                  <a:pt x="161979" y="533423"/>
                </a:lnTo>
                <a:close/>
                <a:lnTo>
                  <a:pt x="163014" y="534242"/>
                </a:lnTo>
                <a:close/>
                <a:lnTo>
                  <a:pt x="179761" y="547323"/>
                </a:lnTo>
                <a:close/>
                <a:lnTo>
                  <a:pt x="179777" y="547336"/>
                </a:lnTo>
                <a:close/>
                <a:lnTo>
                  <a:pt x="197287" y="560430"/>
                </a:lnTo>
                <a:close/>
                <a:lnTo>
                  <a:pt x="197542" y="560619"/>
                </a:lnTo>
                <a:close/>
                <a:lnTo>
                  <a:pt x="215324" y="573375"/>
                </a:lnTo>
                <a:close/>
                <a:lnTo>
                  <a:pt x="215524" y="573524"/>
                </a:lnTo>
                <a:close/>
                <a:lnTo>
                  <a:pt x="233106" y="585763"/>
                </a:lnTo>
                <a:close/>
                <a:lnTo>
                  <a:pt x="234257" y="586618"/>
                </a:lnTo>
                <a:close/>
                <a:lnTo>
                  <a:pt x="250888" y="598013"/>
                </a:lnTo>
                <a:close/>
                <a:lnTo>
                  <a:pt x="253144" y="599712"/>
                </a:lnTo>
                <a:close/>
                <a:lnTo>
                  <a:pt x="268670" y="610409"/>
                </a:lnTo>
                <a:close/>
                <a:lnTo>
                  <a:pt x="271771" y="612806"/>
                </a:lnTo>
                <a:close/>
                <a:lnTo>
                  <a:pt x="286451" y="623205"/>
                </a:lnTo>
                <a:close/>
                <a:lnTo>
                  <a:pt x="289815" y="625900"/>
                </a:lnTo>
                <a:close/>
                <a:lnTo>
                  <a:pt x="304233" y="636589"/>
                </a:lnTo>
                <a:close/>
                <a:lnTo>
                  <a:pt x="307111" y="638994"/>
                </a:lnTo>
                <a:close/>
                <a:lnTo>
                  <a:pt x="322015" y="650694"/>
                </a:lnTo>
                <a:close/>
                <a:lnTo>
                  <a:pt x="323611" y="652089"/>
                </a:lnTo>
                <a:close/>
                <a:lnTo>
                  <a:pt x="339196" y="665183"/>
                </a:lnTo>
                <a:close/>
                <a:lnTo>
                  <a:pt x="339797" y="665674"/>
                </a:lnTo>
                <a:close/>
                <a:lnTo>
                  <a:pt x="353573" y="678277"/>
                </a:lnTo>
                <a:close/>
                <a:lnTo>
                  <a:pt x="357579" y="681857"/>
                </a:lnTo>
                <a:close/>
                <a:lnTo>
                  <a:pt x="367328" y="691371"/>
                </a:lnTo>
                <a:close/>
                <a:lnTo>
                  <a:pt x="375360" y="699160"/>
                </a:lnTo>
                <a:close/>
                <a:lnTo>
                  <a:pt x="380503" y="704465"/>
                </a:lnTo>
                <a:close/>
                <a:lnTo>
                  <a:pt x="393089" y="717559"/>
                </a:lnTo>
                <a:close/>
                <a:lnTo>
                  <a:pt x="393142" y="717616"/>
                </a:lnTo>
                <a:close/>
                <a:lnTo>
                  <a:pt x="404583" y="730653"/>
                </a:lnTo>
                <a:close/>
                <a:lnTo>
                  <a:pt x="410924" y="737953"/>
                </a:lnTo>
                <a:close/>
                <a:lnTo>
                  <a:pt x="415878" y="743747"/>
                </a:lnTo>
                <a:close/>
                <a:lnTo>
                  <a:pt x="426776" y="756841"/>
                </a:lnTo>
                <a:close/>
                <a:lnTo>
                  <a:pt x="428706" y="759249"/>
                </a:lnTo>
                <a:close/>
                <a:lnTo>
                  <a:pt x="437357" y="769936"/>
                </a:lnTo>
                <a:close/>
                <a:lnTo>
                  <a:pt x="446488" y="781176"/>
                </a:lnTo>
                <a:close/>
                <a:lnTo>
                  <a:pt x="448065" y="783030"/>
                </a:lnTo>
                <a:close/>
                <a:lnTo>
                  <a:pt x="458836" y="796124"/>
                </a:lnTo>
                <a:close/>
                <a:lnTo>
                  <a:pt x="464269" y="802642"/>
                </a:lnTo>
                <a:close/>
                <a:lnTo>
                  <a:pt x="470184" y="809218"/>
                </a:lnTo>
                <a:close/>
                <a:lnTo>
                  <a:pt x="482051" y="822117"/>
                </a:lnTo>
                <a:close/>
                <a:lnTo>
                  <a:pt x="482251" y="822312"/>
                </a:lnTo>
                <a:close/>
                <a:lnTo>
                  <a:pt x="495560" y="835406"/>
                </a:lnTo>
                <a:close/>
                <a:lnTo>
                  <a:pt x="499833" y="839485"/>
                </a:lnTo>
                <a:close/>
                <a:lnTo>
                  <a:pt x="510565" y="848500"/>
                </a:lnTo>
                <a:close/>
                <a:lnTo>
                  <a:pt x="517615" y="854324"/>
                </a:lnTo>
                <a:close/>
                <a:lnTo>
                  <a:pt x="527789" y="861594"/>
                </a:lnTo>
                <a:close/>
                <a:lnTo>
                  <a:pt x="535397" y="867031"/>
                </a:lnTo>
                <a:close/>
                <a:lnTo>
                  <a:pt x="547868" y="874689"/>
                </a:lnTo>
                <a:close/>
                <a:lnTo>
                  <a:pt x="553178" y="878003"/>
                </a:lnTo>
                <a:close/>
                <a:lnTo>
                  <a:pt x="570960" y="887573"/>
                </a:lnTo>
                <a:close/>
                <a:lnTo>
                  <a:pt x="571423" y="887783"/>
                </a:lnTo>
                <a:close/>
                <a:lnTo>
                  <a:pt x="588742" y="896051"/>
                </a:lnTo>
                <a:close/>
                <a:lnTo>
                  <a:pt x="600610" y="900877"/>
                </a:lnTo>
                <a:close/>
                <a:lnTo>
                  <a:pt x="606524" y="903419"/>
                </a:lnTo>
                <a:close/>
                <a:lnTo>
                  <a:pt x="624305" y="909731"/>
                </a:lnTo>
                <a:close/>
                <a:lnTo>
                  <a:pt x="638666" y="913971"/>
                </a:lnTo>
                <a:close/>
                <a:lnTo>
                  <a:pt x="642087" y="915031"/>
                </a:lnTo>
                <a:close/>
                <a:lnTo>
                  <a:pt x="659869" y="919450"/>
                </a:lnTo>
                <a:close/>
                <a:lnTo>
                  <a:pt x="677651" y="923469"/>
                </a:lnTo>
                <a:close/>
                <a:lnTo>
                  <a:pt x="693116" y="927065"/>
                </a:lnTo>
                <a:close/>
                <a:lnTo>
                  <a:pt x="695433" y="927593"/>
                </a:lnTo>
                <a:close/>
                <a:lnTo>
                  <a:pt x="713214" y="932226"/>
                </a:lnTo>
                <a:close/>
                <a:lnTo>
                  <a:pt x="730996" y="937475"/>
                </a:lnTo>
                <a:close/>
                <a:lnTo>
                  <a:pt x="739192" y="940159"/>
                </a:lnTo>
                <a:close/>
                <a:lnTo>
                  <a:pt x="748778" y="943131"/>
                </a:lnTo>
                <a:close/>
                <a:lnTo>
                  <a:pt x="766560" y="948844"/>
                </a:lnTo>
                <a:close/>
                <a:lnTo>
                  <a:pt x="781092" y="953253"/>
                </a:lnTo>
                <a:close/>
                <a:lnTo>
                  <a:pt x="784342" y="954194"/>
                </a:lnTo>
                <a:close/>
                <a:lnTo>
                  <a:pt x="784342" y="954194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2022527" y="1379900"/>
            <a:ext cx="754753" cy="680459"/>
          </a:xfrm>
          <a:custGeom>
            <a:avLst/>
            <a:gdLst/>
            <a:ahLst/>
            <a:cxnLst/>
            <a:rect l="l" t="t" r="r" b="b"/>
            <a:pathLst>
              <a:path w="754753" h="680459">
                <a:moveTo>
                  <a:pt x="697186" y="679737"/>
                </a:moveTo>
                <a:lnTo>
                  <a:pt x="714968" y="680459"/>
                </a:lnTo>
                <a:close/>
                <a:lnTo>
                  <a:pt x="730882" y="675235"/>
                </a:lnTo>
                <a:close/>
                <a:lnTo>
                  <a:pt x="732750" y="674398"/>
                </a:lnTo>
                <a:close/>
                <a:lnTo>
                  <a:pt x="744038" y="662141"/>
                </a:lnTo>
                <a:close/>
                <a:lnTo>
                  <a:pt x="750532" y="649239"/>
                </a:lnTo>
                <a:close/>
                <a:lnTo>
                  <a:pt x="750597" y="649047"/>
                </a:lnTo>
                <a:close/>
                <a:lnTo>
                  <a:pt x="753329" y="635953"/>
                </a:lnTo>
                <a:close/>
                <a:lnTo>
                  <a:pt x="754541" y="622859"/>
                </a:lnTo>
                <a:close/>
                <a:lnTo>
                  <a:pt x="754753" y="609764"/>
                </a:lnTo>
                <a:close/>
                <a:lnTo>
                  <a:pt x="754248" y="596670"/>
                </a:lnTo>
                <a:close/>
                <a:lnTo>
                  <a:pt x="753101" y="583576"/>
                </a:lnTo>
                <a:close/>
                <a:lnTo>
                  <a:pt x="751229" y="570482"/>
                </a:lnTo>
                <a:close/>
                <a:lnTo>
                  <a:pt x="750532" y="567242"/>
                </a:lnTo>
                <a:close/>
                <a:lnTo>
                  <a:pt x="748420" y="557388"/>
                </a:lnTo>
                <a:close/>
                <a:lnTo>
                  <a:pt x="744526" y="544294"/>
                </a:lnTo>
                <a:close/>
                <a:lnTo>
                  <a:pt x="739450" y="531200"/>
                </a:lnTo>
                <a:close/>
                <a:lnTo>
                  <a:pt x="733175" y="518106"/>
                </a:lnTo>
                <a:close/>
                <a:lnTo>
                  <a:pt x="732750" y="517363"/>
                </a:lnTo>
                <a:close/>
                <a:lnTo>
                  <a:pt x="725669" y="505012"/>
                </a:lnTo>
                <a:close/>
                <a:lnTo>
                  <a:pt x="717258" y="491917"/>
                </a:lnTo>
                <a:close/>
                <a:lnTo>
                  <a:pt x="714968" y="488641"/>
                </a:lnTo>
                <a:close/>
                <a:lnTo>
                  <a:pt x="708030" y="478823"/>
                </a:lnTo>
                <a:close/>
                <a:lnTo>
                  <a:pt x="698372" y="465729"/>
                </a:lnTo>
                <a:close/>
                <a:lnTo>
                  <a:pt x="697186" y="464135"/>
                </a:lnTo>
                <a:close/>
                <a:lnTo>
                  <a:pt x="688491" y="452635"/>
                </a:lnTo>
                <a:close/>
                <a:lnTo>
                  <a:pt x="679405" y="440437"/>
                </a:lnTo>
                <a:close/>
                <a:lnTo>
                  <a:pt x="678726" y="439541"/>
                </a:lnTo>
                <a:close/>
                <a:lnTo>
                  <a:pt x="669392" y="426447"/>
                </a:lnTo>
                <a:close/>
                <a:lnTo>
                  <a:pt x="661623" y="414872"/>
                </a:lnTo>
                <a:close/>
                <a:lnTo>
                  <a:pt x="660590" y="413353"/>
                </a:lnTo>
                <a:close/>
                <a:lnTo>
                  <a:pt x="652687" y="400259"/>
                </a:lnTo>
                <a:close/>
                <a:lnTo>
                  <a:pt x="645485" y="387165"/>
                </a:lnTo>
                <a:close/>
                <a:lnTo>
                  <a:pt x="643841" y="383680"/>
                </a:lnTo>
                <a:close/>
                <a:lnTo>
                  <a:pt x="639295" y="374070"/>
                </a:lnTo>
                <a:close/>
                <a:lnTo>
                  <a:pt x="633916" y="360976"/>
                </a:lnTo>
                <a:close/>
                <a:lnTo>
                  <a:pt x="629093" y="347882"/>
                </a:lnTo>
                <a:close/>
                <a:lnTo>
                  <a:pt x="626059" y="338703"/>
                </a:lnTo>
                <a:close/>
                <a:lnTo>
                  <a:pt x="624794" y="334788"/>
                </a:lnTo>
                <a:close/>
                <a:lnTo>
                  <a:pt x="620981" y="321694"/>
                </a:lnTo>
                <a:close/>
                <a:lnTo>
                  <a:pt x="617028" y="308600"/>
                </a:lnTo>
                <a:close/>
                <a:lnTo>
                  <a:pt x="612574" y="295506"/>
                </a:lnTo>
                <a:close/>
                <a:lnTo>
                  <a:pt x="608277" y="284804"/>
                </a:lnTo>
                <a:close/>
                <a:lnTo>
                  <a:pt x="607389" y="282412"/>
                </a:lnTo>
                <a:close/>
                <a:lnTo>
                  <a:pt x="601769" y="269317"/>
                </a:lnTo>
                <a:close/>
                <a:lnTo>
                  <a:pt x="594844" y="256223"/>
                </a:lnTo>
                <a:close/>
                <a:lnTo>
                  <a:pt x="590496" y="249399"/>
                </a:lnTo>
                <a:close/>
                <a:lnTo>
                  <a:pt x="586876" y="243129"/>
                </a:lnTo>
                <a:close/>
                <a:lnTo>
                  <a:pt x="577875" y="230035"/>
                </a:lnTo>
                <a:close/>
                <a:lnTo>
                  <a:pt x="572714" y="223701"/>
                </a:lnTo>
                <a:close/>
                <a:lnTo>
                  <a:pt x="567622" y="216941"/>
                </a:lnTo>
                <a:close/>
                <a:lnTo>
                  <a:pt x="556078" y="203847"/>
                </a:lnTo>
                <a:close/>
                <a:lnTo>
                  <a:pt x="554932" y="202703"/>
                </a:lnTo>
                <a:close/>
                <a:lnTo>
                  <a:pt x="543384" y="190753"/>
                </a:lnTo>
                <a:close/>
                <a:lnTo>
                  <a:pt x="537150" y="185010"/>
                </a:lnTo>
                <a:close/>
                <a:lnTo>
                  <a:pt x="528974" y="177659"/>
                </a:lnTo>
                <a:close/>
                <a:lnTo>
                  <a:pt x="519368" y="169735"/>
                </a:lnTo>
                <a:close/>
                <a:lnTo>
                  <a:pt x="512444" y="164565"/>
                </a:lnTo>
                <a:close/>
                <a:lnTo>
                  <a:pt x="501587" y="156886"/>
                </a:lnTo>
                <a:close/>
                <a:lnTo>
                  <a:pt x="492275" y="151470"/>
                </a:lnTo>
                <a:close/>
                <a:lnTo>
                  <a:pt x="483805" y="146649"/>
                </a:lnTo>
                <a:close/>
                <a:lnTo>
                  <a:pt x="466023" y="139345"/>
                </a:lnTo>
                <a:close/>
                <a:lnTo>
                  <a:pt x="462112" y="138376"/>
                </a:lnTo>
                <a:close/>
                <a:lnTo>
                  <a:pt x="448241" y="134911"/>
                </a:lnTo>
                <a:close/>
                <a:lnTo>
                  <a:pt x="430460" y="133012"/>
                </a:lnTo>
                <a:close/>
                <a:lnTo>
                  <a:pt x="412678" y="132777"/>
                </a:lnTo>
                <a:close/>
                <a:lnTo>
                  <a:pt x="394896" y="133297"/>
                </a:lnTo>
                <a:close/>
                <a:lnTo>
                  <a:pt x="377114" y="133961"/>
                </a:lnTo>
                <a:close/>
                <a:lnTo>
                  <a:pt x="359332" y="134435"/>
                </a:lnTo>
                <a:close/>
                <a:lnTo>
                  <a:pt x="341551" y="134536"/>
                </a:lnTo>
                <a:close/>
                <a:lnTo>
                  <a:pt x="323769" y="134127"/>
                </a:lnTo>
                <a:close/>
                <a:lnTo>
                  <a:pt x="305987" y="133056"/>
                </a:lnTo>
                <a:close/>
                <a:lnTo>
                  <a:pt x="288205" y="131100"/>
                </a:lnTo>
                <a:close/>
                <a:lnTo>
                  <a:pt x="270423" y="127950"/>
                </a:lnTo>
                <a:close/>
                <a:lnTo>
                  <a:pt x="260171" y="125282"/>
                </a:lnTo>
                <a:close/>
                <a:lnTo>
                  <a:pt x="252642" y="123269"/>
                </a:lnTo>
                <a:close/>
                <a:lnTo>
                  <a:pt x="234860" y="116705"/>
                </a:lnTo>
                <a:close/>
                <a:lnTo>
                  <a:pt x="225460" y="112188"/>
                </a:lnTo>
                <a:close/>
                <a:lnTo>
                  <a:pt x="217078" y="108052"/>
                </a:lnTo>
                <a:close/>
                <a:lnTo>
                  <a:pt x="202240" y="99094"/>
                </a:lnTo>
                <a:close/>
                <a:lnTo>
                  <a:pt x="199296" y="97271"/>
                </a:lnTo>
                <a:close/>
                <a:lnTo>
                  <a:pt x="183555" y="86000"/>
                </a:lnTo>
                <a:close/>
                <a:lnTo>
                  <a:pt x="181514" y="84506"/>
                </a:lnTo>
                <a:close/>
                <a:lnTo>
                  <a:pt x="167067" y="72906"/>
                </a:lnTo>
                <a:close/>
                <a:lnTo>
                  <a:pt x="163733" y="70180"/>
                </a:lnTo>
                <a:close/>
                <a:lnTo>
                  <a:pt x="151524" y="59812"/>
                </a:lnTo>
                <a:close/>
                <a:lnTo>
                  <a:pt x="145951" y="55017"/>
                </a:lnTo>
                <a:close/>
                <a:lnTo>
                  <a:pt x="136100" y="46717"/>
                </a:lnTo>
                <a:close/>
                <a:lnTo>
                  <a:pt x="128169" y="39975"/>
                </a:lnTo>
                <a:close/>
                <a:lnTo>
                  <a:pt x="119989" y="33623"/>
                </a:lnTo>
                <a:close/>
                <a:lnTo>
                  <a:pt x="110387" y="26118"/>
                </a:lnTo>
                <a:close/>
                <a:lnTo>
                  <a:pt x="101857" y="20529"/>
                </a:lnTo>
                <a:close/>
                <a:lnTo>
                  <a:pt x="92605" y="14431"/>
                </a:lnTo>
                <a:close/>
                <a:lnTo>
                  <a:pt x="78369" y="7435"/>
                </a:lnTo>
                <a:close/>
                <a:lnTo>
                  <a:pt x="74824" y="5678"/>
                </a:lnTo>
                <a:close/>
                <a:lnTo>
                  <a:pt x="57042" y="649"/>
                </a:lnTo>
                <a:close/>
                <a:lnTo>
                  <a:pt x="39260" y="0"/>
                </a:lnTo>
                <a:close/>
                <a:lnTo>
                  <a:pt x="21478" y="5368"/>
                </a:lnTo>
                <a:close/>
                <a:lnTo>
                  <a:pt x="18611" y="7435"/>
                </a:lnTo>
                <a:close/>
                <a:lnTo>
                  <a:pt x="6362" y="20529"/>
                </a:lnTo>
                <a:close/>
                <a:lnTo>
                  <a:pt x="3697" y="25934"/>
                </a:lnTo>
                <a:close/>
                <a:lnTo>
                  <a:pt x="1351" y="33623"/>
                </a:lnTo>
                <a:close/>
                <a:lnTo>
                  <a:pt x="0" y="46717"/>
                </a:lnTo>
                <a:close/>
                <a:lnTo>
                  <a:pt x="696" y="59812"/>
                </a:lnTo>
                <a:close/>
                <a:lnTo>
                  <a:pt x="2845" y="72906"/>
                </a:lnTo>
                <a:close/>
                <a:lnTo>
                  <a:pt x="3697" y="76283"/>
                </a:lnTo>
                <a:close/>
                <a:lnTo>
                  <a:pt x="6320" y="86000"/>
                </a:lnTo>
                <a:close/>
                <a:lnTo>
                  <a:pt x="10532" y="99094"/>
                </a:lnTo>
                <a:close/>
                <a:lnTo>
                  <a:pt x="15158" y="112188"/>
                </a:lnTo>
                <a:close/>
                <a:lnTo>
                  <a:pt x="20099" y="125282"/>
                </a:lnTo>
                <a:close/>
                <a:lnTo>
                  <a:pt x="21478" y="128790"/>
                </a:lnTo>
                <a:close/>
                <a:lnTo>
                  <a:pt x="25479" y="138376"/>
                </a:lnTo>
                <a:close/>
                <a:lnTo>
                  <a:pt x="30939" y="151470"/>
                </a:lnTo>
                <a:close/>
                <a:lnTo>
                  <a:pt x="36413" y="164565"/>
                </a:lnTo>
                <a:close/>
                <a:lnTo>
                  <a:pt x="39260" y="171367"/>
                </a:lnTo>
                <a:close/>
                <a:lnTo>
                  <a:pt x="42025" y="177659"/>
                </a:lnTo>
                <a:close/>
                <a:lnTo>
                  <a:pt x="47683" y="190753"/>
                </a:lnTo>
                <a:close/>
                <a:lnTo>
                  <a:pt x="53371" y="203847"/>
                </a:lnTo>
                <a:close/>
                <a:lnTo>
                  <a:pt x="57042" y="212119"/>
                </a:lnTo>
                <a:close/>
                <a:lnTo>
                  <a:pt x="59221" y="216941"/>
                </a:lnTo>
                <a:close/>
                <a:lnTo>
                  <a:pt x="65212" y="230035"/>
                </a:lnTo>
                <a:close/>
                <a:lnTo>
                  <a:pt x="71528" y="243129"/>
                </a:lnTo>
                <a:close/>
                <a:lnTo>
                  <a:pt x="74824" y="249465"/>
                </a:lnTo>
                <a:close/>
                <a:lnTo>
                  <a:pt x="78225" y="256223"/>
                </a:lnTo>
                <a:close/>
                <a:lnTo>
                  <a:pt x="85326" y="269317"/>
                </a:lnTo>
                <a:close/>
                <a:lnTo>
                  <a:pt x="92605" y="281352"/>
                </a:lnTo>
                <a:close/>
                <a:lnTo>
                  <a:pt x="93203" y="282412"/>
                </a:lnTo>
                <a:close/>
                <a:lnTo>
                  <a:pt x="101308" y="295506"/>
                </a:lnTo>
                <a:close/>
                <a:lnTo>
                  <a:pt x="110374" y="308600"/>
                </a:lnTo>
                <a:close/>
                <a:lnTo>
                  <a:pt x="110387" y="308617"/>
                </a:lnTo>
                <a:close/>
                <a:lnTo>
                  <a:pt x="119463" y="321694"/>
                </a:lnTo>
                <a:close/>
                <a:lnTo>
                  <a:pt x="128169" y="332975"/>
                </a:lnTo>
                <a:close/>
                <a:lnTo>
                  <a:pt x="129429" y="334788"/>
                </a:lnTo>
                <a:close/>
                <a:lnTo>
                  <a:pt x="139420" y="347882"/>
                </a:lnTo>
                <a:close/>
                <a:lnTo>
                  <a:pt x="145951" y="355617"/>
                </a:lnTo>
                <a:close/>
                <a:lnTo>
                  <a:pt x="150051" y="360976"/>
                </a:lnTo>
                <a:close/>
                <a:lnTo>
                  <a:pt x="161012" y="374070"/>
                </a:lnTo>
                <a:close/>
                <a:lnTo>
                  <a:pt x="163733" y="377038"/>
                </a:lnTo>
                <a:close/>
                <a:lnTo>
                  <a:pt x="172257" y="387165"/>
                </a:lnTo>
                <a:close/>
                <a:lnTo>
                  <a:pt x="181514" y="397215"/>
                </a:lnTo>
                <a:close/>
                <a:lnTo>
                  <a:pt x="184149" y="400259"/>
                </a:lnTo>
                <a:close/>
                <a:lnTo>
                  <a:pt x="196327" y="413353"/>
                </a:lnTo>
                <a:close/>
                <a:lnTo>
                  <a:pt x="199296" y="416322"/>
                </a:lnTo>
                <a:close/>
                <a:lnTo>
                  <a:pt x="208967" y="426447"/>
                </a:lnTo>
                <a:close/>
                <a:lnTo>
                  <a:pt x="217078" y="434413"/>
                </a:lnTo>
                <a:close/>
                <a:lnTo>
                  <a:pt x="222188" y="439541"/>
                </a:lnTo>
                <a:close/>
                <a:lnTo>
                  <a:pt x="234860" y="451692"/>
                </a:lnTo>
                <a:close/>
                <a:lnTo>
                  <a:pt x="235846" y="452635"/>
                </a:lnTo>
                <a:close/>
                <a:lnTo>
                  <a:pt x="249830" y="465729"/>
                </a:lnTo>
                <a:close/>
                <a:lnTo>
                  <a:pt x="252642" y="468308"/>
                </a:lnTo>
                <a:close/>
                <a:lnTo>
                  <a:pt x="264223" y="478823"/>
                </a:lnTo>
                <a:close/>
                <a:lnTo>
                  <a:pt x="270423" y="484454"/>
                </a:lnTo>
                <a:close/>
                <a:lnTo>
                  <a:pt x="278883" y="491917"/>
                </a:lnTo>
                <a:close/>
                <a:lnTo>
                  <a:pt x="288205" y="500320"/>
                </a:lnTo>
                <a:close/>
                <a:lnTo>
                  <a:pt x="293653" y="505012"/>
                </a:lnTo>
                <a:close/>
                <a:lnTo>
                  <a:pt x="305987" y="516074"/>
                </a:lnTo>
                <a:close/>
                <a:lnTo>
                  <a:pt x="308395" y="518106"/>
                </a:lnTo>
                <a:close/>
                <a:lnTo>
                  <a:pt x="323091" y="531200"/>
                </a:lnTo>
                <a:close/>
                <a:lnTo>
                  <a:pt x="323769" y="531835"/>
                </a:lnTo>
                <a:close/>
                <a:lnTo>
                  <a:pt x="338006" y="544294"/>
                </a:lnTo>
                <a:close/>
                <a:lnTo>
                  <a:pt x="341551" y="547597"/>
                </a:lnTo>
                <a:close/>
                <a:lnTo>
                  <a:pt x="353075" y="557388"/>
                </a:lnTo>
                <a:close/>
                <a:lnTo>
                  <a:pt x="359332" y="563062"/>
                </a:lnTo>
                <a:close/>
                <a:lnTo>
                  <a:pt x="368578" y="570482"/>
                </a:lnTo>
                <a:close/>
                <a:lnTo>
                  <a:pt x="377114" y="577773"/>
                </a:lnTo>
                <a:close/>
                <a:lnTo>
                  <a:pt x="385079" y="583576"/>
                </a:lnTo>
                <a:close/>
                <a:lnTo>
                  <a:pt x="394896" y="591143"/>
                </a:lnTo>
                <a:close/>
                <a:lnTo>
                  <a:pt x="403685" y="596670"/>
                </a:lnTo>
                <a:close/>
                <a:lnTo>
                  <a:pt x="412678" y="602615"/>
                </a:lnTo>
                <a:close/>
                <a:lnTo>
                  <a:pt x="426640" y="609764"/>
                </a:lnTo>
                <a:close/>
                <a:lnTo>
                  <a:pt x="430460" y="611811"/>
                </a:lnTo>
                <a:close/>
                <a:lnTo>
                  <a:pt x="448241" y="618723"/>
                </a:lnTo>
                <a:close/>
                <a:lnTo>
                  <a:pt x="463596" y="622859"/>
                </a:lnTo>
                <a:close/>
                <a:lnTo>
                  <a:pt x="466023" y="623538"/>
                </a:lnTo>
                <a:close/>
                <a:lnTo>
                  <a:pt x="483805" y="626911"/>
                </a:lnTo>
                <a:close/>
                <a:lnTo>
                  <a:pt x="501587" y="629318"/>
                </a:lnTo>
                <a:close/>
                <a:lnTo>
                  <a:pt x="519368" y="631278"/>
                </a:lnTo>
                <a:close/>
                <a:lnTo>
                  <a:pt x="537150" y="633193"/>
                </a:lnTo>
                <a:close/>
                <a:lnTo>
                  <a:pt x="554932" y="635421"/>
                </a:lnTo>
                <a:close/>
                <a:lnTo>
                  <a:pt x="558169" y="635953"/>
                </a:lnTo>
                <a:close/>
                <a:lnTo>
                  <a:pt x="572714" y="638419"/>
                </a:lnTo>
                <a:close/>
                <a:lnTo>
                  <a:pt x="590496" y="642491"/>
                </a:lnTo>
                <a:close/>
                <a:lnTo>
                  <a:pt x="608277" y="647732"/>
                </a:lnTo>
                <a:close/>
                <a:lnTo>
                  <a:pt x="611978" y="649047"/>
                </a:lnTo>
                <a:close/>
                <a:lnTo>
                  <a:pt x="626059" y="654220"/>
                </a:lnTo>
                <a:close/>
                <a:lnTo>
                  <a:pt x="643841" y="661349"/>
                </a:lnTo>
                <a:close/>
                <a:lnTo>
                  <a:pt x="645862" y="662141"/>
                </a:lnTo>
                <a:close/>
                <a:lnTo>
                  <a:pt x="661623" y="668713"/>
                </a:lnTo>
                <a:close/>
                <a:lnTo>
                  <a:pt x="679405" y="675203"/>
                </a:lnTo>
                <a:close/>
                <a:lnTo>
                  <a:pt x="679546" y="675235"/>
                </a:lnTo>
                <a:close/>
                <a:lnTo>
                  <a:pt x="697186" y="679737"/>
                </a:lnTo>
                <a:close/>
                <a:lnTo>
                  <a:pt x="697186" y="679737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2405525" y="1087382"/>
            <a:ext cx="247486" cy="927451"/>
          </a:xfrm>
          <a:custGeom>
            <a:avLst/>
            <a:gdLst/>
            <a:ahLst/>
            <a:cxnLst/>
            <a:rect l="l" t="t" r="r" b="b"/>
            <a:pathLst>
              <a:path w="247486" h="927451">
                <a:moveTo>
                  <a:pt x="0" y="0"/>
                </a:moveTo>
                <a:lnTo>
                  <a:pt x="247486" y="927451"/>
                </a:lnTo>
                <a:close/>
              </a:path>
            </a:pathLst>
          </a:custGeom>
          <a:noFill/>
          <a:ln w="1016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2626664" y="1975891"/>
            <a:ext cx="34357" cy="38942"/>
          </a:xfrm>
          <a:custGeom>
            <a:avLst/>
            <a:gdLst/>
            <a:ahLst/>
            <a:cxnLst/>
            <a:rect l="l" t="t" r="r" b="b"/>
            <a:pathLst>
              <a:path w="34357" h="38942">
                <a:moveTo>
                  <a:pt x="34357" y="0"/>
                </a:moveTo>
                <a:lnTo>
                  <a:pt x="26347" y="38942"/>
                </a:lnTo>
                <a:close/>
                <a:lnTo>
                  <a:pt x="0" y="9168"/>
                </a:lnTo>
                <a:close/>
                <a:lnTo>
                  <a:pt x="34357" y="0"/>
                </a:lnTo>
                <a:close/>
              </a:path>
            </a:pathLst>
          </a:custGeom>
          <a:solidFill>
            <a:srgbClr val="1B3A5C"/>
          </a:solidFill>
          <a:ln w="1016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2081918" y="797707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Compensation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2269691" y="89173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ridge</a:t>
            </a:r>
          </a:p>
        </p:txBody>
      </p:sp>
      <p:sp>
        <p:nvSpPr>
          <p:cNvPr id="200" name="Freeform 199"/>
          <p:cNvSpPr/>
          <p:nvPr/>
        </p:nvSpPr>
        <p:spPr>
          <a:xfrm>
            <a:off x="12883433" y="2042227"/>
            <a:ext cx="139122" cy="139121"/>
          </a:xfrm>
          <a:custGeom>
            <a:avLst/>
            <a:gdLst/>
            <a:ahLst/>
            <a:cxnLst/>
            <a:rect l="l" t="t" r="r" b="b"/>
            <a:pathLst>
              <a:path w="139122" h="139121">
                <a:moveTo>
                  <a:pt x="0" y="69560"/>
                </a:moveTo>
                <a:lnTo>
                  <a:pt x="139122" y="69560"/>
                </a:lnTo>
                <a:close/>
                <a:lnTo>
                  <a:pt x="69561" y="139121"/>
                </a:lnTo>
                <a:close/>
                <a:lnTo>
                  <a:pt x="69561" y="0"/>
                </a:lnTo>
                <a:close/>
              </a:path>
            </a:pathLst>
          </a:custGeom>
          <a:solidFill>
            <a:srgbClr val="A63D40"/>
          </a:solidFill>
          <a:ln w="2286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0999173" y="2348874"/>
            <a:ext cx="80322" cy="80322"/>
          </a:xfrm>
          <a:custGeom>
            <a:avLst/>
            <a:gdLst/>
            <a:ahLst/>
            <a:cxnLst/>
            <a:rect l="l" t="t" r="r" b="b"/>
            <a:pathLst>
              <a:path w="80322" h="80322">
                <a:moveTo>
                  <a:pt x="40161" y="80322"/>
                </a:moveTo>
                <a:lnTo>
                  <a:pt x="55530" y="77265"/>
                </a:lnTo>
                <a:close/>
                <a:lnTo>
                  <a:pt x="68559" y="68559"/>
                </a:lnTo>
                <a:close/>
                <a:lnTo>
                  <a:pt x="77265" y="55530"/>
                </a:lnTo>
                <a:close/>
                <a:lnTo>
                  <a:pt x="80322" y="40161"/>
                </a:lnTo>
                <a:close/>
                <a:lnTo>
                  <a:pt x="77265" y="24792"/>
                </a:lnTo>
                <a:close/>
                <a:lnTo>
                  <a:pt x="68559" y="11763"/>
                </a:lnTo>
                <a:close/>
                <a:lnTo>
                  <a:pt x="55530" y="3057"/>
                </a:lnTo>
                <a:close/>
                <a:lnTo>
                  <a:pt x="40161" y="0"/>
                </a:lnTo>
                <a:close/>
                <a:lnTo>
                  <a:pt x="24792" y="3057"/>
                </a:lnTo>
                <a:close/>
                <a:lnTo>
                  <a:pt x="11763" y="11763"/>
                </a:lnTo>
                <a:close/>
                <a:lnTo>
                  <a:pt x="3057" y="24792"/>
                </a:lnTo>
                <a:close/>
                <a:lnTo>
                  <a:pt x="0" y="40161"/>
                </a:lnTo>
                <a:close/>
                <a:lnTo>
                  <a:pt x="3057" y="55530"/>
                </a:lnTo>
                <a:close/>
                <a:lnTo>
                  <a:pt x="11763" y="68559"/>
                </a:lnTo>
                <a:close/>
                <a:lnTo>
                  <a:pt x="24792" y="77265"/>
                </a:lnTo>
                <a:close/>
                <a:lnTo>
                  <a:pt x="40161" y="80322"/>
                </a:lnTo>
                <a:close/>
                <a:lnTo>
                  <a:pt x="40161" y="80322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2573196" y="512878"/>
            <a:ext cx="177800" cy="62230"/>
          </a:xfrm>
          <a:prstGeom prst="rect">
            <a:avLst/>
          </a:prstGeom>
          <a:solidFill>
            <a:srgbClr val="E8E8E8">
              <a:alpha val="55000"/>
            </a:srgbClr>
          </a:solidFill>
          <a:ln w="12700">
            <a:solidFill>
              <a:srgbClr val="B0B0B0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2822116" y="448108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Prior support</a:t>
            </a:r>
          </a:p>
        </p:txBody>
      </p:sp>
      <p:sp>
        <p:nvSpPr>
          <p:cNvPr id="204" name="Freeform 203"/>
          <p:cNvSpPr/>
          <p:nvPr/>
        </p:nvSpPr>
        <p:spPr>
          <a:xfrm>
            <a:off x="12573196" y="669744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2822116" y="573859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95% contour</a:t>
            </a:r>
          </a:p>
        </p:txBody>
      </p:sp>
      <p:sp>
        <p:nvSpPr>
          <p:cNvPr id="206" name="Freeform 205"/>
          <p:cNvSpPr/>
          <p:nvPr/>
        </p:nvSpPr>
        <p:spPr>
          <a:xfrm>
            <a:off x="12573196" y="795496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12822116" y="699611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80% / 50% contours</a:t>
            </a:r>
          </a:p>
        </p:txBody>
      </p:sp>
      <p:sp>
        <p:nvSpPr>
          <p:cNvPr id="208" name="Freeform 207"/>
          <p:cNvSpPr/>
          <p:nvPr/>
        </p:nvSpPr>
        <p:spPr>
          <a:xfrm>
            <a:off x="12611296" y="870448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50800"/>
                </a:moveTo>
                <a:lnTo>
                  <a:pt x="101600" y="50800"/>
                </a:lnTo>
                <a:close/>
                <a:lnTo>
                  <a:pt x="50800" y="101600"/>
                </a:lnTo>
                <a:close/>
                <a:lnTo>
                  <a:pt x="50800" y="0"/>
                </a:lnTo>
                <a:close/>
              </a:path>
            </a:pathLst>
          </a:custGeom>
          <a:solidFill>
            <a:srgbClr val="A63D40"/>
          </a:solidFill>
          <a:ln w="2286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2822116" y="825363"/>
            <a:ext cx="889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True value</a:t>
            </a:r>
          </a:p>
        </p:txBody>
      </p:sp>
      <p:sp>
        <p:nvSpPr>
          <p:cNvPr id="210" name="Freeform 209"/>
          <p:cNvSpPr/>
          <p:nvPr/>
        </p:nvSpPr>
        <p:spPr>
          <a:xfrm>
            <a:off x="12630346" y="101525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2822116" y="951115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Nominal value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658368" y="5360627"/>
            <a:ext cx="13039344" cy="33278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8368" y="5360627"/>
            <a:ext cx="4346448" cy="3327870"/>
          </a:xfrm>
          <a:prstGeom prst="rect">
            <a:avLst/>
          </a:prstGeom>
          <a:solidFill>
            <a:srgbClr val="DBEAF9">
              <a:alpha val="60000"/>
            </a:srgbClr>
          </a:solidFill>
          <a:ln w="12700">
            <a:solidFill>
              <a:srgbClr val="DBEAF9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004816" y="5360627"/>
            <a:ext cx="4346448" cy="3327870"/>
          </a:xfrm>
          <a:prstGeom prst="rect">
            <a:avLst/>
          </a:prstGeom>
          <a:solidFill>
            <a:srgbClr val="FFF3CD">
              <a:alpha val="60000"/>
            </a:srgbClr>
          </a:solidFill>
          <a:ln w="12700">
            <a:solidFill>
              <a:srgbClr val="FFF3CD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51264" y="5360627"/>
            <a:ext cx="4346448" cy="3327870"/>
          </a:xfrm>
          <a:prstGeom prst="rect">
            <a:avLst/>
          </a:prstGeom>
          <a:solidFill>
            <a:srgbClr val="F8D7DA">
              <a:alpha val="60000"/>
            </a:srgbClr>
          </a:solidFill>
          <a:ln w="12700">
            <a:solidFill>
              <a:srgbClr val="F8D7DA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658368" y="7645843"/>
            <a:ext cx="13039344" cy="0"/>
          </a:xfrm>
          <a:custGeom>
            <a:avLst/>
            <a:gdLst/>
            <a:ahLst/>
            <a:cxnLst/>
            <a:rect l="l" t="t" r="r" b="b"/>
            <a:pathLst>
              <a:path w="13039344" h="0">
                <a:moveTo>
                  <a:pt x="0" y="0"/>
                </a:moveTo>
                <a:lnTo>
                  <a:pt x="13039344" y="0"/>
                </a:lnTo>
                <a:close/>
              </a:path>
            </a:pathLst>
          </a:custGeom>
          <a:noFill/>
          <a:ln w="10160">
            <a:solidFill>
              <a:srgbClr val="A63D4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1020572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20572" y="871403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</a:t>
            </a:r>
          </a:p>
        </p:txBody>
      </p:sp>
      <p:sp>
        <p:nvSpPr>
          <p:cNvPr id="219" name="Freeform 218"/>
          <p:cNvSpPr/>
          <p:nvPr/>
        </p:nvSpPr>
        <p:spPr>
          <a:xfrm>
            <a:off x="1744980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744980" y="871403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</a:t>
            </a:r>
          </a:p>
        </p:txBody>
      </p:sp>
      <p:sp>
        <p:nvSpPr>
          <p:cNvPr id="221" name="Freeform 220"/>
          <p:cNvSpPr/>
          <p:nvPr/>
        </p:nvSpPr>
        <p:spPr>
          <a:xfrm>
            <a:off x="2469388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2469388" y="871403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3</a:t>
            </a:r>
          </a:p>
        </p:txBody>
      </p:sp>
      <p:sp>
        <p:nvSpPr>
          <p:cNvPr id="223" name="Freeform 222"/>
          <p:cNvSpPr/>
          <p:nvPr/>
        </p:nvSpPr>
        <p:spPr>
          <a:xfrm>
            <a:off x="3193796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3193796" y="871403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4</a:t>
            </a:r>
          </a:p>
        </p:txBody>
      </p:sp>
      <p:sp>
        <p:nvSpPr>
          <p:cNvPr id="225" name="Freeform 224"/>
          <p:cNvSpPr/>
          <p:nvPr/>
        </p:nvSpPr>
        <p:spPr>
          <a:xfrm>
            <a:off x="3918204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3918204" y="871403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5</a:t>
            </a:r>
          </a:p>
        </p:txBody>
      </p:sp>
      <p:sp>
        <p:nvSpPr>
          <p:cNvPr id="227" name="Freeform 226"/>
          <p:cNvSpPr/>
          <p:nvPr/>
        </p:nvSpPr>
        <p:spPr>
          <a:xfrm>
            <a:off x="4642612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4642612" y="871403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6</a:t>
            </a:r>
          </a:p>
        </p:txBody>
      </p:sp>
      <p:sp>
        <p:nvSpPr>
          <p:cNvPr id="229" name="Freeform 228"/>
          <p:cNvSpPr/>
          <p:nvPr/>
        </p:nvSpPr>
        <p:spPr>
          <a:xfrm>
            <a:off x="5367020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5367020" y="871403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7</a:t>
            </a:r>
          </a:p>
        </p:txBody>
      </p:sp>
      <p:sp>
        <p:nvSpPr>
          <p:cNvPr id="231" name="Freeform 230"/>
          <p:cNvSpPr/>
          <p:nvPr/>
        </p:nvSpPr>
        <p:spPr>
          <a:xfrm>
            <a:off x="6091428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091428" y="871403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8</a:t>
            </a:r>
          </a:p>
        </p:txBody>
      </p:sp>
      <p:sp>
        <p:nvSpPr>
          <p:cNvPr id="233" name="Freeform 232"/>
          <p:cNvSpPr/>
          <p:nvPr/>
        </p:nvSpPr>
        <p:spPr>
          <a:xfrm>
            <a:off x="6815836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815836" y="871403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9</a:t>
            </a:r>
          </a:p>
        </p:txBody>
      </p:sp>
      <p:sp>
        <p:nvSpPr>
          <p:cNvPr id="235" name="Freeform 234"/>
          <p:cNvSpPr/>
          <p:nvPr/>
        </p:nvSpPr>
        <p:spPr>
          <a:xfrm>
            <a:off x="7540244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7540244" y="8714030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</a:t>
            </a:r>
          </a:p>
        </p:txBody>
      </p:sp>
      <p:sp>
        <p:nvSpPr>
          <p:cNvPr id="237" name="Freeform 236"/>
          <p:cNvSpPr/>
          <p:nvPr/>
        </p:nvSpPr>
        <p:spPr>
          <a:xfrm>
            <a:off x="8264652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8264652" y="8714030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11</a:t>
            </a:r>
          </a:p>
        </p:txBody>
      </p:sp>
      <p:sp>
        <p:nvSpPr>
          <p:cNvPr id="239" name="Freeform 238"/>
          <p:cNvSpPr/>
          <p:nvPr/>
        </p:nvSpPr>
        <p:spPr>
          <a:xfrm>
            <a:off x="8989060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8989060" y="8714030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12</a:t>
            </a:r>
          </a:p>
        </p:txBody>
      </p:sp>
      <p:sp>
        <p:nvSpPr>
          <p:cNvPr id="241" name="Freeform 240"/>
          <p:cNvSpPr/>
          <p:nvPr/>
        </p:nvSpPr>
        <p:spPr>
          <a:xfrm>
            <a:off x="9713468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9713468" y="8714030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13</a:t>
            </a:r>
          </a:p>
        </p:txBody>
      </p:sp>
      <p:sp>
        <p:nvSpPr>
          <p:cNvPr id="243" name="Freeform 242"/>
          <p:cNvSpPr/>
          <p:nvPr/>
        </p:nvSpPr>
        <p:spPr>
          <a:xfrm>
            <a:off x="10437876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0437876" y="8714030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14</a:t>
            </a:r>
          </a:p>
        </p:txBody>
      </p:sp>
      <p:sp>
        <p:nvSpPr>
          <p:cNvPr id="245" name="Freeform 244"/>
          <p:cNvSpPr/>
          <p:nvPr/>
        </p:nvSpPr>
        <p:spPr>
          <a:xfrm>
            <a:off x="11162284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1162284" y="8714030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15</a:t>
            </a:r>
          </a:p>
        </p:txBody>
      </p:sp>
      <p:sp>
        <p:nvSpPr>
          <p:cNvPr id="247" name="Freeform 246"/>
          <p:cNvSpPr/>
          <p:nvPr/>
        </p:nvSpPr>
        <p:spPr>
          <a:xfrm>
            <a:off x="11886692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1886692" y="8714030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16</a:t>
            </a:r>
          </a:p>
        </p:txBody>
      </p:sp>
      <p:sp>
        <p:nvSpPr>
          <p:cNvPr id="249" name="Freeform 248"/>
          <p:cNvSpPr/>
          <p:nvPr/>
        </p:nvSpPr>
        <p:spPr>
          <a:xfrm>
            <a:off x="12611100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2611100" y="8714030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17</a:t>
            </a:r>
          </a:p>
        </p:txBody>
      </p:sp>
      <p:sp>
        <p:nvSpPr>
          <p:cNvPr id="251" name="Freeform 250"/>
          <p:cNvSpPr/>
          <p:nvPr/>
        </p:nvSpPr>
        <p:spPr>
          <a:xfrm>
            <a:off x="13335508" y="868849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3335508" y="8714030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18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178040" y="8855222"/>
            <a:ext cx="1651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Benchmark case index</a:t>
            </a:r>
          </a:p>
        </p:txBody>
      </p:sp>
      <p:sp>
        <p:nvSpPr>
          <p:cNvPr id="254" name="Freeform 253"/>
          <p:cNvSpPr/>
          <p:nvPr/>
        </p:nvSpPr>
        <p:spPr>
          <a:xfrm>
            <a:off x="613918" y="862730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569468" y="853211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80</a:t>
            </a:r>
          </a:p>
        </p:txBody>
      </p:sp>
      <p:sp>
        <p:nvSpPr>
          <p:cNvPr id="256" name="Freeform 255"/>
          <p:cNvSpPr/>
          <p:nvPr/>
        </p:nvSpPr>
        <p:spPr>
          <a:xfrm>
            <a:off x="613918" y="82424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69468" y="814723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100</a:t>
            </a:r>
          </a:p>
        </p:txBody>
      </p:sp>
      <p:sp>
        <p:nvSpPr>
          <p:cNvPr id="258" name="Freeform 257"/>
          <p:cNvSpPr/>
          <p:nvPr/>
        </p:nvSpPr>
        <p:spPr>
          <a:xfrm>
            <a:off x="613918" y="785753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569468" y="776234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120</a:t>
            </a:r>
          </a:p>
        </p:txBody>
      </p:sp>
      <p:sp>
        <p:nvSpPr>
          <p:cNvPr id="260" name="Freeform 259"/>
          <p:cNvSpPr/>
          <p:nvPr/>
        </p:nvSpPr>
        <p:spPr>
          <a:xfrm>
            <a:off x="613918" y="74726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569468" y="737746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140</a:t>
            </a:r>
          </a:p>
        </p:txBody>
      </p:sp>
      <p:sp>
        <p:nvSpPr>
          <p:cNvPr id="262" name="Freeform 261"/>
          <p:cNvSpPr/>
          <p:nvPr/>
        </p:nvSpPr>
        <p:spPr>
          <a:xfrm>
            <a:off x="613918" y="708776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569468" y="699257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160</a:t>
            </a:r>
          </a:p>
        </p:txBody>
      </p:sp>
      <p:sp>
        <p:nvSpPr>
          <p:cNvPr id="264" name="Freeform 263"/>
          <p:cNvSpPr/>
          <p:nvPr/>
        </p:nvSpPr>
        <p:spPr>
          <a:xfrm>
            <a:off x="613918" y="670287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569468" y="66076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180</a:t>
            </a:r>
          </a:p>
        </p:txBody>
      </p:sp>
      <p:sp>
        <p:nvSpPr>
          <p:cNvPr id="266" name="Freeform 265"/>
          <p:cNvSpPr/>
          <p:nvPr/>
        </p:nvSpPr>
        <p:spPr>
          <a:xfrm>
            <a:off x="613918" y="63179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569468" y="622280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200</a:t>
            </a:r>
          </a:p>
        </p:txBody>
      </p:sp>
      <p:sp>
        <p:nvSpPr>
          <p:cNvPr id="268" name="Freeform 267"/>
          <p:cNvSpPr/>
          <p:nvPr/>
        </p:nvSpPr>
        <p:spPr>
          <a:xfrm>
            <a:off x="613918" y="593310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569468" y="583792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220</a:t>
            </a:r>
          </a:p>
        </p:txBody>
      </p:sp>
      <p:sp>
        <p:nvSpPr>
          <p:cNvPr id="270" name="Freeform 269"/>
          <p:cNvSpPr/>
          <p:nvPr/>
        </p:nvSpPr>
        <p:spPr>
          <a:xfrm>
            <a:off x="613918" y="55482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569468" y="5453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240</a:t>
            </a:r>
          </a:p>
        </p:txBody>
      </p:sp>
      <p:sp>
        <p:nvSpPr>
          <p:cNvPr id="272" name="TextBox 271"/>
          <p:cNvSpPr txBox="1"/>
          <p:nvPr/>
        </p:nvSpPr>
        <p:spPr>
          <a:xfrm rot="16200000">
            <a:off x="6929312" y="-996674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Stress (MPa)</a:t>
            </a:r>
          </a:p>
        </p:txBody>
      </p:sp>
      <p:sp>
        <p:nvSpPr>
          <p:cNvPr id="273" name="Freeform 272"/>
          <p:cNvSpPr/>
          <p:nvPr/>
        </p:nvSpPr>
        <p:spPr>
          <a:xfrm>
            <a:off x="911911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1636319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2360727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3085135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3809543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4533951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5258359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5982767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6707175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7431583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8155991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8880399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9604807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10329215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11053623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11778031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12502439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13226847" y="5995687"/>
            <a:ext cx="0" cy="2094933"/>
          </a:xfrm>
          <a:custGeom>
            <a:avLst/>
            <a:gdLst/>
            <a:ahLst/>
            <a:cxnLst/>
            <a:rect l="l" t="t" r="r" b="b"/>
            <a:pathLst>
              <a:path w="0" h="2094933">
                <a:moveTo>
                  <a:pt x="0" y="209493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5004816" y="5360627"/>
            <a:ext cx="0" cy="3327870"/>
          </a:xfrm>
          <a:custGeom>
            <a:avLst/>
            <a:gdLst/>
            <a:ahLst/>
            <a:cxnLst/>
            <a:rect l="l" t="t" r="r" b="b"/>
            <a:pathLst>
              <a:path w="0" h="3327870">
                <a:moveTo>
                  <a:pt x="0" y="332787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9351264" y="5360627"/>
            <a:ext cx="0" cy="3327870"/>
          </a:xfrm>
          <a:custGeom>
            <a:avLst/>
            <a:gdLst/>
            <a:ahLst/>
            <a:cxnLst/>
            <a:rect l="l" t="t" r="r" b="b"/>
            <a:pathLst>
              <a:path w="0" h="3327870">
                <a:moveTo>
                  <a:pt x="0" y="332787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658368" y="5360627"/>
            <a:ext cx="0" cy="3327870"/>
          </a:xfrm>
          <a:custGeom>
            <a:avLst/>
            <a:gdLst/>
            <a:ahLst/>
            <a:cxnLst/>
            <a:rect l="l" t="t" r="r" b="b"/>
            <a:pathLst>
              <a:path w="0" h="3327870">
                <a:moveTo>
                  <a:pt x="0" y="332787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658368" y="8688497"/>
            <a:ext cx="13039344" cy="0"/>
          </a:xfrm>
          <a:custGeom>
            <a:avLst/>
            <a:gdLst/>
            <a:ahLst/>
            <a:cxnLst/>
            <a:rect l="l" t="t" r="r" b="b"/>
            <a:pathLst>
              <a:path w="13039344" h="0">
                <a:moveTo>
                  <a:pt x="0" y="0"/>
                </a:moveTo>
                <a:lnTo>
                  <a:pt x="13039344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2831592" y="5465092"/>
            <a:ext cx="1803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Low-stress cases (1–6)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7178040" y="5465092"/>
            <a:ext cx="2184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Near-threshold cases (7–12)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1524488" y="5465092"/>
            <a:ext cx="2032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A63D40"/>
                </a:solidFill>
                <a:latin typeface="Arial"/>
              </a:rPr>
              <a:t>High-stress cases (13–18)</a:t>
            </a:r>
          </a:p>
        </p:txBody>
      </p:sp>
      <p:sp>
        <p:nvSpPr>
          <p:cNvPr id="298" name="Freeform 297"/>
          <p:cNvSpPr/>
          <p:nvPr/>
        </p:nvSpPr>
        <p:spPr>
          <a:xfrm>
            <a:off x="880802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129233" y="7316384"/>
            <a:ext cx="0" cy="1003032"/>
          </a:xfrm>
          <a:custGeom>
            <a:avLst/>
            <a:gdLst/>
            <a:ahLst/>
            <a:cxnLst/>
            <a:rect l="l" t="t" r="r" b="b"/>
            <a:pathLst>
              <a:path w="0" h="1003032">
                <a:moveTo>
                  <a:pt x="0" y="1003032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605210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1853641" y="7258927"/>
            <a:ext cx="0" cy="1039806"/>
          </a:xfrm>
          <a:custGeom>
            <a:avLst/>
            <a:gdLst/>
            <a:ahLst/>
            <a:cxnLst/>
            <a:rect l="l" t="t" r="r" b="b"/>
            <a:pathLst>
              <a:path w="0" h="1039806">
                <a:moveTo>
                  <a:pt x="0" y="1039806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2329618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2578049" y="7527955"/>
            <a:ext cx="0" cy="773485"/>
          </a:xfrm>
          <a:custGeom>
            <a:avLst/>
            <a:gdLst/>
            <a:ahLst/>
            <a:cxnLst/>
            <a:rect l="l" t="t" r="r" b="b"/>
            <a:pathLst>
              <a:path w="0" h="773485">
                <a:moveTo>
                  <a:pt x="0" y="773485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3054026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3302457" y="7036402"/>
            <a:ext cx="0" cy="1024453"/>
          </a:xfrm>
          <a:custGeom>
            <a:avLst/>
            <a:gdLst/>
            <a:ahLst/>
            <a:cxnLst/>
            <a:rect l="l" t="t" r="r" b="b"/>
            <a:pathLst>
              <a:path w="0" h="1024453">
                <a:moveTo>
                  <a:pt x="0" y="102445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3778434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4026865" y="7368411"/>
            <a:ext cx="0" cy="872565"/>
          </a:xfrm>
          <a:custGeom>
            <a:avLst/>
            <a:gdLst/>
            <a:ahLst/>
            <a:cxnLst/>
            <a:rect l="l" t="t" r="r" b="b"/>
            <a:pathLst>
              <a:path w="0" h="872565">
                <a:moveTo>
                  <a:pt x="0" y="872565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4502842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4751273" y="7341972"/>
            <a:ext cx="0" cy="753281"/>
          </a:xfrm>
          <a:custGeom>
            <a:avLst/>
            <a:gdLst/>
            <a:ahLst/>
            <a:cxnLst/>
            <a:rect l="l" t="t" r="r" b="b"/>
            <a:pathLst>
              <a:path w="0" h="753281">
                <a:moveTo>
                  <a:pt x="0" y="75328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5227250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5475681" y="7073019"/>
            <a:ext cx="0" cy="971448"/>
          </a:xfrm>
          <a:custGeom>
            <a:avLst/>
            <a:gdLst/>
            <a:ahLst/>
            <a:cxnLst/>
            <a:rect l="l" t="t" r="r" b="b"/>
            <a:pathLst>
              <a:path w="0" h="971448">
                <a:moveTo>
                  <a:pt x="0" y="971448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5951658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6200089" y="6935127"/>
            <a:ext cx="0" cy="1013881"/>
          </a:xfrm>
          <a:custGeom>
            <a:avLst/>
            <a:gdLst/>
            <a:ahLst/>
            <a:cxnLst/>
            <a:rect l="l" t="t" r="r" b="b"/>
            <a:pathLst>
              <a:path w="0" h="1013881">
                <a:moveTo>
                  <a:pt x="0" y="101388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6676066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6924497" y="7099832"/>
            <a:ext cx="0" cy="879889"/>
          </a:xfrm>
          <a:custGeom>
            <a:avLst/>
            <a:gdLst/>
            <a:ahLst/>
            <a:cxnLst/>
            <a:rect l="l" t="t" r="r" b="b"/>
            <a:pathLst>
              <a:path w="0" h="879889">
                <a:moveTo>
                  <a:pt x="0" y="879889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7400474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7648905" y="6903195"/>
            <a:ext cx="0" cy="947867"/>
          </a:xfrm>
          <a:custGeom>
            <a:avLst/>
            <a:gdLst/>
            <a:ahLst/>
            <a:cxnLst/>
            <a:rect l="l" t="t" r="r" b="b"/>
            <a:pathLst>
              <a:path w="0" h="947867">
                <a:moveTo>
                  <a:pt x="0" y="947867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8124882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8373313" y="7185906"/>
            <a:ext cx="0" cy="835614"/>
          </a:xfrm>
          <a:custGeom>
            <a:avLst/>
            <a:gdLst/>
            <a:ahLst/>
            <a:cxnLst/>
            <a:rect l="l" t="t" r="r" b="b"/>
            <a:pathLst>
              <a:path w="0" h="835614">
                <a:moveTo>
                  <a:pt x="0" y="835614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8849290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9097721" y="6987936"/>
            <a:ext cx="0" cy="792766"/>
          </a:xfrm>
          <a:custGeom>
            <a:avLst/>
            <a:gdLst/>
            <a:ahLst/>
            <a:cxnLst/>
            <a:rect l="l" t="t" r="r" b="b"/>
            <a:pathLst>
              <a:path w="0" h="792766">
                <a:moveTo>
                  <a:pt x="0" y="792766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9573698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9822129" y="7016600"/>
            <a:ext cx="0" cy="804531"/>
          </a:xfrm>
          <a:custGeom>
            <a:avLst/>
            <a:gdLst/>
            <a:ahLst/>
            <a:cxnLst/>
            <a:rect l="l" t="t" r="r" b="b"/>
            <a:pathLst>
              <a:path w="0" h="804531">
                <a:moveTo>
                  <a:pt x="0" y="80453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10298106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10546537" y="6668175"/>
            <a:ext cx="0" cy="994888"/>
          </a:xfrm>
          <a:custGeom>
            <a:avLst/>
            <a:gdLst/>
            <a:ahLst/>
            <a:cxnLst/>
            <a:rect l="l" t="t" r="r" b="b"/>
            <a:pathLst>
              <a:path w="0" h="994888">
                <a:moveTo>
                  <a:pt x="0" y="994888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11022514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11270945" y="6781146"/>
            <a:ext cx="0" cy="994756"/>
          </a:xfrm>
          <a:custGeom>
            <a:avLst/>
            <a:gdLst/>
            <a:ahLst/>
            <a:cxnLst/>
            <a:rect l="l" t="t" r="r" b="b"/>
            <a:pathLst>
              <a:path w="0" h="994756">
                <a:moveTo>
                  <a:pt x="0" y="994756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11746922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11995353" y="6137323"/>
            <a:ext cx="0" cy="823831"/>
          </a:xfrm>
          <a:custGeom>
            <a:avLst/>
            <a:gdLst/>
            <a:ahLst/>
            <a:cxnLst/>
            <a:rect l="l" t="t" r="r" b="b"/>
            <a:pathLst>
              <a:path w="0" h="823831">
                <a:moveTo>
                  <a:pt x="0" y="82383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12471330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12719761" y="7008771"/>
            <a:ext cx="0" cy="796046"/>
          </a:xfrm>
          <a:custGeom>
            <a:avLst/>
            <a:gdLst/>
            <a:ahLst/>
            <a:cxnLst/>
            <a:rect l="l" t="t" r="r" b="b"/>
            <a:pathLst>
              <a:path w="0" h="796046">
                <a:moveTo>
                  <a:pt x="0" y="796046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13195738" y="7012045"/>
            <a:ext cx="62217" cy="62217"/>
          </a:xfrm>
          <a:custGeom>
            <a:avLst/>
            <a:gdLst/>
            <a:ahLst/>
            <a:cxnLst/>
            <a:rect l="l" t="t" r="r" b="b"/>
            <a:pathLst>
              <a:path w="62217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7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13444169" y="6261043"/>
            <a:ext cx="0" cy="942150"/>
          </a:xfrm>
          <a:custGeom>
            <a:avLst/>
            <a:gdLst/>
            <a:ahLst/>
            <a:cxnLst/>
            <a:rect l="l" t="t" r="r" b="b"/>
            <a:pathLst>
              <a:path w="0" h="942150">
                <a:moveTo>
                  <a:pt x="0" y="942150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1094453" y="7783120"/>
            <a:ext cx="69561" cy="69561"/>
          </a:xfrm>
          <a:custGeom>
            <a:avLst/>
            <a:gdLst/>
            <a:ahLst/>
            <a:cxnLst/>
            <a:rect l="l" t="t" r="r" b="b"/>
            <a:pathLst>
              <a:path w="69561" h="69561">
                <a:moveTo>
                  <a:pt x="34780" y="69561"/>
                </a:moveTo>
                <a:lnTo>
                  <a:pt x="59374" y="59374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1818861" y="7744050"/>
            <a:ext cx="69561" cy="69561"/>
          </a:xfrm>
          <a:custGeom>
            <a:avLst/>
            <a:gdLst/>
            <a:ahLst/>
            <a:cxnLst/>
            <a:rect l="l" t="t" r="r" b="b"/>
            <a:pathLst>
              <a:path w="69561" h="69561">
                <a:moveTo>
                  <a:pt x="34780" y="69561"/>
                </a:moveTo>
                <a:lnTo>
                  <a:pt x="59374" y="59374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2543269" y="7879917"/>
            <a:ext cx="69561" cy="69561"/>
          </a:xfrm>
          <a:custGeom>
            <a:avLst/>
            <a:gdLst/>
            <a:ahLst/>
            <a:cxnLst/>
            <a:rect l="l" t="t" r="r" b="b"/>
            <a:pathLst>
              <a:path w="69561" h="69561">
                <a:moveTo>
                  <a:pt x="34780" y="69561"/>
                </a:moveTo>
                <a:lnTo>
                  <a:pt x="59374" y="59374"/>
                </a:lnTo>
                <a:close/>
                <a:lnTo>
                  <a:pt x="69561" y="34781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1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3267677" y="7513849"/>
            <a:ext cx="69561" cy="69560"/>
          </a:xfrm>
          <a:custGeom>
            <a:avLst/>
            <a:gdLst/>
            <a:ahLst/>
            <a:cxnLst/>
            <a:rect l="l" t="t" r="r" b="b"/>
            <a:pathLst>
              <a:path w="69561" h="69560">
                <a:moveTo>
                  <a:pt x="34780" y="69560"/>
                </a:moveTo>
                <a:lnTo>
                  <a:pt x="59374" y="59373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3"/>
                </a:lnTo>
                <a:close/>
                <a:lnTo>
                  <a:pt x="34780" y="69560"/>
                </a:lnTo>
                <a:close/>
                <a:lnTo>
                  <a:pt x="34780" y="6956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3992085" y="7769913"/>
            <a:ext cx="69561" cy="69561"/>
          </a:xfrm>
          <a:custGeom>
            <a:avLst/>
            <a:gdLst/>
            <a:ahLst/>
            <a:cxnLst/>
            <a:rect l="l" t="t" r="r" b="b"/>
            <a:pathLst>
              <a:path w="69561" h="69561">
                <a:moveTo>
                  <a:pt x="34780" y="69561"/>
                </a:moveTo>
                <a:lnTo>
                  <a:pt x="59374" y="59374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4716493" y="7683832"/>
            <a:ext cx="69561" cy="69561"/>
          </a:xfrm>
          <a:custGeom>
            <a:avLst/>
            <a:gdLst/>
            <a:ahLst/>
            <a:cxnLst/>
            <a:rect l="l" t="t" r="r" b="b"/>
            <a:pathLst>
              <a:path w="69561" h="69561">
                <a:moveTo>
                  <a:pt x="34780" y="69561"/>
                </a:moveTo>
                <a:lnTo>
                  <a:pt x="59374" y="59374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5440901" y="7523963"/>
            <a:ext cx="69561" cy="69561"/>
          </a:xfrm>
          <a:custGeom>
            <a:avLst/>
            <a:gdLst/>
            <a:ahLst/>
            <a:cxnLst/>
            <a:rect l="l" t="t" r="r" b="b"/>
            <a:pathLst>
              <a:path w="69561" h="69561">
                <a:moveTo>
                  <a:pt x="34780" y="69561"/>
                </a:moveTo>
                <a:lnTo>
                  <a:pt x="59374" y="59374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6165309" y="7407287"/>
            <a:ext cx="69561" cy="69561"/>
          </a:xfrm>
          <a:custGeom>
            <a:avLst/>
            <a:gdLst/>
            <a:ahLst/>
            <a:cxnLst/>
            <a:rect l="l" t="t" r="r" b="b"/>
            <a:pathLst>
              <a:path w="69561" h="69561">
                <a:moveTo>
                  <a:pt x="34780" y="69561"/>
                </a:moveTo>
                <a:lnTo>
                  <a:pt x="59374" y="59374"/>
                </a:lnTo>
                <a:close/>
                <a:lnTo>
                  <a:pt x="69561" y="34781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1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6889717" y="7504996"/>
            <a:ext cx="69561" cy="69561"/>
          </a:xfrm>
          <a:custGeom>
            <a:avLst/>
            <a:gdLst/>
            <a:ahLst/>
            <a:cxnLst/>
            <a:rect l="l" t="t" r="r" b="b"/>
            <a:pathLst>
              <a:path w="69561" h="69561">
                <a:moveTo>
                  <a:pt x="34780" y="69561"/>
                </a:moveTo>
                <a:lnTo>
                  <a:pt x="59374" y="59374"/>
                </a:lnTo>
                <a:close/>
                <a:lnTo>
                  <a:pt x="69561" y="34781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1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7614125" y="7342348"/>
            <a:ext cx="69561" cy="69561"/>
          </a:xfrm>
          <a:custGeom>
            <a:avLst/>
            <a:gdLst/>
            <a:ahLst/>
            <a:cxnLst/>
            <a:rect l="l" t="t" r="r" b="b"/>
            <a:pathLst>
              <a:path w="69561" h="69561">
                <a:moveTo>
                  <a:pt x="34780" y="69561"/>
                </a:moveTo>
                <a:lnTo>
                  <a:pt x="59374" y="59374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8338533" y="7568933"/>
            <a:ext cx="69561" cy="69560"/>
          </a:xfrm>
          <a:custGeom>
            <a:avLst/>
            <a:gdLst/>
            <a:ahLst/>
            <a:cxnLst/>
            <a:rect l="l" t="t" r="r" b="b"/>
            <a:pathLst>
              <a:path w="69561" h="69560">
                <a:moveTo>
                  <a:pt x="34780" y="69560"/>
                </a:moveTo>
                <a:lnTo>
                  <a:pt x="59374" y="59373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3"/>
                </a:lnTo>
                <a:close/>
                <a:lnTo>
                  <a:pt x="34780" y="69560"/>
                </a:lnTo>
                <a:close/>
                <a:lnTo>
                  <a:pt x="34780" y="6956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9062941" y="7349538"/>
            <a:ext cx="69561" cy="69561"/>
          </a:xfrm>
          <a:custGeom>
            <a:avLst/>
            <a:gdLst/>
            <a:ahLst/>
            <a:cxnLst/>
            <a:rect l="l" t="t" r="r" b="b"/>
            <a:pathLst>
              <a:path w="69561" h="69561">
                <a:moveTo>
                  <a:pt x="34780" y="69561"/>
                </a:moveTo>
                <a:lnTo>
                  <a:pt x="59374" y="59374"/>
                </a:lnTo>
                <a:close/>
                <a:lnTo>
                  <a:pt x="69561" y="34781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1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9787349" y="7384085"/>
            <a:ext cx="69561" cy="69561"/>
          </a:xfrm>
          <a:custGeom>
            <a:avLst/>
            <a:gdLst/>
            <a:ahLst/>
            <a:cxnLst/>
            <a:rect l="l" t="t" r="r" b="b"/>
            <a:pathLst>
              <a:path w="69561" h="69561">
                <a:moveTo>
                  <a:pt x="34780" y="69561"/>
                </a:moveTo>
                <a:lnTo>
                  <a:pt x="59374" y="59374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10511757" y="7130839"/>
            <a:ext cx="69561" cy="69560"/>
          </a:xfrm>
          <a:custGeom>
            <a:avLst/>
            <a:gdLst/>
            <a:ahLst/>
            <a:cxnLst/>
            <a:rect l="l" t="t" r="r" b="b"/>
            <a:pathLst>
              <a:path w="69561" h="69560">
                <a:moveTo>
                  <a:pt x="34780" y="69560"/>
                </a:moveTo>
                <a:lnTo>
                  <a:pt x="59374" y="59373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3"/>
                </a:lnTo>
                <a:close/>
                <a:lnTo>
                  <a:pt x="34780" y="69560"/>
                </a:lnTo>
                <a:close/>
                <a:lnTo>
                  <a:pt x="34780" y="6956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11236165" y="7243744"/>
            <a:ext cx="69561" cy="69560"/>
          </a:xfrm>
          <a:custGeom>
            <a:avLst/>
            <a:gdLst/>
            <a:ahLst/>
            <a:cxnLst/>
            <a:rect l="l" t="t" r="r" b="b"/>
            <a:pathLst>
              <a:path w="69561" h="69560">
                <a:moveTo>
                  <a:pt x="34780" y="69560"/>
                </a:moveTo>
                <a:lnTo>
                  <a:pt x="59374" y="59373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3"/>
                </a:lnTo>
                <a:close/>
                <a:lnTo>
                  <a:pt x="34780" y="69560"/>
                </a:lnTo>
                <a:close/>
                <a:lnTo>
                  <a:pt x="34780" y="6956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11960573" y="6514458"/>
            <a:ext cx="69561" cy="69561"/>
          </a:xfrm>
          <a:custGeom>
            <a:avLst/>
            <a:gdLst/>
            <a:ahLst/>
            <a:cxnLst/>
            <a:rect l="l" t="t" r="r" b="b"/>
            <a:pathLst>
              <a:path w="69561" h="69561">
                <a:moveTo>
                  <a:pt x="34780" y="69561"/>
                </a:moveTo>
                <a:lnTo>
                  <a:pt x="59374" y="59374"/>
                </a:lnTo>
                <a:close/>
                <a:lnTo>
                  <a:pt x="69561" y="34781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1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12684981" y="7372014"/>
            <a:ext cx="69561" cy="69560"/>
          </a:xfrm>
          <a:custGeom>
            <a:avLst/>
            <a:gdLst/>
            <a:ahLst/>
            <a:cxnLst/>
            <a:rect l="l" t="t" r="r" b="b"/>
            <a:pathLst>
              <a:path w="69561" h="69560">
                <a:moveTo>
                  <a:pt x="34780" y="69560"/>
                </a:moveTo>
                <a:lnTo>
                  <a:pt x="59374" y="59374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0"/>
                </a:lnTo>
                <a:close/>
                <a:lnTo>
                  <a:pt x="34780" y="6956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13409389" y="6697338"/>
            <a:ext cx="69561" cy="69560"/>
          </a:xfrm>
          <a:custGeom>
            <a:avLst/>
            <a:gdLst/>
            <a:ahLst/>
            <a:cxnLst/>
            <a:rect l="l" t="t" r="r" b="b"/>
            <a:pathLst>
              <a:path w="69561" h="69560">
                <a:moveTo>
                  <a:pt x="34780" y="69560"/>
                </a:moveTo>
                <a:lnTo>
                  <a:pt x="59374" y="59373"/>
                </a:lnTo>
                <a:close/>
                <a:lnTo>
                  <a:pt x="69561" y="34780"/>
                </a:lnTo>
                <a:close/>
                <a:lnTo>
                  <a:pt x="59374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3"/>
                </a:lnTo>
                <a:close/>
                <a:lnTo>
                  <a:pt x="34780" y="69560"/>
                </a:lnTo>
                <a:close/>
                <a:lnTo>
                  <a:pt x="34780" y="6956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982472" y="800629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1706880" y="786407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2431288" y="822971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3155696" y="789775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3880104" y="826551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4604512" y="816582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5328920" y="773360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6053328" y="779171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6777736" y="768106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7502144" y="76389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8226552" y="777305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8950960" y="762256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9675368" y="753153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10399776" y="727039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11124184" y="741145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1848592" y="631106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12573000" y="756579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3297408" y="649946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738378" y="5529004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960628" y="5377270"/>
            <a:ext cx="1346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Prior predictive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960628" y="5471298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90% interval</a:t>
            </a:r>
          </a:p>
        </p:txBody>
      </p:sp>
      <p:sp>
        <p:nvSpPr>
          <p:cNvPr id="373" name="Freeform 372"/>
          <p:cNvSpPr/>
          <p:nvPr/>
        </p:nvSpPr>
        <p:spPr>
          <a:xfrm>
            <a:off x="795528" y="574370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299" y="9299"/>
                </a:lnTo>
                <a:close/>
                <a:lnTo>
                  <a:pt x="0" y="31750"/>
                </a:lnTo>
                <a:close/>
                <a:lnTo>
                  <a:pt x="9299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960628" y="5623720"/>
            <a:ext cx="1346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Prior predictive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960628" y="5717749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median</a:t>
            </a:r>
          </a:p>
        </p:txBody>
      </p:sp>
      <p:sp>
        <p:nvSpPr>
          <p:cNvPr id="376" name="Freeform 375"/>
          <p:cNvSpPr/>
          <p:nvPr/>
        </p:nvSpPr>
        <p:spPr>
          <a:xfrm>
            <a:off x="738378" y="6021904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960628" y="5870170"/>
            <a:ext cx="1651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Posterior predictive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960628" y="5964199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90% interval</a:t>
            </a:r>
          </a:p>
        </p:txBody>
      </p:sp>
      <p:sp>
        <p:nvSpPr>
          <p:cNvPr id="379" name="Freeform 378"/>
          <p:cNvSpPr/>
          <p:nvPr/>
        </p:nvSpPr>
        <p:spPr>
          <a:xfrm>
            <a:off x="795528" y="623660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960628" y="6116621"/>
            <a:ext cx="1651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Posterior predictive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960628" y="6210649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median</a:t>
            </a:r>
          </a:p>
        </p:txBody>
      </p:sp>
      <p:sp>
        <p:nvSpPr>
          <p:cNvPr id="382" name="Freeform 381"/>
          <p:cNvSpPr/>
          <p:nvPr/>
        </p:nvSpPr>
        <p:spPr>
          <a:xfrm>
            <a:off x="789178" y="647779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1270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960628" y="6364210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Observed (true)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960628" y="6459280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stress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91440" y="64435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7178040" y="64435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91440" y="4480987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