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767563" cy="533757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67563" cy="53375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" y="694944"/>
            <a:ext cx="5669280" cy="4224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694944"/>
            <a:ext cx="5669280" cy="4224528"/>
          </a:xfrm>
          <a:prstGeom prst="rect">
            <a:avLst/>
          </a:prstGeom>
          <a:solidFill>
            <a:srgbClr val="E8E8E8">
              <a:alpha val="55000"/>
            </a:srgbClr>
          </a:solidFill>
          <a:ln w="10160">
            <a:solidFill>
              <a:srgbClr val="B0B0B0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807872" y="694944"/>
            <a:ext cx="0" cy="4224528"/>
          </a:xfrm>
          <a:custGeom>
            <a:avLst/>
            <a:gdLst/>
            <a:ahLst/>
            <a:cxnLst/>
            <a:rect l="l" t="t" r="r" b="b"/>
            <a:pathLst>
              <a:path w="0" h="4224528">
                <a:moveTo>
                  <a:pt x="0" y="42245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32688" y="2508051"/>
            <a:ext cx="5669280" cy="0"/>
          </a:xfrm>
          <a:custGeom>
            <a:avLst/>
            <a:gdLst/>
            <a:ahLst/>
            <a:cxnLst/>
            <a:rect l="l" t="t" r="r" b="b"/>
            <a:pathLst>
              <a:path w="5669280" h="0">
                <a:moveTo>
                  <a:pt x="0" y="0"/>
                </a:moveTo>
                <a:lnTo>
                  <a:pt x="566928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932688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94500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9" name="Freeform 8"/>
          <p:cNvSpPr/>
          <p:nvPr/>
        </p:nvSpPr>
        <p:spPr>
          <a:xfrm>
            <a:off x="2066544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4" y="4945005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11" name="Freeform 10"/>
          <p:cNvSpPr/>
          <p:nvPr/>
        </p:nvSpPr>
        <p:spPr>
          <a:xfrm>
            <a:off x="3200400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945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3" name="Freeform 12"/>
          <p:cNvSpPr/>
          <p:nvPr/>
        </p:nvSpPr>
        <p:spPr>
          <a:xfrm>
            <a:off x="4334256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4945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15" name="Freeform 14"/>
          <p:cNvSpPr/>
          <p:nvPr/>
        </p:nvSpPr>
        <p:spPr>
          <a:xfrm>
            <a:off x="5468112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4945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17" name="Freeform 16"/>
          <p:cNvSpPr/>
          <p:nvPr/>
        </p:nvSpPr>
        <p:spPr>
          <a:xfrm>
            <a:off x="6601968" y="491947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945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3412" y="5087642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 intercept (GPa)</a:t>
            </a:r>
          </a:p>
        </p:txBody>
      </p:sp>
      <p:sp>
        <p:nvSpPr>
          <p:cNvPr id="20" name="Freeform 19"/>
          <p:cNvSpPr/>
          <p:nvPr/>
        </p:nvSpPr>
        <p:spPr>
          <a:xfrm>
            <a:off x="888238" y="49194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788" y="482428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22" name="Freeform 21"/>
          <p:cNvSpPr/>
          <p:nvPr/>
        </p:nvSpPr>
        <p:spPr>
          <a:xfrm>
            <a:off x="888238" y="431596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788" y="422078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24" name="Freeform 23"/>
          <p:cNvSpPr/>
          <p:nvPr/>
        </p:nvSpPr>
        <p:spPr>
          <a:xfrm>
            <a:off x="888238" y="37124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788" y="361728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26" name="Freeform 25"/>
          <p:cNvSpPr/>
          <p:nvPr/>
        </p:nvSpPr>
        <p:spPr>
          <a:xfrm>
            <a:off x="888238" y="31089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788" y="3013776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28" name="Freeform 27"/>
          <p:cNvSpPr/>
          <p:nvPr/>
        </p:nvSpPr>
        <p:spPr>
          <a:xfrm>
            <a:off x="888238" y="250545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788" y="2410272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30" name="Freeform 29"/>
          <p:cNvSpPr/>
          <p:nvPr/>
        </p:nvSpPr>
        <p:spPr>
          <a:xfrm>
            <a:off x="888238" y="19019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788" y="180676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32" name="Freeform 31"/>
          <p:cNvSpPr/>
          <p:nvPr/>
        </p:nvSpPr>
        <p:spPr>
          <a:xfrm>
            <a:off x="888238" y="12984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788" y="120326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34" name="Freeform 33"/>
          <p:cNvSpPr/>
          <p:nvPr/>
        </p:nvSpPr>
        <p:spPr>
          <a:xfrm>
            <a:off x="888238" y="6949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788" y="59976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576513" y="2320036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base−6−1 ( K) 10</a:t>
            </a:r>
          </a:p>
        </p:txBody>
      </p:sp>
      <p:sp>
        <p:nvSpPr>
          <p:cNvPr id="37" name="Freeform 36"/>
          <p:cNvSpPr/>
          <p:nvPr/>
        </p:nvSpPr>
        <p:spPr>
          <a:xfrm>
            <a:off x="4480292" y="1242811"/>
            <a:ext cx="1673920" cy="1557801"/>
          </a:xfrm>
          <a:custGeom>
            <a:avLst/>
            <a:gdLst/>
            <a:ahLst/>
            <a:cxnLst/>
            <a:rect l="l" t="t" r="r" b="b"/>
            <a:pathLst>
              <a:path w="1673920" h="1557801">
                <a:moveTo>
                  <a:pt x="1230518" y="1557801"/>
                </a:moveTo>
                <a:lnTo>
                  <a:pt x="1234645" y="1557333"/>
                </a:lnTo>
                <a:close/>
                <a:lnTo>
                  <a:pt x="1249479" y="1555546"/>
                </a:lnTo>
                <a:close/>
                <a:lnTo>
                  <a:pt x="1268440" y="1548268"/>
                </a:lnTo>
                <a:close/>
                <a:lnTo>
                  <a:pt x="1276166" y="1543204"/>
                </a:lnTo>
                <a:close/>
                <a:lnTo>
                  <a:pt x="1287401" y="1535581"/>
                </a:lnTo>
                <a:close/>
                <a:lnTo>
                  <a:pt x="1296493" y="1529075"/>
                </a:lnTo>
                <a:close/>
                <a:lnTo>
                  <a:pt x="1306361" y="1523582"/>
                </a:lnTo>
                <a:close/>
                <a:lnTo>
                  <a:pt x="1325322" y="1516640"/>
                </a:lnTo>
                <a:close/>
                <a:lnTo>
                  <a:pt x="1335704" y="1514946"/>
                </a:lnTo>
                <a:close/>
                <a:lnTo>
                  <a:pt x="1344283" y="1513930"/>
                </a:lnTo>
                <a:close/>
                <a:lnTo>
                  <a:pt x="1363244" y="1513668"/>
                </a:lnTo>
                <a:close/>
                <a:lnTo>
                  <a:pt x="1382205" y="1514767"/>
                </a:lnTo>
                <a:close/>
                <a:lnTo>
                  <a:pt x="1383893" y="1514946"/>
                </a:lnTo>
                <a:close/>
                <a:lnTo>
                  <a:pt x="1401166" y="1517012"/>
                </a:lnTo>
                <a:close/>
                <a:lnTo>
                  <a:pt x="1420126" y="1519925"/>
                </a:lnTo>
                <a:close/>
                <a:lnTo>
                  <a:pt x="1439087" y="1523269"/>
                </a:lnTo>
                <a:close/>
                <a:lnTo>
                  <a:pt x="1458048" y="1526785"/>
                </a:lnTo>
                <a:close/>
                <a:lnTo>
                  <a:pt x="1471117" y="1529075"/>
                </a:lnTo>
                <a:close/>
                <a:lnTo>
                  <a:pt x="1477009" y="1530228"/>
                </a:lnTo>
                <a:close/>
                <a:lnTo>
                  <a:pt x="1495970" y="1533262"/>
                </a:lnTo>
                <a:close/>
                <a:lnTo>
                  <a:pt x="1514930" y="1535298"/>
                </a:lnTo>
                <a:close/>
                <a:lnTo>
                  <a:pt x="1533891" y="1536069"/>
                </a:lnTo>
                <a:close/>
                <a:lnTo>
                  <a:pt x="1552852" y="1535423"/>
                </a:lnTo>
                <a:close/>
                <a:lnTo>
                  <a:pt x="1571813" y="1533280"/>
                </a:lnTo>
                <a:close/>
                <a:lnTo>
                  <a:pt x="1590774" y="1529524"/>
                </a:lnTo>
                <a:close/>
                <a:lnTo>
                  <a:pt x="1592365" y="1529075"/>
                </a:lnTo>
                <a:close/>
                <a:lnTo>
                  <a:pt x="1609734" y="1523914"/>
                </a:lnTo>
                <a:close/>
                <a:lnTo>
                  <a:pt x="1628695" y="1515405"/>
                </a:lnTo>
                <a:close/>
                <a:lnTo>
                  <a:pt x="1629478" y="1514946"/>
                </a:lnTo>
                <a:close/>
                <a:lnTo>
                  <a:pt x="1647656" y="1501443"/>
                </a:lnTo>
                <a:close/>
                <a:lnTo>
                  <a:pt x="1648336" y="1500817"/>
                </a:lnTo>
                <a:close/>
                <a:lnTo>
                  <a:pt x="1659915" y="1486688"/>
                </a:lnTo>
                <a:close/>
                <a:lnTo>
                  <a:pt x="1666617" y="1473895"/>
                </a:lnTo>
                <a:close/>
                <a:lnTo>
                  <a:pt x="1667322" y="1472559"/>
                </a:lnTo>
                <a:close/>
                <a:lnTo>
                  <a:pt x="1672010" y="1458431"/>
                </a:lnTo>
                <a:close/>
                <a:lnTo>
                  <a:pt x="1673920" y="1444302"/>
                </a:lnTo>
                <a:close/>
                <a:lnTo>
                  <a:pt x="1673150" y="1430173"/>
                </a:lnTo>
                <a:close/>
                <a:lnTo>
                  <a:pt x="1669686" y="1416044"/>
                </a:lnTo>
                <a:close/>
                <a:lnTo>
                  <a:pt x="1666617" y="1409001"/>
                </a:lnTo>
                <a:close/>
                <a:lnTo>
                  <a:pt x="1663901" y="1401915"/>
                </a:lnTo>
                <a:close/>
                <a:lnTo>
                  <a:pt x="1656196" y="1387786"/>
                </a:lnTo>
                <a:close/>
                <a:lnTo>
                  <a:pt x="1647656" y="1375696"/>
                </a:lnTo>
                <a:close/>
                <a:lnTo>
                  <a:pt x="1646321" y="1373657"/>
                </a:lnTo>
                <a:close/>
                <a:lnTo>
                  <a:pt x="1635317" y="1359529"/>
                </a:lnTo>
                <a:close/>
                <a:lnTo>
                  <a:pt x="1628695" y="1352145"/>
                </a:lnTo>
                <a:close/>
                <a:lnTo>
                  <a:pt x="1622811" y="1345400"/>
                </a:lnTo>
                <a:close/>
                <a:lnTo>
                  <a:pt x="1609734" y="1331748"/>
                </a:lnTo>
                <a:close/>
                <a:lnTo>
                  <a:pt x="1609267" y="1331271"/>
                </a:lnTo>
                <a:close/>
                <a:lnTo>
                  <a:pt x="1594865" y="1317142"/>
                </a:lnTo>
                <a:close/>
                <a:lnTo>
                  <a:pt x="1590774" y="1313223"/>
                </a:lnTo>
                <a:close/>
                <a:lnTo>
                  <a:pt x="1579660" y="1303013"/>
                </a:lnTo>
                <a:close/>
                <a:lnTo>
                  <a:pt x="1571813" y="1295669"/>
                </a:lnTo>
                <a:close/>
                <a:lnTo>
                  <a:pt x="1564160" y="1288884"/>
                </a:lnTo>
                <a:close/>
                <a:lnTo>
                  <a:pt x="1552852" y="1278224"/>
                </a:lnTo>
                <a:close/>
                <a:lnTo>
                  <a:pt x="1549031" y="1274755"/>
                </a:lnTo>
                <a:close/>
                <a:lnTo>
                  <a:pt x="1534973" y="1260627"/>
                </a:lnTo>
                <a:close/>
                <a:lnTo>
                  <a:pt x="1533891" y="1259414"/>
                </a:lnTo>
                <a:close/>
                <a:lnTo>
                  <a:pt x="1522617" y="1246498"/>
                </a:lnTo>
                <a:close/>
                <a:lnTo>
                  <a:pt x="1514930" y="1236252"/>
                </a:lnTo>
                <a:close/>
                <a:lnTo>
                  <a:pt x="1512204" y="1232369"/>
                </a:lnTo>
                <a:close/>
                <a:lnTo>
                  <a:pt x="1503732" y="1218240"/>
                </a:lnTo>
                <a:close/>
                <a:lnTo>
                  <a:pt x="1496538" y="1204111"/>
                </a:lnTo>
                <a:close/>
                <a:lnTo>
                  <a:pt x="1495970" y="1202868"/>
                </a:lnTo>
                <a:close/>
                <a:lnTo>
                  <a:pt x="1490759" y="1189982"/>
                </a:lnTo>
                <a:close/>
                <a:lnTo>
                  <a:pt x="1485657" y="1175853"/>
                </a:lnTo>
                <a:close/>
                <a:lnTo>
                  <a:pt x="1480840" y="1161725"/>
                </a:lnTo>
                <a:close/>
                <a:lnTo>
                  <a:pt x="1477009" y="1150447"/>
                </a:lnTo>
                <a:close/>
                <a:lnTo>
                  <a:pt x="1476174" y="1147596"/>
                </a:lnTo>
                <a:close/>
                <a:lnTo>
                  <a:pt x="1472074" y="1133467"/>
                </a:lnTo>
                <a:close/>
                <a:lnTo>
                  <a:pt x="1468058" y="1119338"/>
                </a:lnTo>
                <a:close/>
                <a:lnTo>
                  <a:pt x="1464158" y="1105209"/>
                </a:lnTo>
                <a:close/>
                <a:lnTo>
                  <a:pt x="1460486" y="1091080"/>
                </a:lnTo>
                <a:close/>
                <a:lnTo>
                  <a:pt x="1458048" y="1080343"/>
                </a:lnTo>
                <a:close/>
                <a:lnTo>
                  <a:pt x="1457383" y="1076951"/>
                </a:lnTo>
                <a:close/>
                <a:lnTo>
                  <a:pt x="1455299" y="1062823"/>
                </a:lnTo>
                <a:close/>
                <a:lnTo>
                  <a:pt x="1453846" y="1048694"/>
                </a:lnTo>
                <a:close/>
                <a:lnTo>
                  <a:pt x="1452924" y="1034565"/>
                </a:lnTo>
                <a:close/>
                <a:lnTo>
                  <a:pt x="1452197" y="1020436"/>
                </a:lnTo>
                <a:close/>
                <a:lnTo>
                  <a:pt x="1451093" y="1006307"/>
                </a:lnTo>
                <a:close/>
                <a:lnTo>
                  <a:pt x="1448957" y="992178"/>
                </a:lnTo>
                <a:close/>
                <a:lnTo>
                  <a:pt x="1445257" y="978049"/>
                </a:lnTo>
                <a:close/>
                <a:lnTo>
                  <a:pt x="1439668" y="963921"/>
                </a:lnTo>
                <a:close/>
                <a:lnTo>
                  <a:pt x="1439087" y="962813"/>
                </a:lnTo>
                <a:close/>
                <a:lnTo>
                  <a:pt x="1432942" y="949792"/>
                </a:lnTo>
                <a:close/>
                <a:lnTo>
                  <a:pt x="1424631" y="935663"/>
                </a:lnTo>
                <a:close/>
                <a:lnTo>
                  <a:pt x="1420126" y="929050"/>
                </a:lnTo>
                <a:close/>
                <a:lnTo>
                  <a:pt x="1415355" y="921534"/>
                </a:lnTo>
                <a:close/>
                <a:lnTo>
                  <a:pt x="1405606" y="907405"/>
                </a:lnTo>
                <a:close/>
                <a:lnTo>
                  <a:pt x="1401166" y="901168"/>
                </a:lnTo>
                <a:close/>
                <a:lnTo>
                  <a:pt x="1395911" y="893276"/>
                </a:lnTo>
                <a:close/>
                <a:lnTo>
                  <a:pt x="1386812" y="879147"/>
                </a:lnTo>
                <a:close/>
                <a:lnTo>
                  <a:pt x="1382205" y="871306"/>
                </a:lnTo>
                <a:close/>
                <a:lnTo>
                  <a:pt x="1378849" y="865019"/>
                </a:lnTo>
                <a:close/>
                <a:lnTo>
                  <a:pt x="1372665" y="850890"/>
                </a:lnTo>
                <a:close/>
                <a:lnTo>
                  <a:pt x="1368008" y="836761"/>
                </a:lnTo>
                <a:close/>
                <a:lnTo>
                  <a:pt x="1365108" y="822632"/>
                </a:lnTo>
                <a:close/>
                <a:lnTo>
                  <a:pt x="1363835" y="808503"/>
                </a:lnTo>
                <a:close/>
                <a:lnTo>
                  <a:pt x="1363575" y="794374"/>
                </a:lnTo>
                <a:close/>
                <a:lnTo>
                  <a:pt x="1363462" y="780245"/>
                </a:lnTo>
                <a:close/>
                <a:lnTo>
                  <a:pt x="1363244" y="775990"/>
                </a:lnTo>
                <a:close/>
                <a:lnTo>
                  <a:pt x="1362812" y="766117"/>
                </a:lnTo>
                <a:close/>
                <a:lnTo>
                  <a:pt x="1361287" y="751988"/>
                </a:lnTo>
                <a:close/>
                <a:lnTo>
                  <a:pt x="1358782" y="737859"/>
                </a:lnTo>
                <a:close/>
                <a:lnTo>
                  <a:pt x="1355333" y="723730"/>
                </a:lnTo>
                <a:close/>
                <a:lnTo>
                  <a:pt x="1350957" y="709601"/>
                </a:lnTo>
                <a:close/>
                <a:lnTo>
                  <a:pt x="1345588" y="695472"/>
                </a:lnTo>
                <a:close/>
                <a:lnTo>
                  <a:pt x="1344283" y="692580"/>
                </a:lnTo>
                <a:close/>
                <a:lnTo>
                  <a:pt x="1339749" y="681343"/>
                </a:lnTo>
                <a:close/>
                <a:lnTo>
                  <a:pt x="1333092" y="667215"/>
                </a:lnTo>
                <a:close/>
                <a:lnTo>
                  <a:pt x="1325322" y="653346"/>
                </a:lnTo>
                <a:close/>
                <a:lnTo>
                  <a:pt x="1325187" y="653086"/>
                </a:lnTo>
                <a:close/>
                <a:lnTo>
                  <a:pt x="1316938" y="638957"/>
                </a:lnTo>
                <a:close/>
                <a:lnTo>
                  <a:pt x="1307059" y="624828"/>
                </a:lnTo>
                <a:close/>
                <a:lnTo>
                  <a:pt x="1306361" y="623927"/>
                </a:lnTo>
                <a:close/>
                <a:lnTo>
                  <a:pt x="1296382" y="610699"/>
                </a:lnTo>
                <a:close/>
                <a:lnTo>
                  <a:pt x="1287401" y="600526"/>
                </a:lnTo>
                <a:close/>
                <a:lnTo>
                  <a:pt x="1283842" y="596570"/>
                </a:lnTo>
                <a:close/>
                <a:lnTo>
                  <a:pt x="1269549" y="582441"/>
                </a:lnTo>
                <a:close/>
                <a:lnTo>
                  <a:pt x="1268440" y="581430"/>
                </a:lnTo>
                <a:close/>
                <a:lnTo>
                  <a:pt x="1253027" y="568313"/>
                </a:lnTo>
                <a:close/>
                <a:lnTo>
                  <a:pt x="1249479" y="565515"/>
                </a:lnTo>
                <a:close/>
                <a:lnTo>
                  <a:pt x="1233330" y="554184"/>
                </a:lnTo>
                <a:close/>
                <a:lnTo>
                  <a:pt x="1230518" y="552286"/>
                </a:lnTo>
                <a:close/>
                <a:lnTo>
                  <a:pt x="1211557" y="541266"/>
                </a:lnTo>
                <a:close/>
                <a:lnTo>
                  <a:pt x="1209061" y="540055"/>
                </a:lnTo>
                <a:close/>
                <a:lnTo>
                  <a:pt x="1192597" y="531942"/>
                </a:lnTo>
                <a:close/>
                <a:lnTo>
                  <a:pt x="1177344" y="525926"/>
                </a:lnTo>
                <a:close/>
                <a:lnTo>
                  <a:pt x="1173636" y="524388"/>
                </a:lnTo>
                <a:close/>
                <a:lnTo>
                  <a:pt x="1154675" y="517728"/>
                </a:lnTo>
                <a:close/>
                <a:lnTo>
                  <a:pt x="1135714" y="511979"/>
                </a:lnTo>
                <a:close/>
                <a:lnTo>
                  <a:pt x="1135113" y="511797"/>
                </a:lnTo>
                <a:close/>
                <a:lnTo>
                  <a:pt x="1116753" y="505732"/>
                </a:lnTo>
                <a:close/>
                <a:lnTo>
                  <a:pt x="1097793" y="498881"/>
                </a:lnTo>
                <a:close/>
                <a:lnTo>
                  <a:pt x="1095066" y="497668"/>
                </a:lnTo>
                <a:close/>
                <a:lnTo>
                  <a:pt x="1078832" y="489774"/>
                </a:lnTo>
                <a:close/>
                <a:lnTo>
                  <a:pt x="1068545" y="483539"/>
                </a:lnTo>
                <a:close/>
                <a:lnTo>
                  <a:pt x="1059871" y="477825"/>
                </a:lnTo>
                <a:close/>
                <a:lnTo>
                  <a:pt x="1049539" y="469411"/>
                </a:lnTo>
                <a:close/>
                <a:lnTo>
                  <a:pt x="1040910" y="461895"/>
                </a:lnTo>
                <a:close/>
                <a:lnTo>
                  <a:pt x="1034567" y="455282"/>
                </a:lnTo>
                <a:close/>
                <a:lnTo>
                  <a:pt x="1021949" y="441539"/>
                </a:lnTo>
                <a:close/>
                <a:lnTo>
                  <a:pt x="1021640" y="441153"/>
                </a:lnTo>
                <a:close/>
                <a:lnTo>
                  <a:pt x="1010942" y="427024"/>
                </a:lnTo>
                <a:close/>
                <a:lnTo>
                  <a:pt x="1002989" y="416581"/>
                </a:lnTo>
                <a:close/>
                <a:lnTo>
                  <a:pt x="1000437" y="412895"/>
                </a:lnTo>
                <a:close/>
                <a:lnTo>
                  <a:pt x="990729" y="398766"/>
                </a:lnTo>
                <a:close/>
                <a:lnTo>
                  <a:pt x="984028" y="389438"/>
                </a:lnTo>
                <a:close/>
                <a:lnTo>
                  <a:pt x="980768" y="384638"/>
                </a:lnTo>
                <a:close/>
                <a:lnTo>
                  <a:pt x="970871" y="370509"/>
                </a:lnTo>
                <a:close/>
                <a:lnTo>
                  <a:pt x="965067" y="362750"/>
                </a:lnTo>
                <a:close/>
                <a:lnTo>
                  <a:pt x="960406" y="356380"/>
                </a:lnTo>
                <a:close/>
                <a:lnTo>
                  <a:pt x="949506" y="342251"/>
                </a:lnTo>
                <a:close/>
                <a:lnTo>
                  <a:pt x="946106" y="338061"/>
                </a:lnTo>
                <a:close/>
                <a:lnTo>
                  <a:pt x="938001" y="328122"/>
                </a:lnTo>
                <a:close/>
                <a:lnTo>
                  <a:pt x="927145" y="315514"/>
                </a:lnTo>
                <a:close/>
                <a:lnTo>
                  <a:pt x="925787" y="313993"/>
                </a:lnTo>
                <a:close/>
                <a:lnTo>
                  <a:pt x="913176" y="299864"/>
                </a:lnTo>
                <a:close/>
                <a:lnTo>
                  <a:pt x="908185" y="294347"/>
                </a:lnTo>
                <a:close/>
                <a:lnTo>
                  <a:pt x="900078" y="285736"/>
                </a:lnTo>
                <a:close/>
                <a:lnTo>
                  <a:pt x="889224" y="274070"/>
                </a:lnTo>
                <a:close/>
                <a:lnTo>
                  <a:pt x="886827" y="271607"/>
                </a:lnTo>
                <a:close/>
                <a:lnTo>
                  <a:pt x="873739" y="257478"/>
                </a:lnTo>
                <a:close/>
                <a:lnTo>
                  <a:pt x="870263" y="253568"/>
                </a:lnTo>
                <a:close/>
                <a:lnTo>
                  <a:pt x="860988" y="243349"/>
                </a:lnTo>
                <a:close/>
                <a:lnTo>
                  <a:pt x="851302" y="232253"/>
                </a:lnTo>
                <a:close/>
                <a:lnTo>
                  <a:pt x="848645" y="229220"/>
                </a:lnTo>
                <a:close/>
                <a:lnTo>
                  <a:pt x="836764" y="215091"/>
                </a:lnTo>
                <a:close/>
                <a:lnTo>
                  <a:pt x="832341" y="209805"/>
                </a:lnTo>
                <a:close/>
                <a:lnTo>
                  <a:pt x="825094" y="200962"/>
                </a:lnTo>
                <a:close/>
                <a:lnTo>
                  <a:pt x="813381" y="187165"/>
                </a:lnTo>
                <a:close/>
                <a:lnTo>
                  <a:pt x="813110" y="186834"/>
                </a:lnTo>
                <a:close/>
                <a:lnTo>
                  <a:pt x="801100" y="172705"/>
                </a:lnTo>
                <a:close/>
                <a:lnTo>
                  <a:pt x="794420" y="165523"/>
                </a:lnTo>
                <a:close/>
                <a:lnTo>
                  <a:pt x="788298" y="158576"/>
                </a:lnTo>
                <a:close/>
                <a:lnTo>
                  <a:pt x="775459" y="145450"/>
                </a:lnTo>
                <a:close/>
                <a:lnTo>
                  <a:pt x="774541" y="144447"/>
                </a:lnTo>
                <a:close/>
                <a:lnTo>
                  <a:pt x="760424" y="130318"/>
                </a:lnTo>
                <a:close/>
                <a:lnTo>
                  <a:pt x="756498" y="126753"/>
                </a:lnTo>
                <a:close/>
                <a:lnTo>
                  <a:pt x="745596" y="116189"/>
                </a:lnTo>
                <a:close/>
                <a:lnTo>
                  <a:pt x="737537" y="109091"/>
                </a:lnTo>
                <a:close/>
                <a:lnTo>
                  <a:pt x="729994" y="102060"/>
                </a:lnTo>
                <a:close/>
                <a:lnTo>
                  <a:pt x="718577" y="92300"/>
                </a:lnTo>
                <a:close/>
                <a:lnTo>
                  <a:pt x="713645" y="87932"/>
                </a:lnTo>
                <a:close/>
                <a:lnTo>
                  <a:pt x="699616" y="76408"/>
                </a:lnTo>
                <a:close/>
                <a:lnTo>
                  <a:pt x="696456" y="73803"/>
                </a:lnTo>
                <a:close/>
                <a:lnTo>
                  <a:pt x="680655" y="61557"/>
                </a:lnTo>
                <a:close/>
                <a:lnTo>
                  <a:pt x="678132" y="59674"/>
                </a:lnTo>
                <a:close/>
                <a:lnTo>
                  <a:pt x="661694" y="47927"/>
                </a:lnTo>
                <a:close/>
                <a:lnTo>
                  <a:pt x="658063" y="45545"/>
                </a:lnTo>
                <a:close/>
                <a:lnTo>
                  <a:pt x="642733" y="35692"/>
                </a:lnTo>
                <a:close/>
                <a:lnTo>
                  <a:pt x="635075" y="31416"/>
                </a:lnTo>
                <a:close/>
                <a:lnTo>
                  <a:pt x="623773" y="25050"/>
                </a:lnTo>
                <a:close/>
                <a:lnTo>
                  <a:pt x="606904" y="17287"/>
                </a:lnTo>
                <a:close/>
                <a:lnTo>
                  <a:pt x="604812" y="16283"/>
                </a:lnTo>
                <a:close/>
                <a:lnTo>
                  <a:pt x="585851" y="8973"/>
                </a:lnTo>
                <a:close/>
                <a:lnTo>
                  <a:pt x="566890" y="3857"/>
                </a:lnTo>
                <a:close/>
                <a:lnTo>
                  <a:pt x="562406" y="3158"/>
                </a:lnTo>
                <a:close/>
                <a:lnTo>
                  <a:pt x="547929" y="606"/>
                </a:lnTo>
                <a:close/>
                <a:lnTo>
                  <a:pt x="528969" y="0"/>
                </a:lnTo>
                <a:close/>
                <a:lnTo>
                  <a:pt x="510008" y="2888"/>
                </a:lnTo>
                <a:close/>
                <a:lnTo>
                  <a:pt x="509245" y="3158"/>
                </a:lnTo>
                <a:close/>
                <a:lnTo>
                  <a:pt x="491047" y="11258"/>
                </a:lnTo>
                <a:close/>
                <a:lnTo>
                  <a:pt x="483387" y="17287"/>
                </a:lnTo>
                <a:close/>
                <a:lnTo>
                  <a:pt x="472086" y="30500"/>
                </a:lnTo>
                <a:close/>
                <a:lnTo>
                  <a:pt x="471435" y="31416"/>
                </a:lnTo>
                <a:close/>
                <a:lnTo>
                  <a:pt x="463571" y="45545"/>
                </a:lnTo>
                <a:close/>
                <a:lnTo>
                  <a:pt x="457387" y="59674"/>
                </a:lnTo>
                <a:close/>
                <a:lnTo>
                  <a:pt x="453125" y="69690"/>
                </a:lnTo>
                <a:close/>
                <a:lnTo>
                  <a:pt x="450798" y="73803"/>
                </a:lnTo>
                <a:close/>
                <a:lnTo>
                  <a:pt x="440607" y="87932"/>
                </a:lnTo>
                <a:close/>
                <a:lnTo>
                  <a:pt x="434165" y="94302"/>
                </a:lnTo>
                <a:close/>
                <a:lnTo>
                  <a:pt x="420771" y="102060"/>
                </a:lnTo>
                <a:close/>
                <a:lnTo>
                  <a:pt x="415204" y="104485"/>
                </a:lnTo>
                <a:close/>
                <a:lnTo>
                  <a:pt x="396243" y="109484"/>
                </a:lnTo>
                <a:close/>
                <a:lnTo>
                  <a:pt x="377282" y="112532"/>
                </a:lnTo>
                <a:close/>
                <a:lnTo>
                  <a:pt x="358321" y="114203"/>
                </a:lnTo>
                <a:close/>
                <a:lnTo>
                  <a:pt x="339361" y="114640"/>
                </a:lnTo>
                <a:close/>
                <a:lnTo>
                  <a:pt x="320400" y="114065"/>
                </a:lnTo>
                <a:close/>
                <a:lnTo>
                  <a:pt x="301439" y="112876"/>
                </a:lnTo>
                <a:close/>
                <a:lnTo>
                  <a:pt x="282478" y="111500"/>
                </a:lnTo>
                <a:close/>
                <a:lnTo>
                  <a:pt x="263517" y="110275"/>
                </a:lnTo>
                <a:close/>
                <a:lnTo>
                  <a:pt x="244557" y="109439"/>
                </a:lnTo>
                <a:close/>
                <a:lnTo>
                  <a:pt x="225596" y="109188"/>
                </a:lnTo>
                <a:close/>
                <a:lnTo>
                  <a:pt x="206635" y="109734"/>
                </a:lnTo>
                <a:close/>
                <a:lnTo>
                  <a:pt x="187674" y="111372"/>
                </a:lnTo>
                <a:close/>
                <a:lnTo>
                  <a:pt x="168713" y="114504"/>
                </a:lnTo>
                <a:close/>
                <a:lnTo>
                  <a:pt x="161963" y="116189"/>
                </a:lnTo>
                <a:close/>
                <a:lnTo>
                  <a:pt x="149753" y="119396"/>
                </a:lnTo>
                <a:close/>
                <a:lnTo>
                  <a:pt x="130792" y="126569"/>
                </a:lnTo>
                <a:close/>
                <a:lnTo>
                  <a:pt x="122872" y="130318"/>
                </a:lnTo>
                <a:close/>
                <a:lnTo>
                  <a:pt x="111831" y="136152"/>
                </a:lnTo>
                <a:close/>
                <a:lnTo>
                  <a:pt x="97943" y="144447"/>
                </a:lnTo>
                <a:close/>
                <a:lnTo>
                  <a:pt x="92870" y="147823"/>
                </a:lnTo>
                <a:close/>
                <a:lnTo>
                  <a:pt x="77355" y="158576"/>
                </a:lnTo>
                <a:close/>
                <a:lnTo>
                  <a:pt x="73909" y="161308"/>
                </a:lnTo>
                <a:close/>
                <a:lnTo>
                  <a:pt x="60065" y="172705"/>
                </a:lnTo>
                <a:close/>
                <a:lnTo>
                  <a:pt x="54949" y="178081"/>
                </a:lnTo>
                <a:close/>
                <a:lnTo>
                  <a:pt x="47199" y="186834"/>
                </a:lnTo>
                <a:close/>
                <a:lnTo>
                  <a:pt x="39067" y="200962"/>
                </a:lnTo>
                <a:close/>
                <a:lnTo>
                  <a:pt x="35988" y="210939"/>
                </a:lnTo>
                <a:close/>
                <a:lnTo>
                  <a:pt x="34772" y="215091"/>
                </a:lnTo>
                <a:close/>
                <a:lnTo>
                  <a:pt x="33094" y="229220"/>
                </a:lnTo>
                <a:close/>
                <a:lnTo>
                  <a:pt x="33198" y="243349"/>
                </a:lnTo>
                <a:close/>
                <a:lnTo>
                  <a:pt x="34310" y="257478"/>
                </a:lnTo>
                <a:close/>
                <a:lnTo>
                  <a:pt x="35814" y="271607"/>
                </a:lnTo>
                <a:close/>
                <a:lnTo>
                  <a:pt x="35988" y="273401"/>
                </a:lnTo>
                <a:close/>
                <a:lnTo>
                  <a:pt x="37002" y="285736"/>
                </a:lnTo>
                <a:close/>
                <a:lnTo>
                  <a:pt x="37673" y="299864"/>
                </a:lnTo>
                <a:close/>
                <a:lnTo>
                  <a:pt x="37600" y="313993"/>
                </a:lnTo>
                <a:close/>
                <a:lnTo>
                  <a:pt x="36596" y="328122"/>
                </a:lnTo>
                <a:close/>
                <a:lnTo>
                  <a:pt x="35988" y="332310"/>
                </a:lnTo>
                <a:close/>
                <a:lnTo>
                  <a:pt x="34156" y="342251"/>
                </a:lnTo>
                <a:close/>
                <a:lnTo>
                  <a:pt x="30083" y="356380"/>
                </a:lnTo>
                <a:close/>
                <a:lnTo>
                  <a:pt x="24534" y="370509"/>
                </a:lnTo>
                <a:close/>
                <a:lnTo>
                  <a:pt x="17886" y="384638"/>
                </a:lnTo>
                <a:close/>
                <a:lnTo>
                  <a:pt x="17027" y="386368"/>
                </a:lnTo>
                <a:close/>
                <a:lnTo>
                  <a:pt x="10672" y="398766"/>
                </a:lnTo>
                <a:close/>
                <a:lnTo>
                  <a:pt x="4944" y="412895"/>
                </a:lnTo>
                <a:close/>
                <a:lnTo>
                  <a:pt x="1398" y="427024"/>
                </a:lnTo>
                <a:close/>
                <a:lnTo>
                  <a:pt x="0" y="441153"/>
                </a:lnTo>
                <a:close/>
                <a:lnTo>
                  <a:pt x="353" y="455282"/>
                </a:lnTo>
                <a:close/>
                <a:lnTo>
                  <a:pt x="1979" y="469411"/>
                </a:lnTo>
                <a:close/>
                <a:lnTo>
                  <a:pt x="4460" y="483539"/>
                </a:lnTo>
                <a:close/>
                <a:lnTo>
                  <a:pt x="7450" y="497668"/>
                </a:lnTo>
                <a:close/>
                <a:lnTo>
                  <a:pt x="10631" y="511797"/>
                </a:lnTo>
                <a:close/>
                <a:lnTo>
                  <a:pt x="13645" y="525926"/>
                </a:lnTo>
                <a:close/>
                <a:lnTo>
                  <a:pt x="16058" y="540055"/>
                </a:lnTo>
                <a:close/>
                <a:lnTo>
                  <a:pt x="17027" y="550195"/>
                </a:lnTo>
                <a:close/>
                <a:lnTo>
                  <a:pt x="17374" y="554184"/>
                </a:lnTo>
                <a:close/>
                <a:lnTo>
                  <a:pt x="17489" y="568313"/>
                </a:lnTo>
                <a:close/>
                <a:lnTo>
                  <a:pt x="17027" y="576990"/>
                </a:lnTo>
                <a:close/>
                <a:lnTo>
                  <a:pt x="16689" y="582441"/>
                </a:lnTo>
                <a:close/>
                <a:lnTo>
                  <a:pt x="15557" y="596570"/>
                </a:lnTo>
                <a:close/>
                <a:lnTo>
                  <a:pt x="14970" y="610699"/>
                </a:lnTo>
                <a:close/>
                <a:lnTo>
                  <a:pt x="15461" y="624828"/>
                </a:lnTo>
                <a:close/>
                <a:lnTo>
                  <a:pt x="17027" y="637370"/>
                </a:lnTo>
                <a:close/>
                <a:lnTo>
                  <a:pt x="17209" y="638957"/>
                </a:lnTo>
                <a:close/>
                <a:lnTo>
                  <a:pt x="19970" y="653086"/>
                </a:lnTo>
                <a:close/>
                <a:lnTo>
                  <a:pt x="23634" y="667215"/>
                </a:lnTo>
                <a:close/>
                <a:lnTo>
                  <a:pt x="28048" y="681343"/>
                </a:lnTo>
                <a:close/>
                <a:lnTo>
                  <a:pt x="33136" y="695472"/>
                </a:lnTo>
                <a:close/>
                <a:lnTo>
                  <a:pt x="35988" y="702914"/>
                </a:lnTo>
                <a:close/>
                <a:lnTo>
                  <a:pt x="38422" y="709601"/>
                </a:lnTo>
                <a:close/>
                <a:lnTo>
                  <a:pt x="43557" y="723730"/>
                </a:lnTo>
                <a:close/>
                <a:lnTo>
                  <a:pt x="48954" y="737859"/>
                </a:lnTo>
                <a:close/>
                <a:lnTo>
                  <a:pt x="54738" y="751988"/>
                </a:lnTo>
                <a:close/>
                <a:lnTo>
                  <a:pt x="54949" y="752558"/>
                </a:lnTo>
                <a:close/>
                <a:lnTo>
                  <a:pt x="59707" y="766117"/>
                </a:lnTo>
                <a:close/>
                <a:lnTo>
                  <a:pt x="65417" y="780245"/>
                </a:lnTo>
                <a:close/>
                <a:lnTo>
                  <a:pt x="72836" y="794374"/>
                </a:lnTo>
                <a:close/>
                <a:lnTo>
                  <a:pt x="73909" y="796076"/>
                </a:lnTo>
                <a:close/>
                <a:lnTo>
                  <a:pt x="80854" y="808503"/>
                </a:lnTo>
                <a:close/>
                <a:lnTo>
                  <a:pt x="91810" y="822632"/>
                </a:lnTo>
                <a:close/>
                <a:lnTo>
                  <a:pt x="92870" y="823748"/>
                </a:lnTo>
                <a:close/>
                <a:lnTo>
                  <a:pt x="103257" y="836761"/>
                </a:lnTo>
                <a:close/>
                <a:lnTo>
                  <a:pt x="111831" y="845530"/>
                </a:lnTo>
                <a:close/>
                <a:lnTo>
                  <a:pt x="116271" y="850890"/>
                </a:lnTo>
                <a:close/>
                <a:lnTo>
                  <a:pt x="129819" y="865019"/>
                </a:lnTo>
                <a:close/>
                <a:lnTo>
                  <a:pt x="130792" y="865950"/>
                </a:lnTo>
                <a:close/>
                <a:lnTo>
                  <a:pt x="142985" y="879147"/>
                </a:lnTo>
                <a:close/>
                <a:lnTo>
                  <a:pt x="149753" y="885935"/>
                </a:lnTo>
                <a:close/>
                <a:lnTo>
                  <a:pt x="156572" y="893276"/>
                </a:lnTo>
                <a:close/>
                <a:lnTo>
                  <a:pt x="168713" y="905689"/>
                </a:lnTo>
                <a:close/>
                <a:lnTo>
                  <a:pt x="170358" y="907405"/>
                </a:lnTo>
                <a:close/>
                <a:lnTo>
                  <a:pt x="184015" y="921534"/>
                </a:lnTo>
                <a:close/>
                <a:lnTo>
                  <a:pt x="187674" y="925431"/>
                </a:lnTo>
                <a:close/>
                <a:lnTo>
                  <a:pt x="197631" y="935663"/>
                </a:lnTo>
                <a:close/>
                <a:lnTo>
                  <a:pt x="206635" y="945355"/>
                </a:lnTo>
                <a:close/>
                <a:lnTo>
                  <a:pt x="210984" y="949792"/>
                </a:lnTo>
                <a:close/>
                <a:lnTo>
                  <a:pt x="223716" y="963921"/>
                </a:lnTo>
                <a:close/>
                <a:lnTo>
                  <a:pt x="225596" y="966347"/>
                </a:lnTo>
                <a:close/>
                <a:lnTo>
                  <a:pt x="235196" y="978049"/>
                </a:lnTo>
                <a:close/>
                <a:lnTo>
                  <a:pt x="244557" y="990936"/>
                </a:lnTo>
                <a:close/>
                <a:lnTo>
                  <a:pt x="245474" y="992178"/>
                </a:lnTo>
                <a:close/>
                <a:lnTo>
                  <a:pt x="254271" y="1006307"/>
                </a:lnTo>
                <a:close/>
                <a:lnTo>
                  <a:pt x="262568" y="1020436"/>
                </a:lnTo>
                <a:close/>
                <a:lnTo>
                  <a:pt x="263517" y="1022102"/>
                </a:lnTo>
                <a:close/>
                <a:lnTo>
                  <a:pt x="270655" y="1034565"/>
                </a:lnTo>
                <a:close/>
                <a:lnTo>
                  <a:pt x="280299" y="1048694"/>
                </a:lnTo>
                <a:close/>
                <a:lnTo>
                  <a:pt x="282478" y="1051332"/>
                </a:lnTo>
                <a:close/>
                <a:lnTo>
                  <a:pt x="291938" y="1062823"/>
                </a:lnTo>
                <a:close/>
                <a:lnTo>
                  <a:pt x="301439" y="1071590"/>
                </a:lnTo>
                <a:close/>
                <a:lnTo>
                  <a:pt x="307066" y="1076951"/>
                </a:lnTo>
                <a:close/>
                <a:lnTo>
                  <a:pt x="320400" y="1086802"/>
                </a:lnTo>
                <a:close/>
                <a:lnTo>
                  <a:pt x="325924" y="1091080"/>
                </a:lnTo>
                <a:close/>
                <a:lnTo>
                  <a:pt x="339361" y="1099515"/>
                </a:lnTo>
                <a:close/>
                <a:lnTo>
                  <a:pt x="347956" y="1105209"/>
                </a:lnTo>
                <a:close/>
                <a:lnTo>
                  <a:pt x="358321" y="1111080"/>
                </a:lnTo>
                <a:close/>
                <a:lnTo>
                  <a:pt x="372052" y="1119338"/>
                </a:lnTo>
                <a:close/>
                <a:lnTo>
                  <a:pt x="377282" y="1122178"/>
                </a:lnTo>
                <a:close/>
                <a:lnTo>
                  <a:pt x="396243" y="1133262"/>
                </a:lnTo>
                <a:close/>
                <a:lnTo>
                  <a:pt x="396564" y="1133467"/>
                </a:lnTo>
                <a:close/>
                <a:lnTo>
                  <a:pt x="415204" y="1144985"/>
                </a:lnTo>
                <a:close/>
                <a:lnTo>
                  <a:pt x="419123" y="1147596"/>
                </a:lnTo>
                <a:close/>
                <a:lnTo>
                  <a:pt x="434165" y="1157778"/>
                </a:lnTo>
                <a:close/>
                <a:lnTo>
                  <a:pt x="439502" y="1161725"/>
                </a:lnTo>
                <a:close/>
                <a:lnTo>
                  <a:pt x="453125" y="1172360"/>
                </a:lnTo>
                <a:close/>
                <a:lnTo>
                  <a:pt x="457202" y="1175853"/>
                </a:lnTo>
                <a:close/>
                <a:lnTo>
                  <a:pt x="472086" y="1189654"/>
                </a:lnTo>
                <a:close/>
                <a:lnTo>
                  <a:pt x="472411" y="1189982"/>
                </a:lnTo>
                <a:close/>
                <a:lnTo>
                  <a:pt x="485153" y="1204111"/>
                </a:lnTo>
                <a:close/>
                <a:lnTo>
                  <a:pt x="491047" y="1211077"/>
                </a:lnTo>
                <a:close/>
                <a:lnTo>
                  <a:pt x="496701" y="1218240"/>
                </a:lnTo>
                <a:close/>
                <a:lnTo>
                  <a:pt x="507436" y="1232369"/>
                </a:lnTo>
                <a:close/>
                <a:lnTo>
                  <a:pt x="510008" y="1235823"/>
                </a:lnTo>
                <a:close/>
                <a:lnTo>
                  <a:pt x="517731" y="1246498"/>
                </a:lnTo>
                <a:close/>
                <a:lnTo>
                  <a:pt x="528617" y="1260627"/>
                </a:lnTo>
                <a:close/>
                <a:lnTo>
                  <a:pt x="528969" y="1261073"/>
                </a:lnTo>
                <a:close/>
                <a:lnTo>
                  <a:pt x="540008" y="1274755"/>
                </a:lnTo>
                <a:close/>
                <a:lnTo>
                  <a:pt x="547929" y="1283368"/>
                </a:lnTo>
                <a:close/>
                <a:lnTo>
                  <a:pt x="553276" y="1288884"/>
                </a:lnTo>
                <a:close/>
                <a:lnTo>
                  <a:pt x="566890" y="1301159"/>
                </a:lnTo>
                <a:close/>
                <a:lnTo>
                  <a:pt x="569089" y="1303013"/>
                </a:lnTo>
                <a:close/>
                <a:lnTo>
                  <a:pt x="585851" y="1315540"/>
                </a:lnTo>
                <a:close/>
                <a:lnTo>
                  <a:pt x="588129" y="1317142"/>
                </a:lnTo>
                <a:close/>
                <a:lnTo>
                  <a:pt x="604812" y="1327790"/>
                </a:lnTo>
                <a:close/>
                <a:lnTo>
                  <a:pt x="610450" y="1331271"/>
                </a:lnTo>
                <a:close/>
                <a:lnTo>
                  <a:pt x="623773" y="1338940"/>
                </a:lnTo>
                <a:close/>
                <a:lnTo>
                  <a:pt x="634914" y="1345400"/>
                </a:lnTo>
                <a:close/>
                <a:lnTo>
                  <a:pt x="642733" y="1349735"/>
                </a:lnTo>
                <a:close/>
                <a:lnTo>
                  <a:pt x="659633" y="1359529"/>
                </a:lnTo>
                <a:close/>
                <a:lnTo>
                  <a:pt x="661694" y="1360696"/>
                </a:lnTo>
                <a:close/>
                <a:lnTo>
                  <a:pt x="680655" y="1372354"/>
                </a:lnTo>
                <a:close/>
                <a:lnTo>
                  <a:pt x="682631" y="1373657"/>
                </a:lnTo>
                <a:close/>
                <a:lnTo>
                  <a:pt x="699616" y="1384776"/>
                </a:lnTo>
                <a:close/>
                <a:lnTo>
                  <a:pt x="704036" y="1387786"/>
                </a:lnTo>
                <a:close/>
                <a:lnTo>
                  <a:pt x="718577" y="1397745"/>
                </a:lnTo>
                <a:close/>
                <a:lnTo>
                  <a:pt x="724584" y="1401915"/>
                </a:lnTo>
                <a:close/>
                <a:lnTo>
                  <a:pt x="737537" y="1411047"/>
                </a:lnTo>
                <a:close/>
                <a:lnTo>
                  <a:pt x="744742" y="1416044"/>
                </a:lnTo>
                <a:close/>
                <a:lnTo>
                  <a:pt x="756498" y="1424380"/>
                </a:lnTo>
                <a:close/>
                <a:lnTo>
                  <a:pt x="765058" y="1430173"/>
                </a:lnTo>
                <a:close/>
                <a:lnTo>
                  <a:pt x="775459" y="1437399"/>
                </a:lnTo>
                <a:close/>
                <a:lnTo>
                  <a:pt x="786175" y="1444302"/>
                </a:lnTo>
                <a:close/>
                <a:lnTo>
                  <a:pt x="794420" y="1449767"/>
                </a:lnTo>
                <a:close/>
                <a:lnTo>
                  <a:pt x="808905" y="1458431"/>
                </a:lnTo>
                <a:close/>
                <a:lnTo>
                  <a:pt x="813381" y="1461192"/>
                </a:lnTo>
                <a:close/>
                <a:lnTo>
                  <a:pt x="832341" y="1471577"/>
                </a:lnTo>
                <a:close/>
                <a:lnTo>
                  <a:pt x="834373" y="1472559"/>
                </a:lnTo>
                <a:close/>
                <a:lnTo>
                  <a:pt x="851302" y="1481103"/>
                </a:lnTo>
                <a:close/>
                <a:lnTo>
                  <a:pt x="864550" y="1486688"/>
                </a:lnTo>
                <a:close/>
                <a:lnTo>
                  <a:pt x="870263" y="1489231"/>
                </a:lnTo>
                <a:close/>
                <a:lnTo>
                  <a:pt x="889224" y="1496347"/>
                </a:lnTo>
                <a:close/>
                <a:lnTo>
                  <a:pt x="904165" y="1500817"/>
                </a:lnTo>
                <a:close/>
                <a:lnTo>
                  <a:pt x="908185" y="1502126"/>
                </a:lnTo>
                <a:close/>
                <a:lnTo>
                  <a:pt x="927145" y="1507019"/>
                </a:lnTo>
                <a:close/>
                <a:lnTo>
                  <a:pt x="946106" y="1510636"/>
                </a:lnTo>
                <a:close/>
                <a:lnTo>
                  <a:pt x="965067" y="1513205"/>
                </a:lnTo>
                <a:close/>
                <a:lnTo>
                  <a:pt x="982998" y="1514946"/>
                </a:lnTo>
                <a:close/>
                <a:lnTo>
                  <a:pt x="984028" y="1515061"/>
                </a:lnTo>
                <a:close/>
                <a:lnTo>
                  <a:pt x="1002989" y="1516861"/>
                </a:lnTo>
                <a:close/>
                <a:lnTo>
                  <a:pt x="1021949" y="1518710"/>
                </a:lnTo>
                <a:close/>
                <a:lnTo>
                  <a:pt x="1040910" y="1520869"/>
                </a:lnTo>
                <a:close/>
                <a:lnTo>
                  <a:pt x="1059871" y="1523467"/>
                </a:lnTo>
                <a:close/>
                <a:lnTo>
                  <a:pt x="1078832" y="1526544"/>
                </a:lnTo>
                <a:close/>
                <a:lnTo>
                  <a:pt x="1092353" y="1529075"/>
                </a:lnTo>
                <a:close/>
                <a:lnTo>
                  <a:pt x="1097793" y="1530258"/>
                </a:lnTo>
                <a:close/>
                <a:lnTo>
                  <a:pt x="1116753" y="1534850"/>
                </a:lnTo>
                <a:close/>
                <a:lnTo>
                  <a:pt x="1135714" y="1539640"/>
                </a:lnTo>
                <a:close/>
                <a:lnTo>
                  <a:pt x="1149945" y="1543204"/>
                </a:lnTo>
                <a:close/>
                <a:lnTo>
                  <a:pt x="1154675" y="1544574"/>
                </a:lnTo>
                <a:close/>
                <a:lnTo>
                  <a:pt x="1173636" y="1549683"/>
                </a:lnTo>
                <a:close/>
                <a:lnTo>
                  <a:pt x="1192597" y="1553902"/>
                </a:lnTo>
                <a:close/>
                <a:lnTo>
                  <a:pt x="1211557" y="1556812"/>
                </a:lnTo>
                <a:close/>
                <a:lnTo>
                  <a:pt x="1222364" y="1557333"/>
                </a:lnTo>
                <a:close/>
                <a:lnTo>
                  <a:pt x="1230518" y="1557801"/>
                </a:lnTo>
                <a:close/>
                <a:lnTo>
                  <a:pt x="1112173" y="1444302"/>
                </a:lnTo>
                <a:close/>
                <a:lnTo>
                  <a:pt x="1097793" y="1442253"/>
                </a:lnTo>
                <a:close/>
                <a:lnTo>
                  <a:pt x="1078832" y="1439143"/>
                </a:lnTo>
                <a:close/>
                <a:lnTo>
                  <a:pt x="1059871" y="1436002"/>
                </a:lnTo>
                <a:close/>
                <a:lnTo>
                  <a:pt x="1040910" y="1433071"/>
                </a:lnTo>
                <a:close/>
                <a:lnTo>
                  <a:pt x="1021949" y="1430394"/>
                </a:lnTo>
                <a:close/>
                <a:lnTo>
                  <a:pt x="1020316" y="1430173"/>
                </a:lnTo>
                <a:close/>
                <a:lnTo>
                  <a:pt x="1002989" y="1427888"/>
                </a:lnTo>
                <a:close/>
                <a:lnTo>
                  <a:pt x="984028" y="1425135"/>
                </a:lnTo>
                <a:close/>
                <a:lnTo>
                  <a:pt x="965067" y="1421832"/>
                </a:lnTo>
                <a:close/>
                <a:lnTo>
                  <a:pt x="946106" y="1417736"/>
                </a:lnTo>
                <a:close/>
                <a:lnTo>
                  <a:pt x="939599" y="1416044"/>
                </a:lnTo>
                <a:close/>
                <a:lnTo>
                  <a:pt x="927145" y="1412847"/>
                </a:lnTo>
                <a:close/>
                <a:lnTo>
                  <a:pt x="908185" y="1407059"/>
                </a:lnTo>
                <a:close/>
                <a:lnTo>
                  <a:pt x="893811" y="1401915"/>
                </a:lnTo>
                <a:close/>
                <a:lnTo>
                  <a:pt x="889224" y="1400277"/>
                </a:lnTo>
                <a:close/>
                <a:lnTo>
                  <a:pt x="870263" y="1392715"/>
                </a:lnTo>
                <a:close/>
                <a:lnTo>
                  <a:pt x="859194" y="1387786"/>
                </a:lnTo>
                <a:close/>
                <a:lnTo>
                  <a:pt x="851302" y="1384280"/>
                </a:lnTo>
                <a:close/>
                <a:lnTo>
                  <a:pt x="832341" y="1375080"/>
                </a:lnTo>
                <a:close/>
                <a:lnTo>
                  <a:pt x="829625" y="1373657"/>
                </a:lnTo>
                <a:close/>
                <a:lnTo>
                  <a:pt x="813381" y="1365211"/>
                </a:lnTo>
                <a:close/>
                <a:lnTo>
                  <a:pt x="803324" y="1359529"/>
                </a:lnTo>
                <a:close/>
                <a:lnTo>
                  <a:pt x="794420" y="1354507"/>
                </a:lnTo>
                <a:close/>
                <a:lnTo>
                  <a:pt x="779549" y="1345400"/>
                </a:lnTo>
                <a:close/>
                <a:lnTo>
                  <a:pt x="775459" y="1342875"/>
                </a:lnTo>
                <a:close/>
                <a:lnTo>
                  <a:pt x="758131" y="1331271"/>
                </a:lnTo>
                <a:close/>
                <a:lnTo>
                  <a:pt x="756498" y="1330151"/>
                </a:lnTo>
                <a:close/>
                <a:lnTo>
                  <a:pt x="738882" y="1317142"/>
                </a:lnTo>
                <a:close/>
                <a:lnTo>
                  <a:pt x="737537" y="1316101"/>
                </a:lnTo>
                <a:close/>
                <a:lnTo>
                  <a:pt x="721556" y="1303013"/>
                </a:lnTo>
                <a:close/>
                <a:lnTo>
                  <a:pt x="718577" y="1300377"/>
                </a:lnTo>
                <a:close/>
                <a:lnTo>
                  <a:pt x="705961" y="1288884"/>
                </a:lnTo>
                <a:close/>
                <a:lnTo>
                  <a:pt x="699616" y="1282416"/>
                </a:lnTo>
                <a:close/>
                <a:lnTo>
                  <a:pt x="692076" y="1274755"/>
                </a:lnTo>
                <a:close/>
                <a:lnTo>
                  <a:pt x="680655" y="1261239"/>
                </a:lnTo>
                <a:close/>
                <a:lnTo>
                  <a:pt x="680117" y="1260627"/>
                </a:lnTo>
                <a:close/>
                <a:lnTo>
                  <a:pt x="669238" y="1246498"/>
                </a:lnTo>
                <a:close/>
                <a:lnTo>
                  <a:pt x="661694" y="1234470"/>
                </a:lnTo>
                <a:close/>
                <a:lnTo>
                  <a:pt x="660278" y="1232369"/>
                </a:lnTo>
                <a:close/>
                <a:lnTo>
                  <a:pt x="651801" y="1218240"/>
                </a:lnTo>
                <a:close/>
                <a:lnTo>
                  <a:pt x="644682" y="1204111"/>
                </a:lnTo>
                <a:close/>
                <a:lnTo>
                  <a:pt x="642733" y="1200098"/>
                </a:lnTo>
                <a:close/>
                <a:lnTo>
                  <a:pt x="637243" y="1189982"/>
                </a:lnTo>
                <a:close/>
                <a:lnTo>
                  <a:pt x="629809" y="1175853"/>
                </a:lnTo>
                <a:close/>
                <a:lnTo>
                  <a:pt x="623773" y="1164233"/>
                </a:lnTo>
                <a:close/>
                <a:lnTo>
                  <a:pt x="622252" y="1161725"/>
                </a:lnTo>
                <a:close/>
                <a:lnTo>
                  <a:pt x="612768" y="1147596"/>
                </a:lnTo>
                <a:close/>
                <a:lnTo>
                  <a:pt x="604812" y="1135755"/>
                </a:lnTo>
                <a:close/>
                <a:lnTo>
                  <a:pt x="602944" y="1133467"/>
                </a:lnTo>
                <a:close/>
                <a:lnTo>
                  <a:pt x="590353" y="1119338"/>
                </a:lnTo>
                <a:close/>
                <a:lnTo>
                  <a:pt x="585851" y="1114455"/>
                </a:lnTo>
                <a:close/>
                <a:lnTo>
                  <a:pt x="575187" y="1105209"/>
                </a:lnTo>
                <a:close/>
                <a:lnTo>
                  <a:pt x="566890" y="1098210"/>
                </a:lnTo>
                <a:close/>
                <a:lnTo>
                  <a:pt x="556040" y="1091080"/>
                </a:lnTo>
                <a:close/>
                <a:lnTo>
                  <a:pt x="547929" y="1085927"/>
                </a:lnTo>
                <a:close/>
                <a:lnTo>
                  <a:pt x="530023" y="1076951"/>
                </a:lnTo>
                <a:close/>
                <a:lnTo>
                  <a:pt x="528969" y="1076439"/>
                </a:lnTo>
                <a:close/>
                <a:lnTo>
                  <a:pt x="510008" y="1069139"/>
                </a:lnTo>
                <a:close/>
                <a:lnTo>
                  <a:pt x="493951" y="1062823"/>
                </a:lnTo>
                <a:close/>
                <a:lnTo>
                  <a:pt x="491047" y="1061729"/>
                </a:lnTo>
                <a:close/>
                <a:lnTo>
                  <a:pt x="472086" y="1053441"/>
                </a:lnTo>
                <a:close/>
                <a:lnTo>
                  <a:pt x="463587" y="1048694"/>
                </a:lnTo>
                <a:close/>
                <a:lnTo>
                  <a:pt x="453125" y="1042969"/>
                </a:lnTo>
                <a:close/>
                <a:lnTo>
                  <a:pt x="441015" y="1034565"/>
                </a:lnTo>
                <a:close/>
                <a:lnTo>
                  <a:pt x="434165" y="1029824"/>
                </a:lnTo>
                <a:close/>
                <a:lnTo>
                  <a:pt x="422962" y="1020436"/>
                </a:lnTo>
                <a:close/>
                <a:lnTo>
                  <a:pt x="415204" y="1013899"/>
                </a:lnTo>
                <a:close/>
                <a:lnTo>
                  <a:pt x="407345" y="1006307"/>
                </a:lnTo>
                <a:close/>
                <a:lnTo>
                  <a:pt x="396243" y="995527"/>
                </a:lnTo>
                <a:close/>
                <a:lnTo>
                  <a:pt x="393070" y="992178"/>
                </a:lnTo>
                <a:close/>
                <a:lnTo>
                  <a:pt x="379494" y="978049"/>
                </a:lnTo>
                <a:close/>
                <a:lnTo>
                  <a:pt x="377282" y="975827"/>
                </a:lnTo>
                <a:close/>
                <a:lnTo>
                  <a:pt x="365917" y="963921"/>
                </a:lnTo>
                <a:close/>
                <a:lnTo>
                  <a:pt x="358321" y="956105"/>
                </a:lnTo>
                <a:close/>
                <a:lnTo>
                  <a:pt x="352217" y="949792"/>
                </a:lnTo>
                <a:close/>
                <a:lnTo>
                  <a:pt x="339361" y="936639"/>
                </a:lnTo>
                <a:close/>
                <a:lnTo>
                  <a:pt x="338384" y="935663"/>
                </a:lnTo>
                <a:close/>
                <a:lnTo>
                  <a:pt x="323985" y="921534"/>
                </a:lnTo>
                <a:close/>
                <a:lnTo>
                  <a:pt x="320400" y="918009"/>
                </a:lnTo>
                <a:close/>
                <a:lnTo>
                  <a:pt x="309332" y="907405"/>
                </a:lnTo>
                <a:close/>
                <a:lnTo>
                  <a:pt x="301439" y="899592"/>
                </a:lnTo>
                <a:close/>
                <a:lnTo>
                  <a:pt x="294820" y="893276"/>
                </a:lnTo>
                <a:close/>
                <a:lnTo>
                  <a:pt x="282478" y="880767"/>
                </a:lnTo>
                <a:close/>
                <a:lnTo>
                  <a:pt x="280809" y="879147"/>
                </a:lnTo>
                <a:close/>
                <a:lnTo>
                  <a:pt x="267066" y="865019"/>
                </a:lnTo>
                <a:close/>
                <a:lnTo>
                  <a:pt x="263517" y="861050"/>
                </a:lnTo>
                <a:close/>
                <a:lnTo>
                  <a:pt x="254023" y="850890"/>
                </a:lnTo>
                <a:close/>
                <a:lnTo>
                  <a:pt x="244557" y="839451"/>
                </a:lnTo>
                <a:close/>
                <a:lnTo>
                  <a:pt x="242202" y="836761"/>
                </a:lnTo>
                <a:close/>
                <a:lnTo>
                  <a:pt x="230933" y="822632"/>
                </a:lnTo>
                <a:close/>
                <a:lnTo>
                  <a:pt x="225596" y="815007"/>
                </a:lnTo>
                <a:close/>
                <a:lnTo>
                  <a:pt x="220682" y="808503"/>
                </a:lnTo>
                <a:close/>
                <a:lnTo>
                  <a:pt x="211260" y="794374"/>
                </a:lnTo>
                <a:close/>
                <a:lnTo>
                  <a:pt x="206635" y="786406"/>
                </a:lnTo>
                <a:close/>
                <a:lnTo>
                  <a:pt x="202666" y="780245"/>
                </a:lnTo>
                <a:close/>
                <a:lnTo>
                  <a:pt x="194751" y="766117"/>
                </a:lnTo>
                <a:close/>
                <a:lnTo>
                  <a:pt x="188079" y="751988"/>
                </a:lnTo>
                <a:close/>
                <a:lnTo>
                  <a:pt x="187674" y="750953"/>
                </a:lnTo>
                <a:close/>
                <a:lnTo>
                  <a:pt x="181758" y="737859"/>
                </a:lnTo>
                <a:close/>
                <a:lnTo>
                  <a:pt x="176606" y="723730"/>
                </a:lnTo>
                <a:close/>
                <a:lnTo>
                  <a:pt x="172592" y="709601"/>
                </a:lnTo>
                <a:close/>
                <a:lnTo>
                  <a:pt x="169558" y="695472"/>
                </a:lnTo>
                <a:close/>
                <a:lnTo>
                  <a:pt x="168713" y="690384"/>
                </a:lnTo>
                <a:close/>
                <a:lnTo>
                  <a:pt x="166960" y="681343"/>
                </a:lnTo>
                <a:close/>
                <a:lnTo>
                  <a:pt x="164613" y="667215"/>
                </a:lnTo>
                <a:close/>
                <a:lnTo>
                  <a:pt x="162299" y="653086"/>
                </a:lnTo>
                <a:close/>
                <a:lnTo>
                  <a:pt x="159761" y="638957"/>
                </a:lnTo>
                <a:close/>
                <a:lnTo>
                  <a:pt x="156885" y="624828"/>
                </a:lnTo>
                <a:close/>
                <a:lnTo>
                  <a:pt x="153681" y="610699"/>
                </a:lnTo>
                <a:close/>
                <a:lnTo>
                  <a:pt x="150250" y="596570"/>
                </a:lnTo>
                <a:close/>
                <a:lnTo>
                  <a:pt x="149753" y="594570"/>
                </a:lnTo>
                <a:close/>
                <a:lnTo>
                  <a:pt x="146465" y="582441"/>
                </a:lnTo>
                <a:close/>
                <a:lnTo>
                  <a:pt x="142839" y="568313"/>
                </a:lnTo>
                <a:close/>
                <a:lnTo>
                  <a:pt x="139625" y="554184"/>
                </a:lnTo>
                <a:close/>
                <a:lnTo>
                  <a:pt x="137048" y="540055"/>
                </a:lnTo>
                <a:close/>
                <a:lnTo>
                  <a:pt x="135311" y="525926"/>
                </a:lnTo>
                <a:close/>
                <a:lnTo>
                  <a:pt x="134504" y="511797"/>
                </a:lnTo>
                <a:close/>
                <a:lnTo>
                  <a:pt x="134529" y="497668"/>
                </a:lnTo>
                <a:close/>
                <a:lnTo>
                  <a:pt x="135115" y="483539"/>
                </a:lnTo>
                <a:close/>
                <a:lnTo>
                  <a:pt x="135936" y="469411"/>
                </a:lnTo>
                <a:close/>
                <a:lnTo>
                  <a:pt x="136749" y="455282"/>
                </a:lnTo>
                <a:close/>
                <a:lnTo>
                  <a:pt x="137445" y="441153"/>
                </a:lnTo>
                <a:close/>
                <a:lnTo>
                  <a:pt x="138033" y="427024"/>
                </a:lnTo>
                <a:close/>
                <a:lnTo>
                  <a:pt x="138586" y="412895"/>
                </a:lnTo>
                <a:close/>
                <a:lnTo>
                  <a:pt x="139195" y="398766"/>
                </a:lnTo>
                <a:close/>
                <a:lnTo>
                  <a:pt x="139941" y="384638"/>
                </a:lnTo>
                <a:close/>
                <a:lnTo>
                  <a:pt x="140885" y="370509"/>
                </a:lnTo>
                <a:close/>
                <a:lnTo>
                  <a:pt x="142066" y="356380"/>
                </a:lnTo>
                <a:close/>
                <a:lnTo>
                  <a:pt x="143529" y="342251"/>
                </a:lnTo>
                <a:close/>
                <a:lnTo>
                  <a:pt x="145356" y="328122"/>
                </a:lnTo>
                <a:close/>
                <a:lnTo>
                  <a:pt x="147698" y="313993"/>
                </a:lnTo>
                <a:close/>
                <a:lnTo>
                  <a:pt x="149753" y="304402"/>
                </a:lnTo>
                <a:close/>
                <a:lnTo>
                  <a:pt x="150819" y="299864"/>
                </a:lnTo>
                <a:close/>
                <a:lnTo>
                  <a:pt x="155145" y="285736"/>
                </a:lnTo>
                <a:close/>
                <a:lnTo>
                  <a:pt x="160998" y="271607"/>
                </a:lnTo>
                <a:close/>
                <a:lnTo>
                  <a:pt x="168579" y="257478"/>
                </a:lnTo>
                <a:close/>
                <a:lnTo>
                  <a:pt x="168713" y="257261"/>
                </a:lnTo>
                <a:close/>
                <a:lnTo>
                  <a:pt x="177873" y="243349"/>
                </a:lnTo>
                <a:close/>
                <a:lnTo>
                  <a:pt x="187674" y="230462"/>
                </a:lnTo>
                <a:close/>
                <a:lnTo>
                  <a:pt x="188660" y="229220"/>
                </a:lnTo>
                <a:close/>
                <a:lnTo>
                  <a:pt x="201785" y="215091"/>
                </a:lnTo>
                <a:close/>
                <a:lnTo>
                  <a:pt x="206635" y="210923"/>
                </a:lnTo>
                <a:close/>
                <a:lnTo>
                  <a:pt x="221367" y="200962"/>
                </a:lnTo>
                <a:close/>
                <a:lnTo>
                  <a:pt x="225596" y="198796"/>
                </a:lnTo>
                <a:close/>
                <a:lnTo>
                  <a:pt x="244557" y="192665"/>
                </a:lnTo>
                <a:close/>
                <a:lnTo>
                  <a:pt x="263517" y="190218"/>
                </a:lnTo>
                <a:close/>
                <a:lnTo>
                  <a:pt x="282478" y="190360"/>
                </a:lnTo>
                <a:close/>
                <a:lnTo>
                  <a:pt x="301439" y="192260"/>
                </a:lnTo>
                <a:close/>
                <a:lnTo>
                  <a:pt x="320400" y="195357"/>
                </a:lnTo>
                <a:close/>
                <a:lnTo>
                  <a:pt x="339361" y="199254"/>
                </a:lnTo>
                <a:close/>
                <a:lnTo>
                  <a:pt x="347019" y="200962"/>
                </a:lnTo>
                <a:close/>
                <a:lnTo>
                  <a:pt x="358321" y="203477"/>
                </a:lnTo>
                <a:close/>
                <a:lnTo>
                  <a:pt x="377282" y="207510"/>
                </a:lnTo>
                <a:close/>
                <a:lnTo>
                  <a:pt x="396243" y="210953"/>
                </a:lnTo>
                <a:close/>
                <a:lnTo>
                  <a:pt x="415204" y="213291"/>
                </a:lnTo>
                <a:close/>
                <a:lnTo>
                  <a:pt x="434165" y="214077"/>
                </a:lnTo>
                <a:close/>
                <a:lnTo>
                  <a:pt x="453125" y="213231"/>
                </a:lnTo>
                <a:close/>
                <a:lnTo>
                  <a:pt x="472086" y="211161"/>
                </a:lnTo>
                <a:close/>
                <a:lnTo>
                  <a:pt x="491047" y="208412"/>
                </a:lnTo>
                <a:close/>
                <a:lnTo>
                  <a:pt x="510008" y="205136"/>
                </a:lnTo>
                <a:close/>
                <a:lnTo>
                  <a:pt x="528234" y="200962"/>
                </a:lnTo>
                <a:close/>
                <a:lnTo>
                  <a:pt x="528969" y="200737"/>
                </a:lnTo>
                <a:close/>
                <a:lnTo>
                  <a:pt x="547929" y="191985"/>
                </a:lnTo>
                <a:close/>
                <a:lnTo>
                  <a:pt x="555106" y="186834"/>
                </a:lnTo>
                <a:close/>
                <a:lnTo>
                  <a:pt x="565257" y="172705"/>
                </a:lnTo>
                <a:close/>
                <a:lnTo>
                  <a:pt x="566890" y="168719"/>
                </a:lnTo>
                <a:close/>
                <a:lnTo>
                  <a:pt x="571841" y="158576"/>
                </a:lnTo>
                <a:close/>
                <a:lnTo>
                  <a:pt x="578655" y="144447"/>
                </a:lnTo>
                <a:close/>
                <a:lnTo>
                  <a:pt x="585851" y="134519"/>
                </a:lnTo>
                <a:close/>
                <a:lnTo>
                  <a:pt x="604812" y="131024"/>
                </a:lnTo>
                <a:close/>
                <a:lnTo>
                  <a:pt x="623773" y="140362"/>
                </a:lnTo>
                <a:close/>
                <a:lnTo>
                  <a:pt x="628488" y="144447"/>
                </a:lnTo>
                <a:close/>
                <a:lnTo>
                  <a:pt x="642733" y="157314"/>
                </a:lnTo>
                <a:close/>
                <a:lnTo>
                  <a:pt x="643790" y="158576"/>
                </a:lnTo>
                <a:close/>
                <a:lnTo>
                  <a:pt x="654632" y="172705"/>
                </a:lnTo>
                <a:close/>
                <a:lnTo>
                  <a:pt x="661694" y="181532"/>
                </a:lnTo>
                <a:close/>
                <a:lnTo>
                  <a:pt x="665214" y="186834"/>
                </a:lnTo>
                <a:close/>
                <a:lnTo>
                  <a:pt x="674939" y="200962"/>
                </a:lnTo>
                <a:close/>
                <a:lnTo>
                  <a:pt x="680655" y="208271"/>
                </a:lnTo>
                <a:close/>
                <a:lnTo>
                  <a:pt x="685314" y="215091"/>
                </a:lnTo>
                <a:close/>
                <a:lnTo>
                  <a:pt x="696382" y="229220"/>
                </a:lnTo>
                <a:close/>
                <a:lnTo>
                  <a:pt x="699616" y="232760"/>
                </a:lnTo>
                <a:close/>
                <a:lnTo>
                  <a:pt x="708206" y="243349"/>
                </a:lnTo>
                <a:close/>
                <a:lnTo>
                  <a:pt x="718577" y="254371"/>
                </a:lnTo>
                <a:close/>
                <a:lnTo>
                  <a:pt x="721250" y="257478"/>
                </a:lnTo>
                <a:close/>
                <a:lnTo>
                  <a:pt x="734605" y="271607"/>
                </a:lnTo>
                <a:close/>
                <a:lnTo>
                  <a:pt x="737537" y="274449"/>
                </a:lnTo>
                <a:close/>
                <a:lnTo>
                  <a:pt x="748223" y="285736"/>
                </a:lnTo>
                <a:close/>
                <a:lnTo>
                  <a:pt x="756498" y="294031"/>
                </a:lnTo>
                <a:close/>
                <a:lnTo>
                  <a:pt x="762058" y="299864"/>
                </a:lnTo>
                <a:close/>
                <a:lnTo>
                  <a:pt x="775459" y="313672"/>
                </a:lnTo>
                <a:close/>
                <a:lnTo>
                  <a:pt x="775770" y="313993"/>
                </a:lnTo>
                <a:close/>
                <a:lnTo>
                  <a:pt x="789444" y="328122"/>
                </a:lnTo>
                <a:close/>
                <a:lnTo>
                  <a:pt x="794420" y="333278"/>
                </a:lnTo>
                <a:close/>
                <a:lnTo>
                  <a:pt x="803320" y="342251"/>
                </a:lnTo>
                <a:close/>
                <a:lnTo>
                  <a:pt x="813381" y="352521"/>
                </a:lnTo>
                <a:close/>
                <a:lnTo>
                  <a:pt x="817377" y="356380"/>
                </a:lnTo>
                <a:close/>
                <a:lnTo>
                  <a:pt x="831810" y="370509"/>
                </a:lnTo>
                <a:close/>
                <a:lnTo>
                  <a:pt x="832341" y="371023"/>
                </a:lnTo>
                <a:close/>
                <a:lnTo>
                  <a:pt x="847027" y="384638"/>
                </a:lnTo>
                <a:close/>
                <a:lnTo>
                  <a:pt x="851302" y="388608"/>
                </a:lnTo>
                <a:close/>
                <a:lnTo>
                  <a:pt x="862438" y="398766"/>
                </a:lnTo>
                <a:close/>
                <a:lnTo>
                  <a:pt x="870263" y="405916"/>
                </a:lnTo>
                <a:close/>
                <a:lnTo>
                  <a:pt x="877700" y="412895"/>
                </a:lnTo>
                <a:close/>
                <a:lnTo>
                  <a:pt x="889224" y="423691"/>
                </a:lnTo>
                <a:close/>
                <a:lnTo>
                  <a:pt x="892548" y="427024"/>
                </a:lnTo>
                <a:close/>
                <a:lnTo>
                  <a:pt x="906867" y="441153"/>
                </a:lnTo>
                <a:close/>
                <a:lnTo>
                  <a:pt x="908185" y="442422"/>
                </a:lnTo>
                <a:close/>
                <a:lnTo>
                  <a:pt x="920579" y="455282"/>
                </a:lnTo>
                <a:close/>
                <a:lnTo>
                  <a:pt x="927145" y="461949"/>
                </a:lnTo>
                <a:close/>
                <a:lnTo>
                  <a:pt x="933995" y="469411"/>
                </a:lnTo>
                <a:close/>
                <a:lnTo>
                  <a:pt x="946106" y="482100"/>
                </a:lnTo>
                <a:close/>
                <a:lnTo>
                  <a:pt x="947413" y="483539"/>
                </a:lnTo>
                <a:close/>
                <a:lnTo>
                  <a:pt x="961142" y="497668"/>
                </a:lnTo>
                <a:close/>
                <a:lnTo>
                  <a:pt x="965067" y="501472"/>
                </a:lnTo>
                <a:close/>
                <a:lnTo>
                  <a:pt x="975565" y="511797"/>
                </a:lnTo>
                <a:close/>
                <a:lnTo>
                  <a:pt x="984028" y="519590"/>
                </a:lnTo>
                <a:close/>
                <a:lnTo>
                  <a:pt x="991006" y="525926"/>
                </a:lnTo>
                <a:close/>
                <a:lnTo>
                  <a:pt x="1002989" y="536113"/>
                </a:lnTo>
                <a:close/>
                <a:lnTo>
                  <a:pt x="1007841" y="540055"/>
                </a:lnTo>
                <a:close/>
                <a:lnTo>
                  <a:pt x="1021949" y="550888"/>
                </a:lnTo>
                <a:close/>
                <a:lnTo>
                  <a:pt x="1026591" y="554184"/>
                </a:lnTo>
                <a:close/>
                <a:lnTo>
                  <a:pt x="1040910" y="563961"/>
                </a:lnTo>
                <a:close/>
                <a:lnTo>
                  <a:pt x="1048017" y="568313"/>
                </a:lnTo>
                <a:close/>
                <a:lnTo>
                  <a:pt x="1059871" y="575450"/>
                </a:lnTo>
                <a:close/>
                <a:lnTo>
                  <a:pt x="1073124" y="582441"/>
                </a:lnTo>
                <a:close/>
                <a:lnTo>
                  <a:pt x="1078832" y="585480"/>
                </a:lnTo>
                <a:close/>
                <a:lnTo>
                  <a:pt x="1097793" y="594055"/>
                </a:lnTo>
                <a:close/>
                <a:lnTo>
                  <a:pt x="1104407" y="596570"/>
                </a:lnTo>
                <a:close/>
                <a:lnTo>
                  <a:pt x="1116753" y="601489"/>
                </a:lnTo>
                <a:close/>
                <a:lnTo>
                  <a:pt x="1135714" y="608470"/>
                </a:lnTo>
                <a:close/>
                <a:lnTo>
                  <a:pt x="1141706" y="610699"/>
                </a:lnTo>
                <a:close/>
                <a:lnTo>
                  <a:pt x="1154675" y="615958"/>
                </a:lnTo>
                <a:close/>
                <a:lnTo>
                  <a:pt x="1173181" y="624828"/>
                </a:lnTo>
                <a:close/>
                <a:lnTo>
                  <a:pt x="1173636" y="625076"/>
                </a:lnTo>
                <a:close/>
                <a:lnTo>
                  <a:pt x="1192597" y="637650"/>
                </a:lnTo>
                <a:close/>
                <a:lnTo>
                  <a:pt x="1194211" y="638957"/>
                </a:lnTo>
                <a:close/>
                <a:lnTo>
                  <a:pt x="1208844" y="653086"/>
                </a:lnTo>
                <a:close/>
                <a:lnTo>
                  <a:pt x="1211557" y="656401"/>
                </a:lnTo>
                <a:close/>
                <a:lnTo>
                  <a:pt x="1219258" y="667215"/>
                </a:lnTo>
                <a:close/>
                <a:lnTo>
                  <a:pt x="1226789" y="681343"/>
                </a:lnTo>
                <a:close/>
                <a:lnTo>
                  <a:pt x="1230518" y="691336"/>
                </a:lnTo>
                <a:close/>
                <a:lnTo>
                  <a:pt x="1231963" y="695472"/>
                </a:lnTo>
                <a:close/>
                <a:lnTo>
                  <a:pt x="1235468" y="709601"/>
                </a:lnTo>
                <a:close/>
                <a:lnTo>
                  <a:pt x="1237921" y="723730"/>
                </a:lnTo>
                <a:close/>
                <a:lnTo>
                  <a:pt x="1239812" y="737859"/>
                </a:lnTo>
                <a:close/>
                <a:lnTo>
                  <a:pt x="1241512" y="751988"/>
                </a:lnTo>
                <a:close/>
                <a:lnTo>
                  <a:pt x="1243229" y="766117"/>
                </a:lnTo>
                <a:close/>
                <a:lnTo>
                  <a:pt x="1245040" y="780245"/>
                </a:lnTo>
                <a:close/>
                <a:lnTo>
                  <a:pt x="1246952" y="794374"/>
                </a:lnTo>
                <a:close/>
                <a:lnTo>
                  <a:pt x="1248951" y="808503"/>
                </a:lnTo>
                <a:close/>
                <a:lnTo>
                  <a:pt x="1249479" y="812039"/>
                </a:lnTo>
                <a:close/>
                <a:lnTo>
                  <a:pt x="1251263" y="822632"/>
                </a:lnTo>
                <a:close/>
                <a:lnTo>
                  <a:pt x="1253724" y="836761"/>
                </a:lnTo>
                <a:close/>
                <a:lnTo>
                  <a:pt x="1256258" y="850890"/>
                </a:lnTo>
                <a:close/>
                <a:lnTo>
                  <a:pt x="1258878" y="865019"/>
                </a:lnTo>
                <a:close/>
                <a:lnTo>
                  <a:pt x="1261609" y="879147"/>
                </a:lnTo>
                <a:close/>
                <a:lnTo>
                  <a:pt x="1264481" y="893276"/>
                </a:lnTo>
                <a:close/>
                <a:lnTo>
                  <a:pt x="1267541" y="907405"/>
                </a:lnTo>
                <a:close/>
                <a:lnTo>
                  <a:pt x="1268440" y="911415"/>
                </a:lnTo>
                <a:close/>
                <a:lnTo>
                  <a:pt x="1271065" y="921534"/>
                </a:lnTo>
                <a:close/>
                <a:lnTo>
                  <a:pt x="1274982" y="935663"/>
                </a:lnTo>
                <a:close/>
                <a:lnTo>
                  <a:pt x="1279328" y="949792"/>
                </a:lnTo>
                <a:close/>
                <a:lnTo>
                  <a:pt x="1284158" y="963921"/>
                </a:lnTo>
                <a:close/>
                <a:lnTo>
                  <a:pt x="1287401" y="972669"/>
                </a:lnTo>
                <a:close/>
                <a:lnTo>
                  <a:pt x="1289591" y="978049"/>
                </a:lnTo>
                <a:close/>
                <a:lnTo>
                  <a:pt x="1295731" y="992178"/>
                </a:lnTo>
                <a:close/>
                <a:lnTo>
                  <a:pt x="1301964" y="1006307"/>
                </a:lnTo>
                <a:close/>
                <a:lnTo>
                  <a:pt x="1306361" y="1016561"/>
                </a:lnTo>
                <a:close/>
                <a:lnTo>
                  <a:pt x="1308128" y="1020436"/>
                </a:lnTo>
                <a:close/>
                <a:lnTo>
                  <a:pt x="1314470" y="1034565"/>
                </a:lnTo>
                <a:close/>
                <a:lnTo>
                  <a:pt x="1320207" y="1048694"/>
                </a:lnTo>
                <a:close/>
                <a:lnTo>
                  <a:pt x="1325165" y="1062823"/>
                </a:lnTo>
                <a:close/>
                <a:lnTo>
                  <a:pt x="1325322" y="1063315"/>
                </a:lnTo>
                <a:close/>
                <a:lnTo>
                  <a:pt x="1330103" y="1076951"/>
                </a:lnTo>
                <a:close/>
                <a:lnTo>
                  <a:pt x="1334341" y="1091080"/>
                </a:lnTo>
                <a:close/>
                <a:lnTo>
                  <a:pt x="1337890" y="1105209"/>
                </a:lnTo>
                <a:close/>
                <a:lnTo>
                  <a:pt x="1340875" y="1119338"/>
                </a:lnTo>
                <a:close/>
                <a:lnTo>
                  <a:pt x="1343468" y="1133467"/>
                </a:lnTo>
                <a:close/>
                <a:lnTo>
                  <a:pt x="1344283" y="1138167"/>
                </a:lnTo>
                <a:close/>
                <a:lnTo>
                  <a:pt x="1346142" y="1147596"/>
                </a:lnTo>
                <a:close/>
                <a:lnTo>
                  <a:pt x="1348874" y="1161725"/>
                </a:lnTo>
                <a:close/>
                <a:lnTo>
                  <a:pt x="1351692" y="1175853"/>
                </a:lnTo>
                <a:close/>
                <a:lnTo>
                  <a:pt x="1354767" y="1189982"/>
                </a:lnTo>
                <a:close/>
                <a:lnTo>
                  <a:pt x="1358219" y="1204111"/>
                </a:lnTo>
                <a:close/>
                <a:lnTo>
                  <a:pt x="1362099" y="1218240"/>
                </a:lnTo>
                <a:close/>
                <a:lnTo>
                  <a:pt x="1363244" y="1222008"/>
                </a:lnTo>
                <a:close/>
                <a:lnTo>
                  <a:pt x="1366748" y="1232369"/>
                </a:lnTo>
                <a:close/>
                <a:lnTo>
                  <a:pt x="1371766" y="1246498"/>
                </a:lnTo>
                <a:close/>
                <a:lnTo>
                  <a:pt x="1376867" y="1260627"/>
                </a:lnTo>
                <a:close/>
                <a:lnTo>
                  <a:pt x="1381899" y="1274755"/>
                </a:lnTo>
                <a:close/>
                <a:lnTo>
                  <a:pt x="1382205" y="1275726"/>
                </a:lnTo>
                <a:close/>
                <a:lnTo>
                  <a:pt x="1386933" y="1288884"/>
                </a:lnTo>
                <a:close/>
                <a:lnTo>
                  <a:pt x="1391287" y="1303013"/>
                </a:lnTo>
                <a:close/>
                <a:lnTo>
                  <a:pt x="1394556" y="1317142"/>
                </a:lnTo>
                <a:close/>
                <a:lnTo>
                  <a:pt x="1396033" y="1331271"/>
                </a:lnTo>
                <a:close/>
                <a:lnTo>
                  <a:pt x="1394417" y="1345400"/>
                </a:lnTo>
                <a:close/>
                <a:lnTo>
                  <a:pt x="1387562" y="1359529"/>
                </a:lnTo>
                <a:close/>
                <a:lnTo>
                  <a:pt x="1382205" y="1365324"/>
                </a:lnTo>
                <a:close/>
                <a:lnTo>
                  <a:pt x="1374399" y="1373657"/>
                </a:lnTo>
                <a:close/>
                <a:lnTo>
                  <a:pt x="1363244" y="1382338"/>
                </a:lnTo>
                <a:close/>
                <a:lnTo>
                  <a:pt x="1356857" y="1387786"/>
                </a:lnTo>
                <a:close/>
                <a:lnTo>
                  <a:pt x="1344283" y="1396307"/>
                </a:lnTo>
                <a:close/>
                <a:lnTo>
                  <a:pt x="1335702" y="1401915"/>
                </a:lnTo>
                <a:close/>
                <a:lnTo>
                  <a:pt x="1325322" y="1407091"/>
                </a:lnTo>
                <a:close/>
                <a:lnTo>
                  <a:pt x="1306361" y="1414559"/>
                </a:lnTo>
                <a:close/>
                <a:lnTo>
                  <a:pt x="1301503" y="1416044"/>
                </a:lnTo>
                <a:close/>
                <a:lnTo>
                  <a:pt x="1287401" y="1419631"/>
                </a:lnTo>
                <a:close/>
                <a:lnTo>
                  <a:pt x="1268440" y="1423661"/>
                </a:lnTo>
                <a:close/>
                <a:lnTo>
                  <a:pt x="1249479" y="1427503"/>
                </a:lnTo>
                <a:close/>
                <a:lnTo>
                  <a:pt x="1237352" y="1430173"/>
                </a:lnTo>
                <a:close/>
                <a:lnTo>
                  <a:pt x="1230518" y="1431811"/>
                </a:lnTo>
                <a:close/>
                <a:lnTo>
                  <a:pt x="1211557" y="1436897"/>
                </a:lnTo>
                <a:close/>
                <a:lnTo>
                  <a:pt x="1192597" y="1441801"/>
                </a:lnTo>
                <a:close/>
                <a:lnTo>
                  <a:pt x="1179742" y="1444302"/>
                </a:lnTo>
                <a:close/>
                <a:lnTo>
                  <a:pt x="1173636" y="1445538"/>
                </a:lnTo>
                <a:close/>
                <a:lnTo>
                  <a:pt x="1154675" y="1447274"/>
                </a:lnTo>
                <a:close/>
                <a:lnTo>
                  <a:pt x="1135714" y="1446913"/>
                </a:lnTo>
                <a:close/>
                <a:lnTo>
                  <a:pt x="1116753" y="1445002"/>
                </a:lnTo>
                <a:close/>
                <a:lnTo>
                  <a:pt x="1112173" y="1444302"/>
                </a:lnTo>
                <a:close/>
              </a:path>
            </a:pathLst>
          </a:custGeom>
          <a:solidFill>
            <a:srgbClr val="EAF3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614796" y="1373835"/>
            <a:ext cx="1261529" cy="1316250"/>
          </a:xfrm>
          <a:custGeom>
            <a:avLst/>
            <a:gdLst/>
            <a:ahLst/>
            <a:cxnLst/>
            <a:rect l="l" t="t" r="r" b="b"/>
            <a:pathLst>
              <a:path w="1261529" h="1316250">
                <a:moveTo>
                  <a:pt x="982249" y="1313978"/>
                </a:moveTo>
                <a:lnTo>
                  <a:pt x="1001210" y="1315889"/>
                </a:lnTo>
                <a:close/>
                <a:lnTo>
                  <a:pt x="1020171" y="1316250"/>
                </a:lnTo>
                <a:close/>
                <a:lnTo>
                  <a:pt x="1039132" y="1314514"/>
                </a:lnTo>
                <a:close/>
                <a:lnTo>
                  <a:pt x="1045238" y="1313278"/>
                </a:lnTo>
                <a:close/>
                <a:lnTo>
                  <a:pt x="1058093" y="1310777"/>
                </a:lnTo>
                <a:close/>
                <a:lnTo>
                  <a:pt x="1077053" y="1305873"/>
                </a:lnTo>
                <a:close/>
                <a:lnTo>
                  <a:pt x="1096014" y="1300787"/>
                </a:lnTo>
                <a:close/>
                <a:lnTo>
                  <a:pt x="1102848" y="1299149"/>
                </a:lnTo>
                <a:close/>
                <a:lnTo>
                  <a:pt x="1114975" y="1296479"/>
                </a:lnTo>
                <a:close/>
                <a:lnTo>
                  <a:pt x="1133936" y="1292637"/>
                </a:lnTo>
                <a:close/>
                <a:lnTo>
                  <a:pt x="1152897" y="1288607"/>
                </a:lnTo>
                <a:close/>
                <a:lnTo>
                  <a:pt x="1166999" y="1285020"/>
                </a:lnTo>
                <a:close/>
                <a:lnTo>
                  <a:pt x="1171857" y="1283535"/>
                </a:lnTo>
                <a:close/>
                <a:lnTo>
                  <a:pt x="1190818" y="1276067"/>
                </a:lnTo>
                <a:close/>
                <a:lnTo>
                  <a:pt x="1201198" y="1270891"/>
                </a:lnTo>
                <a:close/>
                <a:lnTo>
                  <a:pt x="1209779" y="1265283"/>
                </a:lnTo>
                <a:close/>
                <a:lnTo>
                  <a:pt x="1222353" y="1256762"/>
                </a:lnTo>
                <a:close/>
                <a:lnTo>
                  <a:pt x="1228740" y="1251314"/>
                </a:lnTo>
                <a:close/>
                <a:lnTo>
                  <a:pt x="1239895" y="1242633"/>
                </a:lnTo>
                <a:close/>
                <a:lnTo>
                  <a:pt x="1247701" y="1234300"/>
                </a:lnTo>
                <a:close/>
                <a:lnTo>
                  <a:pt x="1253058" y="1228505"/>
                </a:lnTo>
                <a:close/>
                <a:lnTo>
                  <a:pt x="1259913" y="1214376"/>
                </a:lnTo>
                <a:close/>
                <a:lnTo>
                  <a:pt x="1261529" y="1200247"/>
                </a:lnTo>
                <a:close/>
                <a:lnTo>
                  <a:pt x="1260052" y="1186118"/>
                </a:lnTo>
                <a:close/>
                <a:lnTo>
                  <a:pt x="1256783" y="1171989"/>
                </a:lnTo>
                <a:close/>
                <a:lnTo>
                  <a:pt x="1252429" y="1157860"/>
                </a:lnTo>
                <a:close/>
                <a:lnTo>
                  <a:pt x="1247701" y="1144702"/>
                </a:lnTo>
                <a:close/>
                <a:lnTo>
                  <a:pt x="1247395" y="1143731"/>
                </a:lnTo>
                <a:close/>
                <a:lnTo>
                  <a:pt x="1242363" y="1129603"/>
                </a:lnTo>
                <a:close/>
                <a:lnTo>
                  <a:pt x="1237262" y="1115474"/>
                </a:lnTo>
                <a:close/>
                <a:lnTo>
                  <a:pt x="1232244" y="1101345"/>
                </a:lnTo>
                <a:close/>
                <a:lnTo>
                  <a:pt x="1228740" y="1090984"/>
                </a:lnTo>
                <a:close/>
                <a:lnTo>
                  <a:pt x="1227595" y="1087216"/>
                </a:lnTo>
                <a:close/>
                <a:lnTo>
                  <a:pt x="1223715" y="1073087"/>
                </a:lnTo>
                <a:close/>
                <a:lnTo>
                  <a:pt x="1220263" y="1058958"/>
                </a:lnTo>
                <a:close/>
                <a:lnTo>
                  <a:pt x="1217188" y="1044829"/>
                </a:lnTo>
                <a:close/>
                <a:lnTo>
                  <a:pt x="1214370" y="1030701"/>
                </a:lnTo>
                <a:close/>
                <a:lnTo>
                  <a:pt x="1211638" y="1016572"/>
                </a:lnTo>
                <a:close/>
                <a:lnTo>
                  <a:pt x="1209779" y="1007143"/>
                </a:lnTo>
                <a:close/>
                <a:lnTo>
                  <a:pt x="1208964" y="1002443"/>
                </a:lnTo>
                <a:close/>
                <a:lnTo>
                  <a:pt x="1206371" y="988314"/>
                </a:lnTo>
                <a:close/>
                <a:lnTo>
                  <a:pt x="1203386" y="974185"/>
                </a:lnTo>
                <a:close/>
                <a:lnTo>
                  <a:pt x="1199837" y="960056"/>
                </a:lnTo>
                <a:close/>
                <a:lnTo>
                  <a:pt x="1195599" y="945927"/>
                </a:lnTo>
                <a:close/>
                <a:lnTo>
                  <a:pt x="1190818" y="932291"/>
                </a:lnTo>
                <a:close/>
                <a:lnTo>
                  <a:pt x="1190661" y="931799"/>
                </a:lnTo>
                <a:close/>
                <a:lnTo>
                  <a:pt x="1185703" y="917670"/>
                </a:lnTo>
                <a:close/>
                <a:lnTo>
                  <a:pt x="1179966" y="903541"/>
                </a:lnTo>
                <a:close/>
                <a:lnTo>
                  <a:pt x="1173624" y="889412"/>
                </a:lnTo>
                <a:close/>
                <a:lnTo>
                  <a:pt x="1171857" y="885537"/>
                </a:lnTo>
                <a:close/>
                <a:lnTo>
                  <a:pt x="1167460" y="875283"/>
                </a:lnTo>
                <a:close/>
                <a:lnTo>
                  <a:pt x="1161227" y="861154"/>
                </a:lnTo>
                <a:close/>
                <a:lnTo>
                  <a:pt x="1155087" y="847025"/>
                </a:lnTo>
                <a:close/>
                <a:lnTo>
                  <a:pt x="1152897" y="841645"/>
                </a:lnTo>
                <a:close/>
                <a:lnTo>
                  <a:pt x="1149654" y="832897"/>
                </a:lnTo>
                <a:close/>
                <a:lnTo>
                  <a:pt x="1144824" y="818768"/>
                </a:lnTo>
                <a:close/>
                <a:lnTo>
                  <a:pt x="1140478" y="804639"/>
                </a:lnTo>
                <a:close/>
                <a:lnTo>
                  <a:pt x="1136561" y="790510"/>
                </a:lnTo>
                <a:close/>
                <a:lnTo>
                  <a:pt x="1133936" y="780391"/>
                </a:lnTo>
                <a:close/>
                <a:lnTo>
                  <a:pt x="1133037" y="776381"/>
                </a:lnTo>
                <a:close/>
                <a:lnTo>
                  <a:pt x="1129977" y="762252"/>
                </a:lnTo>
                <a:close/>
                <a:lnTo>
                  <a:pt x="1127105" y="748123"/>
                </a:lnTo>
                <a:close/>
                <a:lnTo>
                  <a:pt x="1124374" y="733995"/>
                </a:lnTo>
                <a:close/>
                <a:lnTo>
                  <a:pt x="1121754" y="719866"/>
                </a:lnTo>
                <a:close/>
                <a:lnTo>
                  <a:pt x="1119220" y="705737"/>
                </a:lnTo>
                <a:close/>
                <a:lnTo>
                  <a:pt x="1116759" y="691608"/>
                </a:lnTo>
                <a:close/>
                <a:lnTo>
                  <a:pt x="1114975" y="681015"/>
                </a:lnTo>
                <a:close/>
                <a:lnTo>
                  <a:pt x="1114447" y="677479"/>
                </a:lnTo>
                <a:close/>
                <a:lnTo>
                  <a:pt x="1112448" y="663350"/>
                </a:lnTo>
                <a:close/>
                <a:lnTo>
                  <a:pt x="1110536" y="649221"/>
                </a:lnTo>
                <a:close/>
                <a:lnTo>
                  <a:pt x="1108725" y="635093"/>
                </a:lnTo>
                <a:close/>
                <a:lnTo>
                  <a:pt x="1107008" y="620964"/>
                </a:lnTo>
                <a:close/>
                <a:lnTo>
                  <a:pt x="1105308" y="606835"/>
                </a:lnTo>
                <a:close/>
                <a:lnTo>
                  <a:pt x="1103417" y="592706"/>
                </a:lnTo>
                <a:close/>
                <a:lnTo>
                  <a:pt x="1100964" y="578577"/>
                </a:lnTo>
                <a:close/>
                <a:lnTo>
                  <a:pt x="1097459" y="564448"/>
                </a:lnTo>
                <a:close/>
                <a:lnTo>
                  <a:pt x="1096014" y="560312"/>
                </a:lnTo>
                <a:close/>
                <a:lnTo>
                  <a:pt x="1092285" y="550319"/>
                </a:lnTo>
                <a:close/>
                <a:lnTo>
                  <a:pt x="1084754" y="536191"/>
                </a:lnTo>
                <a:close/>
                <a:lnTo>
                  <a:pt x="1077053" y="525377"/>
                </a:lnTo>
                <a:close/>
                <a:lnTo>
                  <a:pt x="1074340" y="522062"/>
                </a:lnTo>
                <a:close/>
                <a:lnTo>
                  <a:pt x="1059707" y="507933"/>
                </a:lnTo>
                <a:close/>
                <a:lnTo>
                  <a:pt x="1058093" y="506626"/>
                </a:lnTo>
                <a:close/>
                <a:lnTo>
                  <a:pt x="1039132" y="494052"/>
                </a:lnTo>
                <a:close/>
                <a:lnTo>
                  <a:pt x="1038677" y="493804"/>
                </a:lnTo>
                <a:close/>
                <a:lnTo>
                  <a:pt x="1020171" y="484934"/>
                </a:lnTo>
                <a:close/>
                <a:lnTo>
                  <a:pt x="1007202" y="479675"/>
                </a:lnTo>
                <a:close/>
                <a:lnTo>
                  <a:pt x="1001210" y="477446"/>
                </a:lnTo>
                <a:close/>
                <a:lnTo>
                  <a:pt x="982249" y="470465"/>
                </a:lnTo>
                <a:close/>
                <a:lnTo>
                  <a:pt x="969903" y="465546"/>
                </a:lnTo>
                <a:close/>
                <a:lnTo>
                  <a:pt x="963289" y="463031"/>
                </a:lnTo>
                <a:close/>
                <a:lnTo>
                  <a:pt x="944328" y="454456"/>
                </a:lnTo>
                <a:close/>
                <a:lnTo>
                  <a:pt x="938620" y="451417"/>
                </a:lnTo>
                <a:close/>
                <a:lnTo>
                  <a:pt x="925367" y="444426"/>
                </a:lnTo>
                <a:close/>
                <a:lnTo>
                  <a:pt x="913513" y="437289"/>
                </a:lnTo>
                <a:close/>
                <a:lnTo>
                  <a:pt x="906406" y="432937"/>
                </a:lnTo>
                <a:close/>
                <a:lnTo>
                  <a:pt x="892087" y="423160"/>
                </a:lnTo>
                <a:close/>
                <a:lnTo>
                  <a:pt x="887445" y="419864"/>
                </a:lnTo>
                <a:close/>
                <a:lnTo>
                  <a:pt x="873337" y="409031"/>
                </a:lnTo>
                <a:close/>
                <a:lnTo>
                  <a:pt x="868485" y="405089"/>
                </a:lnTo>
                <a:close/>
                <a:lnTo>
                  <a:pt x="856502" y="394902"/>
                </a:lnTo>
                <a:close/>
                <a:lnTo>
                  <a:pt x="849524" y="388566"/>
                </a:lnTo>
                <a:close/>
                <a:lnTo>
                  <a:pt x="841061" y="380773"/>
                </a:lnTo>
                <a:close/>
                <a:lnTo>
                  <a:pt x="830563" y="370448"/>
                </a:lnTo>
                <a:close/>
                <a:lnTo>
                  <a:pt x="826638" y="366644"/>
                </a:lnTo>
                <a:close/>
                <a:lnTo>
                  <a:pt x="812909" y="352515"/>
                </a:lnTo>
                <a:close/>
                <a:lnTo>
                  <a:pt x="811602" y="351076"/>
                </a:lnTo>
                <a:close/>
                <a:lnTo>
                  <a:pt x="799491" y="338387"/>
                </a:lnTo>
                <a:close/>
                <a:lnTo>
                  <a:pt x="792641" y="330925"/>
                </a:lnTo>
                <a:close/>
                <a:lnTo>
                  <a:pt x="786075" y="324258"/>
                </a:lnTo>
                <a:close/>
                <a:lnTo>
                  <a:pt x="773681" y="311398"/>
                </a:lnTo>
                <a:close/>
                <a:lnTo>
                  <a:pt x="772363" y="310129"/>
                </a:lnTo>
                <a:close/>
                <a:lnTo>
                  <a:pt x="758044" y="296000"/>
                </a:lnTo>
                <a:close/>
                <a:lnTo>
                  <a:pt x="754720" y="292667"/>
                </a:lnTo>
                <a:close/>
                <a:lnTo>
                  <a:pt x="743196" y="281871"/>
                </a:lnTo>
                <a:close/>
                <a:lnTo>
                  <a:pt x="735759" y="274892"/>
                </a:lnTo>
                <a:close/>
                <a:lnTo>
                  <a:pt x="727934" y="267742"/>
                </a:lnTo>
                <a:close/>
                <a:lnTo>
                  <a:pt x="716798" y="257584"/>
                </a:lnTo>
                <a:close/>
                <a:lnTo>
                  <a:pt x="712523" y="253614"/>
                </a:lnTo>
                <a:close/>
                <a:lnTo>
                  <a:pt x="697837" y="239999"/>
                </a:lnTo>
                <a:close/>
                <a:lnTo>
                  <a:pt x="697306" y="239485"/>
                </a:lnTo>
                <a:close/>
                <a:lnTo>
                  <a:pt x="682873" y="225356"/>
                </a:lnTo>
                <a:close/>
                <a:lnTo>
                  <a:pt x="678877" y="221497"/>
                </a:lnTo>
                <a:close/>
                <a:lnTo>
                  <a:pt x="668816" y="211227"/>
                </a:lnTo>
                <a:close/>
                <a:lnTo>
                  <a:pt x="659916" y="202254"/>
                </a:lnTo>
                <a:close/>
                <a:lnTo>
                  <a:pt x="654940" y="197098"/>
                </a:lnTo>
                <a:close/>
                <a:lnTo>
                  <a:pt x="641266" y="182969"/>
                </a:lnTo>
                <a:close/>
                <a:lnTo>
                  <a:pt x="640955" y="182648"/>
                </a:lnTo>
                <a:close/>
                <a:lnTo>
                  <a:pt x="627554" y="168840"/>
                </a:lnTo>
                <a:close/>
                <a:lnTo>
                  <a:pt x="621994" y="163007"/>
                </a:lnTo>
                <a:close/>
                <a:lnTo>
                  <a:pt x="613719" y="154712"/>
                </a:lnTo>
                <a:close/>
                <a:lnTo>
                  <a:pt x="603033" y="143425"/>
                </a:lnTo>
                <a:close/>
                <a:lnTo>
                  <a:pt x="600101" y="140583"/>
                </a:lnTo>
                <a:close/>
                <a:lnTo>
                  <a:pt x="586746" y="126454"/>
                </a:lnTo>
                <a:close/>
                <a:lnTo>
                  <a:pt x="584073" y="123347"/>
                </a:lnTo>
                <a:close/>
                <a:lnTo>
                  <a:pt x="573702" y="112325"/>
                </a:lnTo>
                <a:close/>
                <a:lnTo>
                  <a:pt x="565112" y="101736"/>
                </a:lnTo>
                <a:close/>
                <a:lnTo>
                  <a:pt x="561878" y="98196"/>
                </a:lnTo>
                <a:close/>
                <a:lnTo>
                  <a:pt x="550810" y="84067"/>
                </a:lnTo>
                <a:close/>
                <a:lnTo>
                  <a:pt x="546151" y="77247"/>
                </a:lnTo>
                <a:close/>
                <a:lnTo>
                  <a:pt x="540435" y="69938"/>
                </a:lnTo>
                <a:close/>
                <a:lnTo>
                  <a:pt x="530710" y="55810"/>
                </a:lnTo>
                <a:close/>
                <a:lnTo>
                  <a:pt x="527190" y="50508"/>
                </a:lnTo>
                <a:close/>
                <a:lnTo>
                  <a:pt x="520128" y="41681"/>
                </a:lnTo>
                <a:close/>
                <a:lnTo>
                  <a:pt x="509286" y="27552"/>
                </a:lnTo>
                <a:close/>
                <a:lnTo>
                  <a:pt x="508229" y="26290"/>
                </a:lnTo>
                <a:close/>
                <a:lnTo>
                  <a:pt x="493984" y="13423"/>
                </a:lnTo>
                <a:close/>
                <a:lnTo>
                  <a:pt x="489269" y="9338"/>
                </a:lnTo>
                <a:close/>
                <a:lnTo>
                  <a:pt x="470308" y="0"/>
                </a:lnTo>
                <a:close/>
                <a:lnTo>
                  <a:pt x="451347" y="3495"/>
                </a:lnTo>
                <a:close/>
                <a:lnTo>
                  <a:pt x="444151" y="13423"/>
                </a:lnTo>
                <a:close/>
                <a:lnTo>
                  <a:pt x="437337" y="27552"/>
                </a:lnTo>
                <a:close/>
                <a:lnTo>
                  <a:pt x="432386" y="37695"/>
                </a:lnTo>
                <a:close/>
                <a:lnTo>
                  <a:pt x="430753" y="41681"/>
                </a:lnTo>
                <a:close/>
                <a:lnTo>
                  <a:pt x="420602" y="55810"/>
                </a:lnTo>
                <a:close/>
                <a:lnTo>
                  <a:pt x="413425" y="60961"/>
                </a:lnTo>
                <a:close/>
                <a:lnTo>
                  <a:pt x="394465" y="69713"/>
                </a:lnTo>
                <a:close/>
                <a:lnTo>
                  <a:pt x="393730" y="69938"/>
                </a:lnTo>
                <a:close/>
                <a:lnTo>
                  <a:pt x="375504" y="74112"/>
                </a:lnTo>
                <a:close/>
                <a:lnTo>
                  <a:pt x="356543" y="77388"/>
                </a:lnTo>
                <a:close/>
                <a:lnTo>
                  <a:pt x="337582" y="80137"/>
                </a:lnTo>
                <a:close/>
                <a:lnTo>
                  <a:pt x="318621" y="82207"/>
                </a:lnTo>
                <a:close/>
                <a:lnTo>
                  <a:pt x="299661" y="83053"/>
                </a:lnTo>
                <a:close/>
                <a:lnTo>
                  <a:pt x="280700" y="82267"/>
                </a:lnTo>
                <a:close/>
                <a:lnTo>
                  <a:pt x="261739" y="79929"/>
                </a:lnTo>
                <a:close/>
                <a:lnTo>
                  <a:pt x="242778" y="76486"/>
                </a:lnTo>
                <a:close/>
                <a:lnTo>
                  <a:pt x="223817" y="72453"/>
                </a:lnTo>
                <a:close/>
                <a:lnTo>
                  <a:pt x="212515" y="69938"/>
                </a:lnTo>
                <a:close/>
                <a:lnTo>
                  <a:pt x="204857" y="68230"/>
                </a:lnTo>
                <a:close/>
                <a:lnTo>
                  <a:pt x="185896" y="64333"/>
                </a:lnTo>
                <a:close/>
                <a:lnTo>
                  <a:pt x="166935" y="61236"/>
                </a:lnTo>
                <a:close/>
                <a:lnTo>
                  <a:pt x="147974" y="59336"/>
                </a:lnTo>
                <a:close/>
                <a:lnTo>
                  <a:pt x="129013" y="59194"/>
                </a:lnTo>
                <a:close/>
                <a:lnTo>
                  <a:pt x="110053" y="61641"/>
                </a:lnTo>
                <a:close/>
                <a:lnTo>
                  <a:pt x="91092" y="67772"/>
                </a:lnTo>
                <a:close/>
                <a:lnTo>
                  <a:pt x="86863" y="69938"/>
                </a:lnTo>
                <a:close/>
                <a:lnTo>
                  <a:pt x="72131" y="79899"/>
                </a:lnTo>
                <a:close/>
                <a:lnTo>
                  <a:pt x="67281" y="84067"/>
                </a:lnTo>
                <a:close/>
                <a:lnTo>
                  <a:pt x="54156" y="98196"/>
                </a:lnTo>
                <a:close/>
                <a:lnTo>
                  <a:pt x="53170" y="99438"/>
                </a:lnTo>
                <a:close/>
                <a:lnTo>
                  <a:pt x="43369" y="112325"/>
                </a:lnTo>
                <a:close/>
                <a:lnTo>
                  <a:pt x="34209" y="126237"/>
                </a:lnTo>
                <a:close/>
                <a:lnTo>
                  <a:pt x="34075" y="126454"/>
                </a:lnTo>
                <a:close/>
                <a:lnTo>
                  <a:pt x="26494" y="140583"/>
                </a:lnTo>
                <a:close/>
                <a:lnTo>
                  <a:pt x="20641" y="154712"/>
                </a:lnTo>
                <a:close/>
                <a:lnTo>
                  <a:pt x="16315" y="168840"/>
                </a:lnTo>
                <a:close/>
                <a:lnTo>
                  <a:pt x="15249" y="173378"/>
                </a:lnTo>
                <a:close/>
                <a:lnTo>
                  <a:pt x="13194" y="182969"/>
                </a:lnTo>
                <a:close/>
                <a:lnTo>
                  <a:pt x="10852" y="197098"/>
                </a:lnTo>
                <a:close/>
                <a:lnTo>
                  <a:pt x="9025" y="211227"/>
                </a:lnTo>
                <a:close/>
                <a:lnTo>
                  <a:pt x="7562" y="225356"/>
                </a:lnTo>
                <a:close/>
                <a:lnTo>
                  <a:pt x="6381" y="239485"/>
                </a:lnTo>
                <a:close/>
                <a:lnTo>
                  <a:pt x="5437" y="253614"/>
                </a:lnTo>
                <a:close/>
                <a:lnTo>
                  <a:pt x="4691" y="267742"/>
                </a:lnTo>
                <a:close/>
                <a:lnTo>
                  <a:pt x="4082" y="281871"/>
                </a:lnTo>
                <a:close/>
                <a:lnTo>
                  <a:pt x="3529" y="296000"/>
                </a:lnTo>
                <a:close/>
                <a:lnTo>
                  <a:pt x="2941" y="310129"/>
                </a:lnTo>
                <a:close/>
                <a:lnTo>
                  <a:pt x="2245" y="324258"/>
                </a:lnTo>
                <a:close/>
                <a:lnTo>
                  <a:pt x="1432" y="338387"/>
                </a:lnTo>
                <a:close/>
                <a:lnTo>
                  <a:pt x="611" y="352515"/>
                </a:lnTo>
                <a:close/>
                <a:lnTo>
                  <a:pt x="25" y="366644"/>
                </a:lnTo>
                <a:close/>
                <a:lnTo>
                  <a:pt x="0" y="380773"/>
                </a:lnTo>
                <a:close/>
                <a:lnTo>
                  <a:pt x="807" y="394902"/>
                </a:lnTo>
                <a:close/>
                <a:lnTo>
                  <a:pt x="2544" y="409031"/>
                </a:lnTo>
                <a:close/>
                <a:lnTo>
                  <a:pt x="5121" y="423160"/>
                </a:lnTo>
                <a:close/>
                <a:lnTo>
                  <a:pt x="8335" y="437289"/>
                </a:lnTo>
                <a:close/>
                <a:lnTo>
                  <a:pt x="11961" y="451417"/>
                </a:lnTo>
                <a:close/>
                <a:lnTo>
                  <a:pt x="15249" y="463546"/>
                </a:lnTo>
                <a:close/>
                <a:lnTo>
                  <a:pt x="15746" y="465546"/>
                </a:lnTo>
                <a:close/>
                <a:lnTo>
                  <a:pt x="19177" y="479675"/>
                </a:lnTo>
                <a:close/>
                <a:lnTo>
                  <a:pt x="22381" y="493804"/>
                </a:lnTo>
                <a:close/>
                <a:lnTo>
                  <a:pt x="25257" y="507933"/>
                </a:lnTo>
                <a:close/>
                <a:lnTo>
                  <a:pt x="27795" y="522062"/>
                </a:lnTo>
                <a:close/>
                <a:lnTo>
                  <a:pt x="30109" y="536191"/>
                </a:lnTo>
                <a:close/>
                <a:lnTo>
                  <a:pt x="32456" y="550319"/>
                </a:lnTo>
                <a:close/>
                <a:lnTo>
                  <a:pt x="34209" y="559360"/>
                </a:lnTo>
                <a:close/>
                <a:lnTo>
                  <a:pt x="35054" y="564448"/>
                </a:lnTo>
                <a:close/>
                <a:lnTo>
                  <a:pt x="38088" y="578577"/>
                </a:lnTo>
                <a:close/>
                <a:lnTo>
                  <a:pt x="42102" y="592706"/>
                </a:lnTo>
                <a:close/>
                <a:lnTo>
                  <a:pt x="47254" y="606835"/>
                </a:lnTo>
                <a:close/>
                <a:lnTo>
                  <a:pt x="53170" y="619929"/>
                </a:lnTo>
                <a:close/>
                <a:lnTo>
                  <a:pt x="53575" y="620964"/>
                </a:lnTo>
                <a:close/>
                <a:lnTo>
                  <a:pt x="60247" y="635093"/>
                </a:lnTo>
                <a:close/>
                <a:lnTo>
                  <a:pt x="68162" y="649221"/>
                </a:lnTo>
                <a:close/>
                <a:lnTo>
                  <a:pt x="72131" y="655382"/>
                </a:lnTo>
                <a:close/>
                <a:lnTo>
                  <a:pt x="76756" y="663350"/>
                </a:lnTo>
                <a:close/>
                <a:lnTo>
                  <a:pt x="86178" y="677479"/>
                </a:lnTo>
                <a:close/>
                <a:lnTo>
                  <a:pt x="91092" y="683983"/>
                </a:lnTo>
                <a:close/>
                <a:lnTo>
                  <a:pt x="96429" y="691608"/>
                </a:lnTo>
                <a:close/>
                <a:lnTo>
                  <a:pt x="107698" y="705737"/>
                </a:lnTo>
                <a:close/>
                <a:lnTo>
                  <a:pt x="110053" y="708427"/>
                </a:lnTo>
                <a:close/>
                <a:lnTo>
                  <a:pt x="119519" y="719866"/>
                </a:lnTo>
                <a:close/>
                <a:lnTo>
                  <a:pt x="129013" y="730026"/>
                </a:lnTo>
                <a:close/>
                <a:lnTo>
                  <a:pt x="132562" y="733995"/>
                </a:lnTo>
                <a:close/>
                <a:lnTo>
                  <a:pt x="146305" y="748123"/>
                </a:lnTo>
                <a:close/>
                <a:lnTo>
                  <a:pt x="147974" y="749743"/>
                </a:lnTo>
                <a:close/>
                <a:lnTo>
                  <a:pt x="160316" y="762252"/>
                </a:lnTo>
                <a:close/>
                <a:lnTo>
                  <a:pt x="166935" y="768568"/>
                </a:lnTo>
                <a:close/>
                <a:lnTo>
                  <a:pt x="174828" y="776381"/>
                </a:lnTo>
                <a:close/>
                <a:lnTo>
                  <a:pt x="185896" y="786985"/>
                </a:lnTo>
                <a:close/>
                <a:lnTo>
                  <a:pt x="189481" y="790510"/>
                </a:lnTo>
                <a:close/>
                <a:lnTo>
                  <a:pt x="203880" y="804639"/>
                </a:lnTo>
                <a:close/>
                <a:lnTo>
                  <a:pt x="204857" y="805615"/>
                </a:lnTo>
                <a:close/>
                <a:lnTo>
                  <a:pt x="217713" y="818768"/>
                </a:lnTo>
                <a:close/>
                <a:lnTo>
                  <a:pt x="223817" y="825081"/>
                </a:lnTo>
                <a:close/>
                <a:lnTo>
                  <a:pt x="231413" y="832897"/>
                </a:lnTo>
                <a:close/>
                <a:lnTo>
                  <a:pt x="242778" y="844803"/>
                </a:lnTo>
                <a:close/>
                <a:lnTo>
                  <a:pt x="244990" y="847025"/>
                </a:lnTo>
                <a:close/>
                <a:lnTo>
                  <a:pt x="258566" y="861154"/>
                </a:lnTo>
                <a:close/>
                <a:lnTo>
                  <a:pt x="261739" y="864503"/>
                </a:lnTo>
                <a:close/>
                <a:lnTo>
                  <a:pt x="272841" y="875283"/>
                </a:lnTo>
                <a:close/>
                <a:lnTo>
                  <a:pt x="280700" y="882875"/>
                </a:lnTo>
                <a:close/>
                <a:lnTo>
                  <a:pt x="288458" y="889412"/>
                </a:lnTo>
                <a:close/>
                <a:lnTo>
                  <a:pt x="299661" y="898800"/>
                </a:lnTo>
                <a:close/>
                <a:lnTo>
                  <a:pt x="306511" y="903541"/>
                </a:lnTo>
                <a:close/>
                <a:lnTo>
                  <a:pt x="318621" y="911945"/>
                </a:lnTo>
                <a:close/>
                <a:lnTo>
                  <a:pt x="329083" y="917670"/>
                </a:lnTo>
                <a:close/>
                <a:lnTo>
                  <a:pt x="337582" y="922417"/>
                </a:lnTo>
                <a:close/>
                <a:lnTo>
                  <a:pt x="356543" y="930705"/>
                </a:lnTo>
                <a:close/>
                <a:lnTo>
                  <a:pt x="359447" y="931799"/>
                </a:lnTo>
                <a:close/>
                <a:lnTo>
                  <a:pt x="375504" y="938115"/>
                </a:lnTo>
                <a:close/>
                <a:lnTo>
                  <a:pt x="394465" y="945415"/>
                </a:lnTo>
                <a:close/>
                <a:lnTo>
                  <a:pt x="395519" y="945927"/>
                </a:lnTo>
                <a:close/>
                <a:lnTo>
                  <a:pt x="413425" y="954903"/>
                </a:lnTo>
                <a:close/>
                <a:lnTo>
                  <a:pt x="421536" y="960056"/>
                </a:lnTo>
                <a:close/>
                <a:lnTo>
                  <a:pt x="432386" y="967186"/>
                </a:lnTo>
                <a:close/>
                <a:lnTo>
                  <a:pt x="440683" y="974185"/>
                </a:lnTo>
                <a:close/>
                <a:lnTo>
                  <a:pt x="451347" y="983431"/>
                </a:lnTo>
                <a:close/>
                <a:lnTo>
                  <a:pt x="455849" y="988314"/>
                </a:lnTo>
                <a:close/>
                <a:lnTo>
                  <a:pt x="468440" y="1002443"/>
                </a:lnTo>
                <a:close/>
                <a:lnTo>
                  <a:pt x="470308" y="1004731"/>
                </a:lnTo>
                <a:close/>
                <a:lnTo>
                  <a:pt x="478264" y="1016572"/>
                </a:lnTo>
                <a:close/>
                <a:lnTo>
                  <a:pt x="487748" y="1030701"/>
                </a:lnTo>
                <a:close/>
                <a:lnTo>
                  <a:pt x="489269" y="1033209"/>
                </a:lnTo>
                <a:close/>
                <a:lnTo>
                  <a:pt x="495305" y="1044829"/>
                </a:lnTo>
                <a:close/>
                <a:lnTo>
                  <a:pt x="502739" y="1058958"/>
                </a:lnTo>
                <a:close/>
                <a:lnTo>
                  <a:pt x="508229" y="1069074"/>
                </a:lnTo>
                <a:close/>
                <a:lnTo>
                  <a:pt x="510178" y="1073087"/>
                </a:lnTo>
                <a:close/>
                <a:lnTo>
                  <a:pt x="517297" y="1087216"/>
                </a:lnTo>
                <a:close/>
                <a:lnTo>
                  <a:pt x="525774" y="1101345"/>
                </a:lnTo>
                <a:close/>
                <a:lnTo>
                  <a:pt x="527190" y="1103446"/>
                </a:lnTo>
                <a:close/>
                <a:lnTo>
                  <a:pt x="534734" y="1115474"/>
                </a:lnTo>
                <a:close/>
                <a:lnTo>
                  <a:pt x="545613" y="1129603"/>
                </a:lnTo>
                <a:close/>
                <a:lnTo>
                  <a:pt x="546151" y="1130215"/>
                </a:lnTo>
                <a:close/>
                <a:lnTo>
                  <a:pt x="557572" y="1143731"/>
                </a:lnTo>
                <a:close/>
                <a:lnTo>
                  <a:pt x="565112" y="1151392"/>
                </a:lnTo>
                <a:close/>
                <a:lnTo>
                  <a:pt x="571457" y="1157860"/>
                </a:lnTo>
                <a:close/>
                <a:lnTo>
                  <a:pt x="584073" y="1169353"/>
                </a:lnTo>
                <a:close/>
                <a:lnTo>
                  <a:pt x="587052" y="1171989"/>
                </a:lnTo>
                <a:close/>
                <a:lnTo>
                  <a:pt x="603033" y="1185077"/>
                </a:lnTo>
                <a:close/>
                <a:lnTo>
                  <a:pt x="604378" y="1186118"/>
                </a:lnTo>
                <a:close/>
                <a:lnTo>
                  <a:pt x="621994" y="1199127"/>
                </a:lnTo>
                <a:close/>
                <a:lnTo>
                  <a:pt x="623627" y="1200247"/>
                </a:lnTo>
                <a:close/>
                <a:lnTo>
                  <a:pt x="640955" y="1211851"/>
                </a:lnTo>
                <a:close/>
                <a:lnTo>
                  <a:pt x="645045" y="1214376"/>
                </a:lnTo>
                <a:close/>
                <a:lnTo>
                  <a:pt x="659916" y="1223483"/>
                </a:lnTo>
                <a:close/>
                <a:lnTo>
                  <a:pt x="668820" y="1228505"/>
                </a:lnTo>
                <a:close/>
                <a:lnTo>
                  <a:pt x="678877" y="1234187"/>
                </a:lnTo>
                <a:close/>
                <a:lnTo>
                  <a:pt x="695121" y="1242633"/>
                </a:lnTo>
                <a:close/>
                <a:lnTo>
                  <a:pt x="697837" y="1244056"/>
                </a:lnTo>
                <a:close/>
                <a:lnTo>
                  <a:pt x="716798" y="1253256"/>
                </a:lnTo>
                <a:close/>
                <a:lnTo>
                  <a:pt x="724690" y="1256762"/>
                </a:lnTo>
                <a:close/>
                <a:lnTo>
                  <a:pt x="735759" y="1261691"/>
                </a:lnTo>
                <a:close/>
                <a:lnTo>
                  <a:pt x="754720" y="1269253"/>
                </a:lnTo>
                <a:close/>
                <a:lnTo>
                  <a:pt x="759307" y="1270891"/>
                </a:lnTo>
                <a:close/>
                <a:lnTo>
                  <a:pt x="773681" y="1276035"/>
                </a:lnTo>
                <a:close/>
                <a:lnTo>
                  <a:pt x="792641" y="1281823"/>
                </a:lnTo>
                <a:close/>
                <a:lnTo>
                  <a:pt x="805095" y="1285020"/>
                </a:lnTo>
                <a:close/>
                <a:lnTo>
                  <a:pt x="811602" y="1286712"/>
                </a:lnTo>
                <a:close/>
                <a:lnTo>
                  <a:pt x="830563" y="1290808"/>
                </a:lnTo>
                <a:close/>
                <a:lnTo>
                  <a:pt x="849524" y="1294111"/>
                </a:lnTo>
                <a:close/>
                <a:lnTo>
                  <a:pt x="868485" y="1296864"/>
                </a:lnTo>
                <a:close/>
                <a:lnTo>
                  <a:pt x="885812" y="1299149"/>
                </a:lnTo>
                <a:close/>
                <a:lnTo>
                  <a:pt x="887445" y="1299370"/>
                </a:lnTo>
                <a:close/>
                <a:lnTo>
                  <a:pt x="906406" y="1302047"/>
                </a:lnTo>
                <a:close/>
                <a:lnTo>
                  <a:pt x="925367" y="1304978"/>
                </a:lnTo>
                <a:close/>
                <a:lnTo>
                  <a:pt x="944328" y="1308119"/>
                </a:lnTo>
                <a:close/>
                <a:lnTo>
                  <a:pt x="963289" y="1311229"/>
                </a:lnTo>
                <a:close/>
                <a:lnTo>
                  <a:pt x="977669" y="1313278"/>
                </a:lnTo>
                <a:close/>
                <a:lnTo>
                  <a:pt x="982249" y="1313978"/>
                </a:lnTo>
                <a:close/>
                <a:lnTo>
                  <a:pt x="921902" y="1214376"/>
                </a:lnTo>
                <a:close/>
                <a:lnTo>
                  <a:pt x="906406" y="1209618"/>
                </a:lnTo>
                <a:close/>
                <a:lnTo>
                  <a:pt x="887445" y="1203454"/>
                </a:lnTo>
                <a:close/>
                <a:lnTo>
                  <a:pt x="877224" y="1200247"/>
                </a:lnTo>
                <a:close/>
                <a:lnTo>
                  <a:pt x="868485" y="1197351"/>
                </a:lnTo>
                <a:close/>
                <a:lnTo>
                  <a:pt x="849524" y="1191687"/>
                </a:lnTo>
                <a:close/>
                <a:lnTo>
                  <a:pt x="830563" y="1186688"/>
                </a:lnTo>
                <a:close/>
                <a:lnTo>
                  <a:pt x="828093" y="1186118"/>
                </a:lnTo>
                <a:close/>
                <a:lnTo>
                  <a:pt x="811602" y="1182238"/>
                </a:lnTo>
                <a:close/>
                <a:lnTo>
                  <a:pt x="792641" y="1177902"/>
                </a:lnTo>
                <a:close/>
                <a:lnTo>
                  <a:pt x="773681" y="1173133"/>
                </a:lnTo>
                <a:close/>
                <a:lnTo>
                  <a:pt x="770032" y="1171989"/>
                </a:lnTo>
                <a:close/>
                <a:lnTo>
                  <a:pt x="754720" y="1167415"/>
                </a:lnTo>
                <a:close/>
                <a:lnTo>
                  <a:pt x="735759" y="1160604"/>
                </a:lnTo>
                <a:close/>
                <a:lnTo>
                  <a:pt x="729453" y="1157860"/>
                </a:lnTo>
                <a:close/>
                <a:lnTo>
                  <a:pt x="716798" y="1152653"/>
                </a:lnTo>
                <a:close/>
                <a:lnTo>
                  <a:pt x="698331" y="1143731"/>
                </a:lnTo>
                <a:close/>
                <a:lnTo>
                  <a:pt x="697837" y="1143505"/>
                </a:lnTo>
                <a:close/>
                <a:lnTo>
                  <a:pt x="678877" y="1133179"/>
                </a:lnTo>
                <a:close/>
                <a:lnTo>
                  <a:pt x="673215" y="1129603"/>
                </a:lnTo>
                <a:close/>
                <a:lnTo>
                  <a:pt x="659916" y="1121340"/>
                </a:lnTo>
                <a:close/>
                <a:lnTo>
                  <a:pt x="651804" y="1115474"/>
                </a:lnTo>
                <a:close/>
                <a:lnTo>
                  <a:pt x="640955" y="1107629"/>
                </a:lnTo>
                <a:close/>
                <a:lnTo>
                  <a:pt x="633438" y="1101345"/>
                </a:lnTo>
                <a:close/>
                <a:lnTo>
                  <a:pt x="621994" y="1091617"/>
                </a:lnTo>
                <a:close/>
                <a:lnTo>
                  <a:pt x="617438" y="1087216"/>
                </a:lnTo>
                <a:close/>
                <a:lnTo>
                  <a:pt x="603247" y="1073087"/>
                </a:lnTo>
                <a:close/>
                <a:lnTo>
                  <a:pt x="603033" y="1072877"/>
                </a:lnTo>
                <a:close/>
                <a:lnTo>
                  <a:pt x="590379" y="1058958"/>
                </a:lnTo>
                <a:close/>
                <a:lnTo>
                  <a:pt x="584073" y="1051862"/>
                </a:lnTo>
                <a:close/>
                <a:lnTo>
                  <a:pt x="578280" y="1044829"/>
                </a:lnTo>
                <a:close/>
                <a:lnTo>
                  <a:pt x="566794" y="1030701"/>
                </a:lnTo>
                <a:close/>
                <a:lnTo>
                  <a:pt x="565112" y="1028700"/>
                </a:lnTo>
                <a:close/>
                <a:lnTo>
                  <a:pt x="555375" y="1016572"/>
                </a:lnTo>
                <a:close/>
                <a:lnTo>
                  <a:pt x="546151" y="1005040"/>
                </a:lnTo>
                <a:close/>
                <a:lnTo>
                  <a:pt x="544093" y="1002443"/>
                </a:lnTo>
                <a:close/>
                <a:lnTo>
                  <a:pt x="532473" y="988314"/>
                </a:lnTo>
                <a:close/>
                <a:lnTo>
                  <a:pt x="527190" y="982062"/>
                </a:lnTo>
                <a:close/>
                <a:lnTo>
                  <a:pt x="520429" y="974185"/>
                </a:lnTo>
                <a:close/>
                <a:lnTo>
                  <a:pt x="508229" y="960118"/>
                </a:lnTo>
                <a:close/>
                <a:lnTo>
                  <a:pt x="508173" y="960056"/>
                </a:lnTo>
                <a:close/>
                <a:lnTo>
                  <a:pt x="494753" y="945927"/>
                </a:lnTo>
                <a:close/>
                <a:lnTo>
                  <a:pt x="489269" y="940204"/>
                </a:lnTo>
                <a:close/>
                <a:lnTo>
                  <a:pt x="480704" y="931799"/>
                </a:lnTo>
                <a:close/>
                <a:lnTo>
                  <a:pt x="470308" y="921533"/>
                </a:lnTo>
                <a:close/>
                <a:lnTo>
                  <a:pt x="466036" y="917670"/>
                </a:lnTo>
                <a:close/>
                <a:lnTo>
                  <a:pt x="451347" y="904071"/>
                </a:lnTo>
                <a:close/>
                <a:lnTo>
                  <a:pt x="450706" y="903541"/>
                </a:lnTo>
                <a:close/>
                <a:lnTo>
                  <a:pt x="434089" y="889412"/>
                </a:lnTo>
                <a:close/>
                <a:lnTo>
                  <a:pt x="432386" y="887907"/>
                </a:lnTo>
                <a:close/>
                <a:lnTo>
                  <a:pt x="416494" y="875283"/>
                </a:lnTo>
                <a:close/>
                <a:lnTo>
                  <a:pt x="413425" y="872688"/>
                </a:lnTo>
                <a:close/>
                <a:lnTo>
                  <a:pt x="398051" y="861154"/>
                </a:lnTo>
                <a:close/>
                <a:lnTo>
                  <a:pt x="394465" y="858246"/>
                </a:lnTo>
                <a:close/>
                <a:lnTo>
                  <a:pt x="378810" y="847025"/>
                </a:lnTo>
                <a:close/>
                <a:lnTo>
                  <a:pt x="375504" y="844439"/>
                </a:lnTo>
                <a:close/>
                <a:lnTo>
                  <a:pt x="358949" y="832897"/>
                </a:lnTo>
                <a:close/>
                <a:lnTo>
                  <a:pt x="356543" y="831063"/>
                </a:lnTo>
                <a:close/>
                <a:lnTo>
                  <a:pt x="338809" y="818768"/>
                </a:lnTo>
                <a:close/>
                <a:lnTo>
                  <a:pt x="337582" y="817845"/>
                </a:lnTo>
                <a:close/>
                <a:lnTo>
                  <a:pt x="318835" y="804639"/>
                </a:lnTo>
                <a:close/>
                <a:lnTo>
                  <a:pt x="318621" y="804479"/>
                </a:lnTo>
                <a:close/>
                <a:lnTo>
                  <a:pt x="299661" y="790715"/>
                </a:lnTo>
                <a:close/>
                <a:lnTo>
                  <a:pt x="299388" y="790510"/>
                </a:lnTo>
                <a:close/>
                <a:lnTo>
                  <a:pt x="280717" y="776381"/>
                </a:lnTo>
                <a:close/>
                <a:lnTo>
                  <a:pt x="280700" y="776368"/>
                </a:lnTo>
                <a:close/>
                <a:lnTo>
                  <a:pt x="262842" y="762252"/>
                </a:lnTo>
                <a:close/>
                <a:lnTo>
                  <a:pt x="261739" y="761369"/>
                </a:lnTo>
                <a:close/>
                <a:lnTo>
                  <a:pt x="245824" y="748123"/>
                </a:lnTo>
                <a:close/>
                <a:lnTo>
                  <a:pt x="242778" y="745560"/>
                </a:lnTo>
                <a:close/>
                <a:lnTo>
                  <a:pt x="229748" y="733995"/>
                </a:lnTo>
                <a:close/>
                <a:lnTo>
                  <a:pt x="223817" y="728617"/>
                </a:lnTo>
                <a:close/>
                <a:lnTo>
                  <a:pt x="214732" y="719866"/>
                </a:lnTo>
                <a:close/>
                <a:lnTo>
                  <a:pt x="204857" y="709951"/>
                </a:lnTo>
                <a:close/>
                <a:lnTo>
                  <a:pt x="200901" y="705737"/>
                </a:lnTo>
                <a:close/>
                <a:lnTo>
                  <a:pt x="188519" y="691608"/>
                </a:lnTo>
                <a:close/>
                <a:lnTo>
                  <a:pt x="185896" y="688318"/>
                </a:lnTo>
                <a:close/>
                <a:lnTo>
                  <a:pt x="177689" y="677479"/>
                </a:lnTo>
                <a:close/>
                <a:lnTo>
                  <a:pt x="168274" y="663350"/>
                </a:lnTo>
                <a:close/>
                <a:lnTo>
                  <a:pt x="166935" y="660998"/>
                </a:lnTo>
                <a:close/>
                <a:lnTo>
                  <a:pt x="160439" y="649221"/>
                </a:lnTo>
                <a:close/>
                <a:lnTo>
                  <a:pt x="154011" y="635093"/>
                </a:lnTo>
                <a:close/>
                <a:lnTo>
                  <a:pt x="148879" y="620964"/>
                </a:lnTo>
                <a:close/>
                <a:lnTo>
                  <a:pt x="147974" y="617775"/>
                </a:lnTo>
                <a:close/>
                <a:lnTo>
                  <a:pt x="144865" y="606835"/>
                </a:lnTo>
                <a:close/>
                <a:lnTo>
                  <a:pt x="141729" y="592706"/>
                </a:lnTo>
                <a:close/>
                <a:lnTo>
                  <a:pt x="139191" y="578577"/>
                </a:lnTo>
                <a:close/>
                <a:lnTo>
                  <a:pt x="136956" y="564448"/>
                </a:lnTo>
                <a:close/>
                <a:lnTo>
                  <a:pt x="134765" y="550319"/>
                </a:lnTo>
                <a:close/>
                <a:lnTo>
                  <a:pt x="132436" y="536191"/>
                </a:lnTo>
                <a:close/>
                <a:lnTo>
                  <a:pt x="129883" y="522062"/>
                </a:lnTo>
                <a:close/>
                <a:lnTo>
                  <a:pt x="129013" y="517735"/>
                </a:lnTo>
                <a:close/>
                <a:lnTo>
                  <a:pt x="126927" y="507933"/>
                </a:lnTo>
                <a:close/>
                <a:lnTo>
                  <a:pt x="123675" y="493804"/>
                </a:lnTo>
                <a:close/>
                <a:lnTo>
                  <a:pt x="120304" y="479675"/>
                </a:lnTo>
                <a:close/>
                <a:lnTo>
                  <a:pt x="116915" y="465546"/>
                </a:lnTo>
                <a:close/>
                <a:lnTo>
                  <a:pt x="113582" y="451417"/>
                </a:lnTo>
                <a:close/>
                <a:lnTo>
                  <a:pt x="110343" y="437289"/>
                </a:lnTo>
                <a:close/>
                <a:lnTo>
                  <a:pt x="110053" y="436025"/>
                </a:lnTo>
                <a:close/>
                <a:lnTo>
                  <a:pt x="106815" y="423160"/>
                </a:lnTo>
                <a:close/>
                <a:lnTo>
                  <a:pt x="103410" y="409031"/>
                </a:lnTo>
                <a:close/>
                <a:lnTo>
                  <a:pt x="100210" y="394902"/>
                </a:lnTo>
                <a:close/>
                <a:lnTo>
                  <a:pt x="97263" y="380773"/>
                </a:lnTo>
                <a:close/>
                <a:lnTo>
                  <a:pt x="94623" y="366644"/>
                </a:lnTo>
                <a:close/>
                <a:lnTo>
                  <a:pt x="92361" y="352515"/>
                </a:lnTo>
                <a:close/>
                <a:lnTo>
                  <a:pt x="91092" y="342412"/>
                </a:lnTo>
                <a:close/>
                <a:lnTo>
                  <a:pt x="90545" y="338387"/>
                </a:lnTo>
                <a:close/>
                <a:lnTo>
                  <a:pt x="89351" y="324258"/>
                </a:lnTo>
                <a:close/>
                <a:lnTo>
                  <a:pt x="89020" y="310129"/>
                </a:lnTo>
                <a:close/>
                <a:lnTo>
                  <a:pt x="89710" y="296000"/>
                </a:lnTo>
                <a:close/>
                <a:lnTo>
                  <a:pt x="91092" y="285640"/>
                </a:lnTo>
                <a:close/>
                <a:lnTo>
                  <a:pt x="91653" y="281871"/>
                </a:lnTo>
                <a:close/>
                <a:lnTo>
                  <a:pt x="95334" y="267742"/>
                </a:lnTo>
                <a:close/>
                <a:lnTo>
                  <a:pt x="101206" y="253614"/>
                </a:lnTo>
                <a:close/>
                <a:lnTo>
                  <a:pt x="109856" y="239485"/>
                </a:lnTo>
                <a:close/>
                <a:lnTo>
                  <a:pt x="110053" y="239223"/>
                </a:lnTo>
                <a:close/>
                <a:lnTo>
                  <a:pt x="124046" y="225356"/>
                </a:lnTo>
                <a:close/>
                <a:lnTo>
                  <a:pt x="129013" y="221204"/>
                </a:lnTo>
                <a:close/>
                <a:lnTo>
                  <a:pt x="145402" y="211227"/>
                </a:lnTo>
                <a:close/>
                <a:lnTo>
                  <a:pt x="147974" y="209675"/>
                </a:lnTo>
                <a:close/>
                <a:lnTo>
                  <a:pt x="166935" y="200878"/>
                </a:lnTo>
                <a:close/>
                <a:lnTo>
                  <a:pt x="177891" y="197098"/>
                </a:lnTo>
                <a:close/>
                <a:lnTo>
                  <a:pt x="185896" y="193974"/>
                </a:lnTo>
                <a:close/>
                <a:lnTo>
                  <a:pt x="204857" y="188840"/>
                </a:lnTo>
                <a:close/>
                <a:lnTo>
                  <a:pt x="223817" y="186110"/>
                </a:lnTo>
                <a:close/>
                <a:lnTo>
                  <a:pt x="242778" y="185793"/>
                </a:lnTo>
                <a:close/>
                <a:lnTo>
                  <a:pt x="261739" y="187703"/>
                </a:lnTo>
                <a:close/>
                <a:lnTo>
                  <a:pt x="280700" y="191491"/>
                </a:lnTo>
                <a:close/>
                <a:lnTo>
                  <a:pt x="299661" y="196835"/>
                </a:lnTo>
                <a:close/>
                <a:lnTo>
                  <a:pt x="300402" y="197098"/>
                </a:lnTo>
                <a:close/>
                <a:lnTo>
                  <a:pt x="318621" y="203905"/>
                </a:lnTo>
                <a:close/>
                <a:lnTo>
                  <a:pt x="334835" y="211227"/>
                </a:lnTo>
                <a:close/>
                <a:lnTo>
                  <a:pt x="337582" y="212567"/>
                </a:lnTo>
                <a:close/>
                <a:lnTo>
                  <a:pt x="356543" y="223279"/>
                </a:lnTo>
                <a:close/>
                <a:lnTo>
                  <a:pt x="359873" y="225356"/>
                </a:lnTo>
                <a:close/>
                <a:lnTo>
                  <a:pt x="375504" y="236401"/>
                </a:lnTo>
                <a:close/>
                <a:lnTo>
                  <a:pt x="379610" y="239485"/>
                </a:lnTo>
                <a:close/>
                <a:lnTo>
                  <a:pt x="394465" y="252267"/>
                </a:lnTo>
                <a:close/>
                <a:lnTo>
                  <a:pt x="396028" y="253614"/>
                </a:lnTo>
                <a:close/>
                <a:lnTo>
                  <a:pt x="410661" y="267742"/>
                </a:lnTo>
                <a:close/>
                <a:lnTo>
                  <a:pt x="413425" y="270666"/>
                </a:lnTo>
                <a:close/>
                <a:lnTo>
                  <a:pt x="424667" y="281871"/>
                </a:lnTo>
                <a:close/>
                <a:lnTo>
                  <a:pt x="432386" y="290203"/>
                </a:lnTo>
                <a:close/>
                <a:lnTo>
                  <a:pt x="438534" y="296000"/>
                </a:lnTo>
                <a:close/>
                <a:lnTo>
                  <a:pt x="451347" y="308724"/>
                </a:lnTo>
                <a:close/>
                <a:lnTo>
                  <a:pt x="453135" y="310129"/>
                </a:lnTo>
                <a:close/>
                <a:lnTo>
                  <a:pt x="470308" y="323929"/>
                </a:lnTo>
                <a:close/>
                <a:lnTo>
                  <a:pt x="470913" y="324258"/>
                </a:lnTo>
                <a:close/>
                <a:lnTo>
                  <a:pt x="489269" y="334130"/>
                </a:lnTo>
                <a:close/>
                <a:lnTo>
                  <a:pt x="506507" y="338387"/>
                </a:lnTo>
                <a:close/>
                <a:lnTo>
                  <a:pt x="508229" y="338794"/>
                </a:lnTo>
                <a:close/>
                <a:lnTo>
                  <a:pt x="510130" y="338387"/>
                </a:lnTo>
                <a:close/>
                <a:lnTo>
                  <a:pt x="527190" y="332229"/>
                </a:lnTo>
                <a:close/>
                <a:lnTo>
                  <a:pt x="535035" y="324258"/>
                </a:lnTo>
                <a:close/>
                <a:lnTo>
                  <a:pt x="546151" y="312783"/>
                </a:lnTo>
                <a:close/>
                <a:lnTo>
                  <a:pt x="549257" y="310129"/>
                </a:lnTo>
                <a:close/>
                <a:lnTo>
                  <a:pt x="565112" y="302073"/>
                </a:lnTo>
                <a:close/>
                <a:lnTo>
                  <a:pt x="584073" y="301143"/>
                </a:lnTo>
                <a:close/>
                <a:lnTo>
                  <a:pt x="603033" y="305459"/>
                </a:lnTo>
                <a:close/>
                <a:lnTo>
                  <a:pt x="614104" y="310129"/>
                </a:lnTo>
                <a:close/>
                <a:lnTo>
                  <a:pt x="621994" y="313046"/>
                </a:lnTo>
                <a:close/>
                <a:lnTo>
                  <a:pt x="640955" y="322842"/>
                </a:lnTo>
                <a:close/>
                <a:lnTo>
                  <a:pt x="643138" y="324258"/>
                </a:lnTo>
                <a:close/>
                <a:lnTo>
                  <a:pt x="659916" y="334276"/>
                </a:lnTo>
                <a:close/>
                <a:lnTo>
                  <a:pt x="665814" y="338387"/>
                </a:lnTo>
                <a:close/>
                <a:lnTo>
                  <a:pt x="678877" y="346955"/>
                </a:lnTo>
                <a:close/>
                <a:lnTo>
                  <a:pt x="686379" y="352515"/>
                </a:lnTo>
                <a:close/>
                <a:lnTo>
                  <a:pt x="697837" y="360677"/>
                </a:lnTo>
                <a:close/>
                <a:lnTo>
                  <a:pt x="705477" y="366644"/>
                </a:lnTo>
                <a:close/>
                <a:lnTo>
                  <a:pt x="716798" y="375283"/>
                </a:lnTo>
                <a:close/>
                <a:lnTo>
                  <a:pt x="723549" y="380773"/>
                </a:lnTo>
                <a:close/>
                <a:lnTo>
                  <a:pt x="735759" y="390566"/>
                </a:lnTo>
                <a:close/>
                <a:lnTo>
                  <a:pt x="740975" y="394902"/>
                </a:lnTo>
                <a:close/>
                <a:lnTo>
                  <a:pt x="754720" y="406195"/>
                </a:lnTo>
                <a:close/>
                <a:lnTo>
                  <a:pt x="758137" y="409031"/>
                </a:lnTo>
                <a:close/>
                <a:lnTo>
                  <a:pt x="773681" y="421731"/>
                </a:lnTo>
                <a:close/>
                <a:lnTo>
                  <a:pt x="775448" y="423160"/>
                </a:lnTo>
                <a:close/>
                <a:lnTo>
                  <a:pt x="792641" y="436744"/>
                </a:lnTo>
                <a:close/>
                <a:lnTo>
                  <a:pt x="793347" y="437289"/>
                </a:lnTo>
                <a:close/>
                <a:lnTo>
                  <a:pt x="811602" y="450971"/>
                </a:lnTo>
                <a:close/>
                <a:lnTo>
                  <a:pt x="812214" y="451417"/>
                </a:lnTo>
                <a:close/>
                <a:lnTo>
                  <a:pt x="830563" y="464401"/>
                </a:lnTo>
                <a:close/>
                <a:lnTo>
                  <a:pt x="832212" y="465546"/>
                </a:lnTo>
                <a:close/>
                <a:lnTo>
                  <a:pt x="849524" y="477242"/>
                </a:lnTo>
                <a:close/>
                <a:lnTo>
                  <a:pt x="853145" y="479675"/>
                </a:lnTo>
                <a:close/>
                <a:lnTo>
                  <a:pt x="868485" y="489805"/>
                </a:lnTo>
                <a:close/>
                <a:lnTo>
                  <a:pt x="874488" y="493804"/>
                </a:lnTo>
                <a:close/>
                <a:lnTo>
                  <a:pt x="887445" y="502418"/>
                </a:lnTo>
                <a:close/>
                <a:lnTo>
                  <a:pt x="895595" y="507933"/>
                </a:lnTo>
                <a:close/>
                <a:lnTo>
                  <a:pt x="906406" y="515381"/>
                </a:lnTo>
                <a:close/>
                <a:lnTo>
                  <a:pt x="915906" y="522062"/>
                </a:lnTo>
                <a:close/>
                <a:lnTo>
                  <a:pt x="925367" y="528996"/>
                </a:lnTo>
                <a:close/>
                <a:lnTo>
                  <a:pt x="934998" y="536191"/>
                </a:lnTo>
                <a:close/>
                <a:lnTo>
                  <a:pt x="944328" y="543654"/>
                </a:lnTo>
                <a:close/>
                <a:lnTo>
                  <a:pt x="952527" y="550319"/>
                </a:lnTo>
                <a:close/>
                <a:lnTo>
                  <a:pt x="963289" y="559985"/>
                </a:lnTo>
                <a:close/>
                <a:lnTo>
                  <a:pt x="968183" y="564448"/>
                </a:lnTo>
                <a:close/>
                <a:lnTo>
                  <a:pt x="981759" y="578577"/>
                </a:lnTo>
                <a:close/>
                <a:lnTo>
                  <a:pt x="982249" y="579151"/>
                </a:lnTo>
                <a:close/>
                <a:lnTo>
                  <a:pt x="993545" y="592706"/>
                </a:lnTo>
                <a:close/>
                <a:lnTo>
                  <a:pt x="1001210" y="603739"/>
                </a:lnTo>
                <a:close/>
                <a:lnTo>
                  <a:pt x="1003317" y="606835"/>
                </a:lnTo>
                <a:close/>
                <a:lnTo>
                  <a:pt x="1011439" y="620964"/>
                </a:lnTo>
                <a:close/>
                <a:lnTo>
                  <a:pt x="1017979" y="635093"/>
                </a:lnTo>
                <a:close/>
                <a:lnTo>
                  <a:pt x="1020171" y="640997"/>
                </a:lnTo>
                <a:close/>
                <a:lnTo>
                  <a:pt x="1023184" y="649221"/>
                </a:lnTo>
                <a:close/>
                <a:lnTo>
                  <a:pt x="1027045" y="663350"/>
                </a:lnTo>
                <a:close/>
                <a:lnTo>
                  <a:pt x="1029671" y="677479"/>
                </a:lnTo>
                <a:close/>
                <a:lnTo>
                  <a:pt x="1031112" y="691608"/>
                </a:lnTo>
                <a:close/>
                <a:lnTo>
                  <a:pt x="1031386" y="705737"/>
                </a:lnTo>
                <a:close/>
                <a:lnTo>
                  <a:pt x="1030561" y="719866"/>
                </a:lnTo>
                <a:close/>
                <a:lnTo>
                  <a:pt x="1028851" y="733995"/>
                </a:lnTo>
                <a:close/>
                <a:lnTo>
                  <a:pt x="1026720" y="748123"/>
                </a:lnTo>
                <a:close/>
                <a:lnTo>
                  <a:pt x="1024889" y="762252"/>
                </a:lnTo>
                <a:close/>
                <a:lnTo>
                  <a:pt x="1024181" y="776381"/>
                </a:lnTo>
                <a:close/>
                <a:lnTo>
                  <a:pt x="1025228" y="790510"/>
                </a:lnTo>
                <a:close/>
                <a:lnTo>
                  <a:pt x="1028252" y="804639"/>
                </a:lnTo>
                <a:close/>
                <a:lnTo>
                  <a:pt x="1033048" y="818768"/>
                </a:lnTo>
                <a:close/>
                <a:lnTo>
                  <a:pt x="1039132" y="832782"/>
                </a:lnTo>
                <a:close/>
                <a:lnTo>
                  <a:pt x="1039183" y="832897"/>
                </a:lnTo>
                <a:close/>
                <a:lnTo>
                  <a:pt x="1046917" y="847025"/>
                </a:lnTo>
                <a:close/>
                <a:lnTo>
                  <a:pt x="1055022" y="861154"/>
                </a:lnTo>
                <a:close/>
                <a:lnTo>
                  <a:pt x="1058093" y="866294"/>
                </a:lnTo>
                <a:close/>
                <a:lnTo>
                  <a:pt x="1063675" y="875283"/>
                </a:lnTo>
                <a:close/>
                <a:lnTo>
                  <a:pt x="1072214" y="889412"/>
                </a:lnTo>
                <a:close/>
                <a:lnTo>
                  <a:pt x="1077053" y="897893"/>
                </a:lnTo>
                <a:close/>
                <a:lnTo>
                  <a:pt x="1080451" y="903541"/>
                </a:lnTo>
                <a:close/>
                <a:lnTo>
                  <a:pt x="1088250" y="917670"/>
                </a:lnTo>
                <a:close/>
                <a:lnTo>
                  <a:pt x="1095063" y="931799"/>
                </a:lnTo>
                <a:close/>
                <a:lnTo>
                  <a:pt x="1096014" y="934078"/>
                </a:lnTo>
                <a:close/>
                <a:lnTo>
                  <a:pt x="1101299" y="945927"/>
                </a:lnTo>
                <a:close/>
                <a:lnTo>
                  <a:pt x="1106473" y="960056"/>
                </a:lnTo>
                <a:close/>
                <a:lnTo>
                  <a:pt x="1110628" y="974185"/>
                </a:lnTo>
                <a:close/>
                <a:lnTo>
                  <a:pt x="1113911" y="988314"/>
                </a:lnTo>
                <a:close/>
                <a:lnTo>
                  <a:pt x="1114975" y="994114"/>
                </a:lnTo>
                <a:close/>
                <a:lnTo>
                  <a:pt x="1116612" y="1002443"/>
                </a:lnTo>
                <a:close/>
                <a:lnTo>
                  <a:pt x="1118940" y="1016572"/>
                </a:lnTo>
                <a:close/>
                <a:lnTo>
                  <a:pt x="1121123" y="1030701"/>
                </a:lnTo>
                <a:close/>
                <a:lnTo>
                  <a:pt x="1123365" y="1044829"/>
                </a:lnTo>
                <a:close/>
                <a:lnTo>
                  <a:pt x="1125726" y="1058958"/>
                </a:lnTo>
                <a:close/>
                <a:lnTo>
                  <a:pt x="1128113" y="1073087"/>
                </a:lnTo>
                <a:close/>
                <a:lnTo>
                  <a:pt x="1130301" y="1087216"/>
                </a:lnTo>
                <a:close/>
                <a:lnTo>
                  <a:pt x="1131948" y="1101345"/>
                </a:lnTo>
                <a:close/>
                <a:lnTo>
                  <a:pt x="1132610" y="1115474"/>
                </a:lnTo>
                <a:close/>
                <a:lnTo>
                  <a:pt x="1131764" y="1129603"/>
                </a:lnTo>
                <a:close/>
                <a:lnTo>
                  <a:pt x="1128894" y="1143731"/>
                </a:lnTo>
                <a:close/>
                <a:lnTo>
                  <a:pt x="1123608" y="1157860"/>
                </a:lnTo>
                <a:close/>
                <a:lnTo>
                  <a:pt x="1115699" y="1171989"/>
                </a:lnTo>
                <a:close/>
                <a:lnTo>
                  <a:pt x="1114975" y="1173019"/>
                </a:lnTo>
                <a:close/>
                <a:lnTo>
                  <a:pt x="1104840" y="1186118"/>
                </a:lnTo>
                <a:close/>
                <a:lnTo>
                  <a:pt x="1096014" y="1194983"/>
                </a:lnTo>
                <a:close/>
                <a:lnTo>
                  <a:pt x="1089798" y="1200247"/>
                </a:lnTo>
                <a:close/>
                <a:lnTo>
                  <a:pt x="1077053" y="1208760"/>
                </a:lnTo>
                <a:close/>
                <a:lnTo>
                  <a:pt x="1065605" y="1214376"/>
                </a:lnTo>
                <a:close/>
                <a:lnTo>
                  <a:pt x="1058093" y="1217435"/>
                </a:lnTo>
                <a:close/>
                <a:lnTo>
                  <a:pt x="1039132" y="1222731"/>
                </a:lnTo>
                <a:close/>
                <a:lnTo>
                  <a:pt x="1020171" y="1225737"/>
                </a:lnTo>
                <a:close/>
                <a:lnTo>
                  <a:pt x="1001210" y="1226845"/>
                </a:lnTo>
                <a:close/>
                <a:lnTo>
                  <a:pt x="982249" y="1226246"/>
                </a:lnTo>
                <a:close/>
                <a:lnTo>
                  <a:pt x="963289" y="1224027"/>
                </a:lnTo>
                <a:close/>
                <a:lnTo>
                  <a:pt x="944328" y="1220316"/>
                </a:lnTo>
                <a:close/>
                <a:lnTo>
                  <a:pt x="925367" y="1215391"/>
                </a:lnTo>
                <a:close/>
                <a:lnTo>
                  <a:pt x="921902" y="1214376"/>
                </a:lnTo>
                <a:close/>
              </a:path>
            </a:pathLst>
          </a:custGeom>
          <a:solidFill>
            <a:srgbClr val="CCDFF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703816" y="1559628"/>
            <a:ext cx="1043590" cy="1041052"/>
          </a:xfrm>
          <a:custGeom>
            <a:avLst/>
            <a:gdLst/>
            <a:ahLst/>
            <a:cxnLst/>
            <a:rect l="l" t="t" r="r" b="b"/>
            <a:pathLst>
              <a:path w="1043590" h="1041052">
                <a:moveTo>
                  <a:pt x="836347" y="1029598"/>
                </a:moveTo>
                <a:lnTo>
                  <a:pt x="855308" y="1034523"/>
                </a:lnTo>
                <a:close/>
                <a:lnTo>
                  <a:pt x="874269" y="1038234"/>
                </a:lnTo>
                <a:close/>
                <a:lnTo>
                  <a:pt x="893229" y="1040453"/>
                </a:lnTo>
                <a:close/>
                <a:lnTo>
                  <a:pt x="912190" y="1041052"/>
                </a:lnTo>
                <a:close/>
                <a:lnTo>
                  <a:pt x="931151" y="1039944"/>
                </a:lnTo>
                <a:close/>
                <a:lnTo>
                  <a:pt x="950112" y="1036938"/>
                </a:lnTo>
                <a:close/>
                <a:lnTo>
                  <a:pt x="969073" y="1031642"/>
                </a:lnTo>
                <a:close/>
                <a:lnTo>
                  <a:pt x="976585" y="1028583"/>
                </a:lnTo>
                <a:close/>
                <a:lnTo>
                  <a:pt x="988033" y="1022967"/>
                </a:lnTo>
                <a:close/>
                <a:lnTo>
                  <a:pt x="1000778" y="1014454"/>
                </a:lnTo>
                <a:close/>
                <a:lnTo>
                  <a:pt x="1006994" y="1009190"/>
                </a:lnTo>
                <a:close/>
                <a:lnTo>
                  <a:pt x="1015820" y="1000325"/>
                </a:lnTo>
                <a:close/>
                <a:lnTo>
                  <a:pt x="1025955" y="987226"/>
                </a:lnTo>
                <a:close/>
                <a:lnTo>
                  <a:pt x="1026679" y="986196"/>
                </a:lnTo>
                <a:close/>
                <a:lnTo>
                  <a:pt x="1034588" y="972067"/>
                </a:lnTo>
                <a:close/>
                <a:lnTo>
                  <a:pt x="1039874" y="957938"/>
                </a:lnTo>
                <a:close/>
                <a:lnTo>
                  <a:pt x="1042744" y="943810"/>
                </a:lnTo>
                <a:close/>
                <a:lnTo>
                  <a:pt x="1043590" y="929681"/>
                </a:lnTo>
                <a:close/>
                <a:lnTo>
                  <a:pt x="1042928" y="915552"/>
                </a:lnTo>
                <a:close/>
                <a:lnTo>
                  <a:pt x="1041281" y="901423"/>
                </a:lnTo>
                <a:close/>
                <a:lnTo>
                  <a:pt x="1039093" y="887294"/>
                </a:lnTo>
                <a:close/>
                <a:lnTo>
                  <a:pt x="1036706" y="873165"/>
                </a:lnTo>
                <a:close/>
                <a:lnTo>
                  <a:pt x="1034345" y="859036"/>
                </a:lnTo>
                <a:close/>
                <a:lnTo>
                  <a:pt x="1032103" y="844908"/>
                </a:lnTo>
                <a:close/>
                <a:lnTo>
                  <a:pt x="1029920" y="830779"/>
                </a:lnTo>
                <a:close/>
                <a:lnTo>
                  <a:pt x="1027592" y="816650"/>
                </a:lnTo>
                <a:close/>
                <a:lnTo>
                  <a:pt x="1025955" y="808321"/>
                </a:lnTo>
                <a:close/>
                <a:lnTo>
                  <a:pt x="1024891" y="802521"/>
                </a:lnTo>
                <a:close/>
                <a:lnTo>
                  <a:pt x="1021608" y="788392"/>
                </a:lnTo>
                <a:close/>
                <a:lnTo>
                  <a:pt x="1017453" y="774263"/>
                </a:lnTo>
                <a:close/>
                <a:lnTo>
                  <a:pt x="1012279" y="760134"/>
                </a:lnTo>
                <a:close/>
                <a:lnTo>
                  <a:pt x="1006994" y="748285"/>
                </a:lnTo>
                <a:close/>
                <a:lnTo>
                  <a:pt x="1006043" y="746006"/>
                </a:lnTo>
                <a:close/>
                <a:lnTo>
                  <a:pt x="999230" y="731877"/>
                </a:lnTo>
                <a:close/>
                <a:lnTo>
                  <a:pt x="991431" y="717748"/>
                </a:lnTo>
                <a:close/>
                <a:lnTo>
                  <a:pt x="988033" y="712100"/>
                </a:lnTo>
                <a:close/>
                <a:lnTo>
                  <a:pt x="983194" y="703619"/>
                </a:lnTo>
                <a:close/>
                <a:lnTo>
                  <a:pt x="974655" y="689490"/>
                </a:lnTo>
                <a:close/>
                <a:lnTo>
                  <a:pt x="969073" y="680501"/>
                </a:lnTo>
                <a:close/>
                <a:lnTo>
                  <a:pt x="966002" y="675361"/>
                </a:lnTo>
                <a:close/>
                <a:lnTo>
                  <a:pt x="957897" y="661232"/>
                </a:lnTo>
                <a:close/>
                <a:lnTo>
                  <a:pt x="950163" y="647104"/>
                </a:lnTo>
                <a:close/>
                <a:lnTo>
                  <a:pt x="950112" y="646989"/>
                </a:lnTo>
                <a:close/>
                <a:lnTo>
                  <a:pt x="944028" y="632975"/>
                </a:lnTo>
                <a:close/>
                <a:lnTo>
                  <a:pt x="939232" y="618846"/>
                </a:lnTo>
                <a:close/>
                <a:lnTo>
                  <a:pt x="936208" y="604717"/>
                </a:lnTo>
                <a:close/>
                <a:lnTo>
                  <a:pt x="935161" y="590588"/>
                </a:lnTo>
                <a:close/>
                <a:lnTo>
                  <a:pt x="935869" y="576459"/>
                </a:lnTo>
                <a:close/>
                <a:lnTo>
                  <a:pt x="937700" y="562330"/>
                </a:lnTo>
                <a:close/>
                <a:lnTo>
                  <a:pt x="939831" y="548202"/>
                </a:lnTo>
                <a:close/>
                <a:lnTo>
                  <a:pt x="941541" y="534073"/>
                </a:lnTo>
                <a:close/>
                <a:lnTo>
                  <a:pt x="942366" y="519944"/>
                </a:lnTo>
                <a:close/>
                <a:lnTo>
                  <a:pt x="942092" y="505815"/>
                </a:lnTo>
                <a:close/>
                <a:lnTo>
                  <a:pt x="940651" y="491686"/>
                </a:lnTo>
                <a:close/>
                <a:lnTo>
                  <a:pt x="938025" y="477557"/>
                </a:lnTo>
                <a:close/>
                <a:lnTo>
                  <a:pt x="934164" y="463428"/>
                </a:lnTo>
                <a:close/>
                <a:lnTo>
                  <a:pt x="931151" y="455204"/>
                </a:lnTo>
                <a:close/>
                <a:lnTo>
                  <a:pt x="928959" y="449300"/>
                </a:lnTo>
                <a:close/>
                <a:lnTo>
                  <a:pt x="922419" y="435171"/>
                </a:lnTo>
                <a:close/>
                <a:lnTo>
                  <a:pt x="914297" y="421042"/>
                </a:lnTo>
                <a:close/>
                <a:lnTo>
                  <a:pt x="912190" y="417946"/>
                </a:lnTo>
                <a:close/>
                <a:lnTo>
                  <a:pt x="904525" y="406913"/>
                </a:lnTo>
                <a:close/>
                <a:lnTo>
                  <a:pt x="893229" y="393358"/>
                </a:lnTo>
                <a:close/>
                <a:lnTo>
                  <a:pt x="892739" y="392784"/>
                </a:lnTo>
                <a:close/>
                <a:lnTo>
                  <a:pt x="879163" y="378655"/>
                </a:lnTo>
                <a:close/>
                <a:lnTo>
                  <a:pt x="874269" y="374192"/>
                </a:lnTo>
                <a:close/>
                <a:lnTo>
                  <a:pt x="863507" y="364526"/>
                </a:lnTo>
                <a:close/>
                <a:lnTo>
                  <a:pt x="855308" y="357861"/>
                </a:lnTo>
                <a:close/>
                <a:lnTo>
                  <a:pt x="845978" y="350398"/>
                </a:lnTo>
                <a:close/>
                <a:lnTo>
                  <a:pt x="836347" y="343203"/>
                </a:lnTo>
                <a:close/>
                <a:lnTo>
                  <a:pt x="826886" y="336269"/>
                </a:lnTo>
                <a:close/>
                <a:lnTo>
                  <a:pt x="817386" y="329588"/>
                </a:lnTo>
                <a:close/>
                <a:lnTo>
                  <a:pt x="806575" y="322140"/>
                </a:lnTo>
                <a:close/>
                <a:lnTo>
                  <a:pt x="798425" y="316625"/>
                </a:lnTo>
                <a:close/>
                <a:lnTo>
                  <a:pt x="785468" y="308011"/>
                </a:lnTo>
                <a:close/>
                <a:lnTo>
                  <a:pt x="779465" y="304012"/>
                </a:lnTo>
                <a:close/>
                <a:lnTo>
                  <a:pt x="764125" y="293882"/>
                </a:lnTo>
                <a:close/>
                <a:lnTo>
                  <a:pt x="760504" y="291449"/>
                </a:lnTo>
                <a:close/>
                <a:lnTo>
                  <a:pt x="743192" y="279753"/>
                </a:lnTo>
                <a:close/>
                <a:lnTo>
                  <a:pt x="741543" y="278608"/>
                </a:lnTo>
                <a:close/>
                <a:lnTo>
                  <a:pt x="723194" y="265624"/>
                </a:lnTo>
                <a:close/>
                <a:lnTo>
                  <a:pt x="722582" y="265178"/>
                </a:lnTo>
                <a:close/>
                <a:lnTo>
                  <a:pt x="704327" y="251496"/>
                </a:lnTo>
                <a:close/>
                <a:lnTo>
                  <a:pt x="703621" y="250951"/>
                </a:lnTo>
                <a:close/>
                <a:lnTo>
                  <a:pt x="686428" y="237367"/>
                </a:lnTo>
                <a:close/>
                <a:lnTo>
                  <a:pt x="684661" y="235938"/>
                </a:lnTo>
                <a:close/>
                <a:lnTo>
                  <a:pt x="669117" y="223238"/>
                </a:lnTo>
                <a:close/>
                <a:lnTo>
                  <a:pt x="665700" y="220402"/>
                </a:lnTo>
                <a:close/>
                <a:lnTo>
                  <a:pt x="651955" y="209109"/>
                </a:lnTo>
                <a:close/>
                <a:lnTo>
                  <a:pt x="646739" y="204773"/>
                </a:lnTo>
                <a:close/>
                <a:lnTo>
                  <a:pt x="634529" y="194980"/>
                </a:lnTo>
                <a:close/>
                <a:lnTo>
                  <a:pt x="627778" y="189490"/>
                </a:lnTo>
                <a:close/>
                <a:lnTo>
                  <a:pt x="616457" y="180851"/>
                </a:lnTo>
                <a:close/>
                <a:lnTo>
                  <a:pt x="608817" y="174884"/>
                </a:lnTo>
                <a:close/>
                <a:lnTo>
                  <a:pt x="597359" y="166722"/>
                </a:lnTo>
                <a:close/>
                <a:lnTo>
                  <a:pt x="589857" y="161162"/>
                </a:lnTo>
                <a:close/>
                <a:lnTo>
                  <a:pt x="576794" y="152594"/>
                </a:lnTo>
                <a:close/>
                <a:lnTo>
                  <a:pt x="570896" y="148483"/>
                </a:lnTo>
                <a:close/>
                <a:lnTo>
                  <a:pt x="554118" y="138465"/>
                </a:lnTo>
                <a:close/>
                <a:lnTo>
                  <a:pt x="551935" y="137049"/>
                </a:lnTo>
                <a:close/>
                <a:lnTo>
                  <a:pt x="532974" y="127253"/>
                </a:lnTo>
                <a:close/>
                <a:lnTo>
                  <a:pt x="525084" y="124336"/>
                </a:lnTo>
                <a:close/>
                <a:lnTo>
                  <a:pt x="514013" y="119666"/>
                </a:lnTo>
                <a:close/>
                <a:lnTo>
                  <a:pt x="495053" y="115350"/>
                </a:lnTo>
                <a:close/>
                <a:lnTo>
                  <a:pt x="476092" y="116280"/>
                </a:lnTo>
                <a:close/>
                <a:lnTo>
                  <a:pt x="460237" y="124336"/>
                </a:lnTo>
                <a:close/>
                <a:lnTo>
                  <a:pt x="457131" y="126990"/>
                </a:lnTo>
                <a:close/>
                <a:lnTo>
                  <a:pt x="446015" y="138465"/>
                </a:lnTo>
                <a:close/>
                <a:lnTo>
                  <a:pt x="438170" y="146436"/>
                </a:lnTo>
                <a:close/>
                <a:lnTo>
                  <a:pt x="421110" y="152594"/>
                </a:lnTo>
                <a:close/>
                <a:lnTo>
                  <a:pt x="419209" y="153001"/>
                </a:lnTo>
                <a:close/>
                <a:lnTo>
                  <a:pt x="417487" y="152594"/>
                </a:lnTo>
                <a:close/>
                <a:lnTo>
                  <a:pt x="400249" y="148337"/>
                </a:lnTo>
                <a:close/>
                <a:lnTo>
                  <a:pt x="381893" y="138465"/>
                </a:lnTo>
                <a:close/>
                <a:lnTo>
                  <a:pt x="381288" y="138136"/>
                </a:lnTo>
                <a:close/>
                <a:lnTo>
                  <a:pt x="364115" y="124336"/>
                </a:lnTo>
                <a:close/>
                <a:lnTo>
                  <a:pt x="362327" y="122931"/>
                </a:lnTo>
                <a:close/>
                <a:lnTo>
                  <a:pt x="349514" y="110207"/>
                </a:lnTo>
                <a:close/>
                <a:lnTo>
                  <a:pt x="343366" y="104410"/>
                </a:lnTo>
                <a:close/>
                <a:lnTo>
                  <a:pt x="335647" y="96078"/>
                </a:lnTo>
                <a:close/>
                <a:lnTo>
                  <a:pt x="324405" y="84873"/>
                </a:lnTo>
                <a:close/>
                <a:lnTo>
                  <a:pt x="321641" y="81949"/>
                </a:lnTo>
                <a:close/>
                <a:lnTo>
                  <a:pt x="307008" y="67821"/>
                </a:lnTo>
                <a:close/>
                <a:lnTo>
                  <a:pt x="305445" y="66474"/>
                </a:lnTo>
                <a:close/>
                <a:lnTo>
                  <a:pt x="290590" y="53692"/>
                </a:lnTo>
                <a:close/>
                <a:lnTo>
                  <a:pt x="286484" y="50608"/>
                </a:lnTo>
                <a:close/>
                <a:lnTo>
                  <a:pt x="270853" y="39563"/>
                </a:lnTo>
                <a:close/>
                <a:lnTo>
                  <a:pt x="267523" y="37486"/>
                </a:lnTo>
                <a:close/>
                <a:lnTo>
                  <a:pt x="248562" y="26774"/>
                </a:lnTo>
                <a:close/>
                <a:lnTo>
                  <a:pt x="245815" y="25434"/>
                </a:lnTo>
                <a:close/>
                <a:lnTo>
                  <a:pt x="229601" y="18112"/>
                </a:lnTo>
                <a:close/>
                <a:lnTo>
                  <a:pt x="211382" y="11305"/>
                </a:lnTo>
                <a:close/>
                <a:lnTo>
                  <a:pt x="210641" y="11042"/>
                </a:lnTo>
                <a:close/>
                <a:lnTo>
                  <a:pt x="191680" y="5698"/>
                </a:lnTo>
                <a:close/>
                <a:lnTo>
                  <a:pt x="172719" y="1910"/>
                </a:lnTo>
                <a:close/>
                <a:lnTo>
                  <a:pt x="153758" y="0"/>
                </a:lnTo>
                <a:close/>
                <a:lnTo>
                  <a:pt x="134797" y="317"/>
                </a:lnTo>
                <a:close/>
                <a:lnTo>
                  <a:pt x="115837" y="3047"/>
                </a:lnTo>
                <a:close/>
                <a:lnTo>
                  <a:pt x="96876" y="8181"/>
                </a:lnTo>
                <a:close/>
                <a:lnTo>
                  <a:pt x="88871" y="11305"/>
                </a:lnTo>
                <a:close/>
                <a:lnTo>
                  <a:pt x="77915" y="15085"/>
                </a:lnTo>
                <a:close/>
                <a:lnTo>
                  <a:pt x="58954" y="23882"/>
                </a:lnTo>
                <a:close/>
                <a:lnTo>
                  <a:pt x="56382" y="25434"/>
                </a:lnTo>
                <a:close/>
                <a:lnTo>
                  <a:pt x="39993" y="35411"/>
                </a:lnTo>
                <a:close/>
                <a:lnTo>
                  <a:pt x="35026" y="39563"/>
                </a:lnTo>
                <a:close/>
                <a:lnTo>
                  <a:pt x="21033" y="53430"/>
                </a:lnTo>
                <a:close/>
                <a:lnTo>
                  <a:pt x="20836" y="53692"/>
                </a:lnTo>
                <a:close/>
                <a:lnTo>
                  <a:pt x="12186" y="67821"/>
                </a:lnTo>
                <a:close/>
                <a:lnTo>
                  <a:pt x="6314" y="81949"/>
                </a:lnTo>
                <a:close/>
                <a:lnTo>
                  <a:pt x="2633" y="96078"/>
                </a:lnTo>
                <a:close/>
                <a:lnTo>
                  <a:pt x="2072" y="99847"/>
                </a:lnTo>
                <a:close/>
                <a:lnTo>
                  <a:pt x="690" y="110207"/>
                </a:lnTo>
                <a:close/>
                <a:lnTo>
                  <a:pt x="0" y="124336"/>
                </a:lnTo>
                <a:close/>
                <a:lnTo>
                  <a:pt x="331" y="138465"/>
                </a:lnTo>
                <a:close/>
                <a:lnTo>
                  <a:pt x="1525" y="152594"/>
                </a:lnTo>
                <a:close/>
                <a:lnTo>
                  <a:pt x="2072" y="156619"/>
                </a:lnTo>
                <a:close/>
                <a:lnTo>
                  <a:pt x="3341" y="166722"/>
                </a:lnTo>
                <a:close/>
                <a:lnTo>
                  <a:pt x="5603" y="180851"/>
                </a:lnTo>
                <a:close/>
                <a:lnTo>
                  <a:pt x="8243" y="194980"/>
                </a:lnTo>
                <a:close/>
                <a:lnTo>
                  <a:pt x="11190" y="209109"/>
                </a:lnTo>
                <a:close/>
                <a:lnTo>
                  <a:pt x="14390" y="223238"/>
                </a:lnTo>
                <a:close/>
                <a:lnTo>
                  <a:pt x="17795" y="237367"/>
                </a:lnTo>
                <a:close/>
                <a:lnTo>
                  <a:pt x="21033" y="250232"/>
                </a:lnTo>
                <a:close/>
                <a:lnTo>
                  <a:pt x="21323" y="251496"/>
                </a:lnTo>
                <a:close/>
                <a:lnTo>
                  <a:pt x="24562" y="265624"/>
                </a:lnTo>
                <a:close/>
                <a:lnTo>
                  <a:pt x="27895" y="279753"/>
                </a:lnTo>
                <a:close/>
                <a:lnTo>
                  <a:pt x="31284" y="293882"/>
                </a:lnTo>
                <a:close/>
                <a:lnTo>
                  <a:pt x="34655" y="308011"/>
                </a:lnTo>
                <a:close/>
                <a:lnTo>
                  <a:pt x="37907" y="322140"/>
                </a:lnTo>
                <a:close/>
                <a:lnTo>
                  <a:pt x="39993" y="331942"/>
                </a:lnTo>
                <a:close/>
                <a:lnTo>
                  <a:pt x="40863" y="336269"/>
                </a:lnTo>
                <a:close/>
                <a:lnTo>
                  <a:pt x="43416" y="350398"/>
                </a:lnTo>
                <a:close/>
                <a:lnTo>
                  <a:pt x="45745" y="364526"/>
                </a:lnTo>
                <a:close/>
                <a:lnTo>
                  <a:pt x="47936" y="378655"/>
                </a:lnTo>
                <a:close/>
                <a:lnTo>
                  <a:pt x="50171" y="392784"/>
                </a:lnTo>
                <a:close/>
                <a:lnTo>
                  <a:pt x="52709" y="406913"/>
                </a:lnTo>
                <a:close/>
                <a:lnTo>
                  <a:pt x="55845" y="421042"/>
                </a:lnTo>
                <a:close/>
                <a:lnTo>
                  <a:pt x="58954" y="431982"/>
                </a:lnTo>
                <a:close/>
                <a:lnTo>
                  <a:pt x="59859" y="435171"/>
                </a:lnTo>
                <a:close/>
                <a:lnTo>
                  <a:pt x="64991" y="449300"/>
                </a:lnTo>
                <a:close/>
                <a:lnTo>
                  <a:pt x="71419" y="463428"/>
                </a:lnTo>
                <a:close/>
                <a:lnTo>
                  <a:pt x="77915" y="475205"/>
                </a:lnTo>
                <a:close/>
                <a:lnTo>
                  <a:pt x="79254" y="477557"/>
                </a:lnTo>
                <a:close/>
                <a:lnTo>
                  <a:pt x="88669" y="491686"/>
                </a:lnTo>
                <a:close/>
                <a:lnTo>
                  <a:pt x="96876" y="502525"/>
                </a:lnTo>
                <a:close/>
                <a:lnTo>
                  <a:pt x="99499" y="505815"/>
                </a:lnTo>
                <a:close/>
                <a:lnTo>
                  <a:pt x="111881" y="519944"/>
                </a:lnTo>
                <a:close/>
                <a:lnTo>
                  <a:pt x="115837" y="524158"/>
                </a:lnTo>
                <a:close/>
                <a:lnTo>
                  <a:pt x="125712" y="534073"/>
                </a:lnTo>
                <a:close/>
                <a:lnTo>
                  <a:pt x="134797" y="542824"/>
                </a:lnTo>
                <a:close/>
                <a:lnTo>
                  <a:pt x="140728" y="548202"/>
                </a:lnTo>
                <a:close/>
                <a:lnTo>
                  <a:pt x="153758" y="559767"/>
                </a:lnTo>
                <a:close/>
                <a:lnTo>
                  <a:pt x="156804" y="562330"/>
                </a:lnTo>
                <a:close/>
                <a:lnTo>
                  <a:pt x="172719" y="575576"/>
                </a:lnTo>
                <a:close/>
                <a:lnTo>
                  <a:pt x="173822" y="576459"/>
                </a:lnTo>
                <a:close/>
                <a:lnTo>
                  <a:pt x="191680" y="590575"/>
                </a:lnTo>
                <a:close/>
                <a:lnTo>
                  <a:pt x="191697" y="590588"/>
                </a:lnTo>
                <a:close/>
                <a:lnTo>
                  <a:pt x="210368" y="604717"/>
                </a:lnTo>
                <a:close/>
                <a:lnTo>
                  <a:pt x="210641" y="604922"/>
                </a:lnTo>
                <a:close/>
                <a:lnTo>
                  <a:pt x="229601" y="618686"/>
                </a:lnTo>
                <a:close/>
                <a:lnTo>
                  <a:pt x="229815" y="618846"/>
                </a:lnTo>
                <a:close/>
                <a:lnTo>
                  <a:pt x="248562" y="632052"/>
                </a:lnTo>
                <a:close/>
                <a:lnTo>
                  <a:pt x="249789" y="632975"/>
                </a:lnTo>
                <a:close/>
                <a:lnTo>
                  <a:pt x="267523" y="645270"/>
                </a:lnTo>
                <a:close/>
                <a:lnTo>
                  <a:pt x="269929" y="647104"/>
                </a:lnTo>
                <a:close/>
                <a:lnTo>
                  <a:pt x="286484" y="658646"/>
                </a:lnTo>
                <a:close/>
                <a:lnTo>
                  <a:pt x="289790" y="661232"/>
                </a:lnTo>
                <a:close/>
                <a:lnTo>
                  <a:pt x="305445" y="672453"/>
                </a:lnTo>
                <a:close/>
                <a:lnTo>
                  <a:pt x="309031" y="675361"/>
                </a:lnTo>
                <a:close/>
                <a:lnTo>
                  <a:pt x="324405" y="686895"/>
                </a:lnTo>
                <a:close/>
                <a:lnTo>
                  <a:pt x="327474" y="689490"/>
                </a:lnTo>
                <a:close/>
                <a:lnTo>
                  <a:pt x="343366" y="702114"/>
                </a:lnTo>
                <a:close/>
                <a:lnTo>
                  <a:pt x="345069" y="703619"/>
                </a:lnTo>
                <a:close/>
                <a:lnTo>
                  <a:pt x="361686" y="717748"/>
                </a:lnTo>
                <a:close/>
                <a:lnTo>
                  <a:pt x="362327" y="718278"/>
                </a:lnTo>
                <a:close/>
                <a:lnTo>
                  <a:pt x="377016" y="731877"/>
                </a:lnTo>
                <a:close/>
                <a:lnTo>
                  <a:pt x="381288" y="735740"/>
                </a:lnTo>
                <a:close/>
                <a:lnTo>
                  <a:pt x="391684" y="746006"/>
                </a:lnTo>
                <a:close/>
                <a:lnTo>
                  <a:pt x="400249" y="754411"/>
                </a:lnTo>
                <a:close/>
                <a:lnTo>
                  <a:pt x="405733" y="760134"/>
                </a:lnTo>
                <a:close/>
                <a:lnTo>
                  <a:pt x="419153" y="774263"/>
                </a:lnTo>
                <a:close/>
                <a:lnTo>
                  <a:pt x="419209" y="774325"/>
                </a:lnTo>
                <a:close/>
                <a:lnTo>
                  <a:pt x="431409" y="788392"/>
                </a:lnTo>
                <a:close/>
                <a:lnTo>
                  <a:pt x="438170" y="796269"/>
                </a:lnTo>
                <a:close/>
                <a:lnTo>
                  <a:pt x="443453" y="802521"/>
                </a:lnTo>
                <a:close/>
                <a:lnTo>
                  <a:pt x="455073" y="816650"/>
                </a:lnTo>
                <a:close/>
                <a:lnTo>
                  <a:pt x="457131" y="819247"/>
                </a:lnTo>
                <a:close/>
                <a:lnTo>
                  <a:pt x="466355" y="830779"/>
                </a:lnTo>
                <a:close/>
                <a:lnTo>
                  <a:pt x="476092" y="842907"/>
                </a:lnTo>
                <a:close/>
                <a:lnTo>
                  <a:pt x="477774" y="844908"/>
                </a:lnTo>
                <a:close/>
                <a:lnTo>
                  <a:pt x="489260" y="859036"/>
                </a:lnTo>
                <a:close/>
                <a:lnTo>
                  <a:pt x="495053" y="866069"/>
                </a:lnTo>
                <a:close/>
                <a:lnTo>
                  <a:pt x="501359" y="873165"/>
                </a:lnTo>
                <a:close/>
                <a:lnTo>
                  <a:pt x="514013" y="887084"/>
                </a:lnTo>
                <a:close/>
                <a:lnTo>
                  <a:pt x="514227" y="887294"/>
                </a:lnTo>
                <a:close/>
                <a:lnTo>
                  <a:pt x="528418" y="901423"/>
                </a:lnTo>
                <a:close/>
                <a:lnTo>
                  <a:pt x="532974" y="905824"/>
                </a:lnTo>
                <a:close/>
                <a:lnTo>
                  <a:pt x="544418" y="915552"/>
                </a:lnTo>
                <a:close/>
                <a:lnTo>
                  <a:pt x="551935" y="921836"/>
                </a:lnTo>
                <a:close/>
                <a:lnTo>
                  <a:pt x="562784" y="929681"/>
                </a:lnTo>
                <a:close/>
                <a:lnTo>
                  <a:pt x="570896" y="935547"/>
                </a:lnTo>
                <a:close/>
                <a:lnTo>
                  <a:pt x="584195" y="943810"/>
                </a:lnTo>
                <a:close/>
                <a:lnTo>
                  <a:pt x="589857" y="947386"/>
                </a:lnTo>
                <a:close/>
                <a:lnTo>
                  <a:pt x="608817" y="957712"/>
                </a:lnTo>
                <a:close/>
                <a:lnTo>
                  <a:pt x="609311" y="957938"/>
                </a:lnTo>
                <a:close/>
                <a:lnTo>
                  <a:pt x="627778" y="966860"/>
                </a:lnTo>
                <a:close/>
                <a:lnTo>
                  <a:pt x="640433" y="972067"/>
                </a:lnTo>
                <a:close/>
                <a:lnTo>
                  <a:pt x="646739" y="974811"/>
                </a:lnTo>
                <a:close/>
                <a:lnTo>
                  <a:pt x="665700" y="981622"/>
                </a:lnTo>
                <a:close/>
                <a:lnTo>
                  <a:pt x="681012" y="986196"/>
                </a:lnTo>
                <a:close/>
                <a:lnTo>
                  <a:pt x="684661" y="987340"/>
                </a:lnTo>
                <a:close/>
                <a:lnTo>
                  <a:pt x="703621" y="992109"/>
                </a:lnTo>
                <a:close/>
                <a:lnTo>
                  <a:pt x="722582" y="996445"/>
                </a:lnTo>
                <a:close/>
                <a:lnTo>
                  <a:pt x="739073" y="1000325"/>
                </a:lnTo>
                <a:close/>
                <a:lnTo>
                  <a:pt x="741543" y="1000895"/>
                </a:lnTo>
                <a:close/>
                <a:lnTo>
                  <a:pt x="760504" y="1005894"/>
                </a:lnTo>
                <a:close/>
                <a:lnTo>
                  <a:pt x="779465" y="1011558"/>
                </a:lnTo>
                <a:close/>
                <a:lnTo>
                  <a:pt x="788204" y="1014454"/>
                </a:lnTo>
                <a:close/>
                <a:lnTo>
                  <a:pt x="798425" y="1017661"/>
                </a:lnTo>
                <a:close/>
                <a:lnTo>
                  <a:pt x="817386" y="1023825"/>
                </a:lnTo>
                <a:close/>
                <a:lnTo>
                  <a:pt x="832882" y="1028583"/>
                </a:lnTo>
                <a:close/>
                <a:lnTo>
                  <a:pt x="836347" y="1029598"/>
                </a:lnTo>
                <a:close/>
                <a:lnTo>
                  <a:pt x="841470" y="915552"/>
                </a:lnTo>
                <a:close/>
                <a:lnTo>
                  <a:pt x="836347" y="913765"/>
                </a:lnTo>
                <a:close/>
                <a:lnTo>
                  <a:pt x="817386" y="905376"/>
                </a:lnTo>
                <a:close/>
                <a:lnTo>
                  <a:pt x="809054" y="901423"/>
                </a:lnTo>
                <a:close/>
                <a:lnTo>
                  <a:pt x="798425" y="896616"/>
                </a:lnTo>
                <a:close/>
                <a:lnTo>
                  <a:pt x="779465" y="888280"/>
                </a:lnTo>
                <a:close/>
                <a:lnTo>
                  <a:pt x="776923" y="887294"/>
                </a:lnTo>
                <a:close/>
                <a:lnTo>
                  <a:pt x="760504" y="881196"/>
                </a:lnTo>
                <a:close/>
                <a:lnTo>
                  <a:pt x="741543" y="875333"/>
                </a:lnTo>
                <a:close/>
                <a:lnTo>
                  <a:pt x="732626" y="873165"/>
                </a:lnTo>
                <a:close/>
                <a:lnTo>
                  <a:pt x="722582" y="870845"/>
                </a:lnTo>
                <a:close/>
                <a:lnTo>
                  <a:pt x="703621" y="867463"/>
                </a:lnTo>
                <a:close/>
                <a:lnTo>
                  <a:pt x="684661" y="864788"/>
                </a:lnTo>
                <a:close/>
                <a:lnTo>
                  <a:pt x="665700" y="862517"/>
                </a:lnTo>
                <a:close/>
                <a:lnTo>
                  <a:pt x="646739" y="860287"/>
                </a:lnTo>
                <a:close/>
                <a:lnTo>
                  <a:pt x="637979" y="859036"/>
                </a:lnTo>
                <a:close/>
                <a:lnTo>
                  <a:pt x="627778" y="857653"/>
                </a:lnTo>
                <a:close/>
                <a:lnTo>
                  <a:pt x="608817" y="853890"/>
                </a:lnTo>
                <a:close/>
                <a:lnTo>
                  <a:pt x="589857" y="848145"/>
                </a:lnTo>
                <a:close/>
                <a:lnTo>
                  <a:pt x="582566" y="844908"/>
                </a:lnTo>
                <a:close/>
                <a:lnTo>
                  <a:pt x="570896" y="839992"/>
                </a:lnTo>
                <a:close/>
                <a:lnTo>
                  <a:pt x="554882" y="830779"/>
                </a:lnTo>
                <a:close/>
                <a:lnTo>
                  <a:pt x="551935" y="829166"/>
                </a:lnTo>
                <a:close/>
                <a:lnTo>
                  <a:pt x="534205" y="816650"/>
                </a:lnTo>
                <a:close/>
                <a:lnTo>
                  <a:pt x="532974" y="815824"/>
                </a:lnTo>
                <a:close/>
                <a:lnTo>
                  <a:pt x="516786" y="802521"/>
                </a:lnTo>
                <a:close/>
                <a:lnTo>
                  <a:pt x="514013" y="800362"/>
                </a:lnTo>
                <a:close/>
                <a:lnTo>
                  <a:pt x="500877" y="788392"/>
                </a:lnTo>
                <a:close/>
                <a:lnTo>
                  <a:pt x="495053" y="783382"/>
                </a:lnTo>
                <a:close/>
                <a:lnTo>
                  <a:pt x="485633" y="774263"/>
                </a:lnTo>
                <a:close/>
                <a:lnTo>
                  <a:pt x="476092" y="765561"/>
                </a:lnTo>
                <a:close/>
                <a:lnTo>
                  <a:pt x="470630" y="760134"/>
                </a:lnTo>
                <a:close/>
                <a:lnTo>
                  <a:pt x="457131" y="747471"/>
                </a:lnTo>
                <a:close/>
                <a:lnTo>
                  <a:pt x="455657" y="746006"/>
                </a:lnTo>
                <a:close/>
                <a:lnTo>
                  <a:pt x="440743" y="731877"/>
                </a:lnTo>
                <a:close/>
                <a:lnTo>
                  <a:pt x="438170" y="729567"/>
                </a:lnTo>
                <a:close/>
                <a:lnTo>
                  <a:pt x="425632" y="717748"/>
                </a:lnTo>
                <a:close/>
                <a:lnTo>
                  <a:pt x="419209" y="711933"/>
                </a:lnTo>
                <a:close/>
                <a:lnTo>
                  <a:pt x="410300" y="703619"/>
                </a:lnTo>
                <a:close/>
                <a:lnTo>
                  <a:pt x="400249" y="694443"/>
                </a:lnTo>
                <a:close/>
                <a:lnTo>
                  <a:pt x="394890" y="689490"/>
                </a:lnTo>
                <a:close/>
                <a:lnTo>
                  <a:pt x="381288" y="676930"/>
                </a:lnTo>
                <a:close/>
                <a:lnTo>
                  <a:pt x="379577" y="675361"/>
                </a:lnTo>
                <a:close/>
                <a:lnTo>
                  <a:pt x="364418" y="661232"/>
                </a:lnTo>
                <a:close/>
                <a:lnTo>
                  <a:pt x="362327" y="659248"/>
                </a:lnTo>
                <a:close/>
                <a:lnTo>
                  <a:pt x="349386" y="647104"/>
                </a:lnTo>
                <a:close/>
                <a:lnTo>
                  <a:pt x="343366" y="641203"/>
                </a:lnTo>
                <a:close/>
                <a:lnTo>
                  <a:pt x="334684" y="632975"/>
                </a:lnTo>
                <a:close/>
                <a:lnTo>
                  <a:pt x="324405" y="622598"/>
                </a:lnTo>
                <a:close/>
                <a:lnTo>
                  <a:pt x="320472" y="618846"/>
                </a:lnTo>
                <a:close/>
                <a:lnTo>
                  <a:pt x="306725" y="604717"/>
                </a:lnTo>
                <a:close/>
                <a:lnTo>
                  <a:pt x="305445" y="603315"/>
                </a:lnTo>
                <a:close/>
                <a:lnTo>
                  <a:pt x="292989" y="590588"/>
                </a:lnTo>
                <a:close/>
                <a:lnTo>
                  <a:pt x="286484" y="583304"/>
                </a:lnTo>
                <a:close/>
                <a:lnTo>
                  <a:pt x="279787" y="576459"/>
                </a:lnTo>
                <a:close/>
                <a:lnTo>
                  <a:pt x="267523" y="562608"/>
                </a:lnTo>
                <a:close/>
                <a:lnTo>
                  <a:pt x="267249" y="562330"/>
                </a:lnTo>
                <a:close/>
                <a:lnTo>
                  <a:pt x="254383" y="548202"/>
                </a:lnTo>
                <a:close/>
                <a:lnTo>
                  <a:pt x="248562" y="541112"/>
                </a:lnTo>
                <a:close/>
                <a:lnTo>
                  <a:pt x="242054" y="534073"/>
                </a:lnTo>
                <a:close/>
                <a:lnTo>
                  <a:pt x="230334" y="519944"/>
                </a:lnTo>
                <a:close/>
                <a:lnTo>
                  <a:pt x="229601" y="518975"/>
                </a:lnTo>
                <a:close/>
                <a:lnTo>
                  <a:pt x="218404" y="505815"/>
                </a:lnTo>
                <a:close/>
                <a:lnTo>
                  <a:pt x="210641" y="495504"/>
                </a:lnTo>
                <a:close/>
                <a:lnTo>
                  <a:pt x="207426" y="491686"/>
                </a:lnTo>
                <a:close/>
                <a:lnTo>
                  <a:pt x="196906" y="477557"/>
                </a:lnTo>
                <a:close/>
                <a:lnTo>
                  <a:pt x="191680" y="469549"/>
                </a:lnTo>
                <a:close/>
                <a:lnTo>
                  <a:pt x="187348" y="463428"/>
                </a:lnTo>
                <a:close/>
                <a:lnTo>
                  <a:pt x="178653" y="449300"/>
                </a:lnTo>
                <a:close/>
                <a:lnTo>
                  <a:pt x="172719" y="438205"/>
                </a:lnTo>
                <a:close/>
                <a:lnTo>
                  <a:pt x="171032" y="435171"/>
                </a:lnTo>
                <a:close/>
                <a:lnTo>
                  <a:pt x="164008" y="421042"/>
                </a:lnTo>
                <a:close/>
                <a:lnTo>
                  <a:pt x="157758" y="406913"/>
                </a:lnTo>
                <a:close/>
                <a:lnTo>
                  <a:pt x="153758" y="397277"/>
                </a:lnTo>
                <a:close/>
                <a:lnTo>
                  <a:pt x="151907" y="392784"/>
                </a:lnTo>
                <a:close/>
                <a:lnTo>
                  <a:pt x="146255" y="378655"/>
                </a:lnTo>
                <a:close/>
                <a:lnTo>
                  <a:pt x="140795" y="364526"/>
                </a:lnTo>
                <a:close/>
                <a:lnTo>
                  <a:pt x="135389" y="350398"/>
                </a:lnTo>
                <a:close/>
                <a:lnTo>
                  <a:pt x="134797" y="348893"/>
                </a:lnTo>
                <a:close/>
                <a:lnTo>
                  <a:pt x="129989" y="336269"/>
                </a:lnTo>
                <a:close/>
                <a:lnTo>
                  <a:pt x="124643" y="322140"/>
                </a:lnTo>
                <a:close/>
                <a:lnTo>
                  <a:pt x="119324" y="308011"/>
                </a:lnTo>
                <a:close/>
                <a:lnTo>
                  <a:pt x="115837" y="298777"/>
                </a:lnTo>
                <a:close/>
                <a:lnTo>
                  <a:pt x="114044" y="293882"/>
                </a:lnTo>
                <a:close/>
                <a:lnTo>
                  <a:pt x="108957" y="279753"/>
                </a:lnTo>
                <a:close/>
                <a:lnTo>
                  <a:pt x="104104" y="265624"/>
                </a:lnTo>
                <a:close/>
                <a:lnTo>
                  <a:pt x="99544" y="251496"/>
                </a:lnTo>
                <a:close/>
                <a:lnTo>
                  <a:pt x="96876" y="242359"/>
                </a:lnTo>
                <a:close/>
                <a:lnTo>
                  <a:pt x="95456" y="237367"/>
                </a:lnTo>
                <a:close/>
                <a:lnTo>
                  <a:pt x="92207" y="223238"/>
                </a:lnTo>
                <a:close/>
                <a:lnTo>
                  <a:pt x="89922" y="209109"/>
                </a:lnTo>
                <a:close/>
                <a:lnTo>
                  <a:pt x="88921" y="194980"/>
                </a:lnTo>
                <a:close/>
                <a:lnTo>
                  <a:pt x="89671" y="180851"/>
                </a:lnTo>
                <a:close/>
                <a:lnTo>
                  <a:pt x="92814" y="166722"/>
                </a:lnTo>
                <a:close/>
                <a:lnTo>
                  <a:pt x="96876" y="157278"/>
                </a:lnTo>
                <a:close/>
                <a:lnTo>
                  <a:pt x="99931" y="152594"/>
                </a:lnTo>
                <a:close/>
                <a:lnTo>
                  <a:pt x="114493" y="138465"/>
                </a:lnTo>
                <a:close/>
                <a:lnTo>
                  <a:pt x="115837" y="137498"/>
                </a:lnTo>
                <a:close/>
                <a:lnTo>
                  <a:pt x="134797" y="130205"/>
                </a:lnTo>
                <a:close/>
                <a:lnTo>
                  <a:pt x="153758" y="128585"/>
                </a:lnTo>
                <a:close/>
                <a:lnTo>
                  <a:pt x="172719" y="131271"/>
                </a:lnTo>
                <a:close/>
                <a:lnTo>
                  <a:pt x="191680" y="137627"/>
                </a:lnTo>
                <a:close/>
                <a:lnTo>
                  <a:pt x="193316" y="138465"/>
                </a:lnTo>
                <a:close/>
                <a:lnTo>
                  <a:pt x="210641" y="147352"/>
                </a:lnTo>
                <a:close/>
                <a:lnTo>
                  <a:pt x="218527" y="152594"/>
                </a:lnTo>
                <a:close/>
                <a:lnTo>
                  <a:pt x="229601" y="159999"/>
                </a:lnTo>
                <a:close/>
                <a:lnTo>
                  <a:pt x="238169" y="166722"/>
                </a:lnTo>
                <a:close/>
                <a:lnTo>
                  <a:pt x="248562" y="174932"/>
                </a:lnTo>
                <a:close/>
                <a:lnTo>
                  <a:pt x="255462" y="180851"/>
                </a:lnTo>
                <a:close/>
                <a:lnTo>
                  <a:pt x="267523" y="191239"/>
                </a:lnTo>
                <a:close/>
                <a:lnTo>
                  <a:pt x="271787" y="194980"/>
                </a:lnTo>
                <a:close/>
                <a:lnTo>
                  <a:pt x="286484" y="207852"/>
                </a:lnTo>
                <a:close/>
                <a:lnTo>
                  <a:pt x="287972" y="209109"/>
                </a:lnTo>
                <a:close/>
                <a:lnTo>
                  <a:pt x="304859" y="223238"/>
                </a:lnTo>
                <a:close/>
                <a:lnTo>
                  <a:pt x="305445" y="223722"/>
                </a:lnTo>
                <a:close/>
                <a:lnTo>
                  <a:pt x="323515" y="237367"/>
                </a:lnTo>
                <a:close/>
                <a:lnTo>
                  <a:pt x="324405" y="238026"/>
                </a:lnTo>
                <a:close/>
                <a:lnTo>
                  <a:pt x="343366" y="250266"/>
                </a:lnTo>
                <a:close/>
                <a:lnTo>
                  <a:pt x="345626" y="251496"/>
                </a:lnTo>
                <a:close/>
                <a:lnTo>
                  <a:pt x="362327" y="260255"/>
                </a:lnTo>
                <a:close/>
                <a:lnTo>
                  <a:pt x="375122" y="265624"/>
                </a:lnTo>
                <a:close/>
                <a:lnTo>
                  <a:pt x="381288" y="268109"/>
                </a:lnTo>
                <a:close/>
                <a:lnTo>
                  <a:pt x="400249" y="274048"/>
                </a:lnTo>
                <a:close/>
                <a:lnTo>
                  <a:pt x="419209" y="278421"/>
                </a:lnTo>
                <a:close/>
                <a:lnTo>
                  <a:pt x="427168" y="279753"/>
                </a:lnTo>
                <a:close/>
                <a:lnTo>
                  <a:pt x="438170" y="281509"/>
                </a:lnTo>
                <a:close/>
                <a:lnTo>
                  <a:pt x="457131" y="283469"/>
                </a:lnTo>
                <a:close/>
                <a:lnTo>
                  <a:pt x="476092" y="284408"/>
                </a:lnTo>
                <a:close/>
                <a:lnTo>
                  <a:pt x="495053" y="284384"/>
                </a:lnTo>
                <a:close/>
                <a:lnTo>
                  <a:pt x="514013" y="283456"/>
                </a:lnTo>
                <a:close/>
                <a:lnTo>
                  <a:pt x="532974" y="281800"/>
                </a:lnTo>
                <a:close/>
                <a:lnTo>
                  <a:pt x="551935" y="279909"/>
                </a:lnTo>
                <a:close/>
                <a:lnTo>
                  <a:pt x="554770" y="279753"/>
                </a:lnTo>
                <a:close/>
                <a:lnTo>
                  <a:pt x="570896" y="278708"/>
                </a:lnTo>
                <a:close/>
                <a:lnTo>
                  <a:pt x="586098" y="279753"/>
                </a:lnTo>
                <a:close/>
                <a:lnTo>
                  <a:pt x="589857" y="279994"/>
                </a:lnTo>
                <a:close/>
                <a:lnTo>
                  <a:pt x="608817" y="284625"/>
                </a:lnTo>
                <a:close/>
                <a:lnTo>
                  <a:pt x="627778" y="292853"/>
                </a:lnTo>
                <a:close/>
                <a:lnTo>
                  <a:pt x="629504" y="293882"/>
                </a:lnTo>
                <a:close/>
                <a:lnTo>
                  <a:pt x="646739" y="303853"/>
                </a:lnTo>
                <a:close/>
                <a:lnTo>
                  <a:pt x="652744" y="308011"/>
                </a:lnTo>
                <a:close/>
                <a:lnTo>
                  <a:pt x="665700" y="317018"/>
                </a:lnTo>
                <a:close/>
                <a:lnTo>
                  <a:pt x="672449" y="322140"/>
                </a:lnTo>
                <a:close/>
                <a:lnTo>
                  <a:pt x="684661" y="331760"/>
                </a:lnTo>
                <a:close/>
                <a:lnTo>
                  <a:pt x="690293" y="336269"/>
                </a:lnTo>
                <a:close/>
                <a:lnTo>
                  <a:pt x="703621" y="347695"/>
                </a:lnTo>
                <a:close/>
                <a:lnTo>
                  <a:pt x="706904" y="350398"/>
                </a:lnTo>
                <a:close/>
                <a:lnTo>
                  <a:pt x="722486" y="364526"/>
                </a:lnTo>
                <a:close/>
                <a:lnTo>
                  <a:pt x="722582" y="364625"/>
                </a:lnTo>
                <a:close/>
                <a:lnTo>
                  <a:pt x="737509" y="378655"/>
                </a:lnTo>
                <a:close/>
                <a:lnTo>
                  <a:pt x="741543" y="383054"/>
                </a:lnTo>
                <a:close/>
                <a:lnTo>
                  <a:pt x="751466" y="392784"/>
                </a:lnTo>
                <a:close/>
                <a:lnTo>
                  <a:pt x="760504" y="403309"/>
                </a:lnTo>
                <a:close/>
                <a:lnTo>
                  <a:pt x="763933" y="406913"/>
                </a:lnTo>
                <a:close/>
                <a:lnTo>
                  <a:pt x="775092" y="421042"/>
                </a:lnTo>
                <a:close/>
                <a:lnTo>
                  <a:pt x="779465" y="427994"/>
                </a:lnTo>
                <a:close/>
                <a:lnTo>
                  <a:pt x="784338" y="435171"/>
                </a:lnTo>
                <a:close/>
                <a:lnTo>
                  <a:pt x="791806" y="449300"/>
                </a:lnTo>
                <a:close/>
                <a:lnTo>
                  <a:pt x="797219" y="463428"/>
                </a:lnTo>
                <a:close/>
                <a:lnTo>
                  <a:pt x="798425" y="467746"/>
                </a:lnTo>
                <a:close/>
                <a:lnTo>
                  <a:pt x="801251" y="477557"/>
                </a:lnTo>
                <a:close/>
                <a:lnTo>
                  <a:pt x="804158" y="491686"/>
                </a:lnTo>
                <a:close/>
                <a:lnTo>
                  <a:pt x="806337" y="505815"/>
                </a:lnTo>
                <a:close/>
                <a:lnTo>
                  <a:pt x="808334" y="519944"/>
                </a:lnTo>
                <a:close/>
                <a:lnTo>
                  <a:pt x="810647" y="534073"/>
                </a:lnTo>
                <a:close/>
                <a:lnTo>
                  <a:pt x="813663" y="548202"/>
                </a:lnTo>
                <a:close/>
                <a:lnTo>
                  <a:pt x="817386" y="561387"/>
                </a:lnTo>
                <a:close/>
                <a:lnTo>
                  <a:pt x="817649" y="562330"/>
                </a:lnTo>
                <a:close/>
                <a:lnTo>
                  <a:pt x="823070" y="576459"/>
                </a:lnTo>
                <a:close/>
                <a:lnTo>
                  <a:pt x="829544" y="590588"/>
                </a:lnTo>
                <a:close/>
                <a:lnTo>
                  <a:pt x="836347" y="603365"/>
                </a:lnTo>
                <a:close/>
                <a:lnTo>
                  <a:pt x="837053" y="604717"/>
                </a:lnTo>
                <a:close/>
                <a:lnTo>
                  <a:pt x="845749" y="618846"/>
                </a:lnTo>
                <a:close/>
                <a:lnTo>
                  <a:pt x="855082" y="632975"/>
                </a:lnTo>
                <a:close/>
                <a:lnTo>
                  <a:pt x="855308" y="633288"/>
                </a:lnTo>
                <a:close/>
                <a:lnTo>
                  <a:pt x="865077" y="647104"/>
                </a:lnTo>
                <a:close/>
                <a:lnTo>
                  <a:pt x="874269" y="659888"/>
                </a:lnTo>
                <a:close/>
                <a:lnTo>
                  <a:pt x="875223" y="661232"/>
                </a:lnTo>
                <a:close/>
                <a:lnTo>
                  <a:pt x="885329" y="675361"/>
                </a:lnTo>
                <a:close/>
                <a:lnTo>
                  <a:pt x="893229" y="686868"/>
                </a:lnTo>
                <a:close/>
                <a:lnTo>
                  <a:pt x="895025" y="689490"/>
                </a:lnTo>
                <a:close/>
                <a:lnTo>
                  <a:pt x="904049" y="703619"/>
                </a:lnTo>
                <a:close/>
                <a:lnTo>
                  <a:pt x="912148" y="717748"/>
                </a:lnTo>
                <a:close/>
                <a:lnTo>
                  <a:pt x="912190" y="717835"/>
                </a:lnTo>
                <a:close/>
                <a:lnTo>
                  <a:pt x="919152" y="731877"/>
                </a:lnTo>
                <a:close/>
                <a:lnTo>
                  <a:pt x="924908" y="746006"/>
                </a:lnTo>
                <a:close/>
                <a:lnTo>
                  <a:pt x="929424" y="760134"/>
                </a:lnTo>
                <a:close/>
                <a:lnTo>
                  <a:pt x="931151" y="767445"/>
                </a:lnTo>
                <a:close/>
                <a:lnTo>
                  <a:pt x="932802" y="774263"/>
                </a:lnTo>
                <a:close/>
                <a:lnTo>
                  <a:pt x="935232" y="788392"/>
                </a:lnTo>
                <a:close/>
                <a:lnTo>
                  <a:pt x="936956" y="802521"/>
                </a:lnTo>
                <a:close/>
                <a:lnTo>
                  <a:pt x="938182" y="816650"/>
                </a:lnTo>
                <a:close/>
                <a:lnTo>
                  <a:pt x="938997" y="830779"/>
                </a:lnTo>
                <a:close/>
                <a:lnTo>
                  <a:pt x="939314" y="844908"/>
                </a:lnTo>
                <a:close/>
                <a:lnTo>
                  <a:pt x="938859" y="859036"/>
                </a:lnTo>
                <a:close/>
                <a:lnTo>
                  <a:pt x="937162" y="873165"/>
                </a:lnTo>
                <a:close/>
                <a:lnTo>
                  <a:pt x="933579" y="887294"/>
                </a:lnTo>
                <a:close/>
                <a:lnTo>
                  <a:pt x="931151" y="893200"/>
                </a:lnTo>
                <a:close/>
                <a:lnTo>
                  <a:pt x="926363" y="901423"/>
                </a:lnTo>
                <a:close/>
                <a:lnTo>
                  <a:pt x="913406" y="915552"/>
                </a:lnTo>
                <a:close/>
                <a:lnTo>
                  <a:pt x="912190" y="916553"/>
                </a:lnTo>
                <a:close/>
                <a:lnTo>
                  <a:pt x="893229" y="924253"/>
                </a:lnTo>
                <a:close/>
                <a:lnTo>
                  <a:pt x="874269" y="924769"/>
                </a:lnTo>
                <a:close/>
                <a:lnTo>
                  <a:pt x="855308" y="920704"/>
                </a:lnTo>
                <a:close/>
                <a:lnTo>
                  <a:pt x="841470" y="915552"/>
                </a:lnTo>
                <a:close/>
              </a:path>
            </a:pathLst>
          </a:custGeom>
          <a:solidFill>
            <a:srgbClr val="85BCD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792737" y="1688213"/>
            <a:ext cx="850393" cy="796184"/>
          </a:xfrm>
          <a:custGeom>
            <a:avLst/>
            <a:gdLst/>
            <a:ahLst/>
            <a:cxnLst/>
            <a:rect l="l" t="t" r="r" b="b"/>
            <a:pathLst>
              <a:path w="850393" h="796184">
                <a:moveTo>
                  <a:pt x="766387" y="792119"/>
                </a:moveTo>
                <a:lnTo>
                  <a:pt x="785348" y="796184"/>
                </a:lnTo>
                <a:close/>
                <a:lnTo>
                  <a:pt x="804308" y="795668"/>
                </a:lnTo>
                <a:close/>
                <a:lnTo>
                  <a:pt x="823269" y="787968"/>
                </a:lnTo>
                <a:close/>
                <a:lnTo>
                  <a:pt x="824485" y="786967"/>
                </a:lnTo>
                <a:close/>
                <a:lnTo>
                  <a:pt x="837442" y="772838"/>
                </a:lnTo>
                <a:close/>
                <a:lnTo>
                  <a:pt x="842230" y="764615"/>
                </a:lnTo>
                <a:close/>
                <a:lnTo>
                  <a:pt x="844658" y="758709"/>
                </a:lnTo>
                <a:close/>
                <a:lnTo>
                  <a:pt x="848241" y="744580"/>
                </a:lnTo>
                <a:close/>
                <a:lnTo>
                  <a:pt x="849938" y="730451"/>
                </a:lnTo>
                <a:close/>
                <a:lnTo>
                  <a:pt x="850393" y="716323"/>
                </a:lnTo>
                <a:close/>
                <a:lnTo>
                  <a:pt x="850076" y="702194"/>
                </a:lnTo>
                <a:close/>
                <a:lnTo>
                  <a:pt x="849261" y="688065"/>
                </a:lnTo>
                <a:close/>
                <a:lnTo>
                  <a:pt x="848035" y="673936"/>
                </a:lnTo>
                <a:close/>
                <a:lnTo>
                  <a:pt x="846311" y="659807"/>
                </a:lnTo>
                <a:close/>
                <a:lnTo>
                  <a:pt x="843881" y="645678"/>
                </a:lnTo>
                <a:close/>
                <a:lnTo>
                  <a:pt x="842230" y="638860"/>
                </a:lnTo>
                <a:close/>
                <a:lnTo>
                  <a:pt x="840503" y="631549"/>
                </a:lnTo>
                <a:close/>
                <a:lnTo>
                  <a:pt x="835987" y="617421"/>
                </a:lnTo>
                <a:close/>
                <a:lnTo>
                  <a:pt x="830231" y="603292"/>
                </a:lnTo>
                <a:close/>
                <a:lnTo>
                  <a:pt x="823269" y="589250"/>
                </a:lnTo>
                <a:close/>
                <a:lnTo>
                  <a:pt x="823227" y="589163"/>
                </a:lnTo>
                <a:close/>
                <a:lnTo>
                  <a:pt x="815128" y="575034"/>
                </a:lnTo>
                <a:close/>
                <a:lnTo>
                  <a:pt x="806104" y="560905"/>
                </a:lnTo>
                <a:close/>
                <a:lnTo>
                  <a:pt x="804308" y="558283"/>
                </a:lnTo>
                <a:close/>
                <a:lnTo>
                  <a:pt x="796408" y="546776"/>
                </a:lnTo>
                <a:close/>
                <a:lnTo>
                  <a:pt x="786302" y="532647"/>
                </a:lnTo>
                <a:close/>
                <a:lnTo>
                  <a:pt x="785348" y="531303"/>
                </a:lnTo>
                <a:close/>
                <a:lnTo>
                  <a:pt x="776156" y="518519"/>
                </a:lnTo>
                <a:close/>
                <a:lnTo>
                  <a:pt x="766387" y="504703"/>
                </a:lnTo>
                <a:close/>
                <a:lnTo>
                  <a:pt x="766161" y="504390"/>
                </a:lnTo>
                <a:close/>
                <a:lnTo>
                  <a:pt x="756828" y="490261"/>
                </a:lnTo>
                <a:close/>
                <a:lnTo>
                  <a:pt x="748132" y="476132"/>
                </a:lnTo>
                <a:close/>
                <a:lnTo>
                  <a:pt x="747426" y="474780"/>
                </a:lnTo>
                <a:close/>
                <a:lnTo>
                  <a:pt x="740623" y="462003"/>
                </a:lnTo>
                <a:close/>
                <a:lnTo>
                  <a:pt x="734149" y="447874"/>
                </a:lnTo>
                <a:close/>
                <a:lnTo>
                  <a:pt x="728728" y="433745"/>
                </a:lnTo>
                <a:close/>
                <a:lnTo>
                  <a:pt x="728465" y="432802"/>
                </a:lnTo>
                <a:close/>
                <a:lnTo>
                  <a:pt x="724742" y="419617"/>
                </a:lnTo>
                <a:close/>
                <a:lnTo>
                  <a:pt x="721726" y="405488"/>
                </a:lnTo>
                <a:close/>
                <a:lnTo>
                  <a:pt x="719413" y="391359"/>
                </a:lnTo>
                <a:close/>
                <a:lnTo>
                  <a:pt x="717416" y="377230"/>
                </a:lnTo>
                <a:close/>
                <a:lnTo>
                  <a:pt x="715237" y="363101"/>
                </a:lnTo>
                <a:close/>
                <a:lnTo>
                  <a:pt x="712330" y="348972"/>
                </a:lnTo>
                <a:close/>
                <a:lnTo>
                  <a:pt x="709504" y="339161"/>
                </a:lnTo>
                <a:close/>
                <a:lnTo>
                  <a:pt x="708298" y="334843"/>
                </a:lnTo>
                <a:close/>
                <a:lnTo>
                  <a:pt x="702885" y="320715"/>
                </a:lnTo>
                <a:close/>
                <a:lnTo>
                  <a:pt x="695417" y="306586"/>
                </a:lnTo>
                <a:close/>
                <a:lnTo>
                  <a:pt x="690544" y="299409"/>
                </a:lnTo>
                <a:close/>
                <a:lnTo>
                  <a:pt x="686171" y="292457"/>
                </a:lnTo>
                <a:close/>
                <a:lnTo>
                  <a:pt x="675012" y="278328"/>
                </a:lnTo>
                <a:close/>
                <a:lnTo>
                  <a:pt x="671583" y="274724"/>
                </a:lnTo>
                <a:close/>
                <a:lnTo>
                  <a:pt x="662545" y="264199"/>
                </a:lnTo>
                <a:close/>
                <a:lnTo>
                  <a:pt x="652622" y="254469"/>
                </a:lnTo>
                <a:close/>
                <a:lnTo>
                  <a:pt x="648588" y="250070"/>
                </a:lnTo>
                <a:close/>
                <a:lnTo>
                  <a:pt x="633661" y="236040"/>
                </a:lnTo>
                <a:close/>
                <a:lnTo>
                  <a:pt x="633565" y="235941"/>
                </a:lnTo>
                <a:close/>
                <a:lnTo>
                  <a:pt x="617983" y="221813"/>
                </a:lnTo>
                <a:close/>
                <a:lnTo>
                  <a:pt x="614700" y="219110"/>
                </a:lnTo>
                <a:close/>
                <a:lnTo>
                  <a:pt x="601372" y="207684"/>
                </a:lnTo>
                <a:close/>
                <a:lnTo>
                  <a:pt x="595740" y="203175"/>
                </a:lnTo>
                <a:close/>
                <a:lnTo>
                  <a:pt x="583528" y="193555"/>
                </a:lnTo>
                <a:close/>
                <a:lnTo>
                  <a:pt x="576779" y="188433"/>
                </a:lnTo>
                <a:close/>
                <a:lnTo>
                  <a:pt x="563823" y="179426"/>
                </a:lnTo>
                <a:close/>
                <a:lnTo>
                  <a:pt x="557818" y="175268"/>
                </a:lnTo>
                <a:close/>
                <a:lnTo>
                  <a:pt x="540583" y="165297"/>
                </a:lnTo>
                <a:close/>
                <a:lnTo>
                  <a:pt x="538857" y="164268"/>
                </a:lnTo>
                <a:close/>
                <a:lnTo>
                  <a:pt x="519896" y="156040"/>
                </a:lnTo>
                <a:close/>
                <a:lnTo>
                  <a:pt x="500936" y="151409"/>
                </a:lnTo>
                <a:close/>
                <a:lnTo>
                  <a:pt x="497177" y="151168"/>
                </a:lnTo>
                <a:close/>
                <a:lnTo>
                  <a:pt x="481975" y="150123"/>
                </a:lnTo>
                <a:close/>
                <a:lnTo>
                  <a:pt x="465849" y="151168"/>
                </a:lnTo>
                <a:close/>
                <a:lnTo>
                  <a:pt x="463014" y="151324"/>
                </a:lnTo>
                <a:close/>
                <a:lnTo>
                  <a:pt x="444053" y="153215"/>
                </a:lnTo>
                <a:close/>
                <a:lnTo>
                  <a:pt x="425092" y="154871"/>
                </a:lnTo>
                <a:close/>
                <a:lnTo>
                  <a:pt x="406132" y="155799"/>
                </a:lnTo>
                <a:close/>
                <a:lnTo>
                  <a:pt x="387171" y="155823"/>
                </a:lnTo>
                <a:close/>
                <a:lnTo>
                  <a:pt x="368210" y="154884"/>
                </a:lnTo>
                <a:close/>
                <a:lnTo>
                  <a:pt x="349249" y="152924"/>
                </a:lnTo>
                <a:close/>
                <a:lnTo>
                  <a:pt x="338247" y="151168"/>
                </a:lnTo>
                <a:close/>
                <a:lnTo>
                  <a:pt x="330288" y="149836"/>
                </a:lnTo>
                <a:close/>
                <a:lnTo>
                  <a:pt x="311328" y="145463"/>
                </a:lnTo>
                <a:close/>
                <a:lnTo>
                  <a:pt x="292367" y="139524"/>
                </a:lnTo>
                <a:close/>
                <a:lnTo>
                  <a:pt x="286201" y="137039"/>
                </a:lnTo>
                <a:close/>
                <a:lnTo>
                  <a:pt x="273406" y="131670"/>
                </a:lnTo>
                <a:close/>
                <a:lnTo>
                  <a:pt x="256705" y="122911"/>
                </a:lnTo>
                <a:close/>
                <a:lnTo>
                  <a:pt x="254445" y="121681"/>
                </a:lnTo>
                <a:close/>
                <a:lnTo>
                  <a:pt x="235484" y="109441"/>
                </a:lnTo>
                <a:close/>
                <a:lnTo>
                  <a:pt x="234594" y="108782"/>
                </a:lnTo>
                <a:close/>
                <a:lnTo>
                  <a:pt x="216524" y="95137"/>
                </a:lnTo>
                <a:close/>
                <a:lnTo>
                  <a:pt x="215938" y="94653"/>
                </a:lnTo>
                <a:close/>
                <a:lnTo>
                  <a:pt x="199051" y="80524"/>
                </a:lnTo>
                <a:close/>
                <a:lnTo>
                  <a:pt x="197563" y="79267"/>
                </a:lnTo>
                <a:close/>
                <a:lnTo>
                  <a:pt x="182866" y="66395"/>
                </a:lnTo>
                <a:close/>
                <a:lnTo>
                  <a:pt x="178602" y="62654"/>
                </a:lnTo>
                <a:close/>
                <a:lnTo>
                  <a:pt x="166541" y="52266"/>
                </a:lnTo>
                <a:close/>
                <a:lnTo>
                  <a:pt x="159641" y="46347"/>
                </a:lnTo>
                <a:close/>
                <a:lnTo>
                  <a:pt x="149248" y="38137"/>
                </a:lnTo>
                <a:close/>
                <a:lnTo>
                  <a:pt x="140680" y="31414"/>
                </a:lnTo>
                <a:close/>
                <a:lnTo>
                  <a:pt x="129606" y="24009"/>
                </a:lnTo>
                <a:close/>
                <a:lnTo>
                  <a:pt x="121720" y="18767"/>
                </a:lnTo>
                <a:close/>
                <a:lnTo>
                  <a:pt x="104395" y="9880"/>
                </a:lnTo>
                <a:close/>
                <a:lnTo>
                  <a:pt x="102759" y="9042"/>
                </a:lnTo>
                <a:close/>
                <a:lnTo>
                  <a:pt x="83798" y="2686"/>
                </a:lnTo>
                <a:close/>
                <a:lnTo>
                  <a:pt x="64837" y="0"/>
                </a:lnTo>
                <a:close/>
                <a:lnTo>
                  <a:pt x="45876" y="1620"/>
                </a:lnTo>
                <a:close/>
                <a:lnTo>
                  <a:pt x="26916" y="8913"/>
                </a:lnTo>
                <a:close/>
                <a:lnTo>
                  <a:pt x="25572" y="9880"/>
                </a:lnTo>
                <a:close/>
                <a:lnTo>
                  <a:pt x="11010" y="24009"/>
                </a:lnTo>
                <a:close/>
                <a:lnTo>
                  <a:pt x="7955" y="28693"/>
                </a:lnTo>
                <a:close/>
                <a:lnTo>
                  <a:pt x="3893" y="38137"/>
                </a:lnTo>
                <a:close/>
                <a:lnTo>
                  <a:pt x="750" y="52266"/>
                </a:lnTo>
                <a:close/>
                <a:lnTo>
                  <a:pt x="0" y="66395"/>
                </a:lnTo>
                <a:close/>
                <a:lnTo>
                  <a:pt x="1001" y="80524"/>
                </a:lnTo>
                <a:close/>
                <a:lnTo>
                  <a:pt x="3286" y="94653"/>
                </a:lnTo>
                <a:close/>
                <a:lnTo>
                  <a:pt x="6535" y="108782"/>
                </a:lnTo>
                <a:close/>
                <a:lnTo>
                  <a:pt x="7955" y="113774"/>
                </a:lnTo>
                <a:close/>
                <a:lnTo>
                  <a:pt x="10623" y="122911"/>
                </a:lnTo>
                <a:close/>
                <a:lnTo>
                  <a:pt x="15183" y="137039"/>
                </a:lnTo>
                <a:close/>
                <a:lnTo>
                  <a:pt x="20036" y="151168"/>
                </a:lnTo>
                <a:close/>
                <a:lnTo>
                  <a:pt x="25123" y="165297"/>
                </a:lnTo>
                <a:close/>
                <a:lnTo>
                  <a:pt x="26916" y="170192"/>
                </a:lnTo>
                <a:close/>
                <a:lnTo>
                  <a:pt x="30403" y="179426"/>
                </a:lnTo>
                <a:close/>
                <a:lnTo>
                  <a:pt x="35722" y="193555"/>
                </a:lnTo>
                <a:close/>
                <a:lnTo>
                  <a:pt x="41068" y="207684"/>
                </a:lnTo>
                <a:close/>
                <a:lnTo>
                  <a:pt x="45876" y="220308"/>
                </a:lnTo>
                <a:close/>
                <a:lnTo>
                  <a:pt x="46468" y="221813"/>
                </a:lnTo>
                <a:close/>
                <a:lnTo>
                  <a:pt x="51874" y="235941"/>
                </a:lnTo>
                <a:close/>
                <a:lnTo>
                  <a:pt x="57334" y="250070"/>
                </a:lnTo>
                <a:close/>
                <a:lnTo>
                  <a:pt x="62986" y="264199"/>
                </a:lnTo>
                <a:close/>
                <a:lnTo>
                  <a:pt x="64837" y="268692"/>
                </a:lnTo>
                <a:close/>
                <a:lnTo>
                  <a:pt x="68837" y="278328"/>
                </a:lnTo>
                <a:close/>
                <a:lnTo>
                  <a:pt x="75087" y="292457"/>
                </a:lnTo>
                <a:close/>
                <a:lnTo>
                  <a:pt x="82111" y="306586"/>
                </a:lnTo>
                <a:close/>
                <a:lnTo>
                  <a:pt x="83798" y="309620"/>
                </a:lnTo>
                <a:close/>
                <a:lnTo>
                  <a:pt x="89732" y="320715"/>
                </a:lnTo>
                <a:close/>
                <a:lnTo>
                  <a:pt x="98427" y="334843"/>
                </a:lnTo>
                <a:close/>
                <a:lnTo>
                  <a:pt x="102759" y="340964"/>
                </a:lnTo>
                <a:close/>
                <a:lnTo>
                  <a:pt x="107985" y="348972"/>
                </a:lnTo>
                <a:close/>
                <a:lnTo>
                  <a:pt x="118505" y="363101"/>
                </a:lnTo>
                <a:close/>
                <a:lnTo>
                  <a:pt x="121720" y="366919"/>
                </a:lnTo>
                <a:close/>
                <a:lnTo>
                  <a:pt x="129483" y="377230"/>
                </a:lnTo>
                <a:close/>
                <a:lnTo>
                  <a:pt x="140680" y="390390"/>
                </a:lnTo>
                <a:close/>
                <a:lnTo>
                  <a:pt x="141413" y="391359"/>
                </a:lnTo>
                <a:close/>
                <a:lnTo>
                  <a:pt x="153133" y="405488"/>
                </a:lnTo>
                <a:close/>
                <a:lnTo>
                  <a:pt x="159641" y="412527"/>
                </a:lnTo>
                <a:close/>
                <a:lnTo>
                  <a:pt x="165462" y="419617"/>
                </a:lnTo>
                <a:close/>
                <a:lnTo>
                  <a:pt x="178328" y="433745"/>
                </a:lnTo>
                <a:close/>
                <a:lnTo>
                  <a:pt x="178602" y="434023"/>
                </a:lnTo>
                <a:close/>
                <a:lnTo>
                  <a:pt x="190866" y="447874"/>
                </a:lnTo>
                <a:close/>
                <a:lnTo>
                  <a:pt x="197563" y="454719"/>
                </a:lnTo>
                <a:close/>
                <a:lnTo>
                  <a:pt x="204068" y="462003"/>
                </a:lnTo>
                <a:close/>
                <a:lnTo>
                  <a:pt x="216524" y="474730"/>
                </a:lnTo>
                <a:close/>
                <a:lnTo>
                  <a:pt x="217804" y="476132"/>
                </a:lnTo>
                <a:close/>
                <a:lnTo>
                  <a:pt x="231551" y="490261"/>
                </a:lnTo>
                <a:close/>
                <a:lnTo>
                  <a:pt x="235484" y="494013"/>
                </a:lnTo>
                <a:close/>
                <a:lnTo>
                  <a:pt x="245763" y="504390"/>
                </a:lnTo>
                <a:close/>
                <a:lnTo>
                  <a:pt x="254445" y="512618"/>
                </a:lnTo>
                <a:close/>
                <a:lnTo>
                  <a:pt x="260465" y="518519"/>
                </a:lnTo>
                <a:close/>
                <a:lnTo>
                  <a:pt x="273406" y="530663"/>
                </a:lnTo>
                <a:close/>
                <a:lnTo>
                  <a:pt x="275497" y="532647"/>
                </a:lnTo>
                <a:close/>
                <a:lnTo>
                  <a:pt x="290656" y="546776"/>
                </a:lnTo>
                <a:close/>
                <a:lnTo>
                  <a:pt x="292367" y="548345"/>
                </a:lnTo>
                <a:close/>
                <a:lnTo>
                  <a:pt x="305969" y="560905"/>
                </a:lnTo>
                <a:close/>
                <a:lnTo>
                  <a:pt x="311328" y="565858"/>
                </a:lnTo>
                <a:close/>
                <a:lnTo>
                  <a:pt x="321379" y="575034"/>
                </a:lnTo>
                <a:close/>
                <a:lnTo>
                  <a:pt x="330288" y="583348"/>
                </a:lnTo>
                <a:close/>
                <a:lnTo>
                  <a:pt x="336711" y="589163"/>
                </a:lnTo>
                <a:close/>
                <a:lnTo>
                  <a:pt x="349249" y="600982"/>
                </a:lnTo>
                <a:close/>
                <a:lnTo>
                  <a:pt x="351822" y="603292"/>
                </a:lnTo>
                <a:close/>
                <a:lnTo>
                  <a:pt x="366736" y="617421"/>
                </a:lnTo>
                <a:close/>
                <a:lnTo>
                  <a:pt x="368210" y="618886"/>
                </a:lnTo>
                <a:close/>
                <a:lnTo>
                  <a:pt x="381709" y="631549"/>
                </a:lnTo>
                <a:close/>
                <a:lnTo>
                  <a:pt x="387171" y="636976"/>
                </a:lnTo>
                <a:close/>
                <a:lnTo>
                  <a:pt x="396712" y="645678"/>
                </a:lnTo>
                <a:close/>
                <a:lnTo>
                  <a:pt x="406132" y="654797"/>
                </a:lnTo>
                <a:close/>
                <a:lnTo>
                  <a:pt x="411956" y="659807"/>
                </a:lnTo>
                <a:close/>
                <a:lnTo>
                  <a:pt x="425092" y="671777"/>
                </a:lnTo>
                <a:close/>
                <a:lnTo>
                  <a:pt x="427865" y="673936"/>
                </a:lnTo>
                <a:close/>
                <a:lnTo>
                  <a:pt x="444053" y="687239"/>
                </a:lnTo>
                <a:close/>
                <a:lnTo>
                  <a:pt x="445284" y="688065"/>
                </a:lnTo>
                <a:close/>
                <a:lnTo>
                  <a:pt x="463014" y="700581"/>
                </a:lnTo>
                <a:close/>
                <a:lnTo>
                  <a:pt x="465961" y="702194"/>
                </a:lnTo>
                <a:close/>
                <a:lnTo>
                  <a:pt x="481975" y="711407"/>
                </a:lnTo>
                <a:close/>
                <a:lnTo>
                  <a:pt x="493645" y="716323"/>
                </a:lnTo>
                <a:close/>
                <a:lnTo>
                  <a:pt x="500936" y="719560"/>
                </a:lnTo>
                <a:close/>
                <a:lnTo>
                  <a:pt x="519896" y="725305"/>
                </a:lnTo>
                <a:close/>
                <a:lnTo>
                  <a:pt x="538857" y="729068"/>
                </a:lnTo>
                <a:close/>
                <a:lnTo>
                  <a:pt x="549058" y="730451"/>
                </a:lnTo>
                <a:close/>
                <a:lnTo>
                  <a:pt x="557818" y="731702"/>
                </a:lnTo>
                <a:close/>
                <a:lnTo>
                  <a:pt x="576779" y="733932"/>
                </a:lnTo>
                <a:close/>
                <a:lnTo>
                  <a:pt x="595740" y="736203"/>
                </a:lnTo>
                <a:close/>
                <a:lnTo>
                  <a:pt x="614700" y="738878"/>
                </a:lnTo>
                <a:close/>
                <a:lnTo>
                  <a:pt x="633661" y="742260"/>
                </a:lnTo>
                <a:close/>
                <a:lnTo>
                  <a:pt x="643705" y="744580"/>
                </a:lnTo>
                <a:close/>
                <a:lnTo>
                  <a:pt x="652622" y="746748"/>
                </a:lnTo>
                <a:close/>
                <a:lnTo>
                  <a:pt x="671583" y="752611"/>
                </a:lnTo>
                <a:close/>
                <a:lnTo>
                  <a:pt x="688002" y="758709"/>
                </a:lnTo>
                <a:close/>
                <a:lnTo>
                  <a:pt x="690544" y="759695"/>
                </a:lnTo>
                <a:close/>
                <a:lnTo>
                  <a:pt x="709504" y="768031"/>
                </a:lnTo>
                <a:close/>
                <a:lnTo>
                  <a:pt x="720133" y="772838"/>
                </a:lnTo>
                <a:close/>
                <a:lnTo>
                  <a:pt x="728465" y="776791"/>
                </a:lnTo>
                <a:close/>
                <a:lnTo>
                  <a:pt x="747426" y="785180"/>
                </a:lnTo>
                <a:close/>
                <a:lnTo>
                  <a:pt x="752549" y="786967"/>
                </a:lnTo>
                <a:close/>
                <a:lnTo>
                  <a:pt x="766387" y="792119"/>
                </a:lnTo>
                <a:close/>
                <a:lnTo>
                  <a:pt x="707952" y="673936"/>
                </a:lnTo>
                <a:close/>
                <a:lnTo>
                  <a:pt x="690544" y="669862"/>
                </a:lnTo>
                <a:close/>
                <a:lnTo>
                  <a:pt x="671583" y="664290"/>
                </a:lnTo>
                <a:close/>
                <a:lnTo>
                  <a:pt x="656354" y="659807"/>
                </a:lnTo>
                <a:close/>
                <a:lnTo>
                  <a:pt x="652622" y="658675"/>
                </a:lnTo>
                <a:close/>
                <a:lnTo>
                  <a:pt x="633661" y="653634"/>
                </a:lnTo>
                <a:close/>
                <a:lnTo>
                  <a:pt x="614700" y="649916"/>
                </a:lnTo>
                <a:close/>
                <a:lnTo>
                  <a:pt x="595740" y="647559"/>
                </a:lnTo>
                <a:close/>
                <a:lnTo>
                  <a:pt x="576779" y="646207"/>
                </a:lnTo>
                <a:close/>
                <a:lnTo>
                  <a:pt x="567558" y="645678"/>
                </a:lnTo>
                <a:close/>
                <a:lnTo>
                  <a:pt x="557818" y="645106"/>
                </a:lnTo>
                <a:close/>
                <a:lnTo>
                  <a:pt x="538857" y="643446"/>
                </a:lnTo>
                <a:close/>
                <a:lnTo>
                  <a:pt x="519896" y="640651"/>
                </a:lnTo>
                <a:close/>
                <a:lnTo>
                  <a:pt x="500936" y="636336"/>
                </a:lnTo>
                <a:close/>
                <a:lnTo>
                  <a:pt x="486181" y="631549"/>
                </a:lnTo>
                <a:close/>
                <a:lnTo>
                  <a:pt x="481975" y="630214"/>
                </a:lnTo>
                <a:close/>
                <a:lnTo>
                  <a:pt x="463014" y="622181"/>
                </a:lnTo>
                <a:close/>
                <a:lnTo>
                  <a:pt x="454059" y="617421"/>
                </a:lnTo>
                <a:close/>
                <a:lnTo>
                  <a:pt x="444053" y="612346"/>
                </a:lnTo>
                <a:close/>
                <a:lnTo>
                  <a:pt x="429134" y="603292"/>
                </a:lnTo>
                <a:close/>
                <a:lnTo>
                  <a:pt x="425092" y="600979"/>
                </a:lnTo>
                <a:close/>
                <a:lnTo>
                  <a:pt x="407292" y="589163"/>
                </a:lnTo>
                <a:close/>
                <a:lnTo>
                  <a:pt x="406132" y="588441"/>
                </a:lnTo>
                <a:close/>
                <a:lnTo>
                  <a:pt x="387171" y="575045"/>
                </a:lnTo>
                <a:close/>
                <a:lnTo>
                  <a:pt x="387157" y="575034"/>
                </a:lnTo>
                <a:close/>
                <a:lnTo>
                  <a:pt x="368210" y="560959"/>
                </a:lnTo>
                <a:close/>
                <a:lnTo>
                  <a:pt x="368144" y="560905"/>
                </a:lnTo>
                <a:close/>
                <a:lnTo>
                  <a:pt x="350038" y="546776"/>
                </a:lnTo>
                <a:close/>
                <a:lnTo>
                  <a:pt x="349249" y="546184"/>
                </a:lnTo>
                <a:close/>
                <a:lnTo>
                  <a:pt x="332840" y="532647"/>
                </a:lnTo>
                <a:close/>
                <a:lnTo>
                  <a:pt x="330288" y="530583"/>
                </a:lnTo>
                <a:close/>
                <a:lnTo>
                  <a:pt x="316545" y="518519"/>
                </a:lnTo>
                <a:close/>
                <a:lnTo>
                  <a:pt x="311328" y="513935"/>
                </a:lnTo>
                <a:close/>
                <a:lnTo>
                  <a:pt x="301153" y="504390"/>
                </a:lnTo>
                <a:close/>
                <a:lnTo>
                  <a:pt x="292367" y="495976"/>
                </a:lnTo>
                <a:close/>
                <a:lnTo>
                  <a:pt x="286664" y="490261"/>
                </a:lnTo>
                <a:close/>
                <a:lnTo>
                  <a:pt x="273406" y="476445"/>
                </a:lnTo>
                <a:close/>
                <a:lnTo>
                  <a:pt x="273112" y="476132"/>
                </a:lnTo>
                <a:close/>
                <a:lnTo>
                  <a:pt x="260717" y="462003"/>
                </a:lnTo>
                <a:close/>
                <a:lnTo>
                  <a:pt x="254445" y="454383"/>
                </a:lnTo>
                <a:close/>
                <a:lnTo>
                  <a:pt x="249093" y="447874"/>
                </a:lnTo>
                <a:close/>
                <a:lnTo>
                  <a:pt x="238400" y="433745"/>
                </a:lnTo>
                <a:close/>
                <a:lnTo>
                  <a:pt x="235484" y="429502"/>
                </a:lnTo>
                <a:close/>
                <a:lnTo>
                  <a:pt x="228546" y="419617"/>
                </a:lnTo>
                <a:close/>
                <a:lnTo>
                  <a:pt x="219510" y="405488"/>
                </a:lnTo>
                <a:close/>
                <a:lnTo>
                  <a:pt x="216524" y="400263"/>
                </a:lnTo>
                <a:close/>
                <a:lnTo>
                  <a:pt x="211233" y="391359"/>
                </a:lnTo>
                <a:close/>
                <a:lnTo>
                  <a:pt x="203725" y="377230"/>
                </a:lnTo>
                <a:close/>
                <a:lnTo>
                  <a:pt x="197563" y="364615"/>
                </a:lnTo>
                <a:close/>
                <a:lnTo>
                  <a:pt x="196788" y="363101"/>
                </a:lnTo>
                <a:close/>
                <a:lnTo>
                  <a:pt x="190574" y="348972"/>
                </a:lnTo>
                <a:close/>
                <a:lnTo>
                  <a:pt x="184819" y="334843"/>
                </a:lnTo>
                <a:close/>
                <a:lnTo>
                  <a:pt x="179334" y="320715"/>
                </a:lnTo>
                <a:close/>
                <a:lnTo>
                  <a:pt x="178602" y="318627"/>
                </a:lnTo>
                <a:close/>
                <a:lnTo>
                  <a:pt x="174330" y="306586"/>
                </a:lnTo>
                <a:close/>
                <a:lnTo>
                  <a:pt x="169532" y="292457"/>
                </a:lnTo>
                <a:close/>
                <a:lnTo>
                  <a:pt x="164722" y="278328"/>
                </a:lnTo>
                <a:close/>
                <a:lnTo>
                  <a:pt x="159692" y="264199"/>
                </a:lnTo>
                <a:close/>
                <a:lnTo>
                  <a:pt x="159641" y="264048"/>
                </a:lnTo>
                <a:close/>
                <a:lnTo>
                  <a:pt x="155221" y="250070"/>
                </a:lnTo>
                <a:close/>
                <a:lnTo>
                  <a:pt x="150725" y="235941"/>
                </a:lnTo>
                <a:close/>
                <a:lnTo>
                  <a:pt x="146147" y="221813"/>
                </a:lnTo>
                <a:close/>
                <a:lnTo>
                  <a:pt x="141448" y="207684"/>
                </a:lnTo>
                <a:close/>
                <a:lnTo>
                  <a:pt x="140680" y="204341"/>
                </a:lnTo>
                <a:close/>
                <a:lnTo>
                  <a:pt x="138661" y="193555"/>
                </a:lnTo>
                <a:close/>
                <a:lnTo>
                  <a:pt x="138878" y="179426"/>
                </a:lnTo>
                <a:close/>
                <a:lnTo>
                  <a:pt x="140680" y="175548"/>
                </a:lnTo>
                <a:close/>
                <a:lnTo>
                  <a:pt x="159641" y="173632"/>
                </a:lnTo>
                <a:close/>
                <a:lnTo>
                  <a:pt x="173052" y="179426"/>
                </a:lnTo>
                <a:close/>
                <a:lnTo>
                  <a:pt x="178602" y="181378"/>
                </a:lnTo>
                <a:close/>
                <a:lnTo>
                  <a:pt x="197563" y="191282"/>
                </a:lnTo>
                <a:close/>
                <a:lnTo>
                  <a:pt x="201454" y="193555"/>
                </a:lnTo>
                <a:close/>
                <a:lnTo>
                  <a:pt x="216524" y="201448"/>
                </a:lnTo>
                <a:close/>
                <a:lnTo>
                  <a:pt x="228611" y="207684"/>
                </a:lnTo>
                <a:close/>
                <a:lnTo>
                  <a:pt x="235484" y="210933"/>
                </a:lnTo>
                <a:close/>
                <a:lnTo>
                  <a:pt x="254445" y="219549"/>
                </a:lnTo>
                <a:close/>
                <a:lnTo>
                  <a:pt x="259989" y="221813"/>
                </a:lnTo>
                <a:close/>
                <a:lnTo>
                  <a:pt x="273406" y="227114"/>
                </a:lnTo>
                <a:close/>
                <a:lnTo>
                  <a:pt x="292367" y="233316"/>
                </a:lnTo>
                <a:close/>
                <a:lnTo>
                  <a:pt x="302847" y="235941"/>
                </a:lnTo>
                <a:close/>
                <a:lnTo>
                  <a:pt x="311328" y="238082"/>
                </a:lnTo>
                <a:close/>
                <a:lnTo>
                  <a:pt x="330288" y="241219"/>
                </a:lnTo>
                <a:close/>
                <a:lnTo>
                  <a:pt x="349249" y="242633"/>
                </a:lnTo>
                <a:close/>
                <a:lnTo>
                  <a:pt x="368210" y="242348"/>
                </a:lnTo>
                <a:close/>
                <a:lnTo>
                  <a:pt x="387171" y="240666"/>
                </a:lnTo>
                <a:close/>
                <a:lnTo>
                  <a:pt x="406132" y="238220"/>
                </a:lnTo>
                <a:close/>
                <a:lnTo>
                  <a:pt x="424478" y="235941"/>
                </a:lnTo>
                <a:close/>
                <a:lnTo>
                  <a:pt x="425092" y="235875"/>
                </a:lnTo>
                <a:close/>
                <a:lnTo>
                  <a:pt x="444053" y="234638"/>
                </a:lnTo>
                <a:close/>
                <a:lnTo>
                  <a:pt x="463014" y="234878"/>
                </a:lnTo>
                <a:close/>
                <a:lnTo>
                  <a:pt x="472108" y="235941"/>
                </a:lnTo>
                <a:close/>
                <a:lnTo>
                  <a:pt x="481975" y="237209"/>
                </a:lnTo>
                <a:close/>
                <a:lnTo>
                  <a:pt x="500936" y="242265"/>
                </a:lnTo>
                <a:close/>
                <a:lnTo>
                  <a:pt x="519108" y="250070"/>
                </a:lnTo>
                <a:close/>
                <a:lnTo>
                  <a:pt x="519896" y="250450"/>
                </a:lnTo>
                <a:close/>
                <a:lnTo>
                  <a:pt x="538857" y="263158"/>
                </a:lnTo>
                <a:close/>
                <a:lnTo>
                  <a:pt x="540085" y="264199"/>
                </a:lnTo>
                <a:close/>
                <a:lnTo>
                  <a:pt x="554783" y="278328"/>
                </a:lnTo>
                <a:close/>
                <a:lnTo>
                  <a:pt x="557818" y="281647"/>
                </a:lnTo>
                <a:close/>
                <a:lnTo>
                  <a:pt x="566328" y="292457"/>
                </a:lnTo>
                <a:close/>
                <a:lnTo>
                  <a:pt x="576130" y="306586"/>
                </a:lnTo>
                <a:close/>
                <a:lnTo>
                  <a:pt x="576779" y="307613"/>
                </a:lnTo>
                <a:close/>
                <a:lnTo>
                  <a:pt x="584341" y="320715"/>
                </a:lnTo>
                <a:close/>
                <a:lnTo>
                  <a:pt x="591834" y="334843"/>
                </a:lnTo>
                <a:close/>
                <a:lnTo>
                  <a:pt x="595740" y="342503"/>
                </a:lnTo>
                <a:close/>
                <a:lnTo>
                  <a:pt x="598869" y="348972"/>
                </a:lnTo>
                <a:close/>
                <a:lnTo>
                  <a:pt x="605566" y="363101"/>
                </a:lnTo>
                <a:close/>
                <a:lnTo>
                  <a:pt x="612304" y="377230"/>
                </a:lnTo>
                <a:close/>
                <a:lnTo>
                  <a:pt x="614700" y="382032"/>
                </a:lnTo>
                <a:close/>
                <a:lnTo>
                  <a:pt x="619149" y="391359"/>
                </a:lnTo>
                <a:close/>
                <a:lnTo>
                  <a:pt x="626148" y="405488"/>
                </a:lnTo>
                <a:close/>
                <a:lnTo>
                  <a:pt x="633594" y="419617"/>
                </a:lnTo>
                <a:close/>
                <a:lnTo>
                  <a:pt x="633661" y="419735"/>
                </a:lnTo>
                <a:close/>
                <a:lnTo>
                  <a:pt x="641259" y="433745"/>
                </a:lnTo>
                <a:close/>
                <a:lnTo>
                  <a:pt x="649478" y="447874"/>
                </a:lnTo>
                <a:close/>
                <a:lnTo>
                  <a:pt x="652622" y="452869"/>
                </a:lnTo>
                <a:close/>
                <a:lnTo>
                  <a:pt x="658190" y="462003"/>
                </a:lnTo>
                <a:close/>
                <a:lnTo>
                  <a:pt x="667449" y="476132"/>
                </a:lnTo>
                <a:close/>
                <a:lnTo>
                  <a:pt x="671583" y="482002"/>
                </a:lnTo>
                <a:close/>
                <a:lnTo>
                  <a:pt x="677256" y="490261"/>
                </a:lnTo>
                <a:close/>
                <a:lnTo>
                  <a:pt x="687551" y="504390"/>
                </a:lnTo>
                <a:close/>
                <a:lnTo>
                  <a:pt x="690544" y="508353"/>
                </a:lnTo>
                <a:close/>
                <a:lnTo>
                  <a:pt x="698033" y="518519"/>
                </a:lnTo>
                <a:close/>
                <a:lnTo>
                  <a:pt x="708775" y="532647"/>
                </a:lnTo>
                <a:close/>
                <a:lnTo>
                  <a:pt x="709504" y="533641"/>
                </a:lnTo>
                <a:close/>
                <a:lnTo>
                  <a:pt x="718830" y="546776"/>
                </a:lnTo>
                <a:close/>
                <a:lnTo>
                  <a:pt x="728465" y="560636"/>
                </a:lnTo>
                <a:close/>
                <a:lnTo>
                  <a:pt x="728646" y="560905"/>
                </a:lnTo>
                <a:close/>
                <a:lnTo>
                  <a:pt x="736877" y="575034"/>
                </a:lnTo>
                <a:close/>
                <a:lnTo>
                  <a:pt x="744117" y="589163"/>
                </a:lnTo>
                <a:close/>
                <a:lnTo>
                  <a:pt x="747426" y="597256"/>
                </a:lnTo>
                <a:close/>
                <a:lnTo>
                  <a:pt x="749733" y="603292"/>
                </a:lnTo>
                <a:close/>
                <a:lnTo>
                  <a:pt x="753335" y="617421"/>
                </a:lnTo>
                <a:close/>
                <a:lnTo>
                  <a:pt x="755073" y="631549"/>
                </a:lnTo>
                <a:close/>
                <a:lnTo>
                  <a:pt x="754472" y="645678"/>
                </a:lnTo>
                <a:close/>
                <a:lnTo>
                  <a:pt x="750414" y="659807"/>
                </a:lnTo>
                <a:close/>
                <a:lnTo>
                  <a:pt x="747426" y="664620"/>
                </a:lnTo>
                <a:close/>
                <a:lnTo>
                  <a:pt x="731676" y="673936"/>
                </a:lnTo>
                <a:close/>
                <a:lnTo>
                  <a:pt x="728465" y="674955"/>
                </a:lnTo>
                <a:close/>
                <a:lnTo>
                  <a:pt x="709504" y="674307"/>
                </a:lnTo>
                <a:close/>
                <a:lnTo>
                  <a:pt x="707952" y="673936"/>
                </a:lnTo>
                <a:close/>
              </a:path>
            </a:pathLst>
          </a:custGeom>
          <a:solidFill>
            <a:srgbClr val="3282B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931398" y="1861845"/>
            <a:ext cx="616412" cy="501323"/>
          </a:xfrm>
          <a:custGeom>
            <a:avLst/>
            <a:gdLst/>
            <a:ahLst/>
            <a:cxnLst/>
            <a:rect l="l" t="t" r="r" b="b"/>
            <a:pathLst>
              <a:path w="616412" h="501323">
                <a:moveTo>
                  <a:pt x="570843" y="500675"/>
                </a:moveTo>
                <a:lnTo>
                  <a:pt x="589804" y="501323"/>
                </a:lnTo>
                <a:close/>
                <a:lnTo>
                  <a:pt x="593015" y="500304"/>
                </a:lnTo>
                <a:close/>
                <a:lnTo>
                  <a:pt x="608765" y="490988"/>
                </a:lnTo>
                <a:close/>
                <a:lnTo>
                  <a:pt x="611753" y="486175"/>
                </a:lnTo>
                <a:close/>
                <a:lnTo>
                  <a:pt x="615811" y="472046"/>
                </a:lnTo>
                <a:close/>
                <a:lnTo>
                  <a:pt x="616412" y="457917"/>
                </a:lnTo>
                <a:close/>
                <a:lnTo>
                  <a:pt x="614674" y="443789"/>
                </a:lnTo>
                <a:close/>
                <a:lnTo>
                  <a:pt x="611072" y="429660"/>
                </a:lnTo>
                <a:close/>
                <a:lnTo>
                  <a:pt x="608765" y="423624"/>
                </a:lnTo>
                <a:close/>
                <a:lnTo>
                  <a:pt x="605456" y="415531"/>
                </a:lnTo>
                <a:close/>
                <a:lnTo>
                  <a:pt x="598216" y="401402"/>
                </a:lnTo>
                <a:close/>
                <a:lnTo>
                  <a:pt x="589985" y="387273"/>
                </a:lnTo>
                <a:close/>
                <a:lnTo>
                  <a:pt x="589804" y="387004"/>
                </a:lnTo>
                <a:close/>
                <a:lnTo>
                  <a:pt x="580169" y="373144"/>
                </a:lnTo>
                <a:close/>
                <a:lnTo>
                  <a:pt x="570843" y="360009"/>
                </a:lnTo>
                <a:close/>
                <a:lnTo>
                  <a:pt x="570114" y="359015"/>
                </a:lnTo>
                <a:close/>
                <a:lnTo>
                  <a:pt x="559372" y="344887"/>
                </a:lnTo>
                <a:close/>
                <a:lnTo>
                  <a:pt x="551883" y="334721"/>
                </a:lnTo>
                <a:close/>
                <a:lnTo>
                  <a:pt x="548890" y="330758"/>
                </a:lnTo>
                <a:close/>
                <a:lnTo>
                  <a:pt x="538595" y="316629"/>
                </a:lnTo>
                <a:close/>
                <a:lnTo>
                  <a:pt x="532922" y="308370"/>
                </a:lnTo>
                <a:close/>
                <a:lnTo>
                  <a:pt x="528788" y="302500"/>
                </a:lnTo>
                <a:close/>
                <a:lnTo>
                  <a:pt x="519529" y="288371"/>
                </a:lnTo>
                <a:close/>
                <a:lnTo>
                  <a:pt x="513961" y="279237"/>
                </a:lnTo>
                <a:close/>
                <a:lnTo>
                  <a:pt x="510817" y="274242"/>
                </a:lnTo>
                <a:close/>
                <a:lnTo>
                  <a:pt x="502598" y="260113"/>
                </a:lnTo>
                <a:close/>
                <a:lnTo>
                  <a:pt x="495000" y="246103"/>
                </a:lnTo>
                <a:close/>
                <a:lnTo>
                  <a:pt x="494933" y="245985"/>
                </a:lnTo>
                <a:close/>
                <a:lnTo>
                  <a:pt x="487487" y="231856"/>
                </a:lnTo>
                <a:close/>
                <a:lnTo>
                  <a:pt x="480488" y="217727"/>
                </a:lnTo>
                <a:close/>
                <a:lnTo>
                  <a:pt x="476039" y="208400"/>
                </a:lnTo>
                <a:close/>
                <a:lnTo>
                  <a:pt x="473643" y="203598"/>
                </a:lnTo>
                <a:close/>
                <a:lnTo>
                  <a:pt x="466905" y="189469"/>
                </a:lnTo>
                <a:close/>
                <a:lnTo>
                  <a:pt x="460208" y="175340"/>
                </a:lnTo>
                <a:close/>
                <a:lnTo>
                  <a:pt x="457079" y="168871"/>
                </a:lnTo>
                <a:close/>
                <a:lnTo>
                  <a:pt x="453173" y="161211"/>
                </a:lnTo>
                <a:close/>
                <a:lnTo>
                  <a:pt x="445680" y="147083"/>
                </a:lnTo>
                <a:close/>
                <a:lnTo>
                  <a:pt x="438118" y="133981"/>
                </a:lnTo>
                <a:close/>
                <a:lnTo>
                  <a:pt x="437469" y="132954"/>
                </a:lnTo>
                <a:close/>
                <a:lnTo>
                  <a:pt x="427667" y="118825"/>
                </a:lnTo>
                <a:close/>
                <a:lnTo>
                  <a:pt x="419157" y="108015"/>
                </a:lnTo>
                <a:close/>
                <a:lnTo>
                  <a:pt x="416122" y="104696"/>
                </a:lnTo>
                <a:close/>
                <a:lnTo>
                  <a:pt x="401424" y="90567"/>
                </a:lnTo>
                <a:close/>
                <a:lnTo>
                  <a:pt x="400196" y="89526"/>
                </a:lnTo>
                <a:close/>
                <a:lnTo>
                  <a:pt x="381235" y="76818"/>
                </a:lnTo>
                <a:close/>
                <a:lnTo>
                  <a:pt x="380447" y="76438"/>
                </a:lnTo>
                <a:close/>
                <a:lnTo>
                  <a:pt x="362275" y="68633"/>
                </a:lnTo>
                <a:close/>
                <a:lnTo>
                  <a:pt x="343314" y="63577"/>
                </a:lnTo>
                <a:close/>
                <a:lnTo>
                  <a:pt x="333447" y="62309"/>
                </a:lnTo>
                <a:close/>
                <a:lnTo>
                  <a:pt x="324353" y="61246"/>
                </a:lnTo>
                <a:close/>
                <a:lnTo>
                  <a:pt x="305392" y="61006"/>
                </a:lnTo>
                <a:close/>
                <a:lnTo>
                  <a:pt x="286431" y="62243"/>
                </a:lnTo>
                <a:close/>
                <a:lnTo>
                  <a:pt x="285817" y="62309"/>
                </a:lnTo>
                <a:close/>
                <a:lnTo>
                  <a:pt x="267471" y="64588"/>
                </a:lnTo>
                <a:close/>
                <a:lnTo>
                  <a:pt x="248510" y="67034"/>
                </a:lnTo>
                <a:close/>
                <a:lnTo>
                  <a:pt x="229549" y="68716"/>
                </a:lnTo>
                <a:close/>
                <a:lnTo>
                  <a:pt x="210588" y="69001"/>
                </a:lnTo>
                <a:close/>
                <a:lnTo>
                  <a:pt x="191627" y="67587"/>
                </a:lnTo>
                <a:close/>
                <a:lnTo>
                  <a:pt x="172667" y="64450"/>
                </a:lnTo>
                <a:close/>
                <a:lnTo>
                  <a:pt x="164186" y="62309"/>
                </a:lnTo>
                <a:close/>
                <a:lnTo>
                  <a:pt x="153706" y="59684"/>
                </a:lnTo>
                <a:close/>
                <a:lnTo>
                  <a:pt x="134745" y="53482"/>
                </a:lnTo>
                <a:close/>
                <a:lnTo>
                  <a:pt x="121328" y="48181"/>
                </a:lnTo>
                <a:close/>
                <a:lnTo>
                  <a:pt x="115784" y="45917"/>
                </a:lnTo>
                <a:close/>
                <a:lnTo>
                  <a:pt x="96823" y="37301"/>
                </a:lnTo>
                <a:close/>
                <a:lnTo>
                  <a:pt x="89950" y="34052"/>
                </a:lnTo>
                <a:close/>
                <a:lnTo>
                  <a:pt x="77863" y="27816"/>
                </a:lnTo>
                <a:close/>
                <a:lnTo>
                  <a:pt x="62793" y="19923"/>
                </a:lnTo>
                <a:close/>
                <a:lnTo>
                  <a:pt x="58902" y="17650"/>
                </a:lnTo>
                <a:close/>
                <a:lnTo>
                  <a:pt x="39941" y="7746"/>
                </a:lnTo>
                <a:close/>
                <a:lnTo>
                  <a:pt x="34391" y="5794"/>
                </a:lnTo>
                <a:close/>
                <a:lnTo>
                  <a:pt x="20980" y="0"/>
                </a:lnTo>
                <a:close/>
                <a:lnTo>
                  <a:pt x="2019" y="1916"/>
                </a:lnTo>
                <a:close/>
                <a:lnTo>
                  <a:pt x="217" y="5794"/>
                </a:lnTo>
                <a:close/>
                <a:lnTo>
                  <a:pt x="0" y="19923"/>
                </a:lnTo>
                <a:close/>
                <a:lnTo>
                  <a:pt x="2019" y="30709"/>
                </a:lnTo>
                <a:close/>
                <a:lnTo>
                  <a:pt x="2787" y="34052"/>
                </a:lnTo>
                <a:close/>
                <a:lnTo>
                  <a:pt x="7486" y="48181"/>
                </a:lnTo>
                <a:close/>
                <a:lnTo>
                  <a:pt x="12064" y="62309"/>
                </a:lnTo>
                <a:close/>
                <a:lnTo>
                  <a:pt x="16560" y="76438"/>
                </a:lnTo>
                <a:close/>
                <a:lnTo>
                  <a:pt x="20980" y="90416"/>
                </a:lnTo>
                <a:close/>
                <a:lnTo>
                  <a:pt x="21031" y="90567"/>
                </a:lnTo>
                <a:close/>
                <a:lnTo>
                  <a:pt x="26061" y="104696"/>
                </a:lnTo>
                <a:close/>
                <a:lnTo>
                  <a:pt x="30871" y="118825"/>
                </a:lnTo>
                <a:close/>
                <a:lnTo>
                  <a:pt x="35669" y="132954"/>
                </a:lnTo>
                <a:close/>
                <a:lnTo>
                  <a:pt x="39941" y="144995"/>
                </a:lnTo>
                <a:close/>
                <a:lnTo>
                  <a:pt x="40673" y="147083"/>
                </a:lnTo>
                <a:close/>
                <a:lnTo>
                  <a:pt x="46158" y="161211"/>
                </a:lnTo>
                <a:close/>
                <a:lnTo>
                  <a:pt x="51913" y="175340"/>
                </a:lnTo>
                <a:close/>
                <a:lnTo>
                  <a:pt x="58127" y="189469"/>
                </a:lnTo>
                <a:close/>
                <a:lnTo>
                  <a:pt x="58902" y="190983"/>
                </a:lnTo>
                <a:close/>
                <a:lnTo>
                  <a:pt x="65064" y="203598"/>
                </a:lnTo>
                <a:close/>
                <a:lnTo>
                  <a:pt x="72572" y="217727"/>
                </a:lnTo>
                <a:close/>
                <a:lnTo>
                  <a:pt x="77863" y="226631"/>
                </a:lnTo>
                <a:close/>
                <a:lnTo>
                  <a:pt x="80849" y="231856"/>
                </a:lnTo>
                <a:close/>
                <a:lnTo>
                  <a:pt x="89885" y="245985"/>
                </a:lnTo>
                <a:close/>
                <a:lnTo>
                  <a:pt x="96823" y="255870"/>
                </a:lnTo>
                <a:close/>
                <a:lnTo>
                  <a:pt x="99739" y="260113"/>
                </a:lnTo>
                <a:close/>
                <a:lnTo>
                  <a:pt x="110432" y="274242"/>
                </a:lnTo>
                <a:close/>
                <a:lnTo>
                  <a:pt x="115784" y="280751"/>
                </a:lnTo>
                <a:close/>
                <a:lnTo>
                  <a:pt x="122056" y="288371"/>
                </a:lnTo>
                <a:close/>
                <a:lnTo>
                  <a:pt x="134451" y="302500"/>
                </a:lnTo>
                <a:close/>
                <a:lnTo>
                  <a:pt x="134745" y="302813"/>
                </a:lnTo>
                <a:close/>
                <a:lnTo>
                  <a:pt x="148003" y="316629"/>
                </a:lnTo>
                <a:close/>
                <a:lnTo>
                  <a:pt x="153706" y="322344"/>
                </a:lnTo>
                <a:close/>
                <a:lnTo>
                  <a:pt x="162492" y="330758"/>
                </a:lnTo>
                <a:close/>
                <a:lnTo>
                  <a:pt x="172667" y="340303"/>
                </a:lnTo>
                <a:close/>
                <a:lnTo>
                  <a:pt x="177884" y="344887"/>
                </a:lnTo>
                <a:close/>
                <a:lnTo>
                  <a:pt x="191627" y="356951"/>
                </a:lnTo>
                <a:close/>
                <a:lnTo>
                  <a:pt x="194179" y="359015"/>
                </a:lnTo>
                <a:close/>
                <a:lnTo>
                  <a:pt x="210588" y="372552"/>
                </a:lnTo>
                <a:close/>
                <a:lnTo>
                  <a:pt x="211377" y="373144"/>
                </a:lnTo>
                <a:close/>
                <a:lnTo>
                  <a:pt x="229483" y="387273"/>
                </a:lnTo>
                <a:close/>
                <a:lnTo>
                  <a:pt x="229549" y="387327"/>
                </a:lnTo>
                <a:close/>
                <a:lnTo>
                  <a:pt x="248496" y="401402"/>
                </a:lnTo>
                <a:close/>
                <a:lnTo>
                  <a:pt x="248510" y="401413"/>
                </a:lnTo>
                <a:close/>
                <a:lnTo>
                  <a:pt x="267471" y="414809"/>
                </a:lnTo>
                <a:close/>
                <a:lnTo>
                  <a:pt x="268631" y="415531"/>
                </a:lnTo>
                <a:close/>
                <a:lnTo>
                  <a:pt x="286431" y="427347"/>
                </a:lnTo>
                <a:close/>
                <a:lnTo>
                  <a:pt x="290473" y="429660"/>
                </a:lnTo>
                <a:close/>
                <a:lnTo>
                  <a:pt x="305392" y="438714"/>
                </a:lnTo>
                <a:close/>
                <a:lnTo>
                  <a:pt x="315398" y="443789"/>
                </a:lnTo>
                <a:close/>
                <a:lnTo>
                  <a:pt x="324353" y="448549"/>
                </a:lnTo>
                <a:close/>
                <a:lnTo>
                  <a:pt x="343314" y="456582"/>
                </a:lnTo>
                <a:close/>
                <a:lnTo>
                  <a:pt x="347520" y="457917"/>
                </a:lnTo>
                <a:close/>
                <a:lnTo>
                  <a:pt x="362275" y="462704"/>
                </a:lnTo>
                <a:close/>
                <a:lnTo>
                  <a:pt x="381235" y="467019"/>
                </a:lnTo>
                <a:close/>
                <a:lnTo>
                  <a:pt x="400196" y="469814"/>
                </a:lnTo>
                <a:close/>
                <a:lnTo>
                  <a:pt x="419157" y="471474"/>
                </a:lnTo>
                <a:close/>
                <a:lnTo>
                  <a:pt x="428897" y="472046"/>
                </a:lnTo>
                <a:close/>
                <a:lnTo>
                  <a:pt x="438118" y="472575"/>
                </a:lnTo>
                <a:close/>
                <a:lnTo>
                  <a:pt x="457079" y="473927"/>
                </a:lnTo>
                <a:close/>
                <a:lnTo>
                  <a:pt x="476039" y="476284"/>
                </a:lnTo>
                <a:close/>
                <a:lnTo>
                  <a:pt x="495000" y="480002"/>
                </a:lnTo>
                <a:close/>
                <a:lnTo>
                  <a:pt x="513961" y="485043"/>
                </a:lnTo>
                <a:close/>
                <a:lnTo>
                  <a:pt x="517693" y="486175"/>
                </a:lnTo>
                <a:close/>
                <a:lnTo>
                  <a:pt x="532922" y="490658"/>
                </a:lnTo>
                <a:close/>
                <a:lnTo>
                  <a:pt x="551883" y="496230"/>
                </a:lnTo>
                <a:close/>
                <a:lnTo>
                  <a:pt x="569291" y="500304"/>
                </a:lnTo>
                <a:close/>
                <a:lnTo>
                  <a:pt x="570843" y="500675"/>
                </a:lnTo>
                <a:close/>
                <a:lnTo>
                  <a:pt x="320621" y="387273"/>
                </a:lnTo>
                <a:close/>
                <a:lnTo>
                  <a:pt x="305392" y="382519"/>
                </a:lnTo>
                <a:close/>
                <a:lnTo>
                  <a:pt x="286431" y="374869"/>
                </a:lnTo>
                <a:close/>
                <a:lnTo>
                  <a:pt x="283065" y="373144"/>
                </a:lnTo>
                <a:close/>
                <a:lnTo>
                  <a:pt x="267471" y="365528"/>
                </a:lnTo>
                <a:close/>
                <a:lnTo>
                  <a:pt x="256058" y="359015"/>
                </a:lnTo>
                <a:close/>
                <a:lnTo>
                  <a:pt x="248510" y="354839"/>
                </a:lnTo>
                <a:close/>
                <a:lnTo>
                  <a:pt x="232958" y="344887"/>
                </a:lnTo>
                <a:close/>
                <a:lnTo>
                  <a:pt x="229549" y="342724"/>
                </a:lnTo>
                <a:close/>
                <a:lnTo>
                  <a:pt x="213075" y="330758"/>
                </a:lnTo>
                <a:close/>
                <a:lnTo>
                  <a:pt x="210588" y="328923"/>
                </a:lnTo>
                <a:close/>
                <a:lnTo>
                  <a:pt x="195845" y="316629"/>
                </a:lnTo>
                <a:close/>
                <a:lnTo>
                  <a:pt x="191627" y="312971"/>
                </a:lnTo>
                <a:close/>
                <a:lnTo>
                  <a:pt x="180755" y="302500"/>
                </a:lnTo>
                <a:close/>
                <a:lnTo>
                  <a:pt x="172667" y="294230"/>
                </a:lnTo>
                <a:close/>
                <a:lnTo>
                  <a:pt x="167389" y="288371"/>
                </a:lnTo>
                <a:close/>
                <a:lnTo>
                  <a:pt x="155735" y="274242"/>
                </a:lnTo>
                <a:close/>
                <a:lnTo>
                  <a:pt x="153706" y="271418"/>
                </a:lnTo>
                <a:close/>
                <a:lnTo>
                  <a:pt x="146052" y="260113"/>
                </a:lnTo>
                <a:close/>
                <a:lnTo>
                  <a:pt x="137649" y="245985"/>
                </a:lnTo>
                <a:close/>
                <a:lnTo>
                  <a:pt x="134745" y="239965"/>
                </a:lnTo>
                <a:close/>
                <a:lnTo>
                  <a:pt x="130964" y="231856"/>
                </a:lnTo>
                <a:close/>
                <a:lnTo>
                  <a:pt x="125964" y="217727"/>
                </a:lnTo>
                <a:close/>
                <a:lnTo>
                  <a:pt x="122453" y="203598"/>
                </a:lnTo>
                <a:close/>
                <a:lnTo>
                  <a:pt x="120681" y="189469"/>
                </a:lnTo>
                <a:close/>
                <a:lnTo>
                  <a:pt x="121124" y="175340"/>
                </a:lnTo>
                <a:close/>
                <a:lnTo>
                  <a:pt x="124835" y="161211"/>
                </a:lnTo>
                <a:close/>
                <a:lnTo>
                  <a:pt x="134488" y="147083"/>
                </a:lnTo>
                <a:close/>
                <a:lnTo>
                  <a:pt x="134745" y="146857"/>
                </a:lnTo>
                <a:close/>
                <a:lnTo>
                  <a:pt x="153706" y="139934"/>
                </a:lnTo>
                <a:close/>
                <a:lnTo>
                  <a:pt x="172667" y="139426"/>
                </a:lnTo>
                <a:close/>
                <a:lnTo>
                  <a:pt x="191627" y="141537"/>
                </a:lnTo>
                <a:close/>
                <a:lnTo>
                  <a:pt x="210588" y="144896"/>
                </a:lnTo>
                <a:close/>
                <a:lnTo>
                  <a:pt x="221128" y="147083"/>
                </a:lnTo>
                <a:close/>
                <a:lnTo>
                  <a:pt x="229549" y="148916"/>
                </a:lnTo>
                <a:close/>
                <a:lnTo>
                  <a:pt x="248510" y="153180"/>
                </a:lnTo>
                <a:close/>
                <a:lnTo>
                  <a:pt x="267471" y="157427"/>
                </a:lnTo>
                <a:close/>
                <a:lnTo>
                  <a:pt x="285357" y="161211"/>
                </a:lnTo>
                <a:close/>
                <a:lnTo>
                  <a:pt x="286431" y="161475"/>
                </a:lnTo>
                <a:close/>
                <a:lnTo>
                  <a:pt x="305392" y="165371"/>
                </a:lnTo>
                <a:close/>
                <a:lnTo>
                  <a:pt x="324353" y="169795"/>
                </a:lnTo>
                <a:close/>
                <a:lnTo>
                  <a:pt x="340881" y="175340"/>
                </a:lnTo>
                <a:close/>
                <a:lnTo>
                  <a:pt x="343314" y="176292"/>
                </a:lnTo>
                <a:close/>
                <a:lnTo>
                  <a:pt x="362275" y="187384"/>
                </a:lnTo>
                <a:close/>
                <a:lnTo>
                  <a:pt x="364630" y="189469"/>
                </a:lnTo>
                <a:close/>
                <a:lnTo>
                  <a:pt x="380063" y="203598"/>
                </a:lnTo>
                <a:close/>
                <a:lnTo>
                  <a:pt x="381235" y="204730"/>
                </a:lnTo>
                <a:close/>
                <a:lnTo>
                  <a:pt x="391421" y="217727"/>
                </a:lnTo>
                <a:close/>
                <a:lnTo>
                  <a:pt x="400196" y="228650"/>
                </a:lnTo>
                <a:close/>
                <a:lnTo>
                  <a:pt x="402231" y="231856"/>
                </a:lnTo>
                <a:close/>
                <a:lnTo>
                  <a:pt x="411207" y="245985"/>
                </a:lnTo>
                <a:close/>
                <a:lnTo>
                  <a:pt x="419157" y="257870"/>
                </a:lnTo>
                <a:close/>
                <a:lnTo>
                  <a:pt x="420403" y="260113"/>
                </a:lnTo>
                <a:close/>
                <a:lnTo>
                  <a:pt x="428087" y="274242"/>
                </a:lnTo>
                <a:close/>
                <a:lnTo>
                  <a:pt x="436373" y="288371"/>
                </a:lnTo>
                <a:close/>
                <a:lnTo>
                  <a:pt x="438118" y="291594"/>
                </a:lnTo>
                <a:close/>
                <a:lnTo>
                  <a:pt x="443335" y="302500"/>
                </a:lnTo>
                <a:close/>
                <a:lnTo>
                  <a:pt x="450045" y="316629"/>
                </a:lnTo>
                <a:close/>
                <a:lnTo>
                  <a:pt x="456279" y="330758"/>
                </a:lnTo>
                <a:close/>
                <a:lnTo>
                  <a:pt x="457079" y="334115"/>
                </a:lnTo>
                <a:close/>
                <a:lnTo>
                  <a:pt x="459541" y="344887"/>
                </a:lnTo>
                <a:close/>
                <a:lnTo>
                  <a:pt x="458152" y="359015"/>
                </a:lnTo>
                <a:close/>
                <a:lnTo>
                  <a:pt x="457079" y="360544"/>
                </a:lnTo>
                <a:close/>
                <a:lnTo>
                  <a:pt x="440344" y="373144"/>
                </a:lnTo>
                <a:close/>
                <a:lnTo>
                  <a:pt x="438118" y="373897"/>
                </a:lnTo>
                <a:close/>
                <a:lnTo>
                  <a:pt x="419157" y="380455"/>
                </a:lnTo>
                <a:close/>
                <a:lnTo>
                  <a:pt x="400196" y="387005"/>
                </a:lnTo>
                <a:close/>
                <a:lnTo>
                  <a:pt x="399335" y="387273"/>
                </a:lnTo>
                <a:close/>
                <a:lnTo>
                  <a:pt x="381235" y="391216"/>
                </a:lnTo>
                <a:close/>
                <a:lnTo>
                  <a:pt x="362275" y="393050"/>
                </a:lnTo>
                <a:close/>
                <a:lnTo>
                  <a:pt x="343314" y="392063"/>
                </a:lnTo>
                <a:close/>
                <a:lnTo>
                  <a:pt x="324353" y="388503"/>
                </a:lnTo>
                <a:close/>
                <a:lnTo>
                  <a:pt x="320621" y="387273"/>
                </a:lnTo>
                <a:close/>
              </a:path>
            </a:pathLst>
          </a:custGeom>
          <a:solidFill>
            <a:srgbClr val="08488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480292" y="1242811"/>
            <a:ext cx="1673920" cy="1557801"/>
          </a:xfrm>
          <a:custGeom>
            <a:avLst/>
            <a:gdLst/>
            <a:ahLst/>
            <a:cxnLst/>
            <a:rect l="l" t="t" r="r" b="b"/>
            <a:pathLst>
              <a:path w="1673920" h="1557801">
                <a:moveTo>
                  <a:pt x="1230518" y="1557801"/>
                </a:moveTo>
                <a:lnTo>
                  <a:pt x="1234645" y="1557333"/>
                </a:lnTo>
                <a:close/>
                <a:lnTo>
                  <a:pt x="1249479" y="1555546"/>
                </a:lnTo>
                <a:close/>
                <a:lnTo>
                  <a:pt x="1268440" y="1548268"/>
                </a:lnTo>
                <a:close/>
                <a:lnTo>
                  <a:pt x="1276166" y="1543204"/>
                </a:lnTo>
                <a:close/>
                <a:lnTo>
                  <a:pt x="1287401" y="1535581"/>
                </a:lnTo>
                <a:close/>
                <a:lnTo>
                  <a:pt x="1296493" y="1529075"/>
                </a:lnTo>
                <a:close/>
                <a:lnTo>
                  <a:pt x="1306361" y="1523582"/>
                </a:lnTo>
                <a:close/>
                <a:lnTo>
                  <a:pt x="1325322" y="1516640"/>
                </a:lnTo>
                <a:close/>
                <a:lnTo>
                  <a:pt x="1335704" y="1514946"/>
                </a:lnTo>
                <a:close/>
                <a:lnTo>
                  <a:pt x="1344283" y="1513930"/>
                </a:lnTo>
                <a:close/>
                <a:lnTo>
                  <a:pt x="1363244" y="1513668"/>
                </a:lnTo>
                <a:close/>
                <a:lnTo>
                  <a:pt x="1382205" y="1514767"/>
                </a:lnTo>
                <a:close/>
                <a:lnTo>
                  <a:pt x="1383893" y="1514946"/>
                </a:lnTo>
                <a:close/>
                <a:lnTo>
                  <a:pt x="1401166" y="1517012"/>
                </a:lnTo>
                <a:close/>
                <a:lnTo>
                  <a:pt x="1420126" y="1519925"/>
                </a:lnTo>
                <a:close/>
                <a:lnTo>
                  <a:pt x="1439087" y="1523269"/>
                </a:lnTo>
                <a:close/>
                <a:lnTo>
                  <a:pt x="1458048" y="1526785"/>
                </a:lnTo>
                <a:close/>
                <a:lnTo>
                  <a:pt x="1471117" y="1529075"/>
                </a:lnTo>
                <a:close/>
                <a:lnTo>
                  <a:pt x="1477009" y="1530228"/>
                </a:lnTo>
                <a:close/>
                <a:lnTo>
                  <a:pt x="1495970" y="1533262"/>
                </a:lnTo>
                <a:close/>
                <a:lnTo>
                  <a:pt x="1514930" y="1535298"/>
                </a:lnTo>
                <a:close/>
                <a:lnTo>
                  <a:pt x="1533891" y="1536069"/>
                </a:lnTo>
                <a:close/>
                <a:lnTo>
                  <a:pt x="1552852" y="1535423"/>
                </a:lnTo>
                <a:close/>
                <a:lnTo>
                  <a:pt x="1571813" y="1533280"/>
                </a:lnTo>
                <a:close/>
                <a:lnTo>
                  <a:pt x="1590774" y="1529524"/>
                </a:lnTo>
                <a:close/>
                <a:lnTo>
                  <a:pt x="1592365" y="1529075"/>
                </a:lnTo>
                <a:close/>
                <a:lnTo>
                  <a:pt x="1609734" y="1523914"/>
                </a:lnTo>
                <a:close/>
                <a:lnTo>
                  <a:pt x="1628695" y="1515405"/>
                </a:lnTo>
                <a:close/>
                <a:lnTo>
                  <a:pt x="1629478" y="1514946"/>
                </a:lnTo>
                <a:close/>
                <a:lnTo>
                  <a:pt x="1647656" y="1501443"/>
                </a:lnTo>
                <a:close/>
                <a:lnTo>
                  <a:pt x="1648336" y="1500817"/>
                </a:lnTo>
                <a:close/>
                <a:lnTo>
                  <a:pt x="1659915" y="1486688"/>
                </a:lnTo>
                <a:close/>
                <a:lnTo>
                  <a:pt x="1666617" y="1473895"/>
                </a:lnTo>
                <a:close/>
                <a:lnTo>
                  <a:pt x="1667322" y="1472559"/>
                </a:lnTo>
                <a:close/>
                <a:lnTo>
                  <a:pt x="1672010" y="1458431"/>
                </a:lnTo>
                <a:close/>
                <a:lnTo>
                  <a:pt x="1673920" y="1444302"/>
                </a:lnTo>
                <a:close/>
                <a:lnTo>
                  <a:pt x="1673150" y="1430173"/>
                </a:lnTo>
                <a:close/>
                <a:lnTo>
                  <a:pt x="1669686" y="1416044"/>
                </a:lnTo>
                <a:close/>
                <a:lnTo>
                  <a:pt x="1666617" y="1409001"/>
                </a:lnTo>
                <a:close/>
                <a:lnTo>
                  <a:pt x="1663901" y="1401915"/>
                </a:lnTo>
                <a:close/>
                <a:lnTo>
                  <a:pt x="1656196" y="1387786"/>
                </a:lnTo>
                <a:close/>
                <a:lnTo>
                  <a:pt x="1647656" y="1375696"/>
                </a:lnTo>
                <a:close/>
                <a:lnTo>
                  <a:pt x="1646321" y="1373657"/>
                </a:lnTo>
                <a:close/>
                <a:lnTo>
                  <a:pt x="1635317" y="1359529"/>
                </a:lnTo>
                <a:close/>
                <a:lnTo>
                  <a:pt x="1628695" y="1352145"/>
                </a:lnTo>
                <a:close/>
                <a:lnTo>
                  <a:pt x="1622811" y="1345400"/>
                </a:lnTo>
                <a:close/>
                <a:lnTo>
                  <a:pt x="1609734" y="1331748"/>
                </a:lnTo>
                <a:close/>
                <a:lnTo>
                  <a:pt x="1609267" y="1331271"/>
                </a:lnTo>
                <a:close/>
                <a:lnTo>
                  <a:pt x="1594865" y="1317142"/>
                </a:lnTo>
                <a:close/>
                <a:lnTo>
                  <a:pt x="1590774" y="1313223"/>
                </a:lnTo>
                <a:close/>
                <a:lnTo>
                  <a:pt x="1579660" y="1303013"/>
                </a:lnTo>
                <a:close/>
                <a:lnTo>
                  <a:pt x="1571813" y="1295669"/>
                </a:lnTo>
                <a:close/>
                <a:lnTo>
                  <a:pt x="1564160" y="1288884"/>
                </a:lnTo>
                <a:close/>
                <a:lnTo>
                  <a:pt x="1552852" y="1278224"/>
                </a:lnTo>
                <a:close/>
                <a:lnTo>
                  <a:pt x="1549031" y="1274755"/>
                </a:lnTo>
                <a:close/>
                <a:lnTo>
                  <a:pt x="1534973" y="1260627"/>
                </a:lnTo>
                <a:close/>
                <a:lnTo>
                  <a:pt x="1533891" y="1259414"/>
                </a:lnTo>
                <a:close/>
                <a:lnTo>
                  <a:pt x="1522617" y="1246498"/>
                </a:lnTo>
                <a:close/>
                <a:lnTo>
                  <a:pt x="1514930" y="1236252"/>
                </a:lnTo>
                <a:close/>
                <a:lnTo>
                  <a:pt x="1512204" y="1232369"/>
                </a:lnTo>
                <a:close/>
                <a:lnTo>
                  <a:pt x="1503732" y="1218240"/>
                </a:lnTo>
                <a:close/>
                <a:lnTo>
                  <a:pt x="1496538" y="1204111"/>
                </a:lnTo>
                <a:close/>
                <a:lnTo>
                  <a:pt x="1495970" y="1202868"/>
                </a:lnTo>
                <a:close/>
                <a:lnTo>
                  <a:pt x="1490759" y="1189982"/>
                </a:lnTo>
                <a:close/>
                <a:lnTo>
                  <a:pt x="1485657" y="1175853"/>
                </a:lnTo>
                <a:close/>
                <a:lnTo>
                  <a:pt x="1480840" y="1161725"/>
                </a:lnTo>
                <a:close/>
                <a:lnTo>
                  <a:pt x="1477009" y="1150447"/>
                </a:lnTo>
                <a:close/>
                <a:lnTo>
                  <a:pt x="1476174" y="1147596"/>
                </a:lnTo>
                <a:close/>
                <a:lnTo>
                  <a:pt x="1472074" y="1133467"/>
                </a:lnTo>
                <a:close/>
                <a:lnTo>
                  <a:pt x="1468058" y="1119338"/>
                </a:lnTo>
                <a:close/>
                <a:lnTo>
                  <a:pt x="1464158" y="1105209"/>
                </a:lnTo>
                <a:close/>
                <a:lnTo>
                  <a:pt x="1460486" y="1091080"/>
                </a:lnTo>
                <a:close/>
                <a:lnTo>
                  <a:pt x="1458048" y="1080343"/>
                </a:lnTo>
                <a:close/>
                <a:lnTo>
                  <a:pt x="1457383" y="1076951"/>
                </a:lnTo>
                <a:close/>
                <a:lnTo>
                  <a:pt x="1455299" y="1062823"/>
                </a:lnTo>
                <a:close/>
                <a:lnTo>
                  <a:pt x="1453846" y="1048694"/>
                </a:lnTo>
                <a:close/>
                <a:lnTo>
                  <a:pt x="1452924" y="1034565"/>
                </a:lnTo>
                <a:close/>
                <a:lnTo>
                  <a:pt x="1452197" y="1020436"/>
                </a:lnTo>
                <a:close/>
                <a:lnTo>
                  <a:pt x="1451093" y="1006307"/>
                </a:lnTo>
                <a:close/>
                <a:lnTo>
                  <a:pt x="1448957" y="992178"/>
                </a:lnTo>
                <a:close/>
                <a:lnTo>
                  <a:pt x="1445257" y="978049"/>
                </a:lnTo>
                <a:close/>
                <a:lnTo>
                  <a:pt x="1439668" y="963921"/>
                </a:lnTo>
                <a:close/>
                <a:lnTo>
                  <a:pt x="1439087" y="962813"/>
                </a:lnTo>
                <a:close/>
                <a:lnTo>
                  <a:pt x="1432942" y="949792"/>
                </a:lnTo>
                <a:close/>
                <a:lnTo>
                  <a:pt x="1424631" y="935663"/>
                </a:lnTo>
                <a:close/>
                <a:lnTo>
                  <a:pt x="1420126" y="929050"/>
                </a:lnTo>
                <a:close/>
                <a:lnTo>
                  <a:pt x="1415355" y="921534"/>
                </a:lnTo>
                <a:close/>
                <a:lnTo>
                  <a:pt x="1405606" y="907405"/>
                </a:lnTo>
                <a:close/>
                <a:lnTo>
                  <a:pt x="1401166" y="901168"/>
                </a:lnTo>
                <a:close/>
                <a:lnTo>
                  <a:pt x="1395911" y="893276"/>
                </a:lnTo>
                <a:close/>
                <a:lnTo>
                  <a:pt x="1386812" y="879147"/>
                </a:lnTo>
                <a:close/>
                <a:lnTo>
                  <a:pt x="1382205" y="871306"/>
                </a:lnTo>
                <a:close/>
                <a:lnTo>
                  <a:pt x="1378849" y="865019"/>
                </a:lnTo>
                <a:close/>
                <a:lnTo>
                  <a:pt x="1372665" y="850890"/>
                </a:lnTo>
                <a:close/>
                <a:lnTo>
                  <a:pt x="1368008" y="836761"/>
                </a:lnTo>
                <a:close/>
                <a:lnTo>
                  <a:pt x="1365108" y="822632"/>
                </a:lnTo>
                <a:close/>
                <a:lnTo>
                  <a:pt x="1363835" y="808503"/>
                </a:lnTo>
                <a:close/>
                <a:lnTo>
                  <a:pt x="1363575" y="794374"/>
                </a:lnTo>
                <a:close/>
                <a:lnTo>
                  <a:pt x="1363462" y="780245"/>
                </a:lnTo>
                <a:close/>
                <a:lnTo>
                  <a:pt x="1363244" y="775990"/>
                </a:lnTo>
                <a:close/>
                <a:lnTo>
                  <a:pt x="1362812" y="766117"/>
                </a:lnTo>
                <a:close/>
                <a:lnTo>
                  <a:pt x="1361287" y="751988"/>
                </a:lnTo>
                <a:close/>
                <a:lnTo>
                  <a:pt x="1358782" y="737859"/>
                </a:lnTo>
                <a:close/>
                <a:lnTo>
                  <a:pt x="1355333" y="723730"/>
                </a:lnTo>
                <a:close/>
                <a:lnTo>
                  <a:pt x="1350957" y="709601"/>
                </a:lnTo>
                <a:close/>
                <a:lnTo>
                  <a:pt x="1345588" y="695472"/>
                </a:lnTo>
                <a:close/>
                <a:lnTo>
                  <a:pt x="1344283" y="692580"/>
                </a:lnTo>
                <a:close/>
                <a:lnTo>
                  <a:pt x="1339749" y="681343"/>
                </a:lnTo>
                <a:close/>
                <a:lnTo>
                  <a:pt x="1333092" y="667215"/>
                </a:lnTo>
                <a:close/>
                <a:lnTo>
                  <a:pt x="1325322" y="653346"/>
                </a:lnTo>
                <a:close/>
                <a:lnTo>
                  <a:pt x="1325187" y="653086"/>
                </a:lnTo>
                <a:close/>
                <a:lnTo>
                  <a:pt x="1316938" y="638957"/>
                </a:lnTo>
                <a:close/>
                <a:lnTo>
                  <a:pt x="1307059" y="624828"/>
                </a:lnTo>
                <a:close/>
                <a:lnTo>
                  <a:pt x="1306361" y="623927"/>
                </a:lnTo>
                <a:close/>
                <a:lnTo>
                  <a:pt x="1296382" y="610699"/>
                </a:lnTo>
                <a:close/>
                <a:lnTo>
                  <a:pt x="1287401" y="600526"/>
                </a:lnTo>
                <a:close/>
                <a:lnTo>
                  <a:pt x="1283842" y="596570"/>
                </a:lnTo>
                <a:close/>
                <a:lnTo>
                  <a:pt x="1269549" y="582441"/>
                </a:lnTo>
                <a:close/>
                <a:lnTo>
                  <a:pt x="1268440" y="581430"/>
                </a:lnTo>
                <a:close/>
                <a:lnTo>
                  <a:pt x="1253027" y="568313"/>
                </a:lnTo>
                <a:close/>
                <a:lnTo>
                  <a:pt x="1249479" y="565515"/>
                </a:lnTo>
                <a:close/>
                <a:lnTo>
                  <a:pt x="1233330" y="554184"/>
                </a:lnTo>
                <a:close/>
                <a:lnTo>
                  <a:pt x="1230518" y="552286"/>
                </a:lnTo>
                <a:close/>
                <a:lnTo>
                  <a:pt x="1211557" y="541266"/>
                </a:lnTo>
                <a:close/>
                <a:lnTo>
                  <a:pt x="1209061" y="540055"/>
                </a:lnTo>
                <a:close/>
                <a:lnTo>
                  <a:pt x="1192597" y="531942"/>
                </a:lnTo>
                <a:close/>
                <a:lnTo>
                  <a:pt x="1177344" y="525926"/>
                </a:lnTo>
                <a:close/>
                <a:lnTo>
                  <a:pt x="1173636" y="524388"/>
                </a:lnTo>
                <a:close/>
                <a:lnTo>
                  <a:pt x="1154675" y="517728"/>
                </a:lnTo>
                <a:close/>
                <a:lnTo>
                  <a:pt x="1135714" y="511979"/>
                </a:lnTo>
                <a:close/>
                <a:lnTo>
                  <a:pt x="1135113" y="511797"/>
                </a:lnTo>
                <a:close/>
                <a:lnTo>
                  <a:pt x="1116753" y="505732"/>
                </a:lnTo>
                <a:close/>
                <a:lnTo>
                  <a:pt x="1097793" y="498881"/>
                </a:lnTo>
                <a:close/>
                <a:lnTo>
                  <a:pt x="1095066" y="497668"/>
                </a:lnTo>
                <a:close/>
                <a:lnTo>
                  <a:pt x="1078832" y="489774"/>
                </a:lnTo>
                <a:close/>
                <a:lnTo>
                  <a:pt x="1068545" y="483539"/>
                </a:lnTo>
                <a:close/>
                <a:lnTo>
                  <a:pt x="1059871" y="477825"/>
                </a:lnTo>
                <a:close/>
                <a:lnTo>
                  <a:pt x="1049539" y="469411"/>
                </a:lnTo>
                <a:close/>
                <a:lnTo>
                  <a:pt x="1040910" y="461895"/>
                </a:lnTo>
                <a:close/>
                <a:lnTo>
                  <a:pt x="1034567" y="455282"/>
                </a:lnTo>
                <a:close/>
                <a:lnTo>
                  <a:pt x="1021949" y="441539"/>
                </a:lnTo>
                <a:close/>
                <a:lnTo>
                  <a:pt x="1021640" y="441153"/>
                </a:lnTo>
                <a:close/>
                <a:lnTo>
                  <a:pt x="1010942" y="427024"/>
                </a:lnTo>
                <a:close/>
                <a:lnTo>
                  <a:pt x="1002989" y="416581"/>
                </a:lnTo>
                <a:close/>
                <a:lnTo>
                  <a:pt x="1000437" y="412895"/>
                </a:lnTo>
                <a:close/>
                <a:lnTo>
                  <a:pt x="990729" y="398766"/>
                </a:lnTo>
                <a:close/>
                <a:lnTo>
                  <a:pt x="984028" y="389438"/>
                </a:lnTo>
                <a:close/>
                <a:lnTo>
                  <a:pt x="980768" y="384638"/>
                </a:lnTo>
                <a:close/>
                <a:lnTo>
                  <a:pt x="970871" y="370509"/>
                </a:lnTo>
                <a:close/>
                <a:lnTo>
                  <a:pt x="965067" y="362750"/>
                </a:lnTo>
                <a:close/>
                <a:lnTo>
                  <a:pt x="960406" y="356380"/>
                </a:lnTo>
                <a:close/>
                <a:lnTo>
                  <a:pt x="949506" y="342251"/>
                </a:lnTo>
                <a:close/>
                <a:lnTo>
                  <a:pt x="946106" y="338061"/>
                </a:lnTo>
                <a:close/>
                <a:lnTo>
                  <a:pt x="938001" y="328122"/>
                </a:lnTo>
                <a:close/>
                <a:lnTo>
                  <a:pt x="927145" y="315514"/>
                </a:lnTo>
                <a:close/>
                <a:lnTo>
                  <a:pt x="925787" y="313993"/>
                </a:lnTo>
                <a:close/>
                <a:lnTo>
                  <a:pt x="913176" y="299864"/>
                </a:lnTo>
                <a:close/>
                <a:lnTo>
                  <a:pt x="908185" y="294347"/>
                </a:lnTo>
                <a:close/>
                <a:lnTo>
                  <a:pt x="900078" y="285736"/>
                </a:lnTo>
                <a:close/>
                <a:lnTo>
                  <a:pt x="889224" y="274070"/>
                </a:lnTo>
                <a:close/>
                <a:lnTo>
                  <a:pt x="886827" y="271607"/>
                </a:lnTo>
                <a:close/>
                <a:lnTo>
                  <a:pt x="873739" y="257478"/>
                </a:lnTo>
                <a:close/>
                <a:lnTo>
                  <a:pt x="870263" y="253568"/>
                </a:lnTo>
                <a:close/>
                <a:lnTo>
                  <a:pt x="860988" y="243349"/>
                </a:lnTo>
                <a:close/>
                <a:lnTo>
                  <a:pt x="851302" y="232253"/>
                </a:lnTo>
                <a:close/>
                <a:lnTo>
                  <a:pt x="848645" y="229220"/>
                </a:lnTo>
                <a:close/>
                <a:lnTo>
                  <a:pt x="836764" y="215091"/>
                </a:lnTo>
                <a:close/>
                <a:lnTo>
                  <a:pt x="832341" y="209805"/>
                </a:lnTo>
                <a:close/>
                <a:lnTo>
                  <a:pt x="825094" y="200962"/>
                </a:lnTo>
                <a:close/>
                <a:lnTo>
                  <a:pt x="813381" y="187165"/>
                </a:lnTo>
                <a:close/>
                <a:lnTo>
                  <a:pt x="813110" y="186834"/>
                </a:lnTo>
                <a:close/>
                <a:lnTo>
                  <a:pt x="801100" y="172705"/>
                </a:lnTo>
                <a:close/>
                <a:lnTo>
                  <a:pt x="794420" y="165523"/>
                </a:lnTo>
                <a:close/>
                <a:lnTo>
                  <a:pt x="788298" y="158576"/>
                </a:lnTo>
                <a:close/>
                <a:lnTo>
                  <a:pt x="775459" y="145450"/>
                </a:lnTo>
                <a:close/>
                <a:lnTo>
                  <a:pt x="774541" y="144447"/>
                </a:lnTo>
                <a:close/>
                <a:lnTo>
                  <a:pt x="760424" y="130318"/>
                </a:lnTo>
                <a:close/>
                <a:lnTo>
                  <a:pt x="756498" y="126753"/>
                </a:lnTo>
                <a:close/>
                <a:lnTo>
                  <a:pt x="745596" y="116189"/>
                </a:lnTo>
                <a:close/>
                <a:lnTo>
                  <a:pt x="737537" y="109091"/>
                </a:lnTo>
                <a:close/>
                <a:lnTo>
                  <a:pt x="729994" y="102060"/>
                </a:lnTo>
                <a:close/>
                <a:lnTo>
                  <a:pt x="718577" y="92300"/>
                </a:lnTo>
                <a:close/>
                <a:lnTo>
                  <a:pt x="713645" y="87932"/>
                </a:lnTo>
                <a:close/>
                <a:lnTo>
                  <a:pt x="699616" y="76408"/>
                </a:lnTo>
                <a:close/>
                <a:lnTo>
                  <a:pt x="696456" y="73803"/>
                </a:lnTo>
                <a:close/>
                <a:lnTo>
                  <a:pt x="680655" y="61557"/>
                </a:lnTo>
                <a:close/>
                <a:lnTo>
                  <a:pt x="678132" y="59674"/>
                </a:lnTo>
                <a:close/>
                <a:lnTo>
                  <a:pt x="661694" y="47927"/>
                </a:lnTo>
                <a:close/>
                <a:lnTo>
                  <a:pt x="658063" y="45545"/>
                </a:lnTo>
                <a:close/>
                <a:lnTo>
                  <a:pt x="642733" y="35692"/>
                </a:lnTo>
                <a:close/>
                <a:lnTo>
                  <a:pt x="635075" y="31416"/>
                </a:lnTo>
                <a:close/>
                <a:lnTo>
                  <a:pt x="623773" y="25050"/>
                </a:lnTo>
                <a:close/>
                <a:lnTo>
                  <a:pt x="606904" y="17287"/>
                </a:lnTo>
                <a:close/>
                <a:lnTo>
                  <a:pt x="604812" y="16283"/>
                </a:lnTo>
                <a:close/>
                <a:lnTo>
                  <a:pt x="585851" y="8973"/>
                </a:lnTo>
                <a:close/>
                <a:lnTo>
                  <a:pt x="566890" y="3857"/>
                </a:lnTo>
                <a:close/>
                <a:lnTo>
                  <a:pt x="562406" y="3158"/>
                </a:lnTo>
                <a:close/>
                <a:lnTo>
                  <a:pt x="547929" y="606"/>
                </a:lnTo>
                <a:close/>
                <a:lnTo>
                  <a:pt x="528969" y="0"/>
                </a:lnTo>
                <a:close/>
                <a:lnTo>
                  <a:pt x="510008" y="2888"/>
                </a:lnTo>
                <a:close/>
                <a:lnTo>
                  <a:pt x="509245" y="3158"/>
                </a:lnTo>
                <a:close/>
                <a:lnTo>
                  <a:pt x="491047" y="11258"/>
                </a:lnTo>
                <a:close/>
                <a:lnTo>
                  <a:pt x="483387" y="17287"/>
                </a:lnTo>
                <a:close/>
                <a:lnTo>
                  <a:pt x="472086" y="30500"/>
                </a:lnTo>
                <a:close/>
                <a:lnTo>
                  <a:pt x="471435" y="31416"/>
                </a:lnTo>
                <a:close/>
                <a:lnTo>
                  <a:pt x="463571" y="45545"/>
                </a:lnTo>
                <a:close/>
                <a:lnTo>
                  <a:pt x="457387" y="59674"/>
                </a:lnTo>
                <a:close/>
                <a:lnTo>
                  <a:pt x="453125" y="69690"/>
                </a:lnTo>
                <a:close/>
                <a:lnTo>
                  <a:pt x="450798" y="73803"/>
                </a:lnTo>
                <a:close/>
                <a:lnTo>
                  <a:pt x="440607" y="87932"/>
                </a:lnTo>
                <a:close/>
                <a:lnTo>
                  <a:pt x="434165" y="94302"/>
                </a:lnTo>
                <a:close/>
                <a:lnTo>
                  <a:pt x="420771" y="102060"/>
                </a:lnTo>
                <a:close/>
                <a:lnTo>
                  <a:pt x="415204" y="104485"/>
                </a:lnTo>
                <a:close/>
                <a:lnTo>
                  <a:pt x="396243" y="109484"/>
                </a:lnTo>
                <a:close/>
                <a:lnTo>
                  <a:pt x="377282" y="112532"/>
                </a:lnTo>
                <a:close/>
                <a:lnTo>
                  <a:pt x="358321" y="114203"/>
                </a:lnTo>
                <a:close/>
                <a:lnTo>
                  <a:pt x="339361" y="114640"/>
                </a:lnTo>
                <a:close/>
                <a:lnTo>
                  <a:pt x="320400" y="114065"/>
                </a:lnTo>
                <a:close/>
                <a:lnTo>
                  <a:pt x="301439" y="112876"/>
                </a:lnTo>
                <a:close/>
                <a:lnTo>
                  <a:pt x="282478" y="111500"/>
                </a:lnTo>
                <a:close/>
                <a:lnTo>
                  <a:pt x="263517" y="110275"/>
                </a:lnTo>
                <a:close/>
                <a:lnTo>
                  <a:pt x="244557" y="109439"/>
                </a:lnTo>
                <a:close/>
                <a:lnTo>
                  <a:pt x="225596" y="109188"/>
                </a:lnTo>
                <a:close/>
                <a:lnTo>
                  <a:pt x="206635" y="109734"/>
                </a:lnTo>
                <a:close/>
                <a:lnTo>
                  <a:pt x="187674" y="111372"/>
                </a:lnTo>
                <a:close/>
                <a:lnTo>
                  <a:pt x="168713" y="114504"/>
                </a:lnTo>
                <a:close/>
                <a:lnTo>
                  <a:pt x="161963" y="116189"/>
                </a:lnTo>
                <a:close/>
                <a:lnTo>
                  <a:pt x="149753" y="119396"/>
                </a:lnTo>
                <a:close/>
                <a:lnTo>
                  <a:pt x="130792" y="126569"/>
                </a:lnTo>
                <a:close/>
                <a:lnTo>
                  <a:pt x="122872" y="130318"/>
                </a:lnTo>
                <a:close/>
                <a:lnTo>
                  <a:pt x="111831" y="136152"/>
                </a:lnTo>
                <a:close/>
                <a:lnTo>
                  <a:pt x="97943" y="144447"/>
                </a:lnTo>
                <a:close/>
                <a:lnTo>
                  <a:pt x="92870" y="147823"/>
                </a:lnTo>
                <a:close/>
                <a:lnTo>
                  <a:pt x="77355" y="158576"/>
                </a:lnTo>
                <a:close/>
                <a:lnTo>
                  <a:pt x="73909" y="161308"/>
                </a:lnTo>
                <a:close/>
                <a:lnTo>
                  <a:pt x="60065" y="172705"/>
                </a:lnTo>
                <a:close/>
                <a:lnTo>
                  <a:pt x="54949" y="178081"/>
                </a:lnTo>
                <a:close/>
                <a:lnTo>
                  <a:pt x="47199" y="186834"/>
                </a:lnTo>
                <a:close/>
                <a:lnTo>
                  <a:pt x="39067" y="200962"/>
                </a:lnTo>
                <a:close/>
                <a:lnTo>
                  <a:pt x="35988" y="210939"/>
                </a:lnTo>
                <a:close/>
                <a:lnTo>
                  <a:pt x="34772" y="215091"/>
                </a:lnTo>
                <a:close/>
                <a:lnTo>
                  <a:pt x="33094" y="229220"/>
                </a:lnTo>
                <a:close/>
                <a:lnTo>
                  <a:pt x="33198" y="243349"/>
                </a:lnTo>
                <a:close/>
                <a:lnTo>
                  <a:pt x="34310" y="257478"/>
                </a:lnTo>
                <a:close/>
                <a:lnTo>
                  <a:pt x="35814" y="271607"/>
                </a:lnTo>
                <a:close/>
                <a:lnTo>
                  <a:pt x="35988" y="273401"/>
                </a:lnTo>
                <a:close/>
                <a:lnTo>
                  <a:pt x="37002" y="285736"/>
                </a:lnTo>
                <a:close/>
                <a:lnTo>
                  <a:pt x="37673" y="299864"/>
                </a:lnTo>
                <a:close/>
                <a:lnTo>
                  <a:pt x="37600" y="313993"/>
                </a:lnTo>
                <a:close/>
                <a:lnTo>
                  <a:pt x="36596" y="328122"/>
                </a:lnTo>
                <a:close/>
                <a:lnTo>
                  <a:pt x="35988" y="332310"/>
                </a:lnTo>
                <a:close/>
                <a:lnTo>
                  <a:pt x="34156" y="342251"/>
                </a:lnTo>
                <a:close/>
                <a:lnTo>
                  <a:pt x="30083" y="356380"/>
                </a:lnTo>
                <a:close/>
                <a:lnTo>
                  <a:pt x="24534" y="370509"/>
                </a:lnTo>
                <a:close/>
                <a:lnTo>
                  <a:pt x="17886" y="384638"/>
                </a:lnTo>
                <a:close/>
                <a:lnTo>
                  <a:pt x="17027" y="386368"/>
                </a:lnTo>
                <a:close/>
                <a:lnTo>
                  <a:pt x="10672" y="398766"/>
                </a:lnTo>
                <a:close/>
                <a:lnTo>
                  <a:pt x="4944" y="412895"/>
                </a:lnTo>
                <a:close/>
                <a:lnTo>
                  <a:pt x="1398" y="427024"/>
                </a:lnTo>
                <a:close/>
                <a:lnTo>
                  <a:pt x="0" y="441153"/>
                </a:lnTo>
                <a:close/>
                <a:lnTo>
                  <a:pt x="353" y="455282"/>
                </a:lnTo>
                <a:close/>
                <a:lnTo>
                  <a:pt x="1979" y="469411"/>
                </a:lnTo>
                <a:close/>
                <a:lnTo>
                  <a:pt x="4460" y="483539"/>
                </a:lnTo>
                <a:close/>
                <a:lnTo>
                  <a:pt x="7450" y="497668"/>
                </a:lnTo>
                <a:close/>
                <a:lnTo>
                  <a:pt x="10631" y="511797"/>
                </a:lnTo>
                <a:close/>
                <a:lnTo>
                  <a:pt x="13645" y="525926"/>
                </a:lnTo>
                <a:close/>
                <a:lnTo>
                  <a:pt x="16058" y="540055"/>
                </a:lnTo>
                <a:close/>
                <a:lnTo>
                  <a:pt x="17027" y="550195"/>
                </a:lnTo>
                <a:close/>
                <a:lnTo>
                  <a:pt x="17374" y="554184"/>
                </a:lnTo>
                <a:close/>
                <a:lnTo>
                  <a:pt x="17489" y="568313"/>
                </a:lnTo>
                <a:close/>
                <a:lnTo>
                  <a:pt x="17027" y="576990"/>
                </a:lnTo>
                <a:close/>
                <a:lnTo>
                  <a:pt x="16689" y="582441"/>
                </a:lnTo>
                <a:close/>
                <a:lnTo>
                  <a:pt x="15557" y="596570"/>
                </a:lnTo>
                <a:close/>
                <a:lnTo>
                  <a:pt x="14970" y="610699"/>
                </a:lnTo>
                <a:close/>
                <a:lnTo>
                  <a:pt x="15461" y="624828"/>
                </a:lnTo>
                <a:close/>
                <a:lnTo>
                  <a:pt x="17027" y="637370"/>
                </a:lnTo>
                <a:close/>
                <a:lnTo>
                  <a:pt x="17209" y="638957"/>
                </a:lnTo>
                <a:close/>
                <a:lnTo>
                  <a:pt x="19970" y="653086"/>
                </a:lnTo>
                <a:close/>
                <a:lnTo>
                  <a:pt x="23634" y="667215"/>
                </a:lnTo>
                <a:close/>
                <a:lnTo>
                  <a:pt x="28048" y="681343"/>
                </a:lnTo>
                <a:close/>
                <a:lnTo>
                  <a:pt x="33136" y="695472"/>
                </a:lnTo>
                <a:close/>
                <a:lnTo>
                  <a:pt x="35988" y="702914"/>
                </a:lnTo>
                <a:close/>
                <a:lnTo>
                  <a:pt x="38422" y="709601"/>
                </a:lnTo>
                <a:close/>
                <a:lnTo>
                  <a:pt x="43557" y="723730"/>
                </a:lnTo>
                <a:close/>
                <a:lnTo>
                  <a:pt x="48954" y="737859"/>
                </a:lnTo>
                <a:close/>
                <a:lnTo>
                  <a:pt x="54738" y="751988"/>
                </a:lnTo>
                <a:close/>
                <a:lnTo>
                  <a:pt x="54949" y="752558"/>
                </a:lnTo>
                <a:close/>
                <a:lnTo>
                  <a:pt x="59707" y="766117"/>
                </a:lnTo>
                <a:close/>
                <a:lnTo>
                  <a:pt x="65417" y="780245"/>
                </a:lnTo>
                <a:close/>
                <a:lnTo>
                  <a:pt x="72836" y="794374"/>
                </a:lnTo>
                <a:close/>
                <a:lnTo>
                  <a:pt x="73909" y="796076"/>
                </a:lnTo>
                <a:close/>
                <a:lnTo>
                  <a:pt x="80854" y="808503"/>
                </a:lnTo>
                <a:close/>
                <a:lnTo>
                  <a:pt x="91810" y="822632"/>
                </a:lnTo>
                <a:close/>
                <a:lnTo>
                  <a:pt x="92870" y="823748"/>
                </a:lnTo>
                <a:close/>
                <a:lnTo>
                  <a:pt x="103257" y="836761"/>
                </a:lnTo>
                <a:close/>
                <a:lnTo>
                  <a:pt x="111831" y="845530"/>
                </a:lnTo>
                <a:close/>
                <a:lnTo>
                  <a:pt x="116271" y="850890"/>
                </a:lnTo>
                <a:close/>
                <a:lnTo>
                  <a:pt x="129819" y="865019"/>
                </a:lnTo>
                <a:close/>
                <a:lnTo>
                  <a:pt x="130792" y="865950"/>
                </a:lnTo>
                <a:close/>
                <a:lnTo>
                  <a:pt x="142985" y="879147"/>
                </a:lnTo>
                <a:close/>
                <a:lnTo>
                  <a:pt x="149753" y="885935"/>
                </a:lnTo>
                <a:close/>
                <a:lnTo>
                  <a:pt x="156572" y="893276"/>
                </a:lnTo>
                <a:close/>
                <a:lnTo>
                  <a:pt x="168713" y="905689"/>
                </a:lnTo>
                <a:close/>
                <a:lnTo>
                  <a:pt x="170358" y="907405"/>
                </a:lnTo>
                <a:close/>
                <a:lnTo>
                  <a:pt x="184015" y="921534"/>
                </a:lnTo>
                <a:close/>
                <a:lnTo>
                  <a:pt x="187674" y="925431"/>
                </a:lnTo>
                <a:close/>
                <a:lnTo>
                  <a:pt x="197631" y="935663"/>
                </a:lnTo>
                <a:close/>
                <a:lnTo>
                  <a:pt x="206635" y="945355"/>
                </a:lnTo>
                <a:close/>
                <a:lnTo>
                  <a:pt x="210984" y="949792"/>
                </a:lnTo>
                <a:close/>
                <a:lnTo>
                  <a:pt x="223716" y="963921"/>
                </a:lnTo>
                <a:close/>
                <a:lnTo>
                  <a:pt x="225596" y="966347"/>
                </a:lnTo>
                <a:close/>
                <a:lnTo>
                  <a:pt x="235196" y="978049"/>
                </a:lnTo>
                <a:close/>
                <a:lnTo>
                  <a:pt x="244557" y="990936"/>
                </a:lnTo>
                <a:close/>
                <a:lnTo>
                  <a:pt x="245474" y="992178"/>
                </a:lnTo>
                <a:close/>
                <a:lnTo>
                  <a:pt x="254271" y="1006307"/>
                </a:lnTo>
                <a:close/>
                <a:lnTo>
                  <a:pt x="262568" y="1020436"/>
                </a:lnTo>
                <a:close/>
                <a:lnTo>
                  <a:pt x="263517" y="1022102"/>
                </a:lnTo>
                <a:close/>
                <a:lnTo>
                  <a:pt x="270655" y="1034565"/>
                </a:lnTo>
                <a:close/>
                <a:lnTo>
                  <a:pt x="280299" y="1048694"/>
                </a:lnTo>
                <a:close/>
                <a:lnTo>
                  <a:pt x="282478" y="1051332"/>
                </a:lnTo>
                <a:close/>
                <a:lnTo>
                  <a:pt x="291938" y="1062823"/>
                </a:lnTo>
                <a:close/>
                <a:lnTo>
                  <a:pt x="301439" y="1071590"/>
                </a:lnTo>
                <a:close/>
                <a:lnTo>
                  <a:pt x="307066" y="1076951"/>
                </a:lnTo>
                <a:close/>
                <a:lnTo>
                  <a:pt x="320400" y="1086802"/>
                </a:lnTo>
                <a:close/>
                <a:lnTo>
                  <a:pt x="325924" y="1091080"/>
                </a:lnTo>
                <a:close/>
                <a:lnTo>
                  <a:pt x="339361" y="1099515"/>
                </a:lnTo>
                <a:close/>
                <a:lnTo>
                  <a:pt x="347956" y="1105209"/>
                </a:lnTo>
                <a:close/>
                <a:lnTo>
                  <a:pt x="358321" y="1111080"/>
                </a:lnTo>
                <a:close/>
                <a:lnTo>
                  <a:pt x="372052" y="1119338"/>
                </a:lnTo>
                <a:close/>
                <a:lnTo>
                  <a:pt x="377282" y="1122178"/>
                </a:lnTo>
                <a:close/>
                <a:lnTo>
                  <a:pt x="396243" y="1133262"/>
                </a:lnTo>
                <a:close/>
                <a:lnTo>
                  <a:pt x="396564" y="1133467"/>
                </a:lnTo>
                <a:close/>
                <a:lnTo>
                  <a:pt x="415204" y="1144985"/>
                </a:lnTo>
                <a:close/>
                <a:lnTo>
                  <a:pt x="419123" y="1147596"/>
                </a:lnTo>
                <a:close/>
                <a:lnTo>
                  <a:pt x="434165" y="1157778"/>
                </a:lnTo>
                <a:close/>
                <a:lnTo>
                  <a:pt x="439502" y="1161725"/>
                </a:lnTo>
                <a:close/>
                <a:lnTo>
                  <a:pt x="453125" y="1172360"/>
                </a:lnTo>
                <a:close/>
                <a:lnTo>
                  <a:pt x="457202" y="1175853"/>
                </a:lnTo>
                <a:close/>
                <a:lnTo>
                  <a:pt x="472086" y="1189654"/>
                </a:lnTo>
                <a:close/>
                <a:lnTo>
                  <a:pt x="472411" y="1189982"/>
                </a:lnTo>
                <a:close/>
                <a:lnTo>
                  <a:pt x="485153" y="1204111"/>
                </a:lnTo>
                <a:close/>
                <a:lnTo>
                  <a:pt x="491047" y="1211077"/>
                </a:lnTo>
                <a:close/>
                <a:lnTo>
                  <a:pt x="496701" y="1218240"/>
                </a:lnTo>
                <a:close/>
                <a:lnTo>
                  <a:pt x="507436" y="1232369"/>
                </a:lnTo>
                <a:close/>
                <a:lnTo>
                  <a:pt x="510008" y="1235823"/>
                </a:lnTo>
                <a:close/>
                <a:lnTo>
                  <a:pt x="517731" y="1246498"/>
                </a:lnTo>
                <a:close/>
                <a:lnTo>
                  <a:pt x="528617" y="1260627"/>
                </a:lnTo>
                <a:close/>
                <a:lnTo>
                  <a:pt x="528969" y="1261073"/>
                </a:lnTo>
                <a:close/>
                <a:lnTo>
                  <a:pt x="540008" y="1274755"/>
                </a:lnTo>
                <a:close/>
                <a:lnTo>
                  <a:pt x="547929" y="1283368"/>
                </a:lnTo>
                <a:close/>
                <a:lnTo>
                  <a:pt x="553276" y="1288884"/>
                </a:lnTo>
                <a:close/>
                <a:lnTo>
                  <a:pt x="566890" y="1301159"/>
                </a:lnTo>
                <a:close/>
                <a:lnTo>
                  <a:pt x="569089" y="1303013"/>
                </a:lnTo>
                <a:close/>
                <a:lnTo>
                  <a:pt x="585851" y="1315540"/>
                </a:lnTo>
                <a:close/>
                <a:lnTo>
                  <a:pt x="588129" y="1317142"/>
                </a:lnTo>
                <a:close/>
                <a:lnTo>
                  <a:pt x="604812" y="1327790"/>
                </a:lnTo>
                <a:close/>
                <a:lnTo>
                  <a:pt x="610450" y="1331271"/>
                </a:lnTo>
                <a:close/>
                <a:lnTo>
                  <a:pt x="623773" y="1338940"/>
                </a:lnTo>
                <a:close/>
                <a:lnTo>
                  <a:pt x="634914" y="1345400"/>
                </a:lnTo>
                <a:close/>
                <a:lnTo>
                  <a:pt x="642733" y="1349735"/>
                </a:lnTo>
                <a:close/>
                <a:lnTo>
                  <a:pt x="659633" y="1359529"/>
                </a:lnTo>
                <a:close/>
                <a:lnTo>
                  <a:pt x="661694" y="1360696"/>
                </a:lnTo>
                <a:close/>
                <a:lnTo>
                  <a:pt x="680655" y="1372354"/>
                </a:lnTo>
                <a:close/>
                <a:lnTo>
                  <a:pt x="682631" y="1373657"/>
                </a:lnTo>
                <a:close/>
                <a:lnTo>
                  <a:pt x="699616" y="1384776"/>
                </a:lnTo>
                <a:close/>
                <a:lnTo>
                  <a:pt x="704036" y="1387786"/>
                </a:lnTo>
                <a:close/>
                <a:lnTo>
                  <a:pt x="718577" y="1397745"/>
                </a:lnTo>
                <a:close/>
                <a:lnTo>
                  <a:pt x="724584" y="1401915"/>
                </a:lnTo>
                <a:close/>
                <a:lnTo>
                  <a:pt x="737537" y="1411047"/>
                </a:lnTo>
                <a:close/>
                <a:lnTo>
                  <a:pt x="744742" y="1416044"/>
                </a:lnTo>
                <a:close/>
                <a:lnTo>
                  <a:pt x="756498" y="1424380"/>
                </a:lnTo>
                <a:close/>
                <a:lnTo>
                  <a:pt x="765058" y="1430173"/>
                </a:lnTo>
                <a:close/>
                <a:lnTo>
                  <a:pt x="775459" y="1437399"/>
                </a:lnTo>
                <a:close/>
                <a:lnTo>
                  <a:pt x="786175" y="1444302"/>
                </a:lnTo>
                <a:close/>
                <a:lnTo>
                  <a:pt x="794420" y="1449767"/>
                </a:lnTo>
                <a:close/>
                <a:lnTo>
                  <a:pt x="808905" y="1458431"/>
                </a:lnTo>
                <a:close/>
                <a:lnTo>
                  <a:pt x="813381" y="1461192"/>
                </a:lnTo>
                <a:close/>
                <a:lnTo>
                  <a:pt x="832341" y="1471577"/>
                </a:lnTo>
                <a:close/>
                <a:lnTo>
                  <a:pt x="834373" y="1472559"/>
                </a:lnTo>
                <a:close/>
                <a:lnTo>
                  <a:pt x="851302" y="1481103"/>
                </a:lnTo>
                <a:close/>
                <a:lnTo>
                  <a:pt x="864550" y="1486688"/>
                </a:lnTo>
                <a:close/>
                <a:lnTo>
                  <a:pt x="870263" y="1489231"/>
                </a:lnTo>
                <a:close/>
                <a:lnTo>
                  <a:pt x="889224" y="1496347"/>
                </a:lnTo>
                <a:close/>
                <a:lnTo>
                  <a:pt x="904165" y="1500817"/>
                </a:lnTo>
                <a:close/>
                <a:lnTo>
                  <a:pt x="908185" y="1502126"/>
                </a:lnTo>
                <a:close/>
                <a:lnTo>
                  <a:pt x="927145" y="1507019"/>
                </a:lnTo>
                <a:close/>
                <a:lnTo>
                  <a:pt x="946106" y="1510636"/>
                </a:lnTo>
                <a:close/>
                <a:lnTo>
                  <a:pt x="965067" y="1513205"/>
                </a:lnTo>
                <a:close/>
                <a:lnTo>
                  <a:pt x="982998" y="1514946"/>
                </a:lnTo>
                <a:close/>
                <a:lnTo>
                  <a:pt x="984028" y="1515061"/>
                </a:lnTo>
                <a:close/>
                <a:lnTo>
                  <a:pt x="1002989" y="1516861"/>
                </a:lnTo>
                <a:close/>
                <a:lnTo>
                  <a:pt x="1021949" y="1518710"/>
                </a:lnTo>
                <a:close/>
                <a:lnTo>
                  <a:pt x="1040910" y="1520869"/>
                </a:lnTo>
                <a:close/>
                <a:lnTo>
                  <a:pt x="1059871" y="1523467"/>
                </a:lnTo>
                <a:close/>
                <a:lnTo>
                  <a:pt x="1078832" y="1526544"/>
                </a:lnTo>
                <a:close/>
                <a:lnTo>
                  <a:pt x="1092353" y="1529075"/>
                </a:lnTo>
                <a:close/>
                <a:lnTo>
                  <a:pt x="1097793" y="1530258"/>
                </a:lnTo>
                <a:close/>
                <a:lnTo>
                  <a:pt x="1116753" y="1534850"/>
                </a:lnTo>
                <a:close/>
                <a:lnTo>
                  <a:pt x="1135714" y="1539640"/>
                </a:lnTo>
                <a:close/>
                <a:lnTo>
                  <a:pt x="1149945" y="1543204"/>
                </a:lnTo>
                <a:close/>
                <a:lnTo>
                  <a:pt x="1154675" y="1544574"/>
                </a:lnTo>
                <a:close/>
                <a:lnTo>
                  <a:pt x="1173636" y="1549683"/>
                </a:lnTo>
                <a:close/>
                <a:lnTo>
                  <a:pt x="1192597" y="1553902"/>
                </a:lnTo>
                <a:close/>
                <a:lnTo>
                  <a:pt x="1211557" y="1556812"/>
                </a:lnTo>
                <a:close/>
                <a:lnTo>
                  <a:pt x="1222364" y="1557333"/>
                </a:lnTo>
                <a:close/>
                <a:lnTo>
                  <a:pt x="1230518" y="1557801"/>
                </a:lnTo>
                <a:close/>
                <a:lnTo>
                  <a:pt x="1230518" y="1557801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932688" y="694944"/>
            <a:ext cx="0" cy="4224528"/>
          </a:xfrm>
          <a:custGeom>
            <a:avLst/>
            <a:gdLst/>
            <a:ahLst/>
            <a:cxnLst/>
            <a:rect l="l" t="t" r="r" b="b"/>
            <a:pathLst>
              <a:path w="0" h="4224528">
                <a:moveTo>
                  <a:pt x="0" y="42245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32688" y="4919472"/>
            <a:ext cx="5669280" cy="0"/>
          </a:xfrm>
          <a:custGeom>
            <a:avLst/>
            <a:gdLst/>
            <a:ahLst/>
            <a:cxnLst/>
            <a:rect l="l" t="t" r="r" b="b"/>
            <a:pathLst>
              <a:path w="5669280" h="0">
                <a:moveTo>
                  <a:pt x="0" y="0"/>
                </a:moveTo>
                <a:lnTo>
                  <a:pt x="566928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580026" y="1323670"/>
            <a:ext cx="1371025" cy="1389548"/>
          </a:xfrm>
          <a:custGeom>
            <a:avLst/>
            <a:gdLst/>
            <a:ahLst/>
            <a:cxnLst/>
            <a:rect l="l" t="t" r="r" b="b"/>
            <a:pathLst>
              <a:path w="1371025" h="1389548">
                <a:moveTo>
                  <a:pt x="979098" y="1378590"/>
                </a:moveTo>
                <a:lnTo>
                  <a:pt x="998059" y="1381855"/>
                </a:lnTo>
                <a:close/>
                <a:lnTo>
                  <a:pt x="1017019" y="1385041"/>
                </a:lnTo>
                <a:close/>
                <a:lnTo>
                  <a:pt x="1035980" y="1387754"/>
                </a:lnTo>
                <a:close/>
                <a:lnTo>
                  <a:pt x="1054941" y="1389483"/>
                </a:lnTo>
                <a:close/>
                <a:lnTo>
                  <a:pt x="1073902" y="1389548"/>
                </a:lnTo>
                <a:close/>
                <a:lnTo>
                  <a:pt x="1092863" y="1387231"/>
                </a:lnTo>
                <a:close/>
                <a:lnTo>
                  <a:pt x="1111823" y="1382316"/>
                </a:lnTo>
                <a:close/>
                <a:lnTo>
                  <a:pt x="1125694" y="1377572"/>
                </a:lnTo>
                <a:close/>
                <a:lnTo>
                  <a:pt x="1130784" y="1376030"/>
                </a:lnTo>
                <a:close/>
                <a:lnTo>
                  <a:pt x="1149745" y="1370662"/>
                </a:lnTo>
                <a:close/>
                <a:lnTo>
                  <a:pt x="1168706" y="1366448"/>
                </a:lnTo>
                <a:close/>
                <a:lnTo>
                  <a:pt x="1187021" y="1363443"/>
                </a:lnTo>
                <a:close/>
                <a:lnTo>
                  <a:pt x="1187667" y="1363343"/>
                </a:lnTo>
                <a:close/>
                <a:lnTo>
                  <a:pt x="1206627" y="1360822"/>
                </a:lnTo>
                <a:close/>
                <a:lnTo>
                  <a:pt x="1225588" y="1357981"/>
                </a:lnTo>
                <a:close/>
                <a:lnTo>
                  <a:pt x="1244549" y="1354271"/>
                </a:lnTo>
                <a:close/>
                <a:lnTo>
                  <a:pt x="1263510" y="1349530"/>
                </a:lnTo>
                <a:close/>
                <a:lnTo>
                  <a:pt x="1264390" y="1349314"/>
                </a:lnTo>
                <a:close/>
                <a:lnTo>
                  <a:pt x="1282471" y="1343740"/>
                </a:lnTo>
                <a:close/>
                <a:lnTo>
                  <a:pt x="1301432" y="1338674"/>
                </a:lnTo>
                <a:close/>
                <a:lnTo>
                  <a:pt x="1320085" y="1335185"/>
                </a:lnTo>
                <a:close/>
                <a:lnTo>
                  <a:pt x="1320392" y="1335112"/>
                </a:lnTo>
                <a:close/>
                <a:lnTo>
                  <a:pt x="1339353" y="1331836"/>
                </a:lnTo>
                <a:close/>
                <a:lnTo>
                  <a:pt x="1358314" y="1326421"/>
                </a:lnTo>
                <a:close/>
                <a:lnTo>
                  <a:pt x="1366709" y="1321056"/>
                </a:lnTo>
                <a:close/>
                <a:lnTo>
                  <a:pt x="1371025" y="1306927"/>
                </a:lnTo>
                <a:close/>
                <a:lnTo>
                  <a:pt x="1367257" y="1292798"/>
                </a:lnTo>
                <a:close/>
                <a:lnTo>
                  <a:pt x="1360573" y="1278670"/>
                </a:lnTo>
                <a:close/>
                <a:lnTo>
                  <a:pt x="1358314" y="1275124"/>
                </a:lnTo>
                <a:close/>
                <a:lnTo>
                  <a:pt x="1352620" y="1264541"/>
                </a:lnTo>
                <a:close/>
                <a:lnTo>
                  <a:pt x="1344435" y="1250412"/>
                </a:lnTo>
                <a:close/>
                <a:lnTo>
                  <a:pt x="1339353" y="1242201"/>
                </a:lnTo>
                <a:close/>
                <a:lnTo>
                  <a:pt x="1336226" y="1236283"/>
                </a:lnTo>
                <a:close/>
                <a:lnTo>
                  <a:pt x="1328423" y="1222154"/>
                </a:lnTo>
                <a:close/>
                <a:lnTo>
                  <a:pt x="1320609" y="1208025"/>
                </a:lnTo>
                <a:close/>
                <a:lnTo>
                  <a:pt x="1320392" y="1207641"/>
                </a:lnTo>
                <a:close/>
                <a:lnTo>
                  <a:pt x="1313628" y="1193896"/>
                </a:lnTo>
                <a:close/>
                <a:lnTo>
                  <a:pt x="1306866" y="1179768"/>
                </a:lnTo>
                <a:close/>
                <a:lnTo>
                  <a:pt x="1301432" y="1168049"/>
                </a:lnTo>
                <a:close/>
                <a:lnTo>
                  <a:pt x="1300442" y="1165639"/>
                </a:lnTo>
                <a:close/>
                <a:lnTo>
                  <a:pt x="1295105" y="1151510"/>
                </a:lnTo>
                <a:close/>
                <a:lnTo>
                  <a:pt x="1290270" y="1137381"/>
                </a:lnTo>
                <a:close/>
                <a:lnTo>
                  <a:pt x="1285999" y="1123252"/>
                </a:lnTo>
                <a:close/>
                <a:lnTo>
                  <a:pt x="1282471" y="1109622"/>
                </a:lnTo>
                <a:close/>
                <a:lnTo>
                  <a:pt x="1282357" y="1109123"/>
                </a:lnTo>
                <a:close/>
                <a:lnTo>
                  <a:pt x="1279793" y="1094994"/>
                </a:lnTo>
                <a:close/>
                <a:lnTo>
                  <a:pt x="1277652" y="1080866"/>
                </a:lnTo>
                <a:close/>
                <a:lnTo>
                  <a:pt x="1275766" y="1066737"/>
                </a:lnTo>
                <a:close/>
                <a:lnTo>
                  <a:pt x="1273933" y="1052608"/>
                </a:lnTo>
                <a:close/>
                <a:lnTo>
                  <a:pt x="1271940" y="1038479"/>
                </a:lnTo>
                <a:close/>
                <a:lnTo>
                  <a:pt x="1269603" y="1024350"/>
                </a:lnTo>
                <a:close/>
                <a:lnTo>
                  <a:pt x="1266799" y="1010221"/>
                </a:lnTo>
                <a:close/>
                <a:lnTo>
                  <a:pt x="1263510" y="996251"/>
                </a:lnTo>
                <a:close/>
                <a:lnTo>
                  <a:pt x="1263474" y="996092"/>
                </a:lnTo>
                <a:close/>
                <a:lnTo>
                  <a:pt x="1259725" y="981964"/>
                </a:lnTo>
                <a:close/>
                <a:lnTo>
                  <a:pt x="1255358" y="967835"/>
                </a:lnTo>
                <a:close/>
                <a:lnTo>
                  <a:pt x="1250473" y="953706"/>
                </a:lnTo>
                <a:close/>
                <a:lnTo>
                  <a:pt x="1245136" y="939577"/>
                </a:lnTo>
                <a:close/>
                <a:lnTo>
                  <a:pt x="1244549" y="938106"/>
                </a:lnTo>
                <a:close/>
                <a:lnTo>
                  <a:pt x="1239496" y="925448"/>
                </a:lnTo>
                <a:close/>
                <a:lnTo>
                  <a:pt x="1233509" y="911319"/>
                </a:lnTo>
                <a:close/>
                <a:lnTo>
                  <a:pt x="1227191" y="897190"/>
                </a:lnTo>
                <a:close/>
                <a:lnTo>
                  <a:pt x="1225588" y="893752"/>
                </a:lnTo>
                <a:close/>
                <a:lnTo>
                  <a:pt x="1220878" y="883062"/>
                </a:lnTo>
                <a:close/>
                <a:lnTo>
                  <a:pt x="1214569" y="868933"/>
                </a:lnTo>
                <a:close/>
                <a:lnTo>
                  <a:pt x="1208214" y="854804"/>
                </a:lnTo>
                <a:close/>
                <a:lnTo>
                  <a:pt x="1206627" y="851314"/>
                </a:lnTo>
                <a:close/>
                <a:lnTo>
                  <a:pt x="1202414" y="840675"/>
                </a:lnTo>
                <a:close/>
                <a:lnTo>
                  <a:pt x="1197034" y="826546"/>
                </a:lnTo>
                <a:close/>
                <a:lnTo>
                  <a:pt x="1191930" y="812417"/>
                </a:lnTo>
                <a:close/>
                <a:lnTo>
                  <a:pt x="1187667" y="799883"/>
                </a:lnTo>
                <a:close/>
                <a:lnTo>
                  <a:pt x="1187211" y="798288"/>
                </a:lnTo>
                <a:close/>
                <a:lnTo>
                  <a:pt x="1183469" y="784160"/>
                </a:lnTo>
                <a:close/>
                <a:lnTo>
                  <a:pt x="1180121" y="770031"/>
                </a:lnTo>
                <a:close/>
                <a:lnTo>
                  <a:pt x="1177164" y="755902"/>
                </a:lnTo>
                <a:close/>
                <a:lnTo>
                  <a:pt x="1174606" y="741773"/>
                </a:lnTo>
                <a:close/>
                <a:lnTo>
                  <a:pt x="1172471" y="727644"/>
                </a:lnTo>
                <a:close/>
                <a:lnTo>
                  <a:pt x="1170801" y="713515"/>
                </a:lnTo>
                <a:close/>
                <a:lnTo>
                  <a:pt x="1169646" y="699386"/>
                </a:lnTo>
                <a:close/>
                <a:lnTo>
                  <a:pt x="1169023" y="685258"/>
                </a:lnTo>
                <a:close/>
                <a:lnTo>
                  <a:pt x="1168837" y="671129"/>
                </a:lnTo>
                <a:close/>
                <a:lnTo>
                  <a:pt x="1168801" y="657000"/>
                </a:lnTo>
                <a:close/>
                <a:lnTo>
                  <a:pt x="1168706" y="653327"/>
                </a:lnTo>
                <a:close/>
                <a:lnTo>
                  <a:pt x="1168450" y="642871"/>
                </a:lnTo>
                <a:close/>
                <a:lnTo>
                  <a:pt x="1167235" y="628742"/>
                </a:lnTo>
                <a:close/>
                <a:lnTo>
                  <a:pt x="1164631" y="614613"/>
                </a:lnTo>
                <a:close/>
                <a:lnTo>
                  <a:pt x="1160310" y="600484"/>
                </a:lnTo>
                <a:close/>
                <a:lnTo>
                  <a:pt x="1154116" y="586356"/>
                </a:lnTo>
                <a:close/>
                <a:lnTo>
                  <a:pt x="1149745" y="578749"/>
                </a:lnTo>
                <a:close/>
                <a:lnTo>
                  <a:pt x="1145769" y="572227"/>
                </a:lnTo>
                <a:close/>
                <a:lnTo>
                  <a:pt x="1134983" y="558098"/>
                </a:lnTo>
                <a:close/>
                <a:lnTo>
                  <a:pt x="1130784" y="553483"/>
                </a:lnTo>
                <a:close/>
                <a:lnTo>
                  <a:pt x="1120982" y="543969"/>
                </a:lnTo>
                <a:close/>
                <a:lnTo>
                  <a:pt x="1111823" y="536285"/>
                </a:lnTo>
                <a:close/>
                <a:lnTo>
                  <a:pt x="1102667" y="529840"/>
                </a:lnTo>
                <a:close/>
                <a:lnTo>
                  <a:pt x="1092863" y="523626"/>
                </a:lnTo>
                <a:close/>
                <a:lnTo>
                  <a:pt x="1077350" y="515711"/>
                </a:lnTo>
                <a:close/>
                <a:lnTo>
                  <a:pt x="1073902" y="514063"/>
                </a:lnTo>
                <a:close/>
                <a:lnTo>
                  <a:pt x="1054941" y="506720"/>
                </a:lnTo>
                <a:close/>
                <a:lnTo>
                  <a:pt x="1039010" y="501582"/>
                </a:lnTo>
                <a:close/>
                <a:lnTo>
                  <a:pt x="1035980" y="500627"/>
                </a:lnTo>
                <a:close/>
                <a:lnTo>
                  <a:pt x="1017019" y="494870"/>
                </a:lnTo>
                <a:close/>
                <a:lnTo>
                  <a:pt x="998059" y="488605"/>
                </a:lnTo>
                <a:close/>
                <a:lnTo>
                  <a:pt x="995231" y="487454"/>
                </a:lnTo>
                <a:close/>
                <a:lnTo>
                  <a:pt x="979098" y="480856"/>
                </a:lnTo>
                <a:close/>
                <a:lnTo>
                  <a:pt x="963954" y="473325"/>
                </a:lnTo>
                <a:close/>
                <a:lnTo>
                  <a:pt x="960137" y="471379"/>
                </a:lnTo>
                <a:close/>
                <a:lnTo>
                  <a:pt x="941176" y="459728"/>
                </a:lnTo>
                <a:close/>
                <a:lnTo>
                  <a:pt x="940425" y="459196"/>
                </a:lnTo>
                <a:close/>
                <a:lnTo>
                  <a:pt x="922215" y="445675"/>
                </a:lnTo>
                <a:close/>
                <a:lnTo>
                  <a:pt x="921470" y="445067"/>
                </a:lnTo>
                <a:close/>
                <a:lnTo>
                  <a:pt x="905263" y="430938"/>
                </a:lnTo>
                <a:close/>
                <a:lnTo>
                  <a:pt x="903255" y="429069"/>
                </a:lnTo>
                <a:close/>
                <a:lnTo>
                  <a:pt x="890884" y="416809"/>
                </a:lnTo>
                <a:close/>
                <a:lnTo>
                  <a:pt x="884294" y="409829"/>
                </a:lnTo>
                <a:close/>
                <a:lnTo>
                  <a:pt x="877665" y="402680"/>
                </a:lnTo>
                <a:close/>
                <a:lnTo>
                  <a:pt x="865356" y="388552"/>
                </a:lnTo>
                <a:close/>
                <a:lnTo>
                  <a:pt x="865333" y="388524"/>
                </a:lnTo>
                <a:close/>
                <a:lnTo>
                  <a:pt x="853573" y="374423"/>
                </a:lnTo>
                <a:close/>
                <a:lnTo>
                  <a:pt x="846372" y="365395"/>
                </a:lnTo>
                <a:close/>
                <a:lnTo>
                  <a:pt x="842031" y="360294"/>
                </a:lnTo>
                <a:close/>
                <a:lnTo>
                  <a:pt x="830447" y="346165"/>
                </a:lnTo>
                <a:close/>
                <a:lnTo>
                  <a:pt x="827411" y="342347"/>
                </a:lnTo>
                <a:close/>
                <a:lnTo>
                  <a:pt x="818383" y="332036"/>
                </a:lnTo>
                <a:close/>
                <a:lnTo>
                  <a:pt x="808451" y="320566"/>
                </a:lnTo>
                <a:close/>
                <a:lnTo>
                  <a:pt x="805896" y="317907"/>
                </a:lnTo>
                <a:close/>
                <a:lnTo>
                  <a:pt x="792391" y="303779"/>
                </a:lnTo>
                <a:close/>
                <a:lnTo>
                  <a:pt x="789490" y="300749"/>
                </a:lnTo>
                <a:close/>
                <a:lnTo>
                  <a:pt x="777924" y="289650"/>
                </a:lnTo>
                <a:close/>
                <a:lnTo>
                  <a:pt x="770529" y="282636"/>
                </a:lnTo>
                <a:close/>
                <a:lnTo>
                  <a:pt x="762766" y="275521"/>
                </a:lnTo>
                <a:close/>
                <a:lnTo>
                  <a:pt x="751568" y="265441"/>
                </a:lnTo>
                <a:close/>
                <a:lnTo>
                  <a:pt x="747178" y="261392"/>
                </a:lnTo>
                <a:close/>
                <a:lnTo>
                  <a:pt x="732607" y="248251"/>
                </a:lnTo>
                <a:close/>
                <a:lnTo>
                  <a:pt x="731578" y="247263"/>
                </a:lnTo>
                <a:close/>
                <a:lnTo>
                  <a:pt x="716616" y="233134"/>
                </a:lnTo>
                <a:close/>
                <a:lnTo>
                  <a:pt x="713647" y="230360"/>
                </a:lnTo>
                <a:close/>
                <a:lnTo>
                  <a:pt x="702293" y="219005"/>
                </a:lnTo>
                <a:close/>
                <a:lnTo>
                  <a:pt x="694686" y="211433"/>
                </a:lnTo>
                <a:close/>
                <a:lnTo>
                  <a:pt x="688435" y="204877"/>
                </a:lnTo>
                <a:close/>
                <a:lnTo>
                  <a:pt x="675725" y="191395"/>
                </a:lnTo>
                <a:close/>
                <a:lnTo>
                  <a:pt x="675128" y="190748"/>
                </a:lnTo>
                <a:close/>
                <a:lnTo>
                  <a:pt x="662684" y="176619"/>
                </a:lnTo>
                <a:close/>
                <a:lnTo>
                  <a:pt x="656764" y="169602"/>
                </a:lnTo>
                <a:close/>
                <a:lnTo>
                  <a:pt x="650804" y="162490"/>
                </a:lnTo>
                <a:close/>
                <a:lnTo>
                  <a:pt x="639721" y="148361"/>
                </a:lnTo>
                <a:close/>
                <a:lnTo>
                  <a:pt x="637803" y="145774"/>
                </a:lnTo>
                <a:close/>
                <a:lnTo>
                  <a:pt x="629284" y="134232"/>
                </a:lnTo>
                <a:close/>
                <a:lnTo>
                  <a:pt x="619440" y="120103"/>
                </a:lnTo>
                <a:close/>
                <a:lnTo>
                  <a:pt x="618843" y="119238"/>
                </a:lnTo>
                <a:close/>
                <a:lnTo>
                  <a:pt x="609745" y="105975"/>
                </a:lnTo>
                <a:close/>
                <a:lnTo>
                  <a:pt x="600076" y="91846"/>
                </a:lnTo>
                <a:close/>
                <a:lnTo>
                  <a:pt x="599882" y="91581"/>
                </a:lnTo>
                <a:close/>
                <a:lnTo>
                  <a:pt x="589704" y="77717"/>
                </a:lnTo>
                <a:close/>
                <a:lnTo>
                  <a:pt x="580921" y="66476"/>
                </a:lnTo>
                <a:close/>
                <a:lnTo>
                  <a:pt x="578571" y="63588"/>
                </a:lnTo>
                <a:close/>
                <a:lnTo>
                  <a:pt x="565989" y="49459"/>
                </a:lnTo>
                <a:close/>
                <a:lnTo>
                  <a:pt x="561960" y="45360"/>
                </a:lnTo>
                <a:close/>
                <a:lnTo>
                  <a:pt x="551230" y="35330"/>
                </a:lnTo>
                <a:close/>
                <a:lnTo>
                  <a:pt x="542999" y="28277"/>
                </a:lnTo>
                <a:close/>
                <a:lnTo>
                  <a:pt x="533298" y="21201"/>
                </a:lnTo>
                <a:close/>
                <a:lnTo>
                  <a:pt x="524039" y="14921"/>
                </a:lnTo>
                <a:close/>
                <a:lnTo>
                  <a:pt x="508866" y="7073"/>
                </a:lnTo>
                <a:close/>
                <a:lnTo>
                  <a:pt x="505078" y="5206"/>
                </a:lnTo>
                <a:close/>
                <a:lnTo>
                  <a:pt x="486117" y="0"/>
                </a:lnTo>
                <a:close/>
                <a:lnTo>
                  <a:pt x="467156" y="414"/>
                </a:lnTo>
                <a:close/>
                <a:lnTo>
                  <a:pt x="453957" y="7073"/>
                </a:lnTo>
                <a:close/>
                <a:lnTo>
                  <a:pt x="448195" y="11937"/>
                </a:lnTo>
                <a:close/>
                <a:lnTo>
                  <a:pt x="442395" y="21201"/>
                </a:lnTo>
                <a:close/>
                <a:lnTo>
                  <a:pt x="436639" y="35330"/>
                </a:lnTo>
                <a:close/>
                <a:lnTo>
                  <a:pt x="432106" y="49459"/>
                </a:lnTo>
                <a:close/>
                <a:lnTo>
                  <a:pt x="429235" y="57574"/>
                </a:lnTo>
                <a:close/>
                <a:lnTo>
                  <a:pt x="426950" y="63588"/>
                </a:lnTo>
                <a:close/>
                <a:lnTo>
                  <a:pt x="418424" y="77717"/>
                </a:lnTo>
                <a:close/>
                <a:lnTo>
                  <a:pt x="410274" y="85499"/>
                </a:lnTo>
                <a:close/>
                <a:lnTo>
                  <a:pt x="400080" y="91846"/>
                </a:lnTo>
                <a:close/>
                <a:lnTo>
                  <a:pt x="391313" y="95611"/>
                </a:lnTo>
                <a:close/>
                <a:lnTo>
                  <a:pt x="372352" y="101067"/>
                </a:lnTo>
                <a:close/>
                <a:lnTo>
                  <a:pt x="353391" y="104784"/>
                </a:lnTo>
                <a:close/>
                <a:lnTo>
                  <a:pt x="344326" y="105975"/>
                </a:lnTo>
                <a:close/>
                <a:lnTo>
                  <a:pt x="334431" y="107131"/>
                </a:lnTo>
                <a:close/>
                <a:lnTo>
                  <a:pt x="315470" y="108006"/>
                </a:lnTo>
                <a:close/>
                <a:lnTo>
                  <a:pt x="296509" y="107328"/>
                </a:lnTo>
                <a:close/>
                <a:lnTo>
                  <a:pt x="284307" y="105975"/>
                </a:lnTo>
                <a:close/>
                <a:lnTo>
                  <a:pt x="277548" y="105214"/>
                </a:lnTo>
                <a:close/>
                <a:lnTo>
                  <a:pt x="258587" y="101978"/>
                </a:lnTo>
                <a:close/>
                <a:lnTo>
                  <a:pt x="239627" y="98339"/>
                </a:lnTo>
                <a:close/>
                <a:lnTo>
                  <a:pt x="220666" y="94769"/>
                </a:lnTo>
                <a:close/>
                <a:lnTo>
                  <a:pt x="203086" y="91846"/>
                </a:lnTo>
                <a:close/>
                <a:lnTo>
                  <a:pt x="201705" y="91606"/>
                </a:lnTo>
                <a:close/>
                <a:lnTo>
                  <a:pt x="182744" y="89121"/>
                </a:lnTo>
                <a:close/>
                <a:lnTo>
                  <a:pt x="163783" y="87852"/>
                </a:lnTo>
                <a:close/>
                <a:lnTo>
                  <a:pt x="144823" y="88200"/>
                </a:lnTo>
                <a:close/>
                <a:lnTo>
                  <a:pt x="125862" y="90747"/>
                </a:lnTo>
                <a:close/>
                <a:lnTo>
                  <a:pt x="121713" y="91846"/>
                </a:lnTo>
                <a:close/>
                <a:lnTo>
                  <a:pt x="106901" y="96578"/>
                </a:lnTo>
                <a:close/>
                <a:lnTo>
                  <a:pt x="88979" y="105975"/>
                </a:lnTo>
                <a:close/>
                <a:lnTo>
                  <a:pt x="87940" y="106670"/>
                </a:lnTo>
                <a:close/>
                <a:lnTo>
                  <a:pt x="71406" y="120103"/>
                </a:lnTo>
                <a:close/>
                <a:lnTo>
                  <a:pt x="68979" y="122546"/>
                </a:lnTo>
                <a:close/>
                <a:lnTo>
                  <a:pt x="57887" y="134232"/>
                </a:lnTo>
                <a:close/>
                <a:lnTo>
                  <a:pt x="50019" y="144194"/>
                </a:lnTo>
                <a:close/>
                <a:lnTo>
                  <a:pt x="46808" y="148361"/>
                </a:lnTo>
                <a:close/>
                <a:lnTo>
                  <a:pt x="37957" y="162490"/>
                </a:lnTo>
                <a:close/>
                <a:lnTo>
                  <a:pt x="31524" y="176619"/>
                </a:lnTo>
                <a:close/>
                <a:lnTo>
                  <a:pt x="31058" y="178017"/>
                </a:lnTo>
                <a:close/>
                <a:lnTo>
                  <a:pt x="27180" y="190748"/>
                </a:lnTo>
                <a:close/>
                <a:lnTo>
                  <a:pt x="24394" y="204877"/>
                </a:lnTo>
                <a:close/>
                <a:lnTo>
                  <a:pt x="22607" y="219005"/>
                </a:lnTo>
                <a:close/>
                <a:lnTo>
                  <a:pt x="21375" y="233134"/>
                </a:lnTo>
                <a:close/>
                <a:lnTo>
                  <a:pt x="20396" y="247263"/>
                </a:lnTo>
                <a:close/>
                <a:lnTo>
                  <a:pt x="19493" y="261392"/>
                </a:lnTo>
                <a:close/>
                <a:lnTo>
                  <a:pt x="18576" y="275521"/>
                </a:lnTo>
                <a:close/>
                <a:lnTo>
                  <a:pt x="17606" y="289650"/>
                </a:lnTo>
                <a:close/>
                <a:lnTo>
                  <a:pt x="16549" y="303779"/>
                </a:lnTo>
                <a:close/>
                <a:lnTo>
                  <a:pt x="15348" y="317907"/>
                </a:lnTo>
                <a:close/>
                <a:lnTo>
                  <a:pt x="13906" y="332036"/>
                </a:lnTo>
                <a:close/>
                <a:lnTo>
                  <a:pt x="12116" y="346165"/>
                </a:lnTo>
                <a:close/>
                <a:lnTo>
                  <a:pt x="12097" y="346296"/>
                </a:lnTo>
                <a:close/>
                <a:lnTo>
                  <a:pt x="9387" y="360294"/>
                </a:lnTo>
                <a:close/>
                <a:lnTo>
                  <a:pt x="6287" y="374423"/>
                </a:lnTo>
                <a:close/>
                <a:lnTo>
                  <a:pt x="3277" y="388552"/>
                </a:lnTo>
                <a:close/>
                <a:lnTo>
                  <a:pt x="1000" y="402680"/>
                </a:lnTo>
                <a:close/>
                <a:lnTo>
                  <a:pt x="0" y="416809"/>
                </a:lnTo>
                <a:close/>
                <a:lnTo>
                  <a:pt x="469" y="430938"/>
                </a:lnTo>
                <a:close/>
                <a:lnTo>
                  <a:pt x="2250" y="445067"/>
                </a:lnTo>
                <a:close/>
                <a:lnTo>
                  <a:pt x="5016" y="459196"/>
                </a:lnTo>
                <a:close/>
                <a:lnTo>
                  <a:pt x="8427" y="473325"/>
                </a:lnTo>
                <a:close/>
                <a:lnTo>
                  <a:pt x="12097" y="487057"/>
                </a:lnTo>
                <a:close/>
                <a:lnTo>
                  <a:pt x="12198" y="487454"/>
                </a:lnTo>
                <a:close/>
                <a:lnTo>
                  <a:pt x="15793" y="501582"/>
                </a:lnTo>
                <a:close/>
                <a:lnTo>
                  <a:pt x="19146" y="515711"/>
                </a:lnTo>
                <a:close/>
                <a:lnTo>
                  <a:pt x="22091" y="529840"/>
                </a:lnTo>
                <a:close/>
                <a:lnTo>
                  <a:pt x="24526" y="543969"/>
                </a:lnTo>
                <a:close/>
                <a:lnTo>
                  <a:pt x="26462" y="558098"/>
                </a:lnTo>
                <a:close/>
                <a:lnTo>
                  <a:pt x="28111" y="572227"/>
                </a:lnTo>
                <a:close/>
                <a:lnTo>
                  <a:pt x="29901" y="586356"/>
                </a:lnTo>
                <a:close/>
                <a:lnTo>
                  <a:pt x="31058" y="592990"/>
                </a:lnTo>
                <a:close/>
                <a:lnTo>
                  <a:pt x="32231" y="600484"/>
                </a:lnTo>
                <a:close/>
                <a:lnTo>
                  <a:pt x="35496" y="614613"/>
                </a:lnTo>
                <a:close/>
                <a:lnTo>
                  <a:pt x="39996" y="628742"/>
                </a:lnTo>
                <a:close/>
                <a:lnTo>
                  <a:pt x="45734" y="642871"/>
                </a:lnTo>
                <a:close/>
                <a:lnTo>
                  <a:pt x="50019" y="651546"/>
                </a:lnTo>
                <a:close/>
                <a:lnTo>
                  <a:pt x="52402" y="657000"/>
                </a:lnTo>
                <a:close/>
                <a:lnTo>
                  <a:pt x="59666" y="671129"/>
                </a:lnTo>
                <a:close/>
                <a:lnTo>
                  <a:pt x="68015" y="685258"/>
                </a:lnTo>
                <a:close/>
                <a:lnTo>
                  <a:pt x="68979" y="686735"/>
                </a:lnTo>
                <a:close/>
                <a:lnTo>
                  <a:pt x="76394" y="699386"/>
                </a:lnTo>
                <a:close/>
                <a:lnTo>
                  <a:pt x="85808" y="713515"/>
                </a:lnTo>
                <a:close/>
                <a:lnTo>
                  <a:pt x="87940" y="716458"/>
                </a:lnTo>
                <a:close/>
                <a:lnTo>
                  <a:pt x="95334" y="727644"/>
                </a:lnTo>
                <a:close/>
                <a:lnTo>
                  <a:pt x="106050" y="741773"/>
                </a:lnTo>
                <a:close/>
                <a:lnTo>
                  <a:pt x="106901" y="742820"/>
                </a:lnTo>
                <a:close/>
                <a:lnTo>
                  <a:pt x="116805" y="755902"/>
                </a:lnTo>
                <a:close/>
                <a:lnTo>
                  <a:pt x="125862" y="766289"/>
                </a:lnTo>
                <a:close/>
                <a:lnTo>
                  <a:pt x="128928" y="770031"/>
                </a:lnTo>
                <a:close/>
                <a:lnTo>
                  <a:pt x="141756" y="784160"/>
                </a:lnTo>
                <a:close/>
                <a:lnTo>
                  <a:pt x="144823" y="787250"/>
                </a:lnTo>
                <a:close/>
                <a:lnTo>
                  <a:pt x="155206" y="798288"/>
                </a:lnTo>
                <a:close/>
                <a:lnTo>
                  <a:pt x="163783" y="806512"/>
                </a:lnTo>
                <a:close/>
                <a:lnTo>
                  <a:pt x="169617" y="812417"/>
                </a:lnTo>
                <a:close/>
                <a:lnTo>
                  <a:pt x="182744" y="824708"/>
                </a:lnTo>
                <a:close/>
                <a:lnTo>
                  <a:pt x="184603" y="826546"/>
                </a:lnTo>
                <a:close/>
                <a:lnTo>
                  <a:pt x="199341" y="840675"/>
                </a:lnTo>
                <a:close/>
                <a:lnTo>
                  <a:pt x="201705" y="842894"/>
                </a:lnTo>
                <a:close/>
                <a:lnTo>
                  <a:pt x="213590" y="854804"/>
                </a:lnTo>
                <a:close/>
                <a:lnTo>
                  <a:pt x="220666" y="861770"/>
                </a:lnTo>
                <a:close/>
                <a:lnTo>
                  <a:pt x="227549" y="868933"/>
                </a:lnTo>
                <a:close/>
                <a:lnTo>
                  <a:pt x="239627" y="881477"/>
                </a:lnTo>
                <a:close/>
                <a:lnTo>
                  <a:pt x="241100" y="883062"/>
                </a:lnTo>
                <a:close/>
                <a:lnTo>
                  <a:pt x="253626" y="897190"/>
                </a:lnTo>
                <a:close/>
                <a:lnTo>
                  <a:pt x="258587" y="902837"/>
                </a:lnTo>
                <a:close/>
                <a:lnTo>
                  <a:pt x="265947" y="911319"/>
                </a:lnTo>
                <a:close/>
                <a:lnTo>
                  <a:pt x="277548" y="924503"/>
                </a:lnTo>
                <a:close/>
                <a:lnTo>
                  <a:pt x="278405" y="925448"/>
                </a:lnTo>
                <a:close/>
                <a:lnTo>
                  <a:pt x="290901" y="939577"/>
                </a:lnTo>
                <a:close/>
                <a:lnTo>
                  <a:pt x="296509" y="945637"/>
                </a:lnTo>
                <a:close/>
                <a:lnTo>
                  <a:pt x="304546" y="953706"/>
                </a:lnTo>
                <a:close/>
                <a:lnTo>
                  <a:pt x="315470" y="964126"/>
                </a:lnTo>
                <a:close/>
                <a:lnTo>
                  <a:pt x="319876" y="967835"/>
                </a:lnTo>
                <a:close/>
                <a:lnTo>
                  <a:pt x="334431" y="979682"/>
                </a:lnTo>
                <a:close/>
                <a:lnTo>
                  <a:pt x="337766" y="981964"/>
                </a:lnTo>
                <a:close/>
                <a:lnTo>
                  <a:pt x="353391" y="992629"/>
                </a:lnTo>
                <a:close/>
                <a:lnTo>
                  <a:pt x="359648" y="996092"/>
                </a:lnTo>
                <a:close/>
                <a:lnTo>
                  <a:pt x="372352" y="1003405"/>
                </a:lnTo>
                <a:close/>
                <a:lnTo>
                  <a:pt x="387026" y="1010221"/>
                </a:lnTo>
                <a:close/>
                <a:lnTo>
                  <a:pt x="391313" y="1012394"/>
                </a:lnTo>
                <a:close/>
                <a:lnTo>
                  <a:pt x="410274" y="1020574"/>
                </a:lnTo>
                <a:close/>
                <a:lnTo>
                  <a:pt x="419550" y="1024350"/>
                </a:lnTo>
                <a:close/>
                <a:lnTo>
                  <a:pt x="429235" y="1028898"/>
                </a:lnTo>
                <a:close/>
                <a:lnTo>
                  <a:pt x="447593" y="1038479"/>
                </a:lnTo>
                <a:close/>
                <a:lnTo>
                  <a:pt x="448195" y="1038850"/>
                </a:lnTo>
                <a:close/>
                <a:lnTo>
                  <a:pt x="466191" y="1052608"/>
                </a:lnTo>
                <a:close/>
                <a:lnTo>
                  <a:pt x="467156" y="1053475"/>
                </a:lnTo>
                <a:close/>
                <a:lnTo>
                  <a:pt x="478675" y="1066737"/>
                </a:lnTo>
                <a:close/>
                <a:lnTo>
                  <a:pt x="486117" y="1076312"/>
                </a:lnTo>
                <a:close/>
                <a:lnTo>
                  <a:pt x="488919" y="1080866"/>
                </a:lnTo>
                <a:close/>
                <a:lnTo>
                  <a:pt x="496588" y="1094994"/>
                </a:lnTo>
                <a:close/>
                <a:lnTo>
                  <a:pt x="503981" y="1109123"/>
                </a:lnTo>
                <a:close/>
                <a:lnTo>
                  <a:pt x="505078" y="1111296"/>
                </a:lnTo>
                <a:close/>
                <a:lnTo>
                  <a:pt x="510192" y="1123252"/>
                </a:lnTo>
                <a:close/>
                <a:lnTo>
                  <a:pt x="517205" y="1137381"/>
                </a:lnTo>
                <a:close/>
                <a:lnTo>
                  <a:pt x="524039" y="1148825"/>
                </a:lnTo>
                <a:close/>
                <a:lnTo>
                  <a:pt x="525454" y="1151510"/>
                </a:lnTo>
                <a:close/>
                <a:lnTo>
                  <a:pt x="534613" y="1165639"/>
                </a:lnTo>
                <a:close/>
                <a:lnTo>
                  <a:pt x="542999" y="1175993"/>
                </a:lnTo>
                <a:close/>
                <a:lnTo>
                  <a:pt x="545786" y="1179768"/>
                </a:lnTo>
                <a:close/>
                <a:lnTo>
                  <a:pt x="558421" y="1193896"/>
                </a:lnTo>
                <a:close/>
                <a:lnTo>
                  <a:pt x="561960" y="1197264"/>
                </a:lnTo>
                <a:close/>
                <a:lnTo>
                  <a:pt x="572525" y="1208025"/>
                </a:lnTo>
                <a:close/>
                <a:lnTo>
                  <a:pt x="580921" y="1215448"/>
                </a:lnTo>
                <a:close/>
                <a:lnTo>
                  <a:pt x="588170" y="1222154"/>
                </a:lnTo>
                <a:close/>
                <a:lnTo>
                  <a:pt x="599882" y="1231887"/>
                </a:lnTo>
                <a:close/>
                <a:lnTo>
                  <a:pt x="605083" y="1236283"/>
                </a:lnTo>
                <a:close/>
                <a:lnTo>
                  <a:pt x="618843" y="1247076"/>
                </a:lnTo>
                <a:close/>
                <a:lnTo>
                  <a:pt x="623148" y="1250412"/>
                </a:lnTo>
                <a:close/>
                <a:lnTo>
                  <a:pt x="637803" y="1261260"/>
                </a:lnTo>
                <a:close/>
                <a:lnTo>
                  <a:pt x="642410" y="1264541"/>
                </a:lnTo>
                <a:close/>
                <a:lnTo>
                  <a:pt x="656764" y="1274546"/>
                </a:lnTo>
                <a:close/>
                <a:lnTo>
                  <a:pt x="663044" y="1278670"/>
                </a:lnTo>
                <a:close/>
                <a:lnTo>
                  <a:pt x="675725" y="1286976"/>
                </a:lnTo>
                <a:close/>
                <a:lnTo>
                  <a:pt x="685307" y="1292798"/>
                </a:lnTo>
                <a:close/>
                <a:lnTo>
                  <a:pt x="694686" y="1298558"/>
                </a:lnTo>
                <a:close/>
                <a:lnTo>
                  <a:pt x="709542" y="1306927"/>
                </a:lnTo>
                <a:close/>
                <a:lnTo>
                  <a:pt x="713647" y="1309282"/>
                </a:lnTo>
                <a:close/>
                <a:lnTo>
                  <a:pt x="732607" y="1319186"/>
                </a:lnTo>
                <a:close/>
                <a:lnTo>
                  <a:pt x="736555" y="1321056"/>
                </a:lnTo>
                <a:close/>
                <a:lnTo>
                  <a:pt x="751568" y="1328282"/>
                </a:lnTo>
                <a:close/>
                <a:lnTo>
                  <a:pt x="767852" y="1335185"/>
                </a:lnTo>
                <a:close/>
                <a:lnTo>
                  <a:pt x="770529" y="1336341"/>
                </a:lnTo>
                <a:close/>
                <a:lnTo>
                  <a:pt x="789490" y="1343554"/>
                </a:lnTo>
                <a:close/>
                <a:lnTo>
                  <a:pt x="807594" y="1349314"/>
                </a:lnTo>
                <a:close/>
                <a:lnTo>
                  <a:pt x="808451" y="1349592"/>
                </a:lnTo>
                <a:close/>
                <a:lnTo>
                  <a:pt x="827411" y="1354906"/>
                </a:lnTo>
                <a:close/>
                <a:lnTo>
                  <a:pt x="846372" y="1359239"/>
                </a:lnTo>
                <a:close/>
                <a:lnTo>
                  <a:pt x="865333" y="1362779"/>
                </a:lnTo>
                <a:close/>
                <a:lnTo>
                  <a:pt x="869531" y="1363443"/>
                </a:lnTo>
                <a:close/>
                <a:lnTo>
                  <a:pt x="884294" y="1365883"/>
                </a:lnTo>
                <a:close/>
                <a:lnTo>
                  <a:pt x="903255" y="1368531"/>
                </a:lnTo>
                <a:close/>
                <a:lnTo>
                  <a:pt x="922215" y="1370890"/>
                </a:lnTo>
                <a:close/>
                <a:lnTo>
                  <a:pt x="941176" y="1373214"/>
                </a:lnTo>
                <a:close/>
                <a:lnTo>
                  <a:pt x="960137" y="1375718"/>
                </a:lnTo>
                <a:close/>
                <a:lnTo>
                  <a:pt x="972655" y="1377572"/>
                </a:lnTo>
                <a:close/>
                <a:lnTo>
                  <a:pt x="979098" y="1378590"/>
                </a:lnTo>
                <a:close/>
                <a:lnTo>
                  <a:pt x="979098" y="137859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703816" y="1559628"/>
            <a:ext cx="1043590" cy="1041052"/>
          </a:xfrm>
          <a:custGeom>
            <a:avLst/>
            <a:gdLst/>
            <a:ahLst/>
            <a:cxnLst/>
            <a:rect l="l" t="t" r="r" b="b"/>
            <a:pathLst>
              <a:path w="1043590" h="1041052">
                <a:moveTo>
                  <a:pt x="836347" y="1029598"/>
                </a:moveTo>
                <a:lnTo>
                  <a:pt x="855308" y="1034523"/>
                </a:lnTo>
                <a:close/>
                <a:lnTo>
                  <a:pt x="874269" y="1038234"/>
                </a:lnTo>
                <a:close/>
                <a:lnTo>
                  <a:pt x="893229" y="1040453"/>
                </a:lnTo>
                <a:close/>
                <a:lnTo>
                  <a:pt x="912190" y="1041052"/>
                </a:lnTo>
                <a:close/>
                <a:lnTo>
                  <a:pt x="931151" y="1039944"/>
                </a:lnTo>
                <a:close/>
                <a:lnTo>
                  <a:pt x="950112" y="1036938"/>
                </a:lnTo>
                <a:close/>
                <a:lnTo>
                  <a:pt x="969073" y="1031642"/>
                </a:lnTo>
                <a:close/>
                <a:lnTo>
                  <a:pt x="976585" y="1028583"/>
                </a:lnTo>
                <a:close/>
                <a:lnTo>
                  <a:pt x="988033" y="1022967"/>
                </a:lnTo>
                <a:close/>
                <a:lnTo>
                  <a:pt x="1000778" y="1014454"/>
                </a:lnTo>
                <a:close/>
                <a:lnTo>
                  <a:pt x="1006994" y="1009190"/>
                </a:lnTo>
                <a:close/>
                <a:lnTo>
                  <a:pt x="1015820" y="1000325"/>
                </a:lnTo>
                <a:close/>
                <a:lnTo>
                  <a:pt x="1025955" y="987226"/>
                </a:lnTo>
                <a:close/>
                <a:lnTo>
                  <a:pt x="1026679" y="986196"/>
                </a:lnTo>
                <a:close/>
                <a:lnTo>
                  <a:pt x="1034588" y="972067"/>
                </a:lnTo>
                <a:close/>
                <a:lnTo>
                  <a:pt x="1039874" y="957938"/>
                </a:lnTo>
                <a:close/>
                <a:lnTo>
                  <a:pt x="1042744" y="943810"/>
                </a:lnTo>
                <a:close/>
                <a:lnTo>
                  <a:pt x="1043590" y="929681"/>
                </a:lnTo>
                <a:close/>
                <a:lnTo>
                  <a:pt x="1042928" y="915552"/>
                </a:lnTo>
                <a:close/>
                <a:lnTo>
                  <a:pt x="1041281" y="901423"/>
                </a:lnTo>
                <a:close/>
                <a:lnTo>
                  <a:pt x="1039093" y="887294"/>
                </a:lnTo>
                <a:close/>
                <a:lnTo>
                  <a:pt x="1036706" y="873165"/>
                </a:lnTo>
                <a:close/>
                <a:lnTo>
                  <a:pt x="1034345" y="859036"/>
                </a:lnTo>
                <a:close/>
                <a:lnTo>
                  <a:pt x="1032103" y="844908"/>
                </a:lnTo>
                <a:close/>
                <a:lnTo>
                  <a:pt x="1029920" y="830779"/>
                </a:lnTo>
                <a:close/>
                <a:lnTo>
                  <a:pt x="1027592" y="816650"/>
                </a:lnTo>
                <a:close/>
                <a:lnTo>
                  <a:pt x="1025955" y="808321"/>
                </a:lnTo>
                <a:close/>
                <a:lnTo>
                  <a:pt x="1024891" y="802521"/>
                </a:lnTo>
                <a:close/>
                <a:lnTo>
                  <a:pt x="1021608" y="788392"/>
                </a:lnTo>
                <a:close/>
                <a:lnTo>
                  <a:pt x="1017453" y="774263"/>
                </a:lnTo>
                <a:close/>
                <a:lnTo>
                  <a:pt x="1012279" y="760134"/>
                </a:lnTo>
                <a:close/>
                <a:lnTo>
                  <a:pt x="1006994" y="748285"/>
                </a:lnTo>
                <a:close/>
                <a:lnTo>
                  <a:pt x="1006043" y="746006"/>
                </a:lnTo>
                <a:close/>
                <a:lnTo>
                  <a:pt x="999230" y="731877"/>
                </a:lnTo>
                <a:close/>
                <a:lnTo>
                  <a:pt x="991431" y="717748"/>
                </a:lnTo>
                <a:close/>
                <a:lnTo>
                  <a:pt x="988033" y="712100"/>
                </a:lnTo>
                <a:close/>
                <a:lnTo>
                  <a:pt x="983194" y="703619"/>
                </a:lnTo>
                <a:close/>
                <a:lnTo>
                  <a:pt x="974655" y="689490"/>
                </a:lnTo>
                <a:close/>
                <a:lnTo>
                  <a:pt x="969073" y="680501"/>
                </a:lnTo>
                <a:close/>
                <a:lnTo>
                  <a:pt x="966002" y="675361"/>
                </a:lnTo>
                <a:close/>
                <a:lnTo>
                  <a:pt x="957897" y="661232"/>
                </a:lnTo>
                <a:close/>
                <a:lnTo>
                  <a:pt x="950163" y="647104"/>
                </a:lnTo>
                <a:close/>
                <a:lnTo>
                  <a:pt x="950112" y="646989"/>
                </a:lnTo>
                <a:close/>
                <a:lnTo>
                  <a:pt x="944028" y="632975"/>
                </a:lnTo>
                <a:close/>
                <a:lnTo>
                  <a:pt x="939232" y="618846"/>
                </a:lnTo>
                <a:close/>
                <a:lnTo>
                  <a:pt x="936208" y="604717"/>
                </a:lnTo>
                <a:close/>
                <a:lnTo>
                  <a:pt x="935161" y="590588"/>
                </a:lnTo>
                <a:close/>
                <a:lnTo>
                  <a:pt x="935869" y="576459"/>
                </a:lnTo>
                <a:close/>
                <a:lnTo>
                  <a:pt x="937700" y="562330"/>
                </a:lnTo>
                <a:close/>
                <a:lnTo>
                  <a:pt x="939831" y="548202"/>
                </a:lnTo>
                <a:close/>
                <a:lnTo>
                  <a:pt x="941541" y="534073"/>
                </a:lnTo>
                <a:close/>
                <a:lnTo>
                  <a:pt x="942366" y="519944"/>
                </a:lnTo>
                <a:close/>
                <a:lnTo>
                  <a:pt x="942092" y="505815"/>
                </a:lnTo>
                <a:close/>
                <a:lnTo>
                  <a:pt x="940651" y="491686"/>
                </a:lnTo>
                <a:close/>
                <a:lnTo>
                  <a:pt x="938025" y="477557"/>
                </a:lnTo>
                <a:close/>
                <a:lnTo>
                  <a:pt x="934164" y="463428"/>
                </a:lnTo>
                <a:close/>
                <a:lnTo>
                  <a:pt x="931151" y="455204"/>
                </a:lnTo>
                <a:close/>
                <a:lnTo>
                  <a:pt x="928959" y="449300"/>
                </a:lnTo>
                <a:close/>
                <a:lnTo>
                  <a:pt x="922419" y="435171"/>
                </a:lnTo>
                <a:close/>
                <a:lnTo>
                  <a:pt x="914297" y="421042"/>
                </a:lnTo>
                <a:close/>
                <a:lnTo>
                  <a:pt x="912190" y="417946"/>
                </a:lnTo>
                <a:close/>
                <a:lnTo>
                  <a:pt x="904525" y="406913"/>
                </a:lnTo>
                <a:close/>
                <a:lnTo>
                  <a:pt x="893229" y="393358"/>
                </a:lnTo>
                <a:close/>
                <a:lnTo>
                  <a:pt x="892739" y="392784"/>
                </a:lnTo>
                <a:close/>
                <a:lnTo>
                  <a:pt x="879163" y="378655"/>
                </a:lnTo>
                <a:close/>
                <a:lnTo>
                  <a:pt x="874269" y="374192"/>
                </a:lnTo>
                <a:close/>
                <a:lnTo>
                  <a:pt x="863507" y="364526"/>
                </a:lnTo>
                <a:close/>
                <a:lnTo>
                  <a:pt x="855308" y="357861"/>
                </a:lnTo>
                <a:close/>
                <a:lnTo>
                  <a:pt x="845978" y="350398"/>
                </a:lnTo>
                <a:close/>
                <a:lnTo>
                  <a:pt x="836347" y="343203"/>
                </a:lnTo>
                <a:close/>
                <a:lnTo>
                  <a:pt x="826886" y="336269"/>
                </a:lnTo>
                <a:close/>
                <a:lnTo>
                  <a:pt x="817386" y="329588"/>
                </a:lnTo>
                <a:close/>
                <a:lnTo>
                  <a:pt x="806575" y="322140"/>
                </a:lnTo>
                <a:close/>
                <a:lnTo>
                  <a:pt x="798425" y="316625"/>
                </a:lnTo>
                <a:close/>
                <a:lnTo>
                  <a:pt x="785468" y="308011"/>
                </a:lnTo>
                <a:close/>
                <a:lnTo>
                  <a:pt x="779465" y="304012"/>
                </a:lnTo>
                <a:close/>
                <a:lnTo>
                  <a:pt x="764125" y="293882"/>
                </a:lnTo>
                <a:close/>
                <a:lnTo>
                  <a:pt x="760504" y="291449"/>
                </a:lnTo>
                <a:close/>
                <a:lnTo>
                  <a:pt x="743192" y="279753"/>
                </a:lnTo>
                <a:close/>
                <a:lnTo>
                  <a:pt x="741543" y="278608"/>
                </a:lnTo>
                <a:close/>
                <a:lnTo>
                  <a:pt x="723194" y="265624"/>
                </a:lnTo>
                <a:close/>
                <a:lnTo>
                  <a:pt x="722582" y="265178"/>
                </a:lnTo>
                <a:close/>
                <a:lnTo>
                  <a:pt x="704327" y="251496"/>
                </a:lnTo>
                <a:close/>
                <a:lnTo>
                  <a:pt x="703621" y="250951"/>
                </a:lnTo>
                <a:close/>
                <a:lnTo>
                  <a:pt x="686428" y="237367"/>
                </a:lnTo>
                <a:close/>
                <a:lnTo>
                  <a:pt x="684661" y="235938"/>
                </a:lnTo>
                <a:close/>
                <a:lnTo>
                  <a:pt x="669117" y="223238"/>
                </a:lnTo>
                <a:close/>
                <a:lnTo>
                  <a:pt x="665700" y="220402"/>
                </a:lnTo>
                <a:close/>
                <a:lnTo>
                  <a:pt x="651955" y="209109"/>
                </a:lnTo>
                <a:close/>
                <a:lnTo>
                  <a:pt x="646739" y="204773"/>
                </a:lnTo>
                <a:close/>
                <a:lnTo>
                  <a:pt x="634529" y="194980"/>
                </a:lnTo>
                <a:close/>
                <a:lnTo>
                  <a:pt x="627778" y="189490"/>
                </a:lnTo>
                <a:close/>
                <a:lnTo>
                  <a:pt x="616457" y="180851"/>
                </a:lnTo>
                <a:close/>
                <a:lnTo>
                  <a:pt x="608817" y="174884"/>
                </a:lnTo>
                <a:close/>
                <a:lnTo>
                  <a:pt x="597359" y="166722"/>
                </a:lnTo>
                <a:close/>
                <a:lnTo>
                  <a:pt x="589857" y="161162"/>
                </a:lnTo>
                <a:close/>
                <a:lnTo>
                  <a:pt x="576794" y="152594"/>
                </a:lnTo>
                <a:close/>
                <a:lnTo>
                  <a:pt x="570896" y="148483"/>
                </a:lnTo>
                <a:close/>
                <a:lnTo>
                  <a:pt x="554118" y="138465"/>
                </a:lnTo>
                <a:close/>
                <a:lnTo>
                  <a:pt x="551935" y="137049"/>
                </a:lnTo>
                <a:close/>
                <a:lnTo>
                  <a:pt x="532974" y="127253"/>
                </a:lnTo>
                <a:close/>
                <a:lnTo>
                  <a:pt x="525084" y="124336"/>
                </a:lnTo>
                <a:close/>
                <a:lnTo>
                  <a:pt x="514013" y="119666"/>
                </a:lnTo>
                <a:close/>
                <a:lnTo>
                  <a:pt x="495053" y="115350"/>
                </a:lnTo>
                <a:close/>
                <a:lnTo>
                  <a:pt x="476092" y="116280"/>
                </a:lnTo>
                <a:close/>
                <a:lnTo>
                  <a:pt x="460237" y="124336"/>
                </a:lnTo>
                <a:close/>
                <a:lnTo>
                  <a:pt x="457131" y="126990"/>
                </a:lnTo>
                <a:close/>
                <a:lnTo>
                  <a:pt x="446015" y="138465"/>
                </a:lnTo>
                <a:close/>
                <a:lnTo>
                  <a:pt x="438170" y="146436"/>
                </a:lnTo>
                <a:close/>
                <a:lnTo>
                  <a:pt x="421110" y="152594"/>
                </a:lnTo>
                <a:close/>
                <a:lnTo>
                  <a:pt x="419209" y="153001"/>
                </a:lnTo>
                <a:close/>
                <a:lnTo>
                  <a:pt x="417487" y="152594"/>
                </a:lnTo>
                <a:close/>
                <a:lnTo>
                  <a:pt x="400249" y="148337"/>
                </a:lnTo>
                <a:close/>
                <a:lnTo>
                  <a:pt x="381893" y="138465"/>
                </a:lnTo>
                <a:close/>
                <a:lnTo>
                  <a:pt x="381288" y="138136"/>
                </a:lnTo>
                <a:close/>
                <a:lnTo>
                  <a:pt x="364115" y="124336"/>
                </a:lnTo>
                <a:close/>
                <a:lnTo>
                  <a:pt x="362327" y="122931"/>
                </a:lnTo>
                <a:close/>
                <a:lnTo>
                  <a:pt x="349514" y="110207"/>
                </a:lnTo>
                <a:close/>
                <a:lnTo>
                  <a:pt x="343366" y="104410"/>
                </a:lnTo>
                <a:close/>
                <a:lnTo>
                  <a:pt x="335647" y="96078"/>
                </a:lnTo>
                <a:close/>
                <a:lnTo>
                  <a:pt x="324405" y="84873"/>
                </a:lnTo>
                <a:close/>
                <a:lnTo>
                  <a:pt x="321641" y="81949"/>
                </a:lnTo>
                <a:close/>
                <a:lnTo>
                  <a:pt x="307008" y="67821"/>
                </a:lnTo>
                <a:close/>
                <a:lnTo>
                  <a:pt x="305445" y="66474"/>
                </a:lnTo>
                <a:close/>
                <a:lnTo>
                  <a:pt x="290590" y="53692"/>
                </a:lnTo>
                <a:close/>
                <a:lnTo>
                  <a:pt x="286484" y="50608"/>
                </a:lnTo>
                <a:close/>
                <a:lnTo>
                  <a:pt x="270853" y="39563"/>
                </a:lnTo>
                <a:close/>
                <a:lnTo>
                  <a:pt x="267523" y="37486"/>
                </a:lnTo>
                <a:close/>
                <a:lnTo>
                  <a:pt x="248562" y="26774"/>
                </a:lnTo>
                <a:close/>
                <a:lnTo>
                  <a:pt x="245815" y="25434"/>
                </a:lnTo>
                <a:close/>
                <a:lnTo>
                  <a:pt x="229601" y="18112"/>
                </a:lnTo>
                <a:close/>
                <a:lnTo>
                  <a:pt x="211382" y="11305"/>
                </a:lnTo>
                <a:close/>
                <a:lnTo>
                  <a:pt x="210641" y="11042"/>
                </a:lnTo>
                <a:close/>
                <a:lnTo>
                  <a:pt x="191680" y="5698"/>
                </a:lnTo>
                <a:close/>
                <a:lnTo>
                  <a:pt x="172719" y="1910"/>
                </a:lnTo>
                <a:close/>
                <a:lnTo>
                  <a:pt x="153758" y="0"/>
                </a:lnTo>
                <a:close/>
                <a:lnTo>
                  <a:pt x="134797" y="317"/>
                </a:lnTo>
                <a:close/>
                <a:lnTo>
                  <a:pt x="115837" y="3047"/>
                </a:lnTo>
                <a:close/>
                <a:lnTo>
                  <a:pt x="96876" y="8181"/>
                </a:lnTo>
                <a:close/>
                <a:lnTo>
                  <a:pt x="88871" y="11305"/>
                </a:lnTo>
                <a:close/>
                <a:lnTo>
                  <a:pt x="77915" y="15085"/>
                </a:lnTo>
                <a:close/>
                <a:lnTo>
                  <a:pt x="58954" y="23882"/>
                </a:lnTo>
                <a:close/>
                <a:lnTo>
                  <a:pt x="56382" y="25434"/>
                </a:lnTo>
                <a:close/>
                <a:lnTo>
                  <a:pt x="39993" y="35411"/>
                </a:lnTo>
                <a:close/>
                <a:lnTo>
                  <a:pt x="35026" y="39563"/>
                </a:lnTo>
                <a:close/>
                <a:lnTo>
                  <a:pt x="21033" y="53430"/>
                </a:lnTo>
                <a:close/>
                <a:lnTo>
                  <a:pt x="20836" y="53692"/>
                </a:lnTo>
                <a:close/>
                <a:lnTo>
                  <a:pt x="12186" y="67821"/>
                </a:lnTo>
                <a:close/>
                <a:lnTo>
                  <a:pt x="6314" y="81949"/>
                </a:lnTo>
                <a:close/>
                <a:lnTo>
                  <a:pt x="2633" y="96078"/>
                </a:lnTo>
                <a:close/>
                <a:lnTo>
                  <a:pt x="2072" y="99847"/>
                </a:lnTo>
                <a:close/>
                <a:lnTo>
                  <a:pt x="690" y="110207"/>
                </a:lnTo>
                <a:close/>
                <a:lnTo>
                  <a:pt x="0" y="124336"/>
                </a:lnTo>
                <a:close/>
                <a:lnTo>
                  <a:pt x="331" y="138465"/>
                </a:lnTo>
                <a:close/>
                <a:lnTo>
                  <a:pt x="1525" y="152594"/>
                </a:lnTo>
                <a:close/>
                <a:lnTo>
                  <a:pt x="2072" y="156619"/>
                </a:lnTo>
                <a:close/>
                <a:lnTo>
                  <a:pt x="3341" y="166722"/>
                </a:lnTo>
                <a:close/>
                <a:lnTo>
                  <a:pt x="5603" y="180851"/>
                </a:lnTo>
                <a:close/>
                <a:lnTo>
                  <a:pt x="8243" y="194980"/>
                </a:lnTo>
                <a:close/>
                <a:lnTo>
                  <a:pt x="11190" y="209109"/>
                </a:lnTo>
                <a:close/>
                <a:lnTo>
                  <a:pt x="14390" y="223238"/>
                </a:lnTo>
                <a:close/>
                <a:lnTo>
                  <a:pt x="17795" y="237367"/>
                </a:lnTo>
                <a:close/>
                <a:lnTo>
                  <a:pt x="21033" y="250232"/>
                </a:lnTo>
                <a:close/>
                <a:lnTo>
                  <a:pt x="21323" y="251496"/>
                </a:lnTo>
                <a:close/>
                <a:lnTo>
                  <a:pt x="24562" y="265624"/>
                </a:lnTo>
                <a:close/>
                <a:lnTo>
                  <a:pt x="27895" y="279753"/>
                </a:lnTo>
                <a:close/>
                <a:lnTo>
                  <a:pt x="31284" y="293882"/>
                </a:lnTo>
                <a:close/>
                <a:lnTo>
                  <a:pt x="34655" y="308011"/>
                </a:lnTo>
                <a:close/>
                <a:lnTo>
                  <a:pt x="37907" y="322140"/>
                </a:lnTo>
                <a:close/>
                <a:lnTo>
                  <a:pt x="39993" y="331942"/>
                </a:lnTo>
                <a:close/>
                <a:lnTo>
                  <a:pt x="40863" y="336269"/>
                </a:lnTo>
                <a:close/>
                <a:lnTo>
                  <a:pt x="43416" y="350398"/>
                </a:lnTo>
                <a:close/>
                <a:lnTo>
                  <a:pt x="45745" y="364526"/>
                </a:lnTo>
                <a:close/>
                <a:lnTo>
                  <a:pt x="47936" y="378655"/>
                </a:lnTo>
                <a:close/>
                <a:lnTo>
                  <a:pt x="50171" y="392784"/>
                </a:lnTo>
                <a:close/>
                <a:lnTo>
                  <a:pt x="52709" y="406913"/>
                </a:lnTo>
                <a:close/>
                <a:lnTo>
                  <a:pt x="55845" y="421042"/>
                </a:lnTo>
                <a:close/>
                <a:lnTo>
                  <a:pt x="58954" y="431982"/>
                </a:lnTo>
                <a:close/>
                <a:lnTo>
                  <a:pt x="59859" y="435171"/>
                </a:lnTo>
                <a:close/>
                <a:lnTo>
                  <a:pt x="64991" y="449300"/>
                </a:lnTo>
                <a:close/>
                <a:lnTo>
                  <a:pt x="71419" y="463428"/>
                </a:lnTo>
                <a:close/>
                <a:lnTo>
                  <a:pt x="77915" y="475205"/>
                </a:lnTo>
                <a:close/>
                <a:lnTo>
                  <a:pt x="79254" y="477557"/>
                </a:lnTo>
                <a:close/>
                <a:lnTo>
                  <a:pt x="88669" y="491686"/>
                </a:lnTo>
                <a:close/>
                <a:lnTo>
                  <a:pt x="96876" y="502525"/>
                </a:lnTo>
                <a:close/>
                <a:lnTo>
                  <a:pt x="99499" y="505815"/>
                </a:lnTo>
                <a:close/>
                <a:lnTo>
                  <a:pt x="111881" y="519944"/>
                </a:lnTo>
                <a:close/>
                <a:lnTo>
                  <a:pt x="115837" y="524158"/>
                </a:lnTo>
                <a:close/>
                <a:lnTo>
                  <a:pt x="125712" y="534073"/>
                </a:lnTo>
                <a:close/>
                <a:lnTo>
                  <a:pt x="134797" y="542824"/>
                </a:lnTo>
                <a:close/>
                <a:lnTo>
                  <a:pt x="140728" y="548202"/>
                </a:lnTo>
                <a:close/>
                <a:lnTo>
                  <a:pt x="153758" y="559767"/>
                </a:lnTo>
                <a:close/>
                <a:lnTo>
                  <a:pt x="156804" y="562330"/>
                </a:lnTo>
                <a:close/>
                <a:lnTo>
                  <a:pt x="172719" y="575576"/>
                </a:lnTo>
                <a:close/>
                <a:lnTo>
                  <a:pt x="173822" y="576459"/>
                </a:lnTo>
                <a:close/>
                <a:lnTo>
                  <a:pt x="191680" y="590575"/>
                </a:lnTo>
                <a:close/>
                <a:lnTo>
                  <a:pt x="191697" y="590588"/>
                </a:lnTo>
                <a:close/>
                <a:lnTo>
                  <a:pt x="210368" y="604717"/>
                </a:lnTo>
                <a:close/>
                <a:lnTo>
                  <a:pt x="210641" y="604922"/>
                </a:lnTo>
                <a:close/>
                <a:lnTo>
                  <a:pt x="229601" y="618686"/>
                </a:lnTo>
                <a:close/>
                <a:lnTo>
                  <a:pt x="229815" y="618846"/>
                </a:lnTo>
                <a:close/>
                <a:lnTo>
                  <a:pt x="248562" y="632052"/>
                </a:lnTo>
                <a:close/>
                <a:lnTo>
                  <a:pt x="249789" y="632975"/>
                </a:lnTo>
                <a:close/>
                <a:lnTo>
                  <a:pt x="267523" y="645270"/>
                </a:lnTo>
                <a:close/>
                <a:lnTo>
                  <a:pt x="269929" y="647104"/>
                </a:lnTo>
                <a:close/>
                <a:lnTo>
                  <a:pt x="286484" y="658646"/>
                </a:lnTo>
                <a:close/>
                <a:lnTo>
                  <a:pt x="289790" y="661232"/>
                </a:lnTo>
                <a:close/>
                <a:lnTo>
                  <a:pt x="305445" y="672453"/>
                </a:lnTo>
                <a:close/>
                <a:lnTo>
                  <a:pt x="309031" y="675361"/>
                </a:lnTo>
                <a:close/>
                <a:lnTo>
                  <a:pt x="324405" y="686895"/>
                </a:lnTo>
                <a:close/>
                <a:lnTo>
                  <a:pt x="327474" y="689490"/>
                </a:lnTo>
                <a:close/>
                <a:lnTo>
                  <a:pt x="343366" y="702114"/>
                </a:lnTo>
                <a:close/>
                <a:lnTo>
                  <a:pt x="345069" y="703619"/>
                </a:lnTo>
                <a:close/>
                <a:lnTo>
                  <a:pt x="361686" y="717748"/>
                </a:lnTo>
                <a:close/>
                <a:lnTo>
                  <a:pt x="362327" y="718278"/>
                </a:lnTo>
                <a:close/>
                <a:lnTo>
                  <a:pt x="377016" y="731877"/>
                </a:lnTo>
                <a:close/>
                <a:lnTo>
                  <a:pt x="381288" y="735740"/>
                </a:lnTo>
                <a:close/>
                <a:lnTo>
                  <a:pt x="391684" y="746006"/>
                </a:lnTo>
                <a:close/>
                <a:lnTo>
                  <a:pt x="400249" y="754411"/>
                </a:lnTo>
                <a:close/>
                <a:lnTo>
                  <a:pt x="405733" y="760134"/>
                </a:lnTo>
                <a:close/>
                <a:lnTo>
                  <a:pt x="419153" y="774263"/>
                </a:lnTo>
                <a:close/>
                <a:lnTo>
                  <a:pt x="419209" y="774325"/>
                </a:lnTo>
                <a:close/>
                <a:lnTo>
                  <a:pt x="431409" y="788392"/>
                </a:lnTo>
                <a:close/>
                <a:lnTo>
                  <a:pt x="438170" y="796269"/>
                </a:lnTo>
                <a:close/>
                <a:lnTo>
                  <a:pt x="443453" y="802521"/>
                </a:lnTo>
                <a:close/>
                <a:lnTo>
                  <a:pt x="455073" y="816650"/>
                </a:lnTo>
                <a:close/>
                <a:lnTo>
                  <a:pt x="457131" y="819247"/>
                </a:lnTo>
                <a:close/>
                <a:lnTo>
                  <a:pt x="466355" y="830779"/>
                </a:lnTo>
                <a:close/>
                <a:lnTo>
                  <a:pt x="476092" y="842907"/>
                </a:lnTo>
                <a:close/>
                <a:lnTo>
                  <a:pt x="477774" y="844908"/>
                </a:lnTo>
                <a:close/>
                <a:lnTo>
                  <a:pt x="489260" y="859036"/>
                </a:lnTo>
                <a:close/>
                <a:lnTo>
                  <a:pt x="495053" y="866069"/>
                </a:lnTo>
                <a:close/>
                <a:lnTo>
                  <a:pt x="501359" y="873165"/>
                </a:lnTo>
                <a:close/>
                <a:lnTo>
                  <a:pt x="514013" y="887084"/>
                </a:lnTo>
                <a:close/>
                <a:lnTo>
                  <a:pt x="514227" y="887294"/>
                </a:lnTo>
                <a:close/>
                <a:lnTo>
                  <a:pt x="528418" y="901423"/>
                </a:lnTo>
                <a:close/>
                <a:lnTo>
                  <a:pt x="532974" y="905824"/>
                </a:lnTo>
                <a:close/>
                <a:lnTo>
                  <a:pt x="544418" y="915552"/>
                </a:lnTo>
                <a:close/>
                <a:lnTo>
                  <a:pt x="551935" y="921836"/>
                </a:lnTo>
                <a:close/>
                <a:lnTo>
                  <a:pt x="562784" y="929681"/>
                </a:lnTo>
                <a:close/>
                <a:lnTo>
                  <a:pt x="570896" y="935547"/>
                </a:lnTo>
                <a:close/>
                <a:lnTo>
                  <a:pt x="584195" y="943810"/>
                </a:lnTo>
                <a:close/>
                <a:lnTo>
                  <a:pt x="589857" y="947386"/>
                </a:lnTo>
                <a:close/>
                <a:lnTo>
                  <a:pt x="608817" y="957712"/>
                </a:lnTo>
                <a:close/>
                <a:lnTo>
                  <a:pt x="609311" y="957938"/>
                </a:lnTo>
                <a:close/>
                <a:lnTo>
                  <a:pt x="627778" y="966860"/>
                </a:lnTo>
                <a:close/>
                <a:lnTo>
                  <a:pt x="640433" y="972067"/>
                </a:lnTo>
                <a:close/>
                <a:lnTo>
                  <a:pt x="646739" y="974811"/>
                </a:lnTo>
                <a:close/>
                <a:lnTo>
                  <a:pt x="665700" y="981622"/>
                </a:lnTo>
                <a:close/>
                <a:lnTo>
                  <a:pt x="681012" y="986196"/>
                </a:lnTo>
                <a:close/>
                <a:lnTo>
                  <a:pt x="684661" y="987340"/>
                </a:lnTo>
                <a:close/>
                <a:lnTo>
                  <a:pt x="703621" y="992109"/>
                </a:lnTo>
                <a:close/>
                <a:lnTo>
                  <a:pt x="722582" y="996445"/>
                </a:lnTo>
                <a:close/>
                <a:lnTo>
                  <a:pt x="739073" y="1000325"/>
                </a:lnTo>
                <a:close/>
                <a:lnTo>
                  <a:pt x="741543" y="1000895"/>
                </a:lnTo>
                <a:close/>
                <a:lnTo>
                  <a:pt x="760504" y="1005894"/>
                </a:lnTo>
                <a:close/>
                <a:lnTo>
                  <a:pt x="779465" y="1011558"/>
                </a:lnTo>
                <a:close/>
                <a:lnTo>
                  <a:pt x="788204" y="1014454"/>
                </a:lnTo>
                <a:close/>
                <a:lnTo>
                  <a:pt x="798425" y="1017661"/>
                </a:lnTo>
                <a:close/>
                <a:lnTo>
                  <a:pt x="817386" y="1023825"/>
                </a:lnTo>
                <a:close/>
                <a:lnTo>
                  <a:pt x="832882" y="1028583"/>
                </a:lnTo>
                <a:close/>
                <a:lnTo>
                  <a:pt x="836347" y="1029598"/>
                </a:lnTo>
                <a:close/>
                <a:lnTo>
                  <a:pt x="836347" y="1029598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815711" y="1718328"/>
            <a:ext cx="804797" cy="734231"/>
          </a:xfrm>
          <a:custGeom>
            <a:avLst/>
            <a:gdLst/>
            <a:ahLst/>
            <a:cxnLst/>
            <a:rect l="l" t="t" r="r" b="b"/>
            <a:pathLst>
              <a:path w="804797" h="734231">
                <a:moveTo>
                  <a:pt x="743413" y="733452"/>
                </a:moveTo>
                <a:lnTo>
                  <a:pt x="762374" y="734231"/>
                </a:lnTo>
                <a:close/>
                <a:lnTo>
                  <a:pt x="779342" y="728594"/>
                </a:lnTo>
                <a:close/>
                <a:lnTo>
                  <a:pt x="781334" y="727691"/>
                </a:lnTo>
                <a:close/>
                <a:lnTo>
                  <a:pt x="793370" y="714465"/>
                </a:lnTo>
                <a:close/>
                <a:lnTo>
                  <a:pt x="800295" y="700544"/>
                </a:lnTo>
                <a:close/>
                <a:lnTo>
                  <a:pt x="800365" y="700336"/>
                </a:lnTo>
                <a:close/>
                <a:lnTo>
                  <a:pt x="803278" y="686208"/>
                </a:lnTo>
                <a:close/>
                <a:lnTo>
                  <a:pt x="804570" y="672079"/>
                </a:lnTo>
                <a:close/>
                <a:lnTo>
                  <a:pt x="804797" y="657950"/>
                </a:lnTo>
                <a:close/>
                <a:lnTo>
                  <a:pt x="804258" y="643821"/>
                </a:lnTo>
                <a:close/>
                <a:lnTo>
                  <a:pt x="803035" y="629692"/>
                </a:lnTo>
                <a:close/>
                <a:lnTo>
                  <a:pt x="801038" y="615563"/>
                </a:lnTo>
                <a:close/>
                <a:lnTo>
                  <a:pt x="800295" y="612067"/>
                </a:lnTo>
                <a:close/>
                <a:lnTo>
                  <a:pt x="798044" y="601434"/>
                </a:lnTo>
                <a:close/>
                <a:lnTo>
                  <a:pt x="793892" y="587306"/>
                </a:lnTo>
                <a:close/>
                <a:lnTo>
                  <a:pt x="788479" y="573177"/>
                </a:lnTo>
                <a:close/>
                <a:lnTo>
                  <a:pt x="781788" y="559048"/>
                </a:lnTo>
                <a:close/>
                <a:lnTo>
                  <a:pt x="781334" y="558247"/>
                </a:lnTo>
                <a:close/>
                <a:lnTo>
                  <a:pt x="773784" y="544919"/>
                </a:lnTo>
                <a:close/>
                <a:lnTo>
                  <a:pt x="764815" y="530790"/>
                </a:lnTo>
                <a:close/>
                <a:lnTo>
                  <a:pt x="762374" y="527255"/>
                </a:lnTo>
                <a:close/>
                <a:lnTo>
                  <a:pt x="754976" y="516661"/>
                </a:lnTo>
                <a:close/>
                <a:lnTo>
                  <a:pt x="744677" y="502532"/>
                </a:lnTo>
                <a:close/>
                <a:lnTo>
                  <a:pt x="743413" y="500812"/>
                </a:lnTo>
                <a:close/>
                <a:lnTo>
                  <a:pt x="734141" y="488404"/>
                </a:lnTo>
                <a:close/>
                <a:lnTo>
                  <a:pt x="724452" y="475242"/>
                </a:lnTo>
                <a:close/>
                <a:lnTo>
                  <a:pt x="723728" y="474275"/>
                </a:lnTo>
                <a:close/>
                <a:lnTo>
                  <a:pt x="713776" y="460146"/>
                </a:lnTo>
                <a:close/>
                <a:lnTo>
                  <a:pt x="705491" y="447657"/>
                </a:lnTo>
                <a:close/>
                <a:lnTo>
                  <a:pt x="704390" y="446017"/>
                </a:lnTo>
                <a:close/>
                <a:lnTo>
                  <a:pt x="695963" y="431888"/>
                </a:lnTo>
                <a:close/>
                <a:lnTo>
                  <a:pt x="688283" y="417759"/>
                </a:lnTo>
                <a:close/>
                <a:lnTo>
                  <a:pt x="686530" y="413999"/>
                </a:lnTo>
                <a:close/>
                <a:lnTo>
                  <a:pt x="681683" y="403630"/>
                </a:lnTo>
                <a:close/>
                <a:lnTo>
                  <a:pt x="675947" y="389502"/>
                </a:lnTo>
                <a:close/>
                <a:lnTo>
                  <a:pt x="670804" y="375373"/>
                </a:lnTo>
                <a:close/>
                <a:lnTo>
                  <a:pt x="667570" y="365468"/>
                </a:lnTo>
                <a:close/>
                <a:lnTo>
                  <a:pt x="666221" y="361244"/>
                </a:lnTo>
                <a:close/>
                <a:lnTo>
                  <a:pt x="662155" y="347115"/>
                </a:lnTo>
                <a:close/>
                <a:lnTo>
                  <a:pt x="657940" y="332986"/>
                </a:lnTo>
                <a:close/>
                <a:lnTo>
                  <a:pt x="653191" y="318857"/>
                </a:lnTo>
                <a:close/>
                <a:lnTo>
                  <a:pt x="648609" y="307310"/>
                </a:lnTo>
                <a:close/>
                <a:lnTo>
                  <a:pt x="647661" y="304728"/>
                </a:lnTo>
                <a:close/>
                <a:lnTo>
                  <a:pt x="641668" y="290600"/>
                </a:lnTo>
                <a:close/>
                <a:lnTo>
                  <a:pt x="634284" y="276471"/>
                </a:lnTo>
                <a:close/>
                <a:lnTo>
                  <a:pt x="629648" y="269107"/>
                </a:lnTo>
                <a:close/>
                <a:lnTo>
                  <a:pt x="625788" y="262342"/>
                </a:lnTo>
                <a:close/>
                <a:lnTo>
                  <a:pt x="616190" y="248213"/>
                </a:lnTo>
                <a:close/>
                <a:lnTo>
                  <a:pt x="610687" y="241379"/>
                </a:lnTo>
                <a:close/>
                <a:lnTo>
                  <a:pt x="605258" y="234084"/>
                </a:lnTo>
                <a:close/>
                <a:lnTo>
                  <a:pt x="592949" y="219955"/>
                </a:lnTo>
                <a:close/>
                <a:lnTo>
                  <a:pt x="591726" y="218721"/>
                </a:lnTo>
                <a:close/>
                <a:lnTo>
                  <a:pt x="579413" y="205826"/>
                </a:lnTo>
                <a:close/>
                <a:lnTo>
                  <a:pt x="572766" y="199630"/>
                </a:lnTo>
                <a:close/>
                <a:lnTo>
                  <a:pt x="564047" y="191698"/>
                </a:lnTo>
                <a:close/>
                <a:lnTo>
                  <a:pt x="553805" y="183147"/>
                </a:lnTo>
                <a:close/>
                <a:lnTo>
                  <a:pt x="546421" y="177569"/>
                </a:lnTo>
                <a:close/>
                <a:lnTo>
                  <a:pt x="534844" y="169283"/>
                </a:lnTo>
                <a:close/>
                <a:lnTo>
                  <a:pt x="524915" y="163440"/>
                </a:lnTo>
                <a:close/>
                <a:lnTo>
                  <a:pt x="515883" y="158238"/>
                </a:lnTo>
                <a:close/>
                <a:lnTo>
                  <a:pt x="496922" y="150356"/>
                </a:lnTo>
                <a:close/>
                <a:lnTo>
                  <a:pt x="492752" y="149311"/>
                </a:lnTo>
                <a:close/>
                <a:lnTo>
                  <a:pt x="477962" y="145572"/>
                </a:lnTo>
                <a:close/>
                <a:lnTo>
                  <a:pt x="459001" y="143522"/>
                </a:lnTo>
                <a:close/>
                <a:lnTo>
                  <a:pt x="440040" y="143270"/>
                </a:lnTo>
                <a:close/>
                <a:lnTo>
                  <a:pt x="421079" y="143831"/>
                </a:lnTo>
                <a:close/>
                <a:lnTo>
                  <a:pt x="402118" y="144547"/>
                </a:lnTo>
                <a:close/>
                <a:lnTo>
                  <a:pt x="383158" y="145059"/>
                </a:lnTo>
                <a:close/>
                <a:lnTo>
                  <a:pt x="364197" y="145168"/>
                </a:lnTo>
                <a:close/>
                <a:lnTo>
                  <a:pt x="345236" y="144726"/>
                </a:lnTo>
                <a:close/>
                <a:lnTo>
                  <a:pt x="326275" y="143570"/>
                </a:lnTo>
                <a:close/>
                <a:lnTo>
                  <a:pt x="307314" y="141460"/>
                </a:lnTo>
                <a:close/>
                <a:lnTo>
                  <a:pt x="288354" y="138061"/>
                </a:lnTo>
                <a:close/>
                <a:lnTo>
                  <a:pt x="277421" y="135182"/>
                </a:lnTo>
                <a:close/>
                <a:lnTo>
                  <a:pt x="269393" y="133010"/>
                </a:lnTo>
                <a:close/>
                <a:lnTo>
                  <a:pt x="250432" y="125928"/>
                </a:lnTo>
                <a:close/>
                <a:lnTo>
                  <a:pt x="240409" y="121053"/>
                </a:lnTo>
                <a:close/>
                <a:lnTo>
                  <a:pt x="231471" y="116591"/>
                </a:lnTo>
                <a:close/>
                <a:lnTo>
                  <a:pt x="215649" y="106924"/>
                </a:lnTo>
                <a:close/>
                <a:lnTo>
                  <a:pt x="212510" y="104957"/>
                </a:lnTo>
                <a:close/>
                <a:lnTo>
                  <a:pt x="195726" y="92796"/>
                </a:lnTo>
                <a:close/>
                <a:lnTo>
                  <a:pt x="193550" y="91184"/>
                </a:lnTo>
                <a:close/>
                <a:lnTo>
                  <a:pt x="178145" y="78667"/>
                </a:lnTo>
                <a:close/>
                <a:lnTo>
                  <a:pt x="174589" y="75726"/>
                </a:lnTo>
                <a:close/>
                <a:lnTo>
                  <a:pt x="161570" y="64538"/>
                </a:lnTo>
                <a:close/>
                <a:lnTo>
                  <a:pt x="155628" y="59364"/>
                </a:lnTo>
                <a:close/>
                <a:lnTo>
                  <a:pt x="145124" y="50409"/>
                </a:lnTo>
                <a:close/>
                <a:lnTo>
                  <a:pt x="136667" y="43134"/>
                </a:lnTo>
                <a:close/>
                <a:lnTo>
                  <a:pt x="127945" y="36280"/>
                </a:lnTo>
                <a:close/>
                <a:lnTo>
                  <a:pt x="117706" y="28182"/>
                </a:lnTo>
                <a:close/>
                <a:lnTo>
                  <a:pt x="108610" y="22151"/>
                </a:lnTo>
                <a:close/>
                <a:lnTo>
                  <a:pt x="98746" y="15572"/>
                </a:lnTo>
                <a:close/>
                <a:lnTo>
                  <a:pt x="83566" y="8022"/>
                </a:lnTo>
                <a:close/>
                <a:lnTo>
                  <a:pt x="79785" y="6127"/>
                </a:lnTo>
                <a:close/>
                <a:lnTo>
                  <a:pt x="60824" y="700"/>
                </a:lnTo>
                <a:close/>
                <a:lnTo>
                  <a:pt x="41863" y="0"/>
                </a:lnTo>
                <a:close/>
                <a:lnTo>
                  <a:pt x="22902" y="5792"/>
                </a:lnTo>
                <a:close/>
                <a:lnTo>
                  <a:pt x="19845" y="8022"/>
                </a:lnTo>
                <a:close/>
                <a:lnTo>
                  <a:pt x="6784" y="22151"/>
                </a:lnTo>
                <a:close/>
                <a:lnTo>
                  <a:pt x="3942" y="27984"/>
                </a:lnTo>
                <a:close/>
                <a:lnTo>
                  <a:pt x="1440" y="36280"/>
                </a:lnTo>
                <a:close/>
                <a:lnTo>
                  <a:pt x="0" y="50409"/>
                </a:lnTo>
                <a:close/>
                <a:lnTo>
                  <a:pt x="742" y="64538"/>
                </a:lnTo>
                <a:close/>
                <a:lnTo>
                  <a:pt x="3033" y="78667"/>
                </a:lnTo>
                <a:close/>
                <a:lnTo>
                  <a:pt x="3942" y="82311"/>
                </a:lnTo>
                <a:close/>
                <a:lnTo>
                  <a:pt x="6739" y="92796"/>
                </a:lnTo>
                <a:close/>
                <a:lnTo>
                  <a:pt x="11230" y="106924"/>
                </a:lnTo>
                <a:close/>
                <a:lnTo>
                  <a:pt x="16163" y="121053"/>
                </a:lnTo>
                <a:close/>
                <a:lnTo>
                  <a:pt x="21432" y="135182"/>
                </a:lnTo>
                <a:close/>
                <a:lnTo>
                  <a:pt x="22902" y="138967"/>
                </a:lnTo>
                <a:close/>
                <a:lnTo>
                  <a:pt x="27169" y="149311"/>
                </a:lnTo>
                <a:close/>
                <a:lnTo>
                  <a:pt x="32990" y="163440"/>
                </a:lnTo>
                <a:close/>
                <a:lnTo>
                  <a:pt x="38827" y="177569"/>
                </a:lnTo>
                <a:close/>
                <a:lnTo>
                  <a:pt x="41863" y="184909"/>
                </a:lnTo>
                <a:close/>
                <a:lnTo>
                  <a:pt x="44811" y="191698"/>
                </a:lnTo>
                <a:close/>
                <a:lnTo>
                  <a:pt x="50844" y="205826"/>
                </a:lnTo>
                <a:close/>
                <a:lnTo>
                  <a:pt x="56910" y="219955"/>
                </a:lnTo>
                <a:close/>
                <a:lnTo>
                  <a:pt x="60824" y="228882"/>
                </a:lnTo>
                <a:close/>
                <a:lnTo>
                  <a:pt x="63147" y="234084"/>
                </a:lnTo>
                <a:close/>
                <a:lnTo>
                  <a:pt x="69536" y="248213"/>
                </a:lnTo>
                <a:close/>
                <a:lnTo>
                  <a:pt x="76270" y="262342"/>
                </a:lnTo>
                <a:close/>
                <a:lnTo>
                  <a:pt x="79785" y="269178"/>
                </a:lnTo>
                <a:close/>
                <a:lnTo>
                  <a:pt x="83412" y="276471"/>
                </a:lnTo>
                <a:close/>
                <a:lnTo>
                  <a:pt x="90984" y="290600"/>
                </a:lnTo>
                <a:close/>
                <a:lnTo>
                  <a:pt x="98746" y="303585"/>
                </a:lnTo>
                <a:close/>
                <a:lnTo>
                  <a:pt x="99382" y="304728"/>
                </a:lnTo>
                <a:close/>
                <a:lnTo>
                  <a:pt x="108025" y="318857"/>
                </a:lnTo>
                <a:close/>
                <a:lnTo>
                  <a:pt x="117692" y="332986"/>
                </a:lnTo>
                <a:close/>
                <a:lnTo>
                  <a:pt x="117706" y="333005"/>
                </a:lnTo>
                <a:close/>
                <a:lnTo>
                  <a:pt x="127384" y="347115"/>
                </a:lnTo>
                <a:close/>
                <a:lnTo>
                  <a:pt x="136667" y="359287"/>
                </a:lnTo>
                <a:close/>
                <a:lnTo>
                  <a:pt x="138011" y="361244"/>
                </a:lnTo>
                <a:close/>
                <a:lnTo>
                  <a:pt x="148664" y="375373"/>
                </a:lnTo>
                <a:close/>
                <a:lnTo>
                  <a:pt x="155628" y="383719"/>
                </a:lnTo>
                <a:close/>
                <a:lnTo>
                  <a:pt x="160000" y="389502"/>
                </a:lnTo>
                <a:close/>
                <a:lnTo>
                  <a:pt x="171688" y="403630"/>
                </a:lnTo>
                <a:close/>
                <a:lnTo>
                  <a:pt x="174589" y="406833"/>
                </a:lnTo>
                <a:close/>
                <a:lnTo>
                  <a:pt x="183678" y="417759"/>
                </a:lnTo>
                <a:close/>
                <a:lnTo>
                  <a:pt x="193550" y="428605"/>
                </a:lnTo>
                <a:close/>
                <a:lnTo>
                  <a:pt x="196359" y="431888"/>
                </a:lnTo>
                <a:close/>
                <a:lnTo>
                  <a:pt x="209344" y="446017"/>
                </a:lnTo>
                <a:close/>
                <a:lnTo>
                  <a:pt x="212510" y="449221"/>
                </a:lnTo>
                <a:close/>
                <a:lnTo>
                  <a:pt x="222823" y="460146"/>
                </a:lnTo>
                <a:close/>
                <a:lnTo>
                  <a:pt x="231471" y="468742"/>
                </a:lnTo>
                <a:close/>
                <a:lnTo>
                  <a:pt x="236920" y="474275"/>
                </a:lnTo>
                <a:close/>
                <a:lnTo>
                  <a:pt x="250432" y="487386"/>
                </a:lnTo>
                <a:close/>
                <a:lnTo>
                  <a:pt x="251484" y="488404"/>
                </a:lnTo>
                <a:close/>
                <a:lnTo>
                  <a:pt x="266395" y="502532"/>
                </a:lnTo>
                <a:close/>
                <a:lnTo>
                  <a:pt x="269393" y="505315"/>
                </a:lnTo>
                <a:close/>
                <a:lnTo>
                  <a:pt x="281742" y="516661"/>
                </a:lnTo>
                <a:close/>
                <a:lnTo>
                  <a:pt x="288354" y="522737"/>
                </a:lnTo>
                <a:close/>
                <a:lnTo>
                  <a:pt x="297374" y="530790"/>
                </a:lnTo>
                <a:close/>
                <a:lnTo>
                  <a:pt x="307314" y="539857"/>
                </a:lnTo>
                <a:close/>
                <a:lnTo>
                  <a:pt x="313123" y="544919"/>
                </a:lnTo>
                <a:close/>
                <a:lnTo>
                  <a:pt x="326275" y="556856"/>
                </a:lnTo>
                <a:close/>
                <a:lnTo>
                  <a:pt x="328843" y="559048"/>
                </a:lnTo>
                <a:close/>
                <a:lnTo>
                  <a:pt x="344513" y="573177"/>
                </a:lnTo>
                <a:close/>
                <a:lnTo>
                  <a:pt x="345236" y="573862"/>
                </a:lnTo>
                <a:close/>
                <a:lnTo>
                  <a:pt x="360417" y="587306"/>
                </a:lnTo>
                <a:close/>
                <a:lnTo>
                  <a:pt x="364197" y="590870"/>
                </a:lnTo>
                <a:close/>
                <a:lnTo>
                  <a:pt x="376485" y="601434"/>
                </a:lnTo>
                <a:close/>
                <a:lnTo>
                  <a:pt x="383158" y="607557"/>
                </a:lnTo>
                <a:close/>
                <a:lnTo>
                  <a:pt x="393016" y="615563"/>
                </a:lnTo>
                <a:close/>
                <a:lnTo>
                  <a:pt x="402118" y="623430"/>
                </a:lnTo>
                <a:close/>
                <a:lnTo>
                  <a:pt x="410611" y="629692"/>
                </a:lnTo>
                <a:close/>
                <a:lnTo>
                  <a:pt x="421079" y="637856"/>
                </a:lnTo>
                <a:close/>
                <a:lnTo>
                  <a:pt x="430451" y="643821"/>
                </a:lnTo>
                <a:close/>
                <a:lnTo>
                  <a:pt x="440040" y="650235"/>
                </a:lnTo>
                <a:close/>
                <a:lnTo>
                  <a:pt x="454928" y="657950"/>
                </a:lnTo>
                <a:close/>
                <a:lnTo>
                  <a:pt x="459001" y="660158"/>
                </a:lnTo>
                <a:close/>
                <a:lnTo>
                  <a:pt x="477962" y="667616"/>
                </a:lnTo>
                <a:close/>
                <a:lnTo>
                  <a:pt x="494335" y="672079"/>
                </a:lnTo>
                <a:close/>
                <a:lnTo>
                  <a:pt x="496922" y="672811"/>
                </a:lnTo>
                <a:close/>
                <a:lnTo>
                  <a:pt x="515883" y="676452"/>
                </a:lnTo>
                <a:close/>
                <a:lnTo>
                  <a:pt x="534844" y="679048"/>
                </a:lnTo>
                <a:close/>
                <a:lnTo>
                  <a:pt x="553805" y="681163"/>
                </a:lnTo>
                <a:close/>
                <a:lnTo>
                  <a:pt x="572766" y="683229"/>
                </a:lnTo>
                <a:close/>
                <a:lnTo>
                  <a:pt x="591726" y="685634"/>
                </a:lnTo>
                <a:close/>
                <a:lnTo>
                  <a:pt x="595178" y="686208"/>
                </a:lnTo>
                <a:close/>
                <a:lnTo>
                  <a:pt x="610687" y="688869"/>
                </a:lnTo>
                <a:close/>
                <a:lnTo>
                  <a:pt x="629648" y="693263"/>
                </a:lnTo>
                <a:close/>
                <a:lnTo>
                  <a:pt x="648609" y="698917"/>
                </a:lnTo>
                <a:close/>
                <a:lnTo>
                  <a:pt x="652555" y="700336"/>
                </a:lnTo>
                <a:close/>
                <a:lnTo>
                  <a:pt x="667570" y="705918"/>
                </a:lnTo>
                <a:close/>
                <a:lnTo>
                  <a:pt x="686530" y="713611"/>
                </a:lnTo>
                <a:close/>
                <a:lnTo>
                  <a:pt x="688686" y="714465"/>
                </a:lnTo>
                <a:close/>
                <a:lnTo>
                  <a:pt x="705491" y="721557"/>
                </a:lnTo>
                <a:close/>
                <a:lnTo>
                  <a:pt x="724452" y="728559"/>
                </a:lnTo>
                <a:close/>
                <a:lnTo>
                  <a:pt x="724603" y="728594"/>
                </a:lnTo>
                <a:close/>
                <a:lnTo>
                  <a:pt x="743413" y="733452"/>
                </a:lnTo>
                <a:close/>
                <a:lnTo>
                  <a:pt x="743413" y="733452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221393" y="1397302"/>
            <a:ext cx="267282" cy="1008866"/>
          </a:xfrm>
          <a:custGeom>
            <a:avLst/>
            <a:gdLst/>
            <a:ahLst/>
            <a:cxnLst/>
            <a:rect l="l" t="t" r="r" b="b"/>
            <a:pathLst>
              <a:path w="267282" h="1008866">
                <a:moveTo>
                  <a:pt x="0" y="0"/>
                </a:moveTo>
                <a:lnTo>
                  <a:pt x="267282" y="1008866"/>
                </a:lnTo>
                <a:close/>
              </a:path>
            </a:pathLst>
          </a:custGeom>
          <a:noFill/>
          <a:ln w="1016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462381" y="2367240"/>
            <a:ext cx="34374" cy="38928"/>
          </a:xfrm>
          <a:custGeom>
            <a:avLst/>
            <a:gdLst/>
            <a:ahLst/>
            <a:cxnLst/>
            <a:rect l="l" t="t" r="r" b="b"/>
            <a:pathLst>
              <a:path w="34374" h="38928">
                <a:moveTo>
                  <a:pt x="34374" y="0"/>
                </a:moveTo>
                <a:lnTo>
                  <a:pt x="26294" y="38928"/>
                </a:lnTo>
                <a:close/>
                <a:lnTo>
                  <a:pt x="0" y="9107"/>
                </a:lnTo>
                <a:close/>
                <a:lnTo>
                  <a:pt x="34374" y="0"/>
                </a:lnTo>
                <a:close/>
              </a:path>
            </a:pathLst>
          </a:custGeom>
          <a:solidFill>
            <a:srgbClr val="1B3A5C"/>
          </a:solidFill>
          <a:ln w="1016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8043" y="1107595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Compensation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5816" y="120162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ridge</a:t>
            </a:r>
          </a:p>
        </p:txBody>
      </p:sp>
      <p:sp>
        <p:nvSpPr>
          <p:cNvPr id="52" name="Freeform 51"/>
          <p:cNvSpPr/>
          <p:nvPr/>
        </p:nvSpPr>
        <p:spPr>
          <a:xfrm>
            <a:off x="5738311" y="2438490"/>
            <a:ext cx="139122" cy="139122"/>
          </a:xfrm>
          <a:custGeom>
            <a:avLst/>
            <a:gdLst/>
            <a:ahLst/>
            <a:cxnLst/>
            <a:rect l="l" t="t" r="r" b="b"/>
            <a:pathLst>
              <a:path w="139122" h="139122">
                <a:moveTo>
                  <a:pt x="0" y="69561"/>
                </a:moveTo>
                <a:lnTo>
                  <a:pt x="139122" y="69561"/>
                </a:lnTo>
                <a:close/>
                <a:lnTo>
                  <a:pt x="69561" y="139122"/>
                </a:lnTo>
                <a:close/>
                <a:lnTo>
                  <a:pt x="69561" y="0"/>
                </a:lnTo>
                <a:close/>
              </a:path>
            </a:pathLst>
          </a:custGeom>
          <a:solidFill>
            <a:srgbClr val="A63D40"/>
          </a:solidFill>
          <a:ln w="228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727167" y="2767047"/>
            <a:ext cx="80322" cy="80322"/>
          </a:xfrm>
          <a:custGeom>
            <a:avLst/>
            <a:gdLst/>
            <a:ahLst/>
            <a:cxnLst/>
            <a:rect l="l" t="t" r="r" b="b"/>
            <a:pathLst>
              <a:path w="80322" h="80322">
                <a:moveTo>
                  <a:pt x="40161" y="80322"/>
                </a:moveTo>
                <a:lnTo>
                  <a:pt x="55530" y="77265"/>
                </a:lnTo>
                <a:close/>
                <a:lnTo>
                  <a:pt x="68559" y="68559"/>
                </a:lnTo>
                <a:close/>
                <a:lnTo>
                  <a:pt x="77265" y="55530"/>
                </a:lnTo>
                <a:close/>
                <a:lnTo>
                  <a:pt x="80322" y="40161"/>
                </a:lnTo>
                <a:close/>
                <a:lnTo>
                  <a:pt x="77265" y="24792"/>
                </a:lnTo>
                <a:close/>
                <a:lnTo>
                  <a:pt x="68559" y="11763"/>
                </a:lnTo>
                <a:close/>
                <a:lnTo>
                  <a:pt x="55530" y="3057"/>
                </a:lnTo>
                <a:close/>
                <a:lnTo>
                  <a:pt x="40161" y="0"/>
                </a:lnTo>
                <a:close/>
                <a:lnTo>
                  <a:pt x="24792" y="3057"/>
                </a:lnTo>
                <a:close/>
                <a:lnTo>
                  <a:pt x="11763" y="11763"/>
                </a:lnTo>
                <a:close/>
                <a:lnTo>
                  <a:pt x="3057" y="24792"/>
                </a:lnTo>
                <a:close/>
                <a:lnTo>
                  <a:pt x="0" y="40161"/>
                </a:lnTo>
                <a:close/>
                <a:lnTo>
                  <a:pt x="3057" y="55530"/>
                </a:lnTo>
                <a:close/>
                <a:lnTo>
                  <a:pt x="11763" y="68559"/>
                </a:lnTo>
                <a:close/>
                <a:lnTo>
                  <a:pt x="24792" y="77265"/>
                </a:lnTo>
                <a:close/>
                <a:lnTo>
                  <a:pt x="40161" y="80322"/>
                </a:lnTo>
                <a:close/>
                <a:lnTo>
                  <a:pt x="40161" y="80322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77452" y="776357"/>
            <a:ext cx="177800" cy="62230"/>
          </a:xfrm>
          <a:prstGeom prst="rect">
            <a:avLst/>
          </a:prstGeom>
          <a:solidFill>
            <a:srgbClr val="E8E8E8">
              <a:alpha val="55000"/>
            </a:srgbClr>
          </a:solidFill>
          <a:ln w="12700">
            <a:solidFill>
              <a:srgbClr val="B0B0B0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26372" y="71158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support</a:t>
            </a:r>
          </a:p>
        </p:txBody>
      </p:sp>
      <p:sp>
        <p:nvSpPr>
          <p:cNvPr id="56" name="Freeform 55"/>
          <p:cNvSpPr/>
          <p:nvPr/>
        </p:nvSpPr>
        <p:spPr>
          <a:xfrm>
            <a:off x="5477452" y="933224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6372" y="837339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95% contour</a:t>
            </a:r>
          </a:p>
        </p:txBody>
      </p:sp>
      <p:sp>
        <p:nvSpPr>
          <p:cNvPr id="58" name="Freeform 57"/>
          <p:cNvSpPr/>
          <p:nvPr/>
        </p:nvSpPr>
        <p:spPr>
          <a:xfrm>
            <a:off x="5477452" y="105897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26372" y="963091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80% / 50% contours</a:t>
            </a:r>
          </a:p>
        </p:txBody>
      </p:sp>
      <p:sp>
        <p:nvSpPr>
          <p:cNvPr id="60" name="Freeform 59"/>
          <p:cNvSpPr/>
          <p:nvPr/>
        </p:nvSpPr>
        <p:spPr>
          <a:xfrm>
            <a:off x="5515552" y="1133927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50800"/>
                </a:moveTo>
                <a:lnTo>
                  <a:pt x="101600" y="50800"/>
                </a:lnTo>
                <a:close/>
                <a:lnTo>
                  <a:pt x="50800" y="10160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A63D40"/>
          </a:solidFill>
          <a:ln w="228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26372" y="1088842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62" name="Freeform 61"/>
          <p:cNvSpPr/>
          <p:nvPr/>
        </p:nvSpPr>
        <p:spPr>
          <a:xfrm>
            <a:off x="5534602" y="127872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26372" y="1214594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value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7416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75888" y="47647"/>
            <a:ext cx="3175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Representative joint posterior (Case 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