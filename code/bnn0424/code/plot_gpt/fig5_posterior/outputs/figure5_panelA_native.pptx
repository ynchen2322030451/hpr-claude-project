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19424" cy="616053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19424" cy="61605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8875" y="795528"/>
            <a:ext cx="28346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8875" y="2558275"/>
            <a:ext cx="2834640" cy="248933"/>
          </a:xfrm>
          <a:prstGeom prst="rect">
            <a:avLst/>
          </a:prstGeom>
          <a:solidFill>
            <a:srgbClr val="E8E8E8">
              <a:alpha val="85000"/>
            </a:srgbClr>
          </a:solidFill>
          <a:ln w="10160">
            <a:solidFill>
              <a:srgbClr val="B0B0B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058875" y="28072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" y="283274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</a:t>
            </a:r>
          </a:p>
        </p:txBody>
      </p:sp>
      <p:sp>
        <p:nvSpPr>
          <p:cNvPr id="7" name="Freeform 6"/>
          <p:cNvSpPr/>
          <p:nvPr/>
        </p:nvSpPr>
        <p:spPr>
          <a:xfrm>
            <a:off x="1625803" y="28072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5803" y="283274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50</a:t>
            </a:r>
          </a:p>
        </p:txBody>
      </p:sp>
      <p:sp>
        <p:nvSpPr>
          <p:cNvPr id="9" name="Freeform 8"/>
          <p:cNvSpPr/>
          <p:nvPr/>
        </p:nvSpPr>
        <p:spPr>
          <a:xfrm>
            <a:off x="2192731" y="28072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2731" y="283274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100</a:t>
            </a:r>
          </a:p>
        </p:txBody>
      </p:sp>
      <p:sp>
        <p:nvSpPr>
          <p:cNvPr id="11" name="Freeform 10"/>
          <p:cNvSpPr/>
          <p:nvPr/>
        </p:nvSpPr>
        <p:spPr>
          <a:xfrm>
            <a:off x="2759659" y="28072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9659" y="283274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150</a:t>
            </a:r>
          </a:p>
        </p:txBody>
      </p:sp>
      <p:sp>
        <p:nvSpPr>
          <p:cNvPr id="13" name="Freeform 12"/>
          <p:cNvSpPr/>
          <p:nvPr/>
        </p:nvSpPr>
        <p:spPr>
          <a:xfrm>
            <a:off x="3326587" y="28072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6587" y="283274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200</a:t>
            </a:r>
          </a:p>
        </p:txBody>
      </p:sp>
      <p:sp>
        <p:nvSpPr>
          <p:cNvPr id="15" name="Freeform 14"/>
          <p:cNvSpPr/>
          <p:nvPr/>
        </p:nvSpPr>
        <p:spPr>
          <a:xfrm>
            <a:off x="3893515" y="28072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3515" y="283274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2279" y="2975378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E intercept (GPa)</a:t>
            </a:r>
          </a:p>
        </p:txBody>
      </p:sp>
      <p:sp>
        <p:nvSpPr>
          <p:cNvPr id="18" name="Freeform 17"/>
          <p:cNvSpPr/>
          <p:nvPr/>
        </p:nvSpPr>
        <p:spPr>
          <a:xfrm>
            <a:off x="1014425" y="280720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975" y="2712024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0.000</a:t>
            </a:r>
          </a:p>
        </p:txBody>
      </p:sp>
      <p:sp>
        <p:nvSpPr>
          <p:cNvPr id="20" name="Freeform 19"/>
          <p:cNvSpPr/>
          <p:nvPr/>
        </p:nvSpPr>
        <p:spPr>
          <a:xfrm>
            <a:off x="1014425" y="249604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975" y="240085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0.005</a:t>
            </a:r>
          </a:p>
        </p:txBody>
      </p:sp>
      <p:sp>
        <p:nvSpPr>
          <p:cNvPr id="22" name="Freeform 21"/>
          <p:cNvSpPr/>
          <p:nvPr/>
        </p:nvSpPr>
        <p:spPr>
          <a:xfrm>
            <a:off x="1014425" y="218487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975" y="208969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0.010</a:t>
            </a:r>
          </a:p>
        </p:txBody>
      </p:sp>
      <p:sp>
        <p:nvSpPr>
          <p:cNvPr id="24" name="Freeform 23"/>
          <p:cNvSpPr/>
          <p:nvPr/>
        </p:nvSpPr>
        <p:spPr>
          <a:xfrm>
            <a:off x="1014425" y="187371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975" y="177852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0.015</a:t>
            </a:r>
          </a:p>
        </p:txBody>
      </p:sp>
      <p:sp>
        <p:nvSpPr>
          <p:cNvPr id="26" name="Freeform 25"/>
          <p:cNvSpPr/>
          <p:nvPr/>
        </p:nvSpPr>
        <p:spPr>
          <a:xfrm>
            <a:off x="1014425" y="156254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975" y="146736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0.020</a:t>
            </a:r>
          </a:p>
        </p:txBody>
      </p:sp>
      <p:sp>
        <p:nvSpPr>
          <p:cNvPr id="28" name="Freeform 27"/>
          <p:cNvSpPr/>
          <p:nvPr/>
        </p:nvSpPr>
        <p:spPr>
          <a:xfrm>
            <a:off x="1014425" y="12513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975" y="1156194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0.025</a:t>
            </a:r>
          </a:p>
        </p:txBody>
      </p:sp>
      <p:sp>
        <p:nvSpPr>
          <p:cNvPr id="30" name="Freeform 29"/>
          <p:cNvSpPr/>
          <p:nvPr/>
        </p:nvSpPr>
        <p:spPr>
          <a:xfrm>
            <a:off x="1014425" y="9402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975" y="84502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0.030</a:t>
            </a:r>
          </a:p>
        </p:txBody>
      </p:sp>
      <p:sp>
        <p:nvSpPr>
          <p:cNvPr id="32" name="TextBox 31"/>
          <p:cNvSpPr txBox="1"/>
          <p:nvPr/>
        </p:nvSpPr>
        <p:spPr>
          <a:xfrm rot="16200000">
            <a:off x="1706118" y="-1132547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Density</a:t>
            </a:r>
          </a:p>
        </p:txBody>
      </p:sp>
      <p:sp>
        <p:nvSpPr>
          <p:cNvPr id="33" name="Freeform 32"/>
          <p:cNvSpPr/>
          <p:nvPr/>
        </p:nvSpPr>
        <p:spPr>
          <a:xfrm>
            <a:off x="1058875" y="1057921"/>
            <a:ext cx="2834640" cy="1749287"/>
          </a:xfrm>
          <a:custGeom>
            <a:avLst/>
            <a:gdLst/>
            <a:ahLst/>
            <a:cxnLst/>
            <a:rect l="l" t="t" r="r" b="b"/>
            <a:pathLst>
              <a:path w="2834640" h="1749287">
                <a:moveTo>
                  <a:pt x="0" y="1749287"/>
                </a:moveTo>
                <a:lnTo>
                  <a:pt x="0" y="1749287"/>
                </a:lnTo>
                <a:close/>
                <a:lnTo>
                  <a:pt x="4732" y="1749287"/>
                </a:lnTo>
                <a:close/>
                <a:lnTo>
                  <a:pt x="9465" y="1749287"/>
                </a:lnTo>
                <a:close/>
                <a:lnTo>
                  <a:pt x="14197" y="1749287"/>
                </a:lnTo>
                <a:close/>
                <a:lnTo>
                  <a:pt x="18929" y="1749287"/>
                </a:lnTo>
                <a:close/>
                <a:lnTo>
                  <a:pt x="23662" y="1749287"/>
                </a:lnTo>
                <a:close/>
                <a:lnTo>
                  <a:pt x="28394" y="1749287"/>
                </a:lnTo>
                <a:close/>
                <a:lnTo>
                  <a:pt x="33126" y="1749287"/>
                </a:lnTo>
                <a:close/>
                <a:lnTo>
                  <a:pt x="37858" y="1749287"/>
                </a:lnTo>
                <a:close/>
                <a:lnTo>
                  <a:pt x="42591" y="1749287"/>
                </a:lnTo>
                <a:close/>
                <a:lnTo>
                  <a:pt x="47323" y="1749287"/>
                </a:lnTo>
                <a:close/>
                <a:lnTo>
                  <a:pt x="52055" y="1749287"/>
                </a:lnTo>
                <a:close/>
                <a:lnTo>
                  <a:pt x="56788" y="1749287"/>
                </a:lnTo>
                <a:close/>
                <a:lnTo>
                  <a:pt x="61520" y="1749287"/>
                </a:lnTo>
                <a:close/>
                <a:lnTo>
                  <a:pt x="66252" y="1749287"/>
                </a:lnTo>
                <a:close/>
                <a:lnTo>
                  <a:pt x="70985" y="1749287"/>
                </a:lnTo>
                <a:close/>
                <a:lnTo>
                  <a:pt x="75717" y="1749287"/>
                </a:lnTo>
                <a:close/>
                <a:lnTo>
                  <a:pt x="80449" y="1749287"/>
                </a:lnTo>
                <a:close/>
                <a:lnTo>
                  <a:pt x="85181" y="1749287"/>
                </a:lnTo>
                <a:close/>
                <a:lnTo>
                  <a:pt x="89914" y="1749287"/>
                </a:lnTo>
                <a:close/>
                <a:lnTo>
                  <a:pt x="94646" y="1749287"/>
                </a:lnTo>
                <a:close/>
                <a:lnTo>
                  <a:pt x="99378" y="1749287"/>
                </a:lnTo>
                <a:close/>
                <a:lnTo>
                  <a:pt x="104111" y="1749287"/>
                </a:lnTo>
                <a:close/>
                <a:lnTo>
                  <a:pt x="108843" y="1749287"/>
                </a:lnTo>
                <a:close/>
                <a:lnTo>
                  <a:pt x="113575" y="1749287"/>
                </a:lnTo>
                <a:close/>
                <a:lnTo>
                  <a:pt x="118307" y="1749287"/>
                </a:lnTo>
                <a:close/>
                <a:lnTo>
                  <a:pt x="123040" y="1749287"/>
                </a:lnTo>
                <a:close/>
                <a:lnTo>
                  <a:pt x="127772" y="1749287"/>
                </a:lnTo>
                <a:close/>
                <a:lnTo>
                  <a:pt x="132504" y="1749287"/>
                </a:lnTo>
                <a:close/>
                <a:lnTo>
                  <a:pt x="137237" y="1749287"/>
                </a:lnTo>
                <a:close/>
                <a:lnTo>
                  <a:pt x="141969" y="1749287"/>
                </a:lnTo>
                <a:close/>
                <a:lnTo>
                  <a:pt x="146701" y="1749287"/>
                </a:lnTo>
                <a:close/>
                <a:lnTo>
                  <a:pt x="151433" y="1749287"/>
                </a:lnTo>
                <a:close/>
                <a:lnTo>
                  <a:pt x="156166" y="1749287"/>
                </a:lnTo>
                <a:close/>
                <a:lnTo>
                  <a:pt x="160898" y="1749287"/>
                </a:lnTo>
                <a:close/>
                <a:lnTo>
                  <a:pt x="165630" y="1749287"/>
                </a:lnTo>
                <a:close/>
                <a:lnTo>
                  <a:pt x="170363" y="1749287"/>
                </a:lnTo>
                <a:close/>
                <a:lnTo>
                  <a:pt x="175095" y="1749287"/>
                </a:lnTo>
                <a:close/>
                <a:lnTo>
                  <a:pt x="179827" y="1749287"/>
                </a:lnTo>
                <a:close/>
                <a:lnTo>
                  <a:pt x="184559" y="1749287"/>
                </a:lnTo>
                <a:close/>
                <a:lnTo>
                  <a:pt x="189292" y="1749287"/>
                </a:lnTo>
                <a:close/>
                <a:lnTo>
                  <a:pt x="194024" y="1749287"/>
                </a:lnTo>
                <a:close/>
                <a:lnTo>
                  <a:pt x="198756" y="1749287"/>
                </a:lnTo>
                <a:close/>
                <a:lnTo>
                  <a:pt x="203489" y="1749287"/>
                </a:lnTo>
                <a:close/>
                <a:lnTo>
                  <a:pt x="208221" y="1749287"/>
                </a:lnTo>
                <a:close/>
                <a:lnTo>
                  <a:pt x="212953" y="1749287"/>
                </a:lnTo>
                <a:close/>
                <a:lnTo>
                  <a:pt x="217685" y="1749287"/>
                </a:lnTo>
                <a:close/>
                <a:lnTo>
                  <a:pt x="222418" y="1749287"/>
                </a:lnTo>
                <a:close/>
                <a:lnTo>
                  <a:pt x="227150" y="1749287"/>
                </a:lnTo>
                <a:close/>
                <a:lnTo>
                  <a:pt x="231882" y="1749287"/>
                </a:lnTo>
                <a:close/>
                <a:lnTo>
                  <a:pt x="236615" y="1749287"/>
                </a:lnTo>
                <a:close/>
                <a:lnTo>
                  <a:pt x="241347" y="1749287"/>
                </a:lnTo>
                <a:close/>
                <a:lnTo>
                  <a:pt x="246079" y="1749287"/>
                </a:lnTo>
                <a:close/>
                <a:lnTo>
                  <a:pt x="250811" y="1749287"/>
                </a:lnTo>
                <a:close/>
                <a:lnTo>
                  <a:pt x="255544" y="1749287"/>
                </a:lnTo>
                <a:close/>
                <a:lnTo>
                  <a:pt x="260276" y="1749287"/>
                </a:lnTo>
                <a:close/>
                <a:lnTo>
                  <a:pt x="265008" y="1749287"/>
                </a:lnTo>
                <a:close/>
                <a:lnTo>
                  <a:pt x="269741" y="1749287"/>
                </a:lnTo>
                <a:close/>
                <a:lnTo>
                  <a:pt x="274473" y="1749287"/>
                </a:lnTo>
                <a:close/>
                <a:lnTo>
                  <a:pt x="279205" y="1749287"/>
                </a:lnTo>
                <a:close/>
                <a:lnTo>
                  <a:pt x="283937" y="1749287"/>
                </a:lnTo>
                <a:close/>
                <a:lnTo>
                  <a:pt x="288670" y="1749287"/>
                </a:lnTo>
                <a:close/>
                <a:lnTo>
                  <a:pt x="293402" y="1749287"/>
                </a:lnTo>
                <a:close/>
                <a:lnTo>
                  <a:pt x="298134" y="1749287"/>
                </a:lnTo>
                <a:close/>
                <a:lnTo>
                  <a:pt x="302867" y="1749287"/>
                </a:lnTo>
                <a:close/>
                <a:lnTo>
                  <a:pt x="307599" y="1749287"/>
                </a:lnTo>
                <a:close/>
                <a:lnTo>
                  <a:pt x="312331" y="1749287"/>
                </a:lnTo>
                <a:close/>
                <a:lnTo>
                  <a:pt x="317063" y="1749287"/>
                </a:lnTo>
                <a:close/>
                <a:lnTo>
                  <a:pt x="321796" y="1749287"/>
                </a:lnTo>
                <a:close/>
                <a:lnTo>
                  <a:pt x="326528" y="1749287"/>
                </a:lnTo>
                <a:close/>
                <a:lnTo>
                  <a:pt x="331260" y="1749287"/>
                </a:lnTo>
                <a:close/>
                <a:lnTo>
                  <a:pt x="335993" y="1749287"/>
                </a:lnTo>
                <a:close/>
                <a:lnTo>
                  <a:pt x="340725" y="1749287"/>
                </a:lnTo>
                <a:close/>
                <a:lnTo>
                  <a:pt x="345457" y="1749287"/>
                </a:lnTo>
                <a:close/>
                <a:lnTo>
                  <a:pt x="350189" y="1749287"/>
                </a:lnTo>
                <a:close/>
                <a:lnTo>
                  <a:pt x="354922" y="1749287"/>
                </a:lnTo>
                <a:close/>
                <a:lnTo>
                  <a:pt x="359654" y="1749287"/>
                </a:lnTo>
                <a:close/>
                <a:lnTo>
                  <a:pt x="364386" y="1749287"/>
                </a:lnTo>
                <a:close/>
                <a:lnTo>
                  <a:pt x="369119" y="1749287"/>
                </a:lnTo>
                <a:close/>
                <a:lnTo>
                  <a:pt x="373851" y="1749287"/>
                </a:lnTo>
                <a:close/>
                <a:lnTo>
                  <a:pt x="378583" y="1749287"/>
                </a:lnTo>
                <a:close/>
                <a:lnTo>
                  <a:pt x="383315" y="1749287"/>
                </a:lnTo>
                <a:close/>
                <a:lnTo>
                  <a:pt x="388048" y="1749287"/>
                </a:lnTo>
                <a:close/>
                <a:lnTo>
                  <a:pt x="392780" y="1749287"/>
                </a:lnTo>
                <a:close/>
                <a:lnTo>
                  <a:pt x="397512" y="1749287"/>
                </a:lnTo>
                <a:close/>
                <a:lnTo>
                  <a:pt x="402245" y="1749287"/>
                </a:lnTo>
                <a:close/>
                <a:lnTo>
                  <a:pt x="406977" y="1749287"/>
                </a:lnTo>
                <a:close/>
                <a:lnTo>
                  <a:pt x="411709" y="1749287"/>
                </a:lnTo>
                <a:close/>
                <a:lnTo>
                  <a:pt x="416441" y="1749287"/>
                </a:lnTo>
                <a:close/>
                <a:lnTo>
                  <a:pt x="421174" y="1749287"/>
                </a:lnTo>
                <a:close/>
                <a:lnTo>
                  <a:pt x="425906" y="1749287"/>
                </a:lnTo>
                <a:close/>
                <a:lnTo>
                  <a:pt x="430638" y="1749287"/>
                </a:lnTo>
                <a:close/>
                <a:lnTo>
                  <a:pt x="435371" y="1749287"/>
                </a:lnTo>
                <a:close/>
                <a:lnTo>
                  <a:pt x="440103" y="1749287"/>
                </a:lnTo>
                <a:close/>
                <a:lnTo>
                  <a:pt x="444835" y="1749287"/>
                </a:lnTo>
                <a:close/>
                <a:lnTo>
                  <a:pt x="449567" y="1749287"/>
                </a:lnTo>
                <a:close/>
                <a:lnTo>
                  <a:pt x="454300" y="1749287"/>
                </a:lnTo>
                <a:close/>
                <a:lnTo>
                  <a:pt x="459032" y="1749287"/>
                </a:lnTo>
                <a:close/>
                <a:lnTo>
                  <a:pt x="463764" y="1749287"/>
                </a:lnTo>
                <a:close/>
                <a:lnTo>
                  <a:pt x="468497" y="1749287"/>
                </a:lnTo>
                <a:close/>
                <a:lnTo>
                  <a:pt x="473229" y="1749287"/>
                </a:lnTo>
                <a:close/>
                <a:lnTo>
                  <a:pt x="477961" y="1749287"/>
                </a:lnTo>
                <a:close/>
                <a:lnTo>
                  <a:pt x="482693" y="1749287"/>
                </a:lnTo>
                <a:close/>
                <a:lnTo>
                  <a:pt x="487426" y="1749287"/>
                </a:lnTo>
                <a:close/>
                <a:lnTo>
                  <a:pt x="492158" y="1749287"/>
                </a:lnTo>
                <a:close/>
                <a:lnTo>
                  <a:pt x="496890" y="1749287"/>
                </a:lnTo>
                <a:close/>
                <a:lnTo>
                  <a:pt x="501623" y="1749287"/>
                </a:lnTo>
                <a:close/>
                <a:lnTo>
                  <a:pt x="506355" y="1749287"/>
                </a:lnTo>
                <a:close/>
                <a:lnTo>
                  <a:pt x="511087" y="1749287"/>
                </a:lnTo>
                <a:close/>
                <a:lnTo>
                  <a:pt x="515820" y="1749287"/>
                </a:lnTo>
                <a:close/>
                <a:lnTo>
                  <a:pt x="520552" y="1749287"/>
                </a:lnTo>
                <a:close/>
                <a:lnTo>
                  <a:pt x="525284" y="1749287"/>
                </a:lnTo>
                <a:close/>
                <a:lnTo>
                  <a:pt x="530016" y="1749287"/>
                </a:lnTo>
                <a:close/>
                <a:lnTo>
                  <a:pt x="534749" y="1749287"/>
                </a:lnTo>
                <a:close/>
                <a:lnTo>
                  <a:pt x="539481" y="1749287"/>
                </a:lnTo>
                <a:close/>
                <a:lnTo>
                  <a:pt x="544213" y="1749287"/>
                </a:lnTo>
                <a:close/>
                <a:lnTo>
                  <a:pt x="548946" y="1749287"/>
                </a:lnTo>
                <a:close/>
                <a:lnTo>
                  <a:pt x="553678" y="1749287"/>
                </a:lnTo>
                <a:close/>
                <a:lnTo>
                  <a:pt x="558410" y="1749287"/>
                </a:lnTo>
                <a:close/>
                <a:lnTo>
                  <a:pt x="563142" y="1749287"/>
                </a:lnTo>
                <a:close/>
                <a:lnTo>
                  <a:pt x="567875" y="1749287"/>
                </a:lnTo>
                <a:close/>
                <a:lnTo>
                  <a:pt x="572607" y="1749287"/>
                </a:lnTo>
                <a:close/>
                <a:lnTo>
                  <a:pt x="577339" y="1749287"/>
                </a:lnTo>
                <a:close/>
                <a:lnTo>
                  <a:pt x="582072" y="1749287"/>
                </a:lnTo>
                <a:close/>
                <a:lnTo>
                  <a:pt x="586804" y="1749287"/>
                </a:lnTo>
                <a:close/>
                <a:lnTo>
                  <a:pt x="591536" y="1749287"/>
                </a:lnTo>
                <a:close/>
                <a:lnTo>
                  <a:pt x="596268" y="1749287"/>
                </a:lnTo>
                <a:close/>
                <a:lnTo>
                  <a:pt x="601001" y="1749287"/>
                </a:lnTo>
                <a:close/>
                <a:lnTo>
                  <a:pt x="605733" y="1749287"/>
                </a:lnTo>
                <a:close/>
                <a:lnTo>
                  <a:pt x="610465" y="1749287"/>
                </a:lnTo>
                <a:close/>
                <a:lnTo>
                  <a:pt x="615198" y="1749287"/>
                </a:lnTo>
                <a:close/>
                <a:lnTo>
                  <a:pt x="619930" y="1749287"/>
                </a:lnTo>
                <a:close/>
                <a:lnTo>
                  <a:pt x="624662" y="1749287"/>
                </a:lnTo>
                <a:close/>
                <a:lnTo>
                  <a:pt x="629394" y="1749287"/>
                </a:lnTo>
                <a:close/>
                <a:lnTo>
                  <a:pt x="634127" y="1749287"/>
                </a:lnTo>
                <a:close/>
                <a:lnTo>
                  <a:pt x="638859" y="1749287"/>
                </a:lnTo>
                <a:close/>
                <a:lnTo>
                  <a:pt x="643591" y="1749287"/>
                </a:lnTo>
                <a:close/>
                <a:lnTo>
                  <a:pt x="648324" y="1749287"/>
                </a:lnTo>
                <a:close/>
                <a:lnTo>
                  <a:pt x="653056" y="1749287"/>
                </a:lnTo>
                <a:close/>
                <a:lnTo>
                  <a:pt x="657788" y="1749287"/>
                </a:lnTo>
                <a:close/>
                <a:lnTo>
                  <a:pt x="662520" y="1749287"/>
                </a:lnTo>
                <a:close/>
                <a:lnTo>
                  <a:pt x="667253" y="1749287"/>
                </a:lnTo>
                <a:close/>
                <a:lnTo>
                  <a:pt x="671985" y="1749287"/>
                </a:lnTo>
                <a:close/>
                <a:lnTo>
                  <a:pt x="676717" y="1749287"/>
                </a:lnTo>
                <a:close/>
                <a:lnTo>
                  <a:pt x="681450" y="1749287"/>
                </a:lnTo>
                <a:close/>
                <a:lnTo>
                  <a:pt x="686182" y="1749287"/>
                </a:lnTo>
                <a:close/>
                <a:lnTo>
                  <a:pt x="690914" y="1749287"/>
                </a:lnTo>
                <a:close/>
                <a:lnTo>
                  <a:pt x="695646" y="1749287"/>
                </a:lnTo>
                <a:close/>
                <a:lnTo>
                  <a:pt x="700379" y="1749287"/>
                </a:lnTo>
                <a:close/>
                <a:lnTo>
                  <a:pt x="705111" y="1749287"/>
                </a:lnTo>
                <a:close/>
                <a:lnTo>
                  <a:pt x="709843" y="1749287"/>
                </a:lnTo>
                <a:close/>
                <a:lnTo>
                  <a:pt x="714576" y="1749287"/>
                </a:lnTo>
                <a:close/>
                <a:lnTo>
                  <a:pt x="719308" y="1749287"/>
                </a:lnTo>
                <a:close/>
                <a:lnTo>
                  <a:pt x="724040" y="1749287"/>
                </a:lnTo>
                <a:close/>
                <a:lnTo>
                  <a:pt x="728772" y="1749287"/>
                </a:lnTo>
                <a:close/>
                <a:lnTo>
                  <a:pt x="733505" y="1749287"/>
                </a:lnTo>
                <a:close/>
                <a:lnTo>
                  <a:pt x="738237" y="1749287"/>
                </a:lnTo>
                <a:close/>
                <a:lnTo>
                  <a:pt x="742969" y="1749287"/>
                </a:lnTo>
                <a:close/>
                <a:lnTo>
                  <a:pt x="747702" y="1749287"/>
                </a:lnTo>
                <a:close/>
                <a:lnTo>
                  <a:pt x="752434" y="1749287"/>
                </a:lnTo>
                <a:close/>
                <a:lnTo>
                  <a:pt x="757166" y="1749287"/>
                </a:lnTo>
                <a:close/>
                <a:lnTo>
                  <a:pt x="761898" y="1749287"/>
                </a:lnTo>
                <a:close/>
                <a:lnTo>
                  <a:pt x="766631" y="1749287"/>
                </a:lnTo>
                <a:close/>
                <a:lnTo>
                  <a:pt x="771363" y="1749287"/>
                </a:lnTo>
                <a:close/>
                <a:lnTo>
                  <a:pt x="776095" y="1749287"/>
                </a:lnTo>
                <a:close/>
                <a:lnTo>
                  <a:pt x="780828" y="1749287"/>
                </a:lnTo>
                <a:close/>
                <a:lnTo>
                  <a:pt x="785560" y="1749287"/>
                </a:lnTo>
                <a:close/>
                <a:lnTo>
                  <a:pt x="790292" y="1749287"/>
                </a:lnTo>
                <a:close/>
                <a:lnTo>
                  <a:pt x="795024" y="1749287"/>
                </a:lnTo>
                <a:close/>
                <a:lnTo>
                  <a:pt x="799757" y="1749287"/>
                </a:lnTo>
                <a:close/>
                <a:lnTo>
                  <a:pt x="804489" y="1749287"/>
                </a:lnTo>
                <a:close/>
                <a:lnTo>
                  <a:pt x="809221" y="1749287"/>
                </a:lnTo>
                <a:close/>
                <a:lnTo>
                  <a:pt x="813954" y="1749287"/>
                </a:lnTo>
                <a:close/>
                <a:lnTo>
                  <a:pt x="818686" y="1749287"/>
                </a:lnTo>
                <a:close/>
                <a:lnTo>
                  <a:pt x="823418" y="1749287"/>
                </a:lnTo>
                <a:close/>
                <a:lnTo>
                  <a:pt x="828150" y="1749287"/>
                </a:lnTo>
                <a:close/>
                <a:lnTo>
                  <a:pt x="832883" y="1749287"/>
                </a:lnTo>
                <a:close/>
                <a:lnTo>
                  <a:pt x="837615" y="1749287"/>
                </a:lnTo>
                <a:close/>
                <a:lnTo>
                  <a:pt x="842347" y="1749287"/>
                </a:lnTo>
                <a:close/>
                <a:lnTo>
                  <a:pt x="847080" y="1749287"/>
                </a:lnTo>
                <a:close/>
                <a:lnTo>
                  <a:pt x="851812" y="1749287"/>
                </a:lnTo>
                <a:close/>
                <a:lnTo>
                  <a:pt x="856544" y="1749287"/>
                </a:lnTo>
                <a:close/>
                <a:lnTo>
                  <a:pt x="861276" y="1749287"/>
                </a:lnTo>
                <a:close/>
                <a:lnTo>
                  <a:pt x="866009" y="1749287"/>
                </a:lnTo>
                <a:close/>
                <a:lnTo>
                  <a:pt x="870741" y="1749287"/>
                </a:lnTo>
                <a:close/>
                <a:lnTo>
                  <a:pt x="875473" y="1749287"/>
                </a:lnTo>
                <a:close/>
                <a:lnTo>
                  <a:pt x="880206" y="1749287"/>
                </a:lnTo>
                <a:close/>
                <a:lnTo>
                  <a:pt x="884938" y="1749287"/>
                </a:lnTo>
                <a:close/>
                <a:lnTo>
                  <a:pt x="889670" y="1749287"/>
                </a:lnTo>
                <a:close/>
                <a:lnTo>
                  <a:pt x="894402" y="1749287"/>
                </a:lnTo>
                <a:close/>
                <a:lnTo>
                  <a:pt x="899135" y="1749287"/>
                </a:lnTo>
                <a:close/>
                <a:lnTo>
                  <a:pt x="903867" y="1749287"/>
                </a:lnTo>
                <a:close/>
                <a:lnTo>
                  <a:pt x="908599" y="1749287"/>
                </a:lnTo>
                <a:close/>
                <a:lnTo>
                  <a:pt x="913332" y="1749287"/>
                </a:lnTo>
                <a:close/>
                <a:lnTo>
                  <a:pt x="918064" y="1749287"/>
                </a:lnTo>
                <a:close/>
                <a:lnTo>
                  <a:pt x="922796" y="1749287"/>
                </a:lnTo>
                <a:close/>
                <a:lnTo>
                  <a:pt x="927528" y="1749287"/>
                </a:lnTo>
                <a:close/>
                <a:lnTo>
                  <a:pt x="932261" y="1749287"/>
                </a:lnTo>
                <a:close/>
                <a:lnTo>
                  <a:pt x="936993" y="1749287"/>
                </a:lnTo>
                <a:close/>
                <a:lnTo>
                  <a:pt x="941725" y="1749287"/>
                </a:lnTo>
                <a:close/>
                <a:lnTo>
                  <a:pt x="946458" y="1749287"/>
                </a:lnTo>
                <a:close/>
                <a:lnTo>
                  <a:pt x="951190" y="1749287"/>
                </a:lnTo>
                <a:close/>
                <a:lnTo>
                  <a:pt x="955922" y="1749287"/>
                </a:lnTo>
                <a:close/>
                <a:lnTo>
                  <a:pt x="960654" y="1749287"/>
                </a:lnTo>
                <a:close/>
                <a:lnTo>
                  <a:pt x="965387" y="1749287"/>
                </a:lnTo>
                <a:close/>
                <a:lnTo>
                  <a:pt x="970119" y="1749287"/>
                </a:lnTo>
                <a:close/>
                <a:lnTo>
                  <a:pt x="974851" y="1749287"/>
                </a:lnTo>
                <a:close/>
                <a:lnTo>
                  <a:pt x="979584" y="1749287"/>
                </a:lnTo>
                <a:close/>
                <a:lnTo>
                  <a:pt x="984316" y="1749287"/>
                </a:lnTo>
                <a:close/>
                <a:lnTo>
                  <a:pt x="989048" y="1749287"/>
                </a:lnTo>
                <a:close/>
                <a:lnTo>
                  <a:pt x="993780" y="1749287"/>
                </a:lnTo>
                <a:close/>
                <a:lnTo>
                  <a:pt x="998513" y="1749287"/>
                </a:lnTo>
                <a:close/>
                <a:lnTo>
                  <a:pt x="1003245" y="1749287"/>
                </a:lnTo>
                <a:close/>
                <a:lnTo>
                  <a:pt x="1007977" y="1749287"/>
                </a:lnTo>
                <a:close/>
                <a:lnTo>
                  <a:pt x="1012710" y="1749287"/>
                </a:lnTo>
                <a:close/>
                <a:lnTo>
                  <a:pt x="1017442" y="1749287"/>
                </a:lnTo>
                <a:close/>
                <a:lnTo>
                  <a:pt x="1022174" y="1749287"/>
                </a:lnTo>
                <a:close/>
                <a:lnTo>
                  <a:pt x="1026907" y="1749287"/>
                </a:lnTo>
                <a:close/>
                <a:lnTo>
                  <a:pt x="1031639" y="1749287"/>
                </a:lnTo>
                <a:close/>
                <a:lnTo>
                  <a:pt x="1036371" y="1749287"/>
                </a:lnTo>
                <a:close/>
                <a:lnTo>
                  <a:pt x="1041103" y="1749287"/>
                </a:lnTo>
                <a:close/>
                <a:lnTo>
                  <a:pt x="1045836" y="1749287"/>
                </a:lnTo>
                <a:close/>
                <a:lnTo>
                  <a:pt x="1050568" y="1749287"/>
                </a:lnTo>
                <a:close/>
                <a:lnTo>
                  <a:pt x="1055300" y="1749287"/>
                </a:lnTo>
                <a:close/>
                <a:lnTo>
                  <a:pt x="1060033" y="1749287"/>
                </a:lnTo>
                <a:close/>
                <a:lnTo>
                  <a:pt x="1064765" y="1749287"/>
                </a:lnTo>
                <a:close/>
                <a:lnTo>
                  <a:pt x="1069497" y="1749287"/>
                </a:lnTo>
                <a:close/>
                <a:lnTo>
                  <a:pt x="1074229" y="1749287"/>
                </a:lnTo>
                <a:close/>
                <a:lnTo>
                  <a:pt x="1078962" y="1749287"/>
                </a:lnTo>
                <a:close/>
                <a:lnTo>
                  <a:pt x="1083694" y="1749287"/>
                </a:lnTo>
                <a:close/>
                <a:lnTo>
                  <a:pt x="1088426" y="1749287"/>
                </a:lnTo>
                <a:close/>
                <a:lnTo>
                  <a:pt x="1093159" y="1749287"/>
                </a:lnTo>
                <a:close/>
                <a:lnTo>
                  <a:pt x="1097891" y="1749287"/>
                </a:lnTo>
                <a:close/>
                <a:lnTo>
                  <a:pt x="1102623" y="1749287"/>
                </a:lnTo>
                <a:close/>
                <a:lnTo>
                  <a:pt x="1107355" y="1749287"/>
                </a:lnTo>
                <a:close/>
                <a:lnTo>
                  <a:pt x="1112088" y="1749287"/>
                </a:lnTo>
                <a:close/>
                <a:lnTo>
                  <a:pt x="1116820" y="1749287"/>
                </a:lnTo>
                <a:close/>
                <a:lnTo>
                  <a:pt x="1121552" y="1749287"/>
                </a:lnTo>
                <a:close/>
                <a:lnTo>
                  <a:pt x="1126285" y="1749287"/>
                </a:lnTo>
                <a:close/>
                <a:lnTo>
                  <a:pt x="1131017" y="1749287"/>
                </a:lnTo>
                <a:close/>
                <a:lnTo>
                  <a:pt x="1135749" y="1749287"/>
                </a:lnTo>
                <a:close/>
                <a:lnTo>
                  <a:pt x="1140481" y="1749287"/>
                </a:lnTo>
                <a:close/>
                <a:lnTo>
                  <a:pt x="1145214" y="1749287"/>
                </a:lnTo>
                <a:close/>
                <a:lnTo>
                  <a:pt x="1149946" y="1749287"/>
                </a:lnTo>
                <a:close/>
                <a:lnTo>
                  <a:pt x="1154678" y="1749287"/>
                </a:lnTo>
                <a:close/>
                <a:lnTo>
                  <a:pt x="1159411" y="1749287"/>
                </a:lnTo>
                <a:close/>
                <a:lnTo>
                  <a:pt x="1164143" y="1749287"/>
                </a:lnTo>
                <a:close/>
                <a:lnTo>
                  <a:pt x="1168875" y="1749287"/>
                </a:lnTo>
                <a:close/>
                <a:lnTo>
                  <a:pt x="1173607" y="1749287"/>
                </a:lnTo>
                <a:close/>
                <a:lnTo>
                  <a:pt x="1178340" y="1749287"/>
                </a:lnTo>
                <a:close/>
                <a:lnTo>
                  <a:pt x="1183072" y="1749287"/>
                </a:lnTo>
                <a:close/>
                <a:lnTo>
                  <a:pt x="1187804" y="1749287"/>
                </a:lnTo>
                <a:close/>
                <a:lnTo>
                  <a:pt x="1192537" y="1749287"/>
                </a:lnTo>
                <a:close/>
                <a:lnTo>
                  <a:pt x="1197269" y="1749287"/>
                </a:lnTo>
                <a:close/>
                <a:lnTo>
                  <a:pt x="1202001" y="1749287"/>
                </a:lnTo>
                <a:close/>
                <a:lnTo>
                  <a:pt x="1206733" y="1749287"/>
                </a:lnTo>
                <a:close/>
                <a:lnTo>
                  <a:pt x="1211466" y="1749287"/>
                </a:lnTo>
                <a:close/>
                <a:lnTo>
                  <a:pt x="1216198" y="1749287"/>
                </a:lnTo>
                <a:close/>
                <a:lnTo>
                  <a:pt x="1220930" y="1749287"/>
                </a:lnTo>
                <a:close/>
                <a:lnTo>
                  <a:pt x="1225663" y="1749287"/>
                </a:lnTo>
                <a:close/>
                <a:lnTo>
                  <a:pt x="1230395" y="1749287"/>
                </a:lnTo>
                <a:close/>
                <a:lnTo>
                  <a:pt x="1235127" y="1749287"/>
                </a:lnTo>
                <a:close/>
                <a:lnTo>
                  <a:pt x="1239859" y="1749287"/>
                </a:lnTo>
                <a:close/>
                <a:lnTo>
                  <a:pt x="1244592" y="1749287"/>
                </a:lnTo>
                <a:close/>
                <a:lnTo>
                  <a:pt x="1249324" y="1749287"/>
                </a:lnTo>
                <a:close/>
                <a:lnTo>
                  <a:pt x="1254056" y="1749287"/>
                </a:lnTo>
                <a:close/>
                <a:lnTo>
                  <a:pt x="1258789" y="1749287"/>
                </a:lnTo>
                <a:close/>
                <a:lnTo>
                  <a:pt x="1263521" y="1749287"/>
                </a:lnTo>
                <a:close/>
                <a:lnTo>
                  <a:pt x="1268253" y="1749287"/>
                </a:lnTo>
                <a:close/>
                <a:lnTo>
                  <a:pt x="1272985" y="1749287"/>
                </a:lnTo>
                <a:close/>
                <a:lnTo>
                  <a:pt x="1277718" y="1749287"/>
                </a:lnTo>
                <a:close/>
                <a:lnTo>
                  <a:pt x="1282450" y="1749287"/>
                </a:lnTo>
                <a:close/>
                <a:lnTo>
                  <a:pt x="1287182" y="1749287"/>
                </a:lnTo>
                <a:close/>
                <a:lnTo>
                  <a:pt x="1291915" y="1749287"/>
                </a:lnTo>
                <a:close/>
                <a:lnTo>
                  <a:pt x="1296647" y="1749287"/>
                </a:lnTo>
                <a:close/>
                <a:lnTo>
                  <a:pt x="1301379" y="1749287"/>
                </a:lnTo>
                <a:close/>
                <a:lnTo>
                  <a:pt x="1306111" y="1749287"/>
                </a:lnTo>
                <a:close/>
                <a:lnTo>
                  <a:pt x="1310844" y="1749287"/>
                </a:lnTo>
                <a:close/>
                <a:lnTo>
                  <a:pt x="1315576" y="1749287"/>
                </a:lnTo>
                <a:close/>
                <a:lnTo>
                  <a:pt x="1320308" y="1749287"/>
                </a:lnTo>
                <a:close/>
                <a:lnTo>
                  <a:pt x="1325041" y="1749287"/>
                </a:lnTo>
                <a:close/>
                <a:lnTo>
                  <a:pt x="1329773" y="1749287"/>
                </a:lnTo>
                <a:close/>
                <a:lnTo>
                  <a:pt x="1334505" y="1749287"/>
                </a:lnTo>
                <a:close/>
                <a:lnTo>
                  <a:pt x="1339237" y="1749287"/>
                </a:lnTo>
                <a:close/>
                <a:lnTo>
                  <a:pt x="1343970" y="1749287"/>
                </a:lnTo>
                <a:close/>
                <a:lnTo>
                  <a:pt x="1348702" y="1749287"/>
                </a:lnTo>
                <a:close/>
                <a:lnTo>
                  <a:pt x="1353434" y="1749287"/>
                </a:lnTo>
                <a:close/>
                <a:lnTo>
                  <a:pt x="1358167" y="1749287"/>
                </a:lnTo>
                <a:close/>
                <a:lnTo>
                  <a:pt x="1362899" y="1749287"/>
                </a:lnTo>
                <a:close/>
                <a:lnTo>
                  <a:pt x="1367631" y="1749287"/>
                </a:lnTo>
                <a:close/>
                <a:lnTo>
                  <a:pt x="1372363" y="1749287"/>
                </a:lnTo>
                <a:close/>
                <a:lnTo>
                  <a:pt x="1377096" y="1749287"/>
                </a:lnTo>
                <a:close/>
                <a:lnTo>
                  <a:pt x="1381828" y="1749287"/>
                </a:lnTo>
                <a:close/>
                <a:lnTo>
                  <a:pt x="1386560" y="1749287"/>
                </a:lnTo>
                <a:close/>
                <a:lnTo>
                  <a:pt x="1391293" y="1749287"/>
                </a:lnTo>
                <a:close/>
                <a:lnTo>
                  <a:pt x="1396025" y="1749287"/>
                </a:lnTo>
                <a:close/>
                <a:lnTo>
                  <a:pt x="1400757" y="1749287"/>
                </a:lnTo>
                <a:close/>
                <a:lnTo>
                  <a:pt x="1405489" y="1749287"/>
                </a:lnTo>
                <a:close/>
                <a:lnTo>
                  <a:pt x="1410222" y="1749287"/>
                </a:lnTo>
                <a:close/>
                <a:lnTo>
                  <a:pt x="1414954" y="1749287"/>
                </a:lnTo>
                <a:close/>
                <a:lnTo>
                  <a:pt x="1419686" y="1749287"/>
                </a:lnTo>
                <a:close/>
                <a:lnTo>
                  <a:pt x="1424419" y="1749287"/>
                </a:lnTo>
                <a:close/>
                <a:lnTo>
                  <a:pt x="1429151" y="1749287"/>
                </a:lnTo>
                <a:close/>
                <a:lnTo>
                  <a:pt x="1433883" y="1749287"/>
                </a:lnTo>
                <a:close/>
                <a:lnTo>
                  <a:pt x="1438615" y="1749287"/>
                </a:lnTo>
                <a:close/>
                <a:lnTo>
                  <a:pt x="1443348" y="1749287"/>
                </a:lnTo>
                <a:close/>
                <a:lnTo>
                  <a:pt x="1448080" y="1749287"/>
                </a:lnTo>
                <a:close/>
                <a:lnTo>
                  <a:pt x="1452812" y="1749287"/>
                </a:lnTo>
                <a:close/>
                <a:lnTo>
                  <a:pt x="1457545" y="1749287"/>
                </a:lnTo>
                <a:close/>
                <a:lnTo>
                  <a:pt x="1462277" y="1749287"/>
                </a:lnTo>
                <a:close/>
                <a:lnTo>
                  <a:pt x="1467009" y="1749287"/>
                </a:lnTo>
                <a:close/>
                <a:lnTo>
                  <a:pt x="1471742" y="1749287"/>
                </a:lnTo>
                <a:close/>
                <a:lnTo>
                  <a:pt x="1476474" y="1749287"/>
                </a:lnTo>
                <a:close/>
                <a:lnTo>
                  <a:pt x="1481206" y="1749287"/>
                </a:lnTo>
                <a:close/>
                <a:lnTo>
                  <a:pt x="1485938" y="1749287"/>
                </a:lnTo>
                <a:close/>
                <a:lnTo>
                  <a:pt x="1490671" y="1749287"/>
                </a:lnTo>
                <a:close/>
                <a:lnTo>
                  <a:pt x="1495403" y="1749287"/>
                </a:lnTo>
                <a:close/>
                <a:lnTo>
                  <a:pt x="1500135" y="1749287"/>
                </a:lnTo>
                <a:close/>
                <a:lnTo>
                  <a:pt x="1504868" y="1749287"/>
                </a:lnTo>
                <a:close/>
                <a:lnTo>
                  <a:pt x="1509600" y="1749287"/>
                </a:lnTo>
                <a:close/>
                <a:lnTo>
                  <a:pt x="1514332" y="1749287"/>
                </a:lnTo>
                <a:close/>
                <a:lnTo>
                  <a:pt x="1519064" y="1749287"/>
                </a:lnTo>
                <a:close/>
                <a:lnTo>
                  <a:pt x="1523797" y="1749287"/>
                </a:lnTo>
                <a:close/>
                <a:lnTo>
                  <a:pt x="1528529" y="1749287"/>
                </a:lnTo>
                <a:close/>
                <a:lnTo>
                  <a:pt x="1533261" y="1749287"/>
                </a:lnTo>
                <a:close/>
                <a:lnTo>
                  <a:pt x="1537994" y="1749287"/>
                </a:lnTo>
                <a:close/>
                <a:lnTo>
                  <a:pt x="1542726" y="1749287"/>
                </a:lnTo>
                <a:close/>
                <a:lnTo>
                  <a:pt x="1547458" y="1749287"/>
                </a:lnTo>
                <a:close/>
                <a:lnTo>
                  <a:pt x="1552190" y="1749287"/>
                </a:lnTo>
                <a:close/>
                <a:lnTo>
                  <a:pt x="1556923" y="1749287"/>
                </a:lnTo>
                <a:close/>
                <a:lnTo>
                  <a:pt x="1561655" y="1749287"/>
                </a:lnTo>
                <a:close/>
                <a:lnTo>
                  <a:pt x="1566387" y="1749287"/>
                </a:lnTo>
                <a:close/>
                <a:lnTo>
                  <a:pt x="1571120" y="1749287"/>
                </a:lnTo>
                <a:close/>
                <a:lnTo>
                  <a:pt x="1575852" y="1749287"/>
                </a:lnTo>
                <a:close/>
                <a:lnTo>
                  <a:pt x="1580584" y="1749287"/>
                </a:lnTo>
                <a:close/>
                <a:lnTo>
                  <a:pt x="1585316" y="1749287"/>
                </a:lnTo>
                <a:close/>
                <a:lnTo>
                  <a:pt x="1590049" y="1749287"/>
                </a:lnTo>
                <a:close/>
                <a:lnTo>
                  <a:pt x="1594781" y="1749287"/>
                </a:lnTo>
                <a:close/>
                <a:lnTo>
                  <a:pt x="1599513" y="1749287"/>
                </a:lnTo>
                <a:close/>
                <a:lnTo>
                  <a:pt x="1604246" y="1749287"/>
                </a:lnTo>
                <a:close/>
                <a:lnTo>
                  <a:pt x="1608978" y="1749287"/>
                </a:lnTo>
                <a:close/>
                <a:lnTo>
                  <a:pt x="1613710" y="1749287"/>
                </a:lnTo>
                <a:close/>
                <a:lnTo>
                  <a:pt x="1618442" y="1749287"/>
                </a:lnTo>
                <a:close/>
                <a:lnTo>
                  <a:pt x="1623175" y="1749287"/>
                </a:lnTo>
                <a:close/>
                <a:lnTo>
                  <a:pt x="1627907" y="1749287"/>
                </a:lnTo>
                <a:close/>
                <a:lnTo>
                  <a:pt x="1632639" y="1749287"/>
                </a:lnTo>
                <a:close/>
                <a:lnTo>
                  <a:pt x="1637372" y="1749286"/>
                </a:lnTo>
                <a:close/>
                <a:lnTo>
                  <a:pt x="1642104" y="1749285"/>
                </a:lnTo>
                <a:close/>
                <a:lnTo>
                  <a:pt x="1646836" y="1749284"/>
                </a:lnTo>
                <a:close/>
                <a:lnTo>
                  <a:pt x="1651568" y="1749281"/>
                </a:lnTo>
                <a:close/>
                <a:lnTo>
                  <a:pt x="1656301" y="1749275"/>
                </a:lnTo>
                <a:close/>
                <a:lnTo>
                  <a:pt x="1661033" y="1749265"/>
                </a:lnTo>
                <a:close/>
                <a:lnTo>
                  <a:pt x="1665765" y="1749246"/>
                </a:lnTo>
                <a:close/>
                <a:lnTo>
                  <a:pt x="1670498" y="1749214"/>
                </a:lnTo>
                <a:close/>
                <a:lnTo>
                  <a:pt x="1675230" y="1749161"/>
                </a:lnTo>
                <a:close/>
                <a:lnTo>
                  <a:pt x="1679962" y="1749073"/>
                </a:lnTo>
                <a:close/>
                <a:lnTo>
                  <a:pt x="1684694" y="1748933"/>
                </a:lnTo>
                <a:close/>
                <a:lnTo>
                  <a:pt x="1689427" y="1748715"/>
                </a:lnTo>
                <a:close/>
                <a:lnTo>
                  <a:pt x="1694159" y="1748385"/>
                </a:lnTo>
                <a:close/>
                <a:lnTo>
                  <a:pt x="1698891" y="1747896"/>
                </a:lnTo>
                <a:close/>
                <a:lnTo>
                  <a:pt x="1703624" y="1747192"/>
                </a:lnTo>
                <a:close/>
                <a:lnTo>
                  <a:pt x="1708356" y="1746204"/>
                </a:lnTo>
                <a:close/>
                <a:lnTo>
                  <a:pt x="1713088" y="1744852"/>
                </a:lnTo>
                <a:close/>
                <a:lnTo>
                  <a:pt x="1717820" y="1743051"/>
                </a:lnTo>
                <a:close/>
                <a:lnTo>
                  <a:pt x="1722553" y="1740710"/>
                </a:lnTo>
                <a:close/>
                <a:lnTo>
                  <a:pt x="1727285" y="1737745"/>
                </a:lnTo>
                <a:close/>
                <a:lnTo>
                  <a:pt x="1732017" y="1734084"/>
                </a:lnTo>
                <a:close/>
                <a:lnTo>
                  <a:pt x="1736750" y="1729676"/>
                </a:lnTo>
                <a:close/>
                <a:lnTo>
                  <a:pt x="1741482" y="1724496"/>
                </a:lnTo>
                <a:close/>
                <a:lnTo>
                  <a:pt x="1746214" y="1718552"/>
                </a:lnTo>
                <a:close/>
                <a:lnTo>
                  <a:pt x="1750946" y="1711888"/>
                </a:lnTo>
                <a:close/>
                <a:lnTo>
                  <a:pt x="1755679" y="1704575"/>
                </a:lnTo>
                <a:close/>
                <a:lnTo>
                  <a:pt x="1760411" y="1696709"/>
                </a:lnTo>
                <a:close/>
                <a:lnTo>
                  <a:pt x="1765143" y="1688397"/>
                </a:lnTo>
                <a:close/>
                <a:lnTo>
                  <a:pt x="1769876" y="1679742"/>
                </a:lnTo>
                <a:close/>
                <a:lnTo>
                  <a:pt x="1774608" y="1670832"/>
                </a:lnTo>
                <a:close/>
                <a:lnTo>
                  <a:pt x="1779340" y="1661725"/>
                </a:lnTo>
                <a:close/>
                <a:lnTo>
                  <a:pt x="1784072" y="1652438"/>
                </a:lnTo>
                <a:close/>
                <a:lnTo>
                  <a:pt x="1788805" y="1642951"/>
                </a:lnTo>
                <a:close/>
                <a:lnTo>
                  <a:pt x="1793537" y="1633202"/>
                </a:lnTo>
                <a:close/>
                <a:lnTo>
                  <a:pt x="1798269" y="1623101"/>
                </a:lnTo>
                <a:close/>
                <a:lnTo>
                  <a:pt x="1803002" y="1612537"/>
                </a:lnTo>
                <a:close/>
                <a:lnTo>
                  <a:pt x="1807734" y="1601392"/>
                </a:lnTo>
                <a:close/>
                <a:lnTo>
                  <a:pt x="1812466" y="1589552"/>
                </a:lnTo>
                <a:close/>
                <a:lnTo>
                  <a:pt x="1817198" y="1576915"/>
                </a:lnTo>
                <a:close/>
                <a:lnTo>
                  <a:pt x="1821931" y="1563394"/>
                </a:lnTo>
                <a:close/>
                <a:lnTo>
                  <a:pt x="1826663" y="1548916"/>
                </a:lnTo>
                <a:close/>
                <a:lnTo>
                  <a:pt x="1831395" y="1533414"/>
                </a:lnTo>
                <a:close/>
                <a:lnTo>
                  <a:pt x="1836128" y="1516820"/>
                </a:lnTo>
                <a:close/>
                <a:lnTo>
                  <a:pt x="1840860" y="1499062"/>
                </a:lnTo>
                <a:close/>
                <a:lnTo>
                  <a:pt x="1845592" y="1480056"/>
                </a:lnTo>
                <a:close/>
                <a:lnTo>
                  <a:pt x="1850324" y="1459711"/>
                </a:lnTo>
                <a:close/>
                <a:lnTo>
                  <a:pt x="1855057" y="1437939"/>
                </a:lnTo>
                <a:close/>
                <a:lnTo>
                  <a:pt x="1859789" y="1414664"/>
                </a:lnTo>
                <a:close/>
                <a:lnTo>
                  <a:pt x="1864521" y="1389844"/>
                </a:lnTo>
                <a:close/>
                <a:lnTo>
                  <a:pt x="1869254" y="1363476"/>
                </a:lnTo>
                <a:close/>
                <a:lnTo>
                  <a:pt x="1873986" y="1335614"/>
                </a:lnTo>
                <a:close/>
                <a:lnTo>
                  <a:pt x="1878718" y="1306368"/>
                </a:lnTo>
                <a:close/>
                <a:lnTo>
                  <a:pt x="1883450" y="1275891"/>
                </a:lnTo>
                <a:close/>
                <a:lnTo>
                  <a:pt x="1888183" y="1244375"/>
                </a:lnTo>
                <a:close/>
                <a:lnTo>
                  <a:pt x="1892915" y="1212024"/>
                </a:lnTo>
                <a:close/>
                <a:lnTo>
                  <a:pt x="1897647" y="1179036"/>
                </a:lnTo>
                <a:close/>
                <a:lnTo>
                  <a:pt x="1902380" y="1145594"/>
                </a:lnTo>
                <a:close/>
                <a:lnTo>
                  <a:pt x="1907112" y="1111850"/>
                </a:lnTo>
                <a:close/>
                <a:lnTo>
                  <a:pt x="1911844" y="1077931"/>
                </a:lnTo>
                <a:close/>
                <a:lnTo>
                  <a:pt x="1916576" y="1043947"/>
                </a:lnTo>
                <a:close/>
                <a:lnTo>
                  <a:pt x="1921309" y="1010006"/>
                </a:lnTo>
                <a:close/>
                <a:lnTo>
                  <a:pt x="1926041" y="976231"/>
                </a:lnTo>
                <a:close/>
                <a:lnTo>
                  <a:pt x="1930773" y="942770"/>
                </a:lnTo>
                <a:close/>
                <a:lnTo>
                  <a:pt x="1935506" y="909812"/>
                </a:lnTo>
                <a:close/>
                <a:lnTo>
                  <a:pt x="1940238" y="877575"/>
                </a:lnTo>
                <a:close/>
                <a:lnTo>
                  <a:pt x="1944970" y="846308"/>
                </a:lnTo>
                <a:close/>
                <a:lnTo>
                  <a:pt x="1949702" y="816265"/>
                </a:lnTo>
                <a:close/>
                <a:lnTo>
                  <a:pt x="1954435" y="787687"/>
                </a:lnTo>
                <a:close/>
                <a:lnTo>
                  <a:pt x="1959167" y="760781"/>
                </a:lnTo>
                <a:close/>
                <a:lnTo>
                  <a:pt x="1963899" y="735696"/>
                </a:lnTo>
                <a:close/>
                <a:lnTo>
                  <a:pt x="1968632" y="712512"/>
                </a:lnTo>
                <a:close/>
                <a:lnTo>
                  <a:pt x="1973364" y="691229"/>
                </a:lnTo>
                <a:close/>
                <a:lnTo>
                  <a:pt x="1978096" y="671769"/>
                </a:lnTo>
                <a:close/>
                <a:lnTo>
                  <a:pt x="1982829" y="653981"/>
                </a:lnTo>
                <a:close/>
                <a:lnTo>
                  <a:pt x="1987561" y="637655"/>
                </a:lnTo>
                <a:close/>
                <a:lnTo>
                  <a:pt x="1992293" y="622533"/>
                </a:lnTo>
                <a:close/>
                <a:lnTo>
                  <a:pt x="1997025" y="608328"/>
                </a:lnTo>
                <a:close/>
                <a:lnTo>
                  <a:pt x="2001758" y="594736"/>
                </a:lnTo>
                <a:close/>
                <a:lnTo>
                  <a:pt x="2006490" y="581453"/>
                </a:lnTo>
                <a:close/>
                <a:lnTo>
                  <a:pt x="2011222" y="568187"/>
                </a:lnTo>
                <a:close/>
                <a:lnTo>
                  <a:pt x="2015955" y="554672"/>
                </a:lnTo>
                <a:close/>
                <a:lnTo>
                  <a:pt x="2020687" y="540677"/>
                </a:lnTo>
                <a:close/>
                <a:lnTo>
                  <a:pt x="2025419" y="526018"/>
                </a:lnTo>
                <a:close/>
                <a:lnTo>
                  <a:pt x="2030151" y="510569"/>
                </a:lnTo>
                <a:close/>
                <a:lnTo>
                  <a:pt x="2034884" y="494266"/>
                </a:lnTo>
                <a:close/>
                <a:lnTo>
                  <a:pt x="2039616" y="477105"/>
                </a:lnTo>
                <a:close/>
                <a:lnTo>
                  <a:pt x="2044348" y="459141"/>
                </a:lnTo>
                <a:close/>
                <a:lnTo>
                  <a:pt x="2049081" y="440471"/>
                </a:lnTo>
                <a:close/>
                <a:lnTo>
                  <a:pt x="2053813" y="421222"/>
                </a:lnTo>
                <a:close/>
                <a:lnTo>
                  <a:pt x="2058545" y="401525"/>
                </a:lnTo>
                <a:close/>
                <a:lnTo>
                  <a:pt x="2063277" y="381498"/>
                </a:lnTo>
                <a:close/>
                <a:lnTo>
                  <a:pt x="2068010" y="361227"/>
                </a:lnTo>
                <a:close/>
                <a:lnTo>
                  <a:pt x="2072742" y="340755"/>
                </a:lnTo>
                <a:close/>
                <a:lnTo>
                  <a:pt x="2077474" y="320081"/>
                </a:lnTo>
                <a:close/>
                <a:lnTo>
                  <a:pt x="2082207" y="299166"/>
                </a:lnTo>
                <a:close/>
                <a:lnTo>
                  <a:pt x="2086939" y="277952"/>
                </a:lnTo>
                <a:close/>
                <a:lnTo>
                  <a:pt x="2091671" y="256377"/>
                </a:lnTo>
                <a:close/>
                <a:lnTo>
                  <a:pt x="2096403" y="234409"/>
                </a:lnTo>
                <a:close/>
                <a:lnTo>
                  <a:pt x="2101136" y="212066"/>
                </a:lnTo>
                <a:close/>
                <a:lnTo>
                  <a:pt x="2105868" y="189434"/>
                </a:lnTo>
                <a:close/>
                <a:lnTo>
                  <a:pt x="2110600" y="166685"/>
                </a:lnTo>
                <a:close/>
                <a:lnTo>
                  <a:pt x="2115333" y="144070"/>
                </a:lnTo>
                <a:close/>
                <a:lnTo>
                  <a:pt x="2120065" y="121912"/>
                </a:lnTo>
                <a:close/>
                <a:lnTo>
                  <a:pt x="2124797" y="100586"/>
                </a:lnTo>
                <a:close/>
                <a:lnTo>
                  <a:pt x="2129529" y="80491"/>
                </a:lnTo>
                <a:close/>
                <a:lnTo>
                  <a:pt x="2134262" y="62018"/>
                </a:lnTo>
                <a:close/>
                <a:lnTo>
                  <a:pt x="2138994" y="45524"/>
                </a:lnTo>
                <a:close/>
                <a:lnTo>
                  <a:pt x="2143726" y="31306"/>
                </a:lnTo>
                <a:close/>
                <a:lnTo>
                  <a:pt x="2148459" y="19595"/>
                </a:lnTo>
                <a:close/>
                <a:lnTo>
                  <a:pt x="2153191" y="10544"/>
                </a:lnTo>
                <a:close/>
                <a:lnTo>
                  <a:pt x="2157923" y="4244"/>
                </a:lnTo>
                <a:close/>
                <a:lnTo>
                  <a:pt x="2162655" y="730"/>
                </a:lnTo>
                <a:close/>
                <a:lnTo>
                  <a:pt x="2167388" y="0"/>
                </a:lnTo>
                <a:close/>
                <a:lnTo>
                  <a:pt x="2172120" y="2031"/>
                </a:lnTo>
                <a:close/>
                <a:lnTo>
                  <a:pt x="2176852" y="6790"/>
                </a:lnTo>
                <a:close/>
                <a:lnTo>
                  <a:pt x="2181585" y="14239"/>
                </a:lnTo>
                <a:close/>
                <a:lnTo>
                  <a:pt x="2186317" y="24335"/>
                </a:lnTo>
                <a:close/>
                <a:lnTo>
                  <a:pt x="2191049" y="37027"/>
                </a:lnTo>
                <a:close/>
                <a:lnTo>
                  <a:pt x="2195781" y="52241"/>
                </a:lnTo>
                <a:close/>
                <a:lnTo>
                  <a:pt x="2200514" y="69874"/>
                </a:lnTo>
                <a:close/>
                <a:lnTo>
                  <a:pt x="2205246" y="89780"/>
                </a:lnTo>
                <a:close/>
                <a:lnTo>
                  <a:pt x="2209978" y="111761"/>
                </a:lnTo>
                <a:close/>
                <a:lnTo>
                  <a:pt x="2214711" y="135565"/>
                </a:lnTo>
                <a:close/>
                <a:lnTo>
                  <a:pt x="2219443" y="160887"/>
                </a:lnTo>
                <a:close/>
                <a:lnTo>
                  <a:pt x="2224175" y="187374"/>
                </a:lnTo>
                <a:close/>
                <a:lnTo>
                  <a:pt x="2228907" y="214639"/>
                </a:lnTo>
                <a:close/>
                <a:lnTo>
                  <a:pt x="2233640" y="242273"/>
                </a:lnTo>
                <a:close/>
                <a:lnTo>
                  <a:pt x="2238372" y="269866"/>
                </a:lnTo>
                <a:close/>
                <a:lnTo>
                  <a:pt x="2243104" y="297024"/>
                </a:lnTo>
                <a:close/>
                <a:lnTo>
                  <a:pt x="2247837" y="323393"/>
                </a:lnTo>
                <a:close/>
                <a:lnTo>
                  <a:pt x="2252569" y="348673"/>
                </a:lnTo>
                <a:close/>
                <a:lnTo>
                  <a:pt x="2257301" y="372638"/>
                </a:lnTo>
                <a:close/>
                <a:lnTo>
                  <a:pt x="2262033" y="395151"/>
                </a:lnTo>
                <a:close/>
                <a:lnTo>
                  <a:pt x="2266766" y="416178"/>
                </a:lnTo>
                <a:close/>
                <a:lnTo>
                  <a:pt x="2271498" y="435794"/>
                </a:lnTo>
                <a:close/>
                <a:lnTo>
                  <a:pt x="2276230" y="454182"/>
                </a:lnTo>
                <a:close/>
                <a:lnTo>
                  <a:pt x="2280963" y="471630"/>
                </a:lnTo>
                <a:close/>
                <a:lnTo>
                  <a:pt x="2285695" y="488514"/>
                </a:lnTo>
                <a:close/>
                <a:lnTo>
                  <a:pt x="2290427" y="505270"/>
                </a:lnTo>
                <a:close/>
                <a:lnTo>
                  <a:pt x="2295159" y="522368"/>
                </a:lnTo>
                <a:close/>
                <a:lnTo>
                  <a:pt x="2299892" y="540273"/>
                </a:lnTo>
                <a:close/>
                <a:lnTo>
                  <a:pt x="2304624" y="559409"/>
                </a:lnTo>
                <a:close/>
                <a:lnTo>
                  <a:pt x="2309356" y="580128"/>
                </a:lnTo>
                <a:close/>
                <a:lnTo>
                  <a:pt x="2314089" y="602688"/>
                </a:lnTo>
                <a:close/>
                <a:lnTo>
                  <a:pt x="2318821" y="627237"/>
                </a:lnTo>
                <a:close/>
                <a:lnTo>
                  <a:pt x="2323553" y="653810"/>
                </a:lnTo>
                <a:close/>
                <a:lnTo>
                  <a:pt x="2328285" y="682343"/>
                </a:lnTo>
                <a:close/>
                <a:lnTo>
                  <a:pt x="2333018" y="712685"/>
                </a:lnTo>
                <a:close/>
                <a:lnTo>
                  <a:pt x="2337750" y="744626"/>
                </a:lnTo>
                <a:close/>
                <a:lnTo>
                  <a:pt x="2342482" y="777919"/>
                </a:lnTo>
                <a:close/>
                <a:lnTo>
                  <a:pt x="2347215" y="812306"/>
                </a:lnTo>
                <a:close/>
                <a:lnTo>
                  <a:pt x="2351947" y="847539"/>
                </a:lnTo>
                <a:close/>
                <a:lnTo>
                  <a:pt x="2356679" y="883390"/>
                </a:lnTo>
                <a:close/>
                <a:lnTo>
                  <a:pt x="2361411" y="919660"/>
                </a:lnTo>
                <a:close/>
                <a:lnTo>
                  <a:pt x="2366144" y="956177"/>
                </a:lnTo>
                <a:close/>
                <a:lnTo>
                  <a:pt x="2370876" y="992793"/>
                </a:lnTo>
                <a:close/>
                <a:lnTo>
                  <a:pt x="2375608" y="1029373"/>
                </a:lnTo>
                <a:close/>
                <a:lnTo>
                  <a:pt x="2380341" y="1065781"/>
                </a:lnTo>
                <a:close/>
                <a:lnTo>
                  <a:pt x="2385073" y="1101878"/>
                </a:lnTo>
                <a:close/>
                <a:lnTo>
                  <a:pt x="2389805" y="1137504"/>
                </a:lnTo>
                <a:close/>
                <a:lnTo>
                  <a:pt x="2394537" y="1172486"/>
                </a:lnTo>
                <a:close/>
                <a:lnTo>
                  <a:pt x="2399270" y="1206631"/>
                </a:lnTo>
                <a:close/>
                <a:lnTo>
                  <a:pt x="2404002" y="1239738"/>
                </a:lnTo>
                <a:close/>
                <a:lnTo>
                  <a:pt x="2408734" y="1271602"/>
                </a:lnTo>
                <a:close/>
                <a:lnTo>
                  <a:pt x="2413467" y="1302037"/>
                </a:lnTo>
                <a:close/>
                <a:lnTo>
                  <a:pt x="2418199" y="1330877"/>
                </a:lnTo>
                <a:close/>
                <a:lnTo>
                  <a:pt x="2422931" y="1357999"/>
                </a:lnTo>
                <a:close/>
                <a:lnTo>
                  <a:pt x="2427664" y="1383324"/>
                </a:lnTo>
                <a:close/>
                <a:lnTo>
                  <a:pt x="2432396" y="1406829"/>
                </a:lnTo>
                <a:close/>
                <a:lnTo>
                  <a:pt x="2437128" y="1428545"/>
                </a:lnTo>
                <a:close/>
                <a:lnTo>
                  <a:pt x="2441860" y="1448551"/>
                </a:lnTo>
                <a:close/>
                <a:lnTo>
                  <a:pt x="2446593" y="1466968"/>
                </a:lnTo>
                <a:close/>
                <a:lnTo>
                  <a:pt x="2451325" y="1483948"/>
                </a:lnTo>
                <a:close/>
                <a:lnTo>
                  <a:pt x="2456057" y="1499657"/>
                </a:lnTo>
                <a:close/>
                <a:lnTo>
                  <a:pt x="2460790" y="1514259"/>
                </a:lnTo>
                <a:close/>
                <a:lnTo>
                  <a:pt x="2465522" y="1527905"/>
                </a:lnTo>
                <a:close/>
                <a:lnTo>
                  <a:pt x="2470254" y="1540720"/>
                </a:lnTo>
                <a:close/>
                <a:lnTo>
                  <a:pt x="2474986" y="1552792"/>
                </a:lnTo>
                <a:close/>
                <a:lnTo>
                  <a:pt x="2479719" y="1564170"/>
                </a:lnTo>
                <a:close/>
                <a:lnTo>
                  <a:pt x="2484451" y="1574863"/>
                </a:lnTo>
                <a:close/>
                <a:lnTo>
                  <a:pt x="2489183" y="1584847"/>
                </a:lnTo>
                <a:close/>
                <a:lnTo>
                  <a:pt x="2493916" y="1594071"/>
                </a:lnTo>
                <a:close/>
                <a:lnTo>
                  <a:pt x="2498648" y="1602473"/>
                </a:lnTo>
                <a:close/>
                <a:lnTo>
                  <a:pt x="2503380" y="1609992"/>
                </a:lnTo>
                <a:close/>
                <a:lnTo>
                  <a:pt x="2508112" y="1616585"/>
                </a:lnTo>
                <a:close/>
                <a:lnTo>
                  <a:pt x="2512845" y="1622236"/>
                </a:lnTo>
                <a:close/>
                <a:lnTo>
                  <a:pt x="2517577" y="1626972"/>
                </a:lnTo>
                <a:close/>
                <a:lnTo>
                  <a:pt x="2522309" y="1630860"/>
                </a:lnTo>
                <a:close/>
                <a:lnTo>
                  <a:pt x="2527042" y="1634016"/>
                </a:lnTo>
                <a:close/>
                <a:lnTo>
                  <a:pt x="2531774" y="1636591"/>
                </a:lnTo>
                <a:close/>
                <a:lnTo>
                  <a:pt x="2536506" y="1638767"/>
                </a:lnTo>
                <a:close/>
                <a:lnTo>
                  <a:pt x="2541238" y="1640740"/>
                </a:lnTo>
                <a:close/>
                <a:lnTo>
                  <a:pt x="2545971" y="1642704"/>
                </a:lnTo>
                <a:close/>
                <a:lnTo>
                  <a:pt x="2550703" y="1644835"/>
                </a:lnTo>
                <a:close/>
                <a:lnTo>
                  <a:pt x="2555435" y="1647280"/>
                </a:lnTo>
                <a:close/>
                <a:lnTo>
                  <a:pt x="2560168" y="1650142"/>
                </a:lnTo>
                <a:close/>
                <a:lnTo>
                  <a:pt x="2564900" y="1653476"/>
                </a:lnTo>
                <a:close/>
                <a:lnTo>
                  <a:pt x="2569632" y="1657287"/>
                </a:lnTo>
                <a:close/>
                <a:lnTo>
                  <a:pt x="2574364" y="1661532"/>
                </a:lnTo>
                <a:close/>
                <a:lnTo>
                  <a:pt x="2579097" y="1666125"/>
                </a:lnTo>
                <a:close/>
                <a:lnTo>
                  <a:pt x="2583829" y="1670948"/>
                </a:lnTo>
                <a:close/>
                <a:lnTo>
                  <a:pt x="2588561" y="1675859"/>
                </a:lnTo>
                <a:close/>
                <a:lnTo>
                  <a:pt x="2593294" y="1680705"/>
                </a:lnTo>
                <a:close/>
                <a:lnTo>
                  <a:pt x="2598026" y="1685333"/>
                </a:lnTo>
                <a:close/>
                <a:lnTo>
                  <a:pt x="2602758" y="1689601"/>
                </a:lnTo>
                <a:close/>
                <a:lnTo>
                  <a:pt x="2607490" y="1693392"/>
                </a:lnTo>
                <a:close/>
                <a:lnTo>
                  <a:pt x="2612223" y="1696621"/>
                </a:lnTo>
                <a:close/>
                <a:lnTo>
                  <a:pt x="2616955" y="1699242"/>
                </a:lnTo>
                <a:close/>
                <a:lnTo>
                  <a:pt x="2621687" y="1701254"/>
                </a:lnTo>
                <a:close/>
                <a:lnTo>
                  <a:pt x="2626420" y="1702704"/>
                </a:lnTo>
                <a:close/>
                <a:lnTo>
                  <a:pt x="2631152" y="1703679"/>
                </a:lnTo>
                <a:close/>
                <a:lnTo>
                  <a:pt x="2635884" y="1704302"/>
                </a:lnTo>
                <a:close/>
                <a:lnTo>
                  <a:pt x="2640616" y="1704718"/>
                </a:lnTo>
                <a:close/>
                <a:lnTo>
                  <a:pt x="2645349" y="1705082"/>
                </a:lnTo>
                <a:close/>
                <a:lnTo>
                  <a:pt x="2650081" y="1705544"/>
                </a:lnTo>
                <a:close/>
                <a:lnTo>
                  <a:pt x="2654813" y="1706230"/>
                </a:lnTo>
                <a:close/>
                <a:lnTo>
                  <a:pt x="2659546" y="1707238"/>
                </a:lnTo>
                <a:close/>
                <a:lnTo>
                  <a:pt x="2664278" y="1708625"/>
                </a:lnTo>
                <a:close/>
                <a:lnTo>
                  <a:pt x="2669010" y="1710405"/>
                </a:lnTo>
                <a:close/>
                <a:lnTo>
                  <a:pt x="2673742" y="1712555"/>
                </a:lnTo>
                <a:close/>
                <a:lnTo>
                  <a:pt x="2678475" y="1715018"/>
                </a:lnTo>
                <a:close/>
                <a:lnTo>
                  <a:pt x="2683207" y="1717715"/>
                </a:lnTo>
                <a:close/>
                <a:lnTo>
                  <a:pt x="2687939" y="1720552"/>
                </a:lnTo>
                <a:close/>
                <a:lnTo>
                  <a:pt x="2692672" y="1723436"/>
                </a:lnTo>
                <a:close/>
                <a:lnTo>
                  <a:pt x="2697404" y="1726281"/>
                </a:lnTo>
                <a:close/>
                <a:lnTo>
                  <a:pt x="2702136" y="1729013"/>
                </a:lnTo>
                <a:close/>
                <a:lnTo>
                  <a:pt x="2706868" y="1731577"/>
                </a:lnTo>
                <a:close/>
                <a:lnTo>
                  <a:pt x="2711601" y="1733936"/>
                </a:lnTo>
                <a:close/>
                <a:lnTo>
                  <a:pt x="2716333" y="1736069"/>
                </a:lnTo>
                <a:close/>
                <a:lnTo>
                  <a:pt x="2721065" y="1737974"/>
                </a:lnTo>
                <a:close/>
                <a:lnTo>
                  <a:pt x="2725798" y="1739656"/>
                </a:lnTo>
                <a:close/>
                <a:lnTo>
                  <a:pt x="2730530" y="1741130"/>
                </a:lnTo>
                <a:close/>
                <a:lnTo>
                  <a:pt x="2735262" y="1742415"/>
                </a:lnTo>
                <a:close/>
                <a:lnTo>
                  <a:pt x="2739994" y="1743531"/>
                </a:lnTo>
                <a:close/>
                <a:lnTo>
                  <a:pt x="2744727" y="1744498"/>
                </a:lnTo>
                <a:close/>
                <a:lnTo>
                  <a:pt x="2749459" y="1745334"/>
                </a:lnTo>
                <a:close/>
                <a:lnTo>
                  <a:pt x="2754191" y="1746054"/>
                </a:lnTo>
                <a:close/>
                <a:lnTo>
                  <a:pt x="2758924" y="1746672"/>
                </a:lnTo>
                <a:close/>
                <a:lnTo>
                  <a:pt x="2763656" y="1747197"/>
                </a:lnTo>
                <a:close/>
                <a:lnTo>
                  <a:pt x="2768388" y="1747641"/>
                </a:lnTo>
                <a:close/>
                <a:lnTo>
                  <a:pt x="2773120" y="1748010"/>
                </a:lnTo>
                <a:close/>
                <a:lnTo>
                  <a:pt x="2777853" y="1748313"/>
                </a:lnTo>
                <a:close/>
                <a:lnTo>
                  <a:pt x="2782585" y="1748557"/>
                </a:lnTo>
                <a:close/>
                <a:lnTo>
                  <a:pt x="2787317" y="1748751"/>
                </a:lnTo>
                <a:close/>
                <a:lnTo>
                  <a:pt x="2792050" y="1748901"/>
                </a:lnTo>
                <a:close/>
                <a:lnTo>
                  <a:pt x="2796782" y="1749015"/>
                </a:lnTo>
                <a:close/>
                <a:lnTo>
                  <a:pt x="2801514" y="1749100"/>
                </a:lnTo>
                <a:close/>
                <a:lnTo>
                  <a:pt x="2806246" y="1749161"/>
                </a:lnTo>
                <a:close/>
                <a:lnTo>
                  <a:pt x="2810979" y="1749204"/>
                </a:lnTo>
                <a:close/>
                <a:lnTo>
                  <a:pt x="2815711" y="1749233"/>
                </a:lnTo>
                <a:close/>
                <a:lnTo>
                  <a:pt x="2820443" y="1749253"/>
                </a:lnTo>
                <a:close/>
                <a:lnTo>
                  <a:pt x="2825176" y="1749266"/>
                </a:lnTo>
                <a:close/>
                <a:lnTo>
                  <a:pt x="2829908" y="1749275"/>
                </a:lnTo>
                <a:close/>
                <a:lnTo>
                  <a:pt x="2834640" y="1749280"/>
                </a:lnTo>
                <a:close/>
                <a:lnTo>
                  <a:pt x="2834640" y="1749287"/>
                </a:lnTo>
                <a:close/>
                <a:lnTo>
                  <a:pt x="2834640" y="1749287"/>
                </a:lnTo>
                <a:close/>
                <a:lnTo>
                  <a:pt x="2829908" y="1749287"/>
                </a:lnTo>
                <a:close/>
                <a:lnTo>
                  <a:pt x="2825176" y="1749287"/>
                </a:lnTo>
                <a:close/>
                <a:lnTo>
                  <a:pt x="2820443" y="1749287"/>
                </a:lnTo>
                <a:close/>
                <a:lnTo>
                  <a:pt x="2815711" y="1749287"/>
                </a:lnTo>
                <a:close/>
                <a:lnTo>
                  <a:pt x="2810979" y="1749287"/>
                </a:lnTo>
                <a:close/>
                <a:lnTo>
                  <a:pt x="2806246" y="1749287"/>
                </a:lnTo>
                <a:close/>
                <a:lnTo>
                  <a:pt x="2801514" y="1749287"/>
                </a:lnTo>
                <a:close/>
                <a:lnTo>
                  <a:pt x="2796782" y="1749287"/>
                </a:lnTo>
                <a:close/>
                <a:lnTo>
                  <a:pt x="2792050" y="1749287"/>
                </a:lnTo>
                <a:close/>
                <a:lnTo>
                  <a:pt x="2787317" y="1749287"/>
                </a:lnTo>
                <a:close/>
                <a:lnTo>
                  <a:pt x="2782585" y="1749287"/>
                </a:lnTo>
                <a:close/>
                <a:lnTo>
                  <a:pt x="2777853" y="1749287"/>
                </a:lnTo>
                <a:close/>
                <a:lnTo>
                  <a:pt x="2773120" y="1749287"/>
                </a:lnTo>
                <a:close/>
                <a:lnTo>
                  <a:pt x="2768388" y="1749287"/>
                </a:lnTo>
                <a:close/>
                <a:lnTo>
                  <a:pt x="2763656" y="1749287"/>
                </a:lnTo>
                <a:close/>
                <a:lnTo>
                  <a:pt x="2758924" y="1749287"/>
                </a:lnTo>
                <a:close/>
                <a:lnTo>
                  <a:pt x="2754191" y="1749287"/>
                </a:lnTo>
                <a:close/>
                <a:lnTo>
                  <a:pt x="2749459" y="1749287"/>
                </a:lnTo>
                <a:close/>
                <a:lnTo>
                  <a:pt x="2744727" y="1749287"/>
                </a:lnTo>
                <a:close/>
                <a:lnTo>
                  <a:pt x="2739994" y="1749287"/>
                </a:lnTo>
                <a:close/>
                <a:lnTo>
                  <a:pt x="2735262" y="1749287"/>
                </a:lnTo>
                <a:close/>
                <a:lnTo>
                  <a:pt x="2730530" y="1749287"/>
                </a:lnTo>
                <a:close/>
                <a:lnTo>
                  <a:pt x="2725798" y="1749287"/>
                </a:lnTo>
                <a:close/>
                <a:lnTo>
                  <a:pt x="2721065" y="1749287"/>
                </a:lnTo>
                <a:close/>
                <a:lnTo>
                  <a:pt x="2716333" y="1749287"/>
                </a:lnTo>
                <a:close/>
                <a:lnTo>
                  <a:pt x="2711601" y="1749287"/>
                </a:lnTo>
                <a:close/>
                <a:lnTo>
                  <a:pt x="2706868" y="1749287"/>
                </a:lnTo>
                <a:close/>
                <a:lnTo>
                  <a:pt x="2702136" y="1749287"/>
                </a:lnTo>
                <a:close/>
                <a:lnTo>
                  <a:pt x="2697404" y="1749287"/>
                </a:lnTo>
                <a:close/>
                <a:lnTo>
                  <a:pt x="2692672" y="1749287"/>
                </a:lnTo>
                <a:close/>
                <a:lnTo>
                  <a:pt x="2687939" y="1749287"/>
                </a:lnTo>
                <a:close/>
                <a:lnTo>
                  <a:pt x="2683207" y="1749287"/>
                </a:lnTo>
                <a:close/>
                <a:lnTo>
                  <a:pt x="2678475" y="1749287"/>
                </a:lnTo>
                <a:close/>
                <a:lnTo>
                  <a:pt x="2673742" y="1749287"/>
                </a:lnTo>
                <a:close/>
                <a:lnTo>
                  <a:pt x="2669010" y="1749287"/>
                </a:lnTo>
                <a:close/>
                <a:lnTo>
                  <a:pt x="2664278" y="1749287"/>
                </a:lnTo>
                <a:close/>
                <a:lnTo>
                  <a:pt x="2659546" y="1749287"/>
                </a:lnTo>
                <a:close/>
                <a:lnTo>
                  <a:pt x="2654813" y="1749287"/>
                </a:lnTo>
                <a:close/>
                <a:lnTo>
                  <a:pt x="2650081" y="1749287"/>
                </a:lnTo>
                <a:close/>
                <a:lnTo>
                  <a:pt x="2645349" y="1749287"/>
                </a:lnTo>
                <a:close/>
                <a:lnTo>
                  <a:pt x="2640616" y="1749287"/>
                </a:lnTo>
                <a:close/>
                <a:lnTo>
                  <a:pt x="2635884" y="1749287"/>
                </a:lnTo>
                <a:close/>
                <a:lnTo>
                  <a:pt x="2631152" y="1749287"/>
                </a:lnTo>
                <a:close/>
                <a:lnTo>
                  <a:pt x="2626420" y="1749287"/>
                </a:lnTo>
                <a:close/>
                <a:lnTo>
                  <a:pt x="2621687" y="1749287"/>
                </a:lnTo>
                <a:close/>
                <a:lnTo>
                  <a:pt x="2616955" y="1749287"/>
                </a:lnTo>
                <a:close/>
                <a:lnTo>
                  <a:pt x="2612223" y="1749287"/>
                </a:lnTo>
                <a:close/>
                <a:lnTo>
                  <a:pt x="2607490" y="1749287"/>
                </a:lnTo>
                <a:close/>
                <a:lnTo>
                  <a:pt x="2602758" y="1749287"/>
                </a:lnTo>
                <a:close/>
                <a:lnTo>
                  <a:pt x="2598026" y="1749287"/>
                </a:lnTo>
                <a:close/>
                <a:lnTo>
                  <a:pt x="2593294" y="1749287"/>
                </a:lnTo>
                <a:close/>
                <a:lnTo>
                  <a:pt x="2588561" y="1749287"/>
                </a:lnTo>
                <a:close/>
                <a:lnTo>
                  <a:pt x="2583829" y="1749287"/>
                </a:lnTo>
                <a:close/>
                <a:lnTo>
                  <a:pt x="2579097" y="1749287"/>
                </a:lnTo>
                <a:close/>
                <a:lnTo>
                  <a:pt x="2574364" y="1749287"/>
                </a:lnTo>
                <a:close/>
                <a:lnTo>
                  <a:pt x="2569632" y="1749287"/>
                </a:lnTo>
                <a:close/>
                <a:lnTo>
                  <a:pt x="2564900" y="1749287"/>
                </a:lnTo>
                <a:close/>
                <a:lnTo>
                  <a:pt x="2560168" y="1749287"/>
                </a:lnTo>
                <a:close/>
                <a:lnTo>
                  <a:pt x="2555435" y="1749287"/>
                </a:lnTo>
                <a:close/>
                <a:lnTo>
                  <a:pt x="2550703" y="1749287"/>
                </a:lnTo>
                <a:close/>
                <a:lnTo>
                  <a:pt x="2545971" y="1749287"/>
                </a:lnTo>
                <a:close/>
                <a:lnTo>
                  <a:pt x="2541238" y="1749287"/>
                </a:lnTo>
                <a:close/>
                <a:lnTo>
                  <a:pt x="2536506" y="1749287"/>
                </a:lnTo>
                <a:close/>
                <a:lnTo>
                  <a:pt x="2531774" y="1749287"/>
                </a:lnTo>
                <a:close/>
                <a:lnTo>
                  <a:pt x="2527042" y="1749287"/>
                </a:lnTo>
                <a:close/>
                <a:lnTo>
                  <a:pt x="2522309" y="1749287"/>
                </a:lnTo>
                <a:close/>
                <a:lnTo>
                  <a:pt x="2517577" y="1749287"/>
                </a:lnTo>
                <a:close/>
                <a:lnTo>
                  <a:pt x="2512845" y="1749287"/>
                </a:lnTo>
                <a:close/>
                <a:lnTo>
                  <a:pt x="2508112" y="1749287"/>
                </a:lnTo>
                <a:close/>
                <a:lnTo>
                  <a:pt x="2503380" y="1749287"/>
                </a:lnTo>
                <a:close/>
                <a:lnTo>
                  <a:pt x="2498648" y="1749287"/>
                </a:lnTo>
                <a:close/>
                <a:lnTo>
                  <a:pt x="2493916" y="1749287"/>
                </a:lnTo>
                <a:close/>
                <a:lnTo>
                  <a:pt x="2489183" y="1749287"/>
                </a:lnTo>
                <a:close/>
                <a:lnTo>
                  <a:pt x="2484451" y="1749287"/>
                </a:lnTo>
                <a:close/>
                <a:lnTo>
                  <a:pt x="2479719" y="1749287"/>
                </a:lnTo>
                <a:close/>
                <a:lnTo>
                  <a:pt x="2474986" y="1749287"/>
                </a:lnTo>
                <a:close/>
                <a:lnTo>
                  <a:pt x="2470254" y="1749287"/>
                </a:lnTo>
                <a:close/>
                <a:lnTo>
                  <a:pt x="2465522" y="1749287"/>
                </a:lnTo>
                <a:close/>
                <a:lnTo>
                  <a:pt x="2460790" y="1749287"/>
                </a:lnTo>
                <a:close/>
                <a:lnTo>
                  <a:pt x="2456057" y="1749287"/>
                </a:lnTo>
                <a:close/>
                <a:lnTo>
                  <a:pt x="2451325" y="1749287"/>
                </a:lnTo>
                <a:close/>
                <a:lnTo>
                  <a:pt x="2446593" y="1749287"/>
                </a:lnTo>
                <a:close/>
                <a:lnTo>
                  <a:pt x="2441860" y="1749287"/>
                </a:lnTo>
                <a:close/>
                <a:lnTo>
                  <a:pt x="2437128" y="1749287"/>
                </a:lnTo>
                <a:close/>
                <a:lnTo>
                  <a:pt x="2432396" y="1749287"/>
                </a:lnTo>
                <a:close/>
                <a:lnTo>
                  <a:pt x="2427664" y="1749287"/>
                </a:lnTo>
                <a:close/>
                <a:lnTo>
                  <a:pt x="2422931" y="1749287"/>
                </a:lnTo>
                <a:close/>
                <a:lnTo>
                  <a:pt x="2418199" y="1749287"/>
                </a:lnTo>
                <a:close/>
                <a:lnTo>
                  <a:pt x="2413467" y="1749287"/>
                </a:lnTo>
                <a:close/>
                <a:lnTo>
                  <a:pt x="2408734" y="1749287"/>
                </a:lnTo>
                <a:close/>
                <a:lnTo>
                  <a:pt x="2404002" y="1749287"/>
                </a:lnTo>
                <a:close/>
                <a:lnTo>
                  <a:pt x="2399270" y="1749287"/>
                </a:lnTo>
                <a:close/>
                <a:lnTo>
                  <a:pt x="2394537" y="1749287"/>
                </a:lnTo>
                <a:close/>
                <a:lnTo>
                  <a:pt x="2389805" y="1749287"/>
                </a:lnTo>
                <a:close/>
                <a:lnTo>
                  <a:pt x="2385073" y="1749287"/>
                </a:lnTo>
                <a:close/>
                <a:lnTo>
                  <a:pt x="2380341" y="1749287"/>
                </a:lnTo>
                <a:close/>
                <a:lnTo>
                  <a:pt x="2375608" y="1749287"/>
                </a:lnTo>
                <a:close/>
                <a:lnTo>
                  <a:pt x="2370876" y="1749287"/>
                </a:lnTo>
                <a:close/>
                <a:lnTo>
                  <a:pt x="2366144" y="1749287"/>
                </a:lnTo>
                <a:close/>
                <a:lnTo>
                  <a:pt x="2361411" y="1749287"/>
                </a:lnTo>
                <a:close/>
                <a:lnTo>
                  <a:pt x="2356679" y="1749287"/>
                </a:lnTo>
                <a:close/>
                <a:lnTo>
                  <a:pt x="2351947" y="1749287"/>
                </a:lnTo>
                <a:close/>
                <a:lnTo>
                  <a:pt x="2347215" y="1749287"/>
                </a:lnTo>
                <a:close/>
                <a:lnTo>
                  <a:pt x="2342482" y="1749287"/>
                </a:lnTo>
                <a:close/>
                <a:lnTo>
                  <a:pt x="2337750" y="1749287"/>
                </a:lnTo>
                <a:close/>
                <a:lnTo>
                  <a:pt x="2333018" y="1749287"/>
                </a:lnTo>
                <a:close/>
                <a:lnTo>
                  <a:pt x="2328285" y="1749287"/>
                </a:lnTo>
                <a:close/>
                <a:lnTo>
                  <a:pt x="2323553" y="1749287"/>
                </a:lnTo>
                <a:close/>
                <a:lnTo>
                  <a:pt x="2318821" y="1749287"/>
                </a:lnTo>
                <a:close/>
                <a:lnTo>
                  <a:pt x="2314089" y="1749287"/>
                </a:lnTo>
                <a:close/>
                <a:lnTo>
                  <a:pt x="2309356" y="1749287"/>
                </a:lnTo>
                <a:close/>
                <a:lnTo>
                  <a:pt x="2304624" y="1749287"/>
                </a:lnTo>
                <a:close/>
                <a:lnTo>
                  <a:pt x="2299892" y="1749287"/>
                </a:lnTo>
                <a:close/>
                <a:lnTo>
                  <a:pt x="2295159" y="1749287"/>
                </a:lnTo>
                <a:close/>
                <a:lnTo>
                  <a:pt x="2290427" y="1749287"/>
                </a:lnTo>
                <a:close/>
                <a:lnTo>
                  <a:pt x="2285695" y="1749287"/>
                </a:lnTo>
                <a:close/>
                <a:lnTo>
                  <a:pt x="2280963" y="1749287"/>
                </a:lnTo>
                <a:close/>
                <a:lnTo>
                  <a:pt x="2276230" y="1749287"/>
                </a:lnTo>
                <a:close/>
                <a:lnTo>
                  <a:pt x="2271498" y="1749287"/>
                </a:lnTo>
                <a:close/>
                <a:lnTo>
                  <a:pt x="2266766" y="1749287"/>
                </a:lnTo>
                <a:close/>
                <a:lnTo>
                  <a:pt x="2262033" y="1749287"/>
                </a:lnTo>
                <a:close/>
                <a:lnTo>
                  <a:pt x="2257301" y="1749287"/>
                </a:lnTo>
                <a:close/>
                <a:lnTo>
                  <a:pt x="2252569" y="1749287"/>
                </a:lnTo>
                <a:close/>
                <a:lnTo>
                  <a:pt x="2247837" y="1749287"/>
                </a:lnTo>
                <a:close/>
                <a:lnTo>
                  <a:pt x="2243104" y="1749287"/>
                </a:lnTo>
                <a:close/>
                <a:lnTo>
                  <a:pt x="2238372" y="1749287"/>
                </a:lnTo>
                <a:close/>
                <a:lnTo>
                  <a:pt x="2233640" y="1749287"/>
                </a:lnTo>
                <a:close/>
                <a:lnTo>
                  <a:pt x="2228907" y="1749287"/>
                </a:lnTo>
                <a:close/>
                <a:lnTo>
                  <a:pt x="2224175" y="1749287"/>
                </a:lnTo>
                <a:close/>
                <a:lnTo>
                  <a:pt x="2219443" y="1749287"/>
                </a:lnTo>
                <a:close/>
                <a:lnTo>
                  <a:pt x="2214711" y="1749287"/>
                </a:lnTo>
                <a:close/>
                <a:lnTo>
                  <a:pt x="2209978" y="1749287"/>
                </a:lnTo>
                <a:close/>
                <a:lnTo>
                  <a:pt x="2205246" y="1749287"/>
                </a:lnTo>
                <a:close/>
                <a:lnTo>
                  <a:pt x="2200514" y="1749287"/>
                </a:lnTo>
                <a:close/>
                <a:lnTo>
                  <a:pt x="2195781" y="1749287"/>
                </a:lnTo>
                <a:close/>
                <a:lnTo>
                  <a:pt x="2191049" y="1749287"/>
                </a:lnTo>
                <a:close/>
                <a:lnTo>
                  <a:pt x="2186317" y="1749287"/>
                </a:lnTo>
                <a:close/>
                <a:lnTo>
                  <a:pt x="2181585" y="1749287"/>
                </a:lnTo>
                <a:close/>
                <a:lnTo>
                  <a:pt x="2176852" y="1749287"/>
                </a:lnTo>
                <a:close/>
                <a:lnTo>
                  <a:pt x="2172120" y="1749287"/>
                </a:lnTo>
                <a:close/>
                <a:lnTo>
                  <a:pt x="2167388" y="1749287"/>
                </a:lnTo>
                <a:close/>
                <a:lnTo>
                  <a:pt x="2162655" y="1749287"/>
                </a:lnTo>
                <a:close/>
                <a:lnTo>
                  <a:pt x="2157923" y="1749287"/>
                </a:lnTo>
                <a:close/>
                <a:lnTo>
                  <a:pt x="2153191" y="1749287"/>
                </a:lnTo>
                <a:close/>
                <a:lnTo>
                  <a:pt x="2148459" y="1749287"/>
                </a:lnTo>
                <a:close/>
                <a:lnTo>
                  <a:pt x="2143726" y="1749287"/>
                </a:lnTo>
                <a:close/>
                <a:lnTo>
                  <a:pt x="2138994" y="1749287"/>
                </a:lnTo>
                <a:close/>
                <a:lnTo>
                  <a:pt x="2134262" y="1749287"/>
                </a:lnTo>
                <a:close/>
                <a:lnTo>
                  <a:pt x="2129529" y="1749287"/>
                </a:lnTo>
                <a:close/>
                <a:lnTo>
                  <a:pt x="2124797" y="1749287"/>
                </a:lnTo>
                <a:close/>
                <a:lnTo>
                  <a:pt x="2120065" y="1749287"/>
                </a:lnTo>
                <a:close/>
                <a:lnTo>
                  <a:pt x="2115333" y="1749287"/>
                </a:lnTo>
                <a:close/>
                <a:lnTo>
                  <a:pt x="2110600" y="1749287"/>
                </a:lnTo>
                <a:close/>
                <a:lnTo>
                  <a:pt x="2105868" y="1749287"/>
                </a:lnTo>
                <a:close/>
                <a:lnTo>
                  <a:pt x="2101136" y="1749287"/>
                </a:lnTo>
                <a:close/>
                <a:lnTo>
                  <a:pt x="2096403" y="1749287"/>
                </a:lnTo>
                <a:close/>
                <a:lnTo>
                  <a:pt x="2091671" y="1749287"/>
                </a:lnTo>
                <a:close/>
                <a:lnTo>
                  <a:pt x="2086939" y="1749287"/>
                </a:lnTo>
                <a:close/>
                <a:lnTo>
                  <a:pt x="2082207" y="1749287"/>
                </a:lnTo>
                <a:close/>
                <a:lnTo>
                  <a:pt x="2077474" y="1749287"/>
                </a:lnTo>
                <a:close/>
                <a:lnTo>
                  <a:pt x="2072742" y="1749287"/>
                </a:lnTo>
                <a:close/>
                <a:lnTo>
                  <a:pt x="2068010" y="1749287"/>
                </a:lnTo>
                <a:close/>
                <a:lnTo>
                  <a:pt x="2063277" y="1749287"/>
                </a:lnTo>
                <a:close/>
                <a:lnTo>
                  <a:pt x="2058545" y="1749287"/>
                </a:lnTo>
                <a:close/>
                <a:lnTo>
                  <a:pt x="2053813" y="1749287"/>
                </a:lnTo>
                <a:close/>
                <a:lnTo>
                  <a:pt x="2049081" y="1749287"/>
                </a:lnTo>
                <a:close/>
                <a:lnTo>
                  <a:pt x="2044348" y="1749287"/>
                </a:lnTo>
                <a:close/>
                <a:lnTo>
                  <a:pt x="2039616" y="1749287"/>
                </a:lnTo>
                <a:close/>
                <a:lnTo>
                  <a:pt x="2034884" y="1749287"/>
                </a:lnTo>
                <a:close/>
                <a:lnTo>
                  <a:pt x="2030151" y="1749287"/>
                </a:lnTo>
                <a:close/>
                <a:lnTo>
                  <a:pt x="2025419" y="1749287"/>
                </a:lnTo>
                <a:close/>
                <a:lnTo>
                  <a:pt x="2020687" y="1749287"/>
                </a:lnTo>
                <a:close/>
                <a:lnTo>
                  <a:pt x="2015955" y="1749287"/>
                </a:lnTo>
                <a:close/>
                <a:lnTo>
                  <a:pt x="2011222" y="1749287"/>
                </a:lnTo>
                <a:close/>
                <a:lnTo>
                  <a:pt x="2006490" y="1749287"/>
                </a:lnTo>
                <a:close/>
                <a:lnTo>
                  <a:pt x="2001758" y="1749287"/>
                </a:lnTo>
                <a:close/>
                <a:lnTo>
                  <a:pt x="1997025" y="1749287"/>
                </a:lnTo>
                <a:close/>
                <a:lnTo>
                  <a:pt x="1992293" y="1749287"/>
                </a:lnTo>
                <a:close/>
                <a:lnTo>
                  <a:pt x="1987561" y="1749287"/>
                </a:lnTo>
                <a:close/>
                <a:lnTo>
                  <a:pt x="1982829" y="1749287"/>
                </a:lnTo>
                <a:close/>
                <a:lnTo>
                  <a:pt x="1978096" y="1749287"/>
                </a:lnTo>
                <a:close/>
                <a:lnTo>
                  <a:pt x="1973364" y="1749287"/>
                </a:lnTo>
                <a:close/>
                <a:lnTo>
                  <a:pt x="1968632" y="1749287"/>
                </a:lnTo>
                <a:close/>
                <a:lnTo>
                  <a:pt x="1963899" y="1749287"/>
                </a:lnTo>
                <a:close/>
                <a:lnTo>
                  <a:pt x="1959167" y="1749287"/>
                </a:lnTo>
                <a:close/>
                <a:lnTo>
                  <a:pt x="1954435" y="1749287"/>
                </a:lnTo>
                <a:close/>
                <a:lnTo>
                  <a:pt x="1949702" y="1749287"/>
                </a:lnTo>
                <a:close/>
                <a:lnTo>
                  <a:pt x="1944970" y="1749287"/>
                </a:lnTo>
                <a:close/>
                <a:lnTo>
                  <a:pt x="1940238" y="1749287"/>
                </a:lnTo>
                <a:close/>
                <a:lnTo>
                  <a:pt x="1935506" y="1749287"/>
                </a:lnTo>
                <a:close/>
                <a:lnTo>
                  <a:pt x="1930773" y="1749287"/>
                </a:lnTo>
                <a:close/>
                <a:lnTo>
                  <a:pt x="1926041" y="1749287"/>
                </a:lnTo>
                <a:close/>
                <a:lnTo>
                  <a:pt x="1921309" y="1749287"/>
                </a:lnTo>
                <a:close/>
                <a:lnTo>
                  <a:pt x="1916576" y="1749287"/>
                </a:lnTo>
                <a:close/>
                <a:lnTo>
                  <a:pt x="1911844" y="1749287"/>
                </a:lnTo>
                <a:close/>
                <a:lnTo>
                  <a:pt x="1907112" y="1749287"/>
                </a:lnTo>
                <a:close/>
                <a:lnTo>
                  <a:pt x="1902380" y="1749287"/>
                </a:lnTo>
                <a:close/>
                <a:lnTo>
                  <a:pt x="1897647" y="1749287"/>
                </a:lnTo>
                <a:close/>
                <a:lnTo>
                  <a:pt x="1892915" y="1749287"/>
                </a:lnTo>
                <a:close/>
                <a:lnTo>
                  <a:pt x="1888183" y="1749287"/>
                </a:lnTo>
                <a:close/>
                <a:lnTo>
                  <a:pt x="1883450" y="1749287"/>
                </a:lnTo>
                <a:close/>
                <a:lnTo>
                  <a:pt x="1878718" y="1749287"/>
                </a:lnTo>
                <a:close/>
                <a:lnTo>
                  <a:pt x="1873986" y="1749287"/>
                </a:lnTo>
                <a:close/>
                <a:lnTo>
                  <a:pt x="1869254" y="1749287"/>
                </a:lnTo>
                <a:close/>
                <a:lnTo>
                  <a:pt x="1864521" y="1749287"/>
                </a:lnTo>
                <a:close/>
                <a:lnTo>
                  <a:pt x="1859789" y="1749287"/>
                </a:lnTo>
                <a:close/>
                <a:lnTo>
                  <a:pt x="1855057" y="1749287"/>
                </a:lnTo>
                <a:close/>
                <a:lnTo>
                  <a:pt x="1850324" y="1749287"/>
                </a:lnTo>
                <a:close/>
                <a:lnTo>
                  <a:pt x="1845592" y="1749287"/>
                </a:lnTo>
                <a:close/>
                <a:lnTo>
                  <a:pt x="1840860" y="1749287"/>
                </a:lnTo>
                <a:close/>
                <a:lnTo>
                  <a:pt x="1836128" y="1749287"/>
                </a:lnTo>
                <a:close/>
                <a:lnTo>
                  <a:pt x="1831395" y="1749287"/>
                </a:lnTo>
                <a:close/>
                <a:lnTo>
                  <a:pt x="1826663" y="1749287"/>
                </a:lnTo>
                <a:close/>
                <a:lnTo>
                  <a:pt x="1821931" y="1749287"/>
                </a:lnTo>
                <a:close/>
                <a:lnTo>
                  <a:pt x="1817198" y="1749287"/>
                </a:lnTo>
                <a:close/>
                <a:lnTo>
                  <a:pt x="1812466" y="1749287"/>
                </a:lnTo>
                <a:close/>
                <a:lnTo>
                  <a:pt x="1807734" y="1749287"/>
                </a:lnTo>
                <a:close/>
                <a:lnTo>
                  <a:pt x="1803002" y="1749287"/>
                </a:lnTo>
                <a:close/>
                <a:lnTo>
                  <a:pt x="1798269" y="1749287"/>
                </a:lnTo>
                <a:close/>
                <a:lnTo>
                  <a:pt x="1793537" y="1749287"/>
                </a:lnTo>
                <a:close/>
                <a:lnTo>
                  <a:pt x="1788805" y="1749287"/>
                </a:lnTo>
                <a:close/>
                <a:lnTo>
                  <a:pt x="1784072" y="1749287"/>
                </a:lnTo>
                <a:close/>
                <a:lnTo>
                  <a:pt x="1779340" y="1749287"/>
                </a:lnTo>
                <a:close/>
                <a:lnTo>
                  <a:pt x="1774608" y="1749287"/>
                </a:lnTo>
                <a:close/>
                <a:lnTo>
                  <a:pt x="1769876" y="1749287"/>
                </a:lnTo>
                <a:close/>
                <a:lnTo>
                  <a:pt x="1765143" y="1749287"/>
                </a:lnTo>
                <a:close/>
                <a:lnTo>
                  <a:pt x="1760411" y="1749287"/>
                </a:lnTo>
                <a:close/>
                <a:lnTo>
                  <a:pt x="1755679" y="1749287"/>
                </a:lnTo>
                <a:close/>
                <a:lnTo>
                  <a:pt x="1750946" y="1749287"/>
                </a:lnTo>
                <a:close/>
                <a:lnTo>
                  <a:pt x="1746214" y="1749287"/>
                </a:lnTo>
                <a:close/>
                <a:lnTo>
                  <a:pt x="1741482" y="1749287"/>
                </a:lnTo>
                <a:close/>
                <a:lnTo>
                  <a:pt x="1736750" y="1749287"/>
                </a:lnTo>
                <a:close/>
                <a:lnTo>
                  <a:pt x="1732017" y="1749287"/>
                </a:lnTo>
                <a:close/>
                <a:lnTo>
                  <a:pt x="1727285" y="1749287"/>
                </a:lnTo>
                <a:close/>
                <a:lnTo>
                  <a:pt x="1722553" y="1749287"/>
                </a:lnTo>
                <a:close/>
                <a:lnTo>
                  <a:pt x="1717820" y="1749287"/>
                </a:lnTo>
                <a:close/>
                <a:lnTo>
                  <a:pt x="1713088" y="1749287"/>
                </a:lnTo>
                <a:close/>
                <a:lnTo>
                  <a:pt x="1708356" y="1749287"/>
                </a:lnTo>
                <a:close/>
                <a:lnTo>
                  <a:pt x="1703624" y="1749287"/>
                </a:lnTo>
                <a:close/>
                <a:lnTo>
                  <a:pt x="1698891" y="1749287"/>
                </a:lnTo>
                <a:close/>
                <a:lnTo>
                  <a:pt x="1694159" y="1749287"/>
                </a:lnTo>
                <a:close/>
                <a:lnTo>
                  <a:pt x="1689427" y="1749287"/>
                </a:lnTo>
                <a:close/>
                <a:lnTo>
                  <a:pt x="1684694" y="1749287"/>
                </a:lnTo>
                <a:close/>
                <a:lnTo>
                  <a:pt x="1679962" y="1749287"/>
                </a:lnTo>
                <a:close/>
                <a:lnTo>
                  <a:pt x="1675230" y="1749287"/>
                </a:lnTo>
                <a:close/>
                <a:lnTo>
                  <a:pt x="1670498" y="1749287"/>
                </a:lnTo>
                <a:close/>
                <a:lnTo>
                  <a:pt x="1665765" y="1749287"/>
                </a:lnTo>
                <a:close/>
                <a:lnTo>
                  <a:pt x="1661033" y="1749287"/>
                </a:lnTo>
                <a:close/>
                <a:lnTo>
                  <a:pt x="1656301" y="1749287"/>
                </a:lnTo>
                <a:close/>
                <a:lnTo>
                  <a:pt x="1651568" y="1749287"/>
                </a:lnTo>
                <a:close/>
                <a:lnTo>
                  <a:pt x="1646836" y="1749287"/>
                </a:lnTo>
                <a:close/>
                <a:lnTo>
                  <a:pt x="1642104" y="1749287"/>
                </a:lnTo>
                <a:close/>
                <a:lnTo>
                  <a:pt x="1637372" y="1749287"/>
                </a:lnTo>
                <a:close/>
                <a:lnTo>
                  <a:pt x="1632639" y="1749287"/>
                </a:lnTo>
                <a:close/>
                <a:lnTo>
                  <a:pt x="1627907" y="1749287"/>
                </a:lnTo>
                <a:close/>
                <a:lnTo>
                  <a:pt x="1623175" y="1749287"/>
                </a:lnTo>
                <a:close/>
                <a:lnTo>
                  <a:pt x="1618442" y="1749287"/>
                </a:lnTo>
                <a:close/>
                <a:lnTo>
                  <a:pt x="1613710" y="1749287"/>
                </a:lnTo>
                <a:close/>
                <a:lnTo>
                  <a:pt x="1608978" y="1749287"/>
                </a:lnTo>
                <a:close/>
                <a:lnTo>
                  <a:pt x="1604246" y="1749287"/>
                </a:lnTo>
                <a:close/>
                <a:lnTo>
                  <a:pt x="1599513" y="1749287"/>
                </a:lnTo>
                <a:close/>
                <a:lnTo>
                  <a:pt x="1594781" y="1749287"/>
                </a:lnTo>
                <a:close/>
                <a:lnTo>
                  <a:pt x="1590049" y="1749287"/>
                </a:lnTo>
                <a:close/>
                <a:lnTo>
                  <a:pt x="1585316" y="1749287"/>
                </a:lnTo>
                <a:close/>
                <a:lnTo>
                  <a:pt x="1580584" y="1749287"/>
                </a:lnTo>
                <a:close/>
                <a:lnTo>
                  <a:pt x="1575852" y="1749287"/>
                </a:lnTo>
                <a:close/>
                <a:lnTo>
                  <a:pt x="1571120" y="1749287"/>
                </a:lnTo>
                <a:close/>
                <a:lnTo>
                  <a:pt x="1566387" y="1749287"/>
                </a:lnTo>
                <a:close/>
                <a:lnTo>
                  <a:pt x="1561655" y="1749287"/>
                </a:lnTo>
                <a:close/>
                <a:lnTo>
                  <a:pt x="1556923" y="1749287"/>
                </a:lnTo>
                <a:close/>
                <a:lnTo>
                  <a:pt x="1552190" y="1749287"/>
                </a:lnTo>
                <a:close/>
                <a:lnTo>
                  <a:pt x="1547458" y="1749287"/>
                </a:lnTo>
                <a:close/>
                <a:lnTo>
                  <a:pt x="1542726" y="1749287"/>
                </a:lnTo>
                <a:close/>
                <a:lnTo>
                  <a:pt x="1537994" y="1749287"/>
                </a:lnTo>
                <a:close/>
                <a:lnTo>
                  <a:pt x="1533261" y="1749287"/>
                </a:lnTo>
                <a:close/>
                <a:lnTo>
                  <a:pt x="1528529" y="1749287"/>
                </a:lnTo>
                <a:close/>
                <a:lnTo>
                  <a:pt x="1523797" y="1749287"/>
                </a:lnTo>
                <a:close/>
                <a:lnTo>
                  <a:pt x="1519064" y="1749287"/>
                </a:lnTo>
                <a:close/>
                <a:lnTo>
                  <a:pt x="1514332" y="1749287"/>
                </a:lnTo>
                <a:close/>
                <a:lnTo>
                  <a:pt x="1509600" y="1749287"/>
                </a:lnTo>
                <a:close/>
                <a:lnTo>
                  <a:pt x="1504868" y="1749287"/>
                </a:lnTo>
                <a:close/>
                <a:lnTo>
                  <a:pt x="1500135" y="1749287"/>
                </a:lnTo>
                <a:close/>
                <a:lnTo>
                  <a:pt x="1495403" y="1749287"/>
                </a:lnTo>
                <a:close/>
                <a:lnTo>
                  <a:pt x="1490671" y="1749287"/>
                </a:lnTo>
                <a:close/>
                <a:lnTo>
                  <a:pt x="1485938" y="1749287"/>
                </a:lnTo>
                <a:close/>
                <a:lnTo>
                  <a:pt x="1481206" y="1749287"/>
                </a:lnTo>
                <a:close/>
                <a:lnTo>
                  <a:pt x="1476474" y="1749287"/>
                </a:lnTo>
                <a:close/>
                <a:lnTo>
                  <a:pt x="1471742" y="1749287"/>
                </a:lnTo>
                <a:close/>
                <a:lnTo>
                  <a:pt x="1467009" y="1749287"/>
                </a:lnTo>
                <a:close/>
                <a:lnTo>
                  <a:pt x="1462277" y="1749287"/>
                </a:lnTo>
                <a:close/>
                <a:lnTo>
                  <a:pt x="1457545" y="1749287"/>
                </a:lnTo>
                <a:close/>
                <a:lnTo>
                  <a:pt x="1452812" y="1749287"/>
                </a:lnTo>
                <a:close/>
                <a:lnTo>
                  <a:pt x="1448080" y="1749287"/>
                </a:lnTo>
                <a:close/>
                <a:lnTo>
                  <a:pt x="1443348" y="1749287"/>
                </a:lnTo>
                <a:close/>
                <a:lnTo>
                  <a:pt x="1438615" y="1749287"/>
                </a:lnTo>
                <a:close/>
                <a:lnTo>
                  <a:pt x="1433883" y="1749287"/>
                </a:lnTo>
                <a:close/>
                <a:lnTo>
                  <a:pt x="1429151" y="1749287"/>
                </a:lnTo>
                <a:close/>
                <a:lnTo>
                  <a:pt x="1424419" y="1749287"/>
                </a:lnTo>
                <a:close/>
                <a:lnTo>
                  <a:pt x="1419686" y="1749287"/>
                </a:lnTo>
                <a:close/>
                <a:lnTo>
                  <a:pt x="1414954" y="1749287"/>
                </a:lnTo>
                <a:close/>
                <a:lnTo>
                  <a:pt x="1410222" y="1749287"/>
                </a:lnTo>
                <a:close/>
                <a:lnTo>
                  <a:pt x="1405489" y="1749287"/>
                </a:lnTo>
                <a:close/>
                <a:lnTo>
                  <a:pt x="1400757" y="1749287"/>
                </a:lnTo>
                <a:close/>
                <a:lnTo>
                  <a:pt x="1396025" y="1749287"/>
                </a:lnTo>
                <a:close/>
                <a:lnTo>
                  <a:pt x="1391293" y="1749287"/>
                </a:lnTo>
                <a:close/>
                <a:lnTo>
                  <a:pt x="1386560" y="1749287"/>
                </a:lnTo>
                <a:close/>
                <a:lnTo>
                  <a:pt x="1381828" y="1749287"/>
                </a:lnTo>
                <a:close/>
                <a:lnTo>
                  <a:pt x="1377096" y="1749287"/>
                </a:lnTo>
                <a:close/>
                <a:lnTo>
                  <a:pt x="1372363" y="1749287"/>
                </a:lnTo>
                <a:close/>
                <a:lnTo>
                  <a:pt x="1367631" y="1749287"/>
                </a:lnTo>
                <a:close/>
                <a:lnTo>
                  <a:pt x="1362899" y="1749287"/>
                </a:lnTo>
                <a:close/>
                <a:lnTo>
                  <a:pt x="1358167" y="1749287"/>
                </a:lnTo>
                <a:close/>
                <a:lnTo>
                  <a:pt x="1353434" y="1749287"/>
                </a:lnTo>
                <a:close/>
                <a:lnTo>
                  <a:pt x="1348702" y="1749287"/>
                </a:lnTo>
                <a:close/>
                <a:lnTo>
                  <a:pt x="1343970" y="1749287"/>
                </a:lnTo>
                <a:close/>
                <a:lnTo>
                  <a:pt x="1339237" y="1749287"/>
                </a:lnTo>
                <a:close/>
                <a:lnTo>
                  <a:pt x="1334505" y="1749287"/>
                </a:lnTo>
                <a:close/>
                <a:lnTo>
                  <a:pt x="1329773" y="1749287"/>
                </a:lnTo>
                <a:close/>
                <a:lnTo>
                  <a:pt x="1325041" y="1749287"/>
                </a:lnTo>
                <a:close/>
                <a:lnTo>
                  <a:pt x="1320308" y="1749287"/>
                </a:lnTo>
                <a:close/>
                <a:lnTo>
                  <a:pt x="1315576" y="1749287"/>
                </a:lnTo>
                <a:close/>
                <a:lnTo>
                  <a:pt x="1310844" y="1749287"/>
                </a:lnTo>
                <a:close/>
                <a:lnTo>
                  <a:pt x="1306111" y="1749287"/>
                </a:lnTo>
                <a:close/>
                <a:lnTo>
                  <a:pt x="1301379" y="1749287"/>
                </a:lnTo>
                <a:close/>
                <a:lnTo>
                  <a:pt x="1296647" y="1749287"/>
                </a:lnTo>
                <a:close/>
                <a:lnTo>
                  <a:pt x="1291915" y="1749287"/>
                </a:lnTo>
                <a:close/>
                <a:lnTo>
                  <a:pt x="1287182" y="1749287"/>
                </a:lnTo>
                <a:close/>
                <a:lnTo>
                  <a:pt x="1282450" y="1749287"/>
                </a:lnTo>
                <a:close/>
                <a:lnTo>
                  <a:pt x="1277718" y="1749287"/>
                </a:lnTo>
                <a:close/>
                <a:lnTo>
                  <a:pt x="1272985" y="1749287"/>
                </a:lnTo>
                <a:close/>
                <a:lnTo>
                  <a:pt x="1268253" y="1749287"/>
                </a:lnTo>
                <a:close/>
                <a:lnTo>
                  <a:pt x="1263521" y="1749287"/>
                </a:lnTo>
                <a:close/>
                <a:lnTo>
                  <a:pt x="1258789" y="1749287"/>
                </a:lnTo>
                <a:close/>
                <a:lnTo>
                  <a:pt x="1254056" y="1749287"/>
                </a:lnTo>
                <a:close/>
                <a:lnTo>
                  <a:pt x="1249324" y="1749287"/>
                </a:lnTo>
                <a:close/>
                <a:lnTo>
                  <a:pt x="1244592" y="1749287"/>
                </a:lnTo>
                <a:close/>
                <a:lnTo>
                  <a:pt x="1239859" y="1749287"/>
                </a:lnTo>
                <a:close/>
                <a:lnTo>
                  <a:pt x="1235127" y="1749287"/>
                </a:lnTo>
                <a:close/>
                <a:lnTo>
                  <a:pt x="1230395" y="1749287"/>
                </a:lnTo>
                <a:close/>
                <a:lnTo>
                  <a:pt x="1225663" y="1749287"/>
                </a:lnTo>
                <a:close/>
                <a:lnTo>
                  <a:pt x="1220930" y="1749287"/>
                </a:lnTo>
                <a:close/>
                <a:lnTo>
                  <a:pt x="1216198" y="1749287"/>
                </a:lnTo>
                <a:close/>
                <a:lnTo>
                  <a:pt x="1211466" y="1749287"/>
                </a:lnTo>
                <a:close/>
                <a:lnTo>
                  <a:pt x="1206733" y="1749287"/>
                </a:lnTo>
                <a:close/>
                <a:lnTo>
                  <a:pt x="1202001" y="1749287"/>
                </a:lnTo>
                <a:close/>
                <a:lnTo>
                  <a:pt x="1197269" y="1749287"/>
                </a:lnTo>
                <a:close/>
                <a:lnTo>
                  <a:pt x="1192537" y="1749287"/>
                </a:lnTo>
                <a:close/>
                <a:lnTo>
                  <a:pt x="1187804" y="1749287"/>
                </a:lnTo>
                <a:close/>
                <a:lnTo>
                  <a:pt x="1183072" y="1749287"/>
                </a:lnTo>
                <a:close/>
                <a:lnTo>
                  <a:pt x="1178340" y="1749287"/>
                </a:lnTo>
                <a:close/>
                <a:lnTo>
                  <a:pt x="1173607" y="1749287"/>
                </a:lnTo>
                <a:close/>
                <a:lnTo>
                  <a:pt x="1168875" y="1749287"/>
                </a:lnTo>
                <a:close/>
                <a:lnTo>
                  <a:pt x="1164143" y="1749287"/>
                </a:lnTo>
                <a:close/>
                <a:lnTo>
                  <a:pt x="1159411" y="1749287"/>
                </a:lnTo>
                <a:close/>
                <a:lnTo>
                  <a:pt x="1154678" y="1749287"/>
                </a:lnTo>
                <a:close/>
                <a:lnTo>
                  <a:pt x="1149946" y="1749287"/>
                </a:lnTo>
                <a:close/>
                <a:lnTo>
                  <a:pt x="1145214" y="1749287"/>
                </a:lnTo>
                <a:close/>
                <a:lnTo>
                  <a:pt x="1140481" y="1749287"/>
                </a:lnTo>
                <a:close/>
                <a:lnTo>
                  <a:pt x="1135749" y="1749287"/>
                </a:lnTo>
                <a:close/>
                <a:lnTo>
                  <a:pt x="1131017" y="1749287"/>
                </a:lnTo>
                <a:close/>
                <a:lnTo>
                  <a:pt x="1126285" y="1749287"/>
                </a:lnTo>
                <a:close/>
                <a:lnTo>
                  <a:pt x="1121552" y="1749287"/>
                </a:lnTo>
                <a:close/>
                <a:lnTo>
                  <a:pt x="1116820" y="1749287"/>
                </a:lnTo>
                <a:close/>
                <a:lnTo>
                  <a:pt x="1112088" y="1749287"/>
                </a:lnTo>
                <a:close/>
                <a:lnTo>
                  <a:pt x="1107355" y="1749287"/>
                </a:lnTo>
                <a:close/>
                <a:lnTo>
                  <a:pt x="1102623" y="1749287"/>
                </a:lnTo>
                <a:close/>
                <a:lnTo>
                  <a:pt x="1097891" y="1749287"/>
                </a:lnTo>
                <a:close/>
                <a:lnTo>
                  <a:pt x="1093159" y="1749287"/>
                </a:lnTo>
                <a:close/>
                <a:lnTo>
                  <a:pt x="1088426" y="1749287"/>
                </a:lnTo>
                <a:close/>
                <a:lnTo>
                  <a:pt x="1083694" y="1749287"/>
                </a:lnTo>
                <a:close/>
                <a:lnTo>
                  <a:pt x="1078962" y="1749287"/>
                </a:lnTo>
                <a:close/>
                <a:lnTo>
                  <a:pt x="1074229" y="1749287"/>
                </a:lnTo>
                <a:close/>
                <a:lnTo>
                  <a:pt x="1069497" y="1749287"/>
                </a:lnTo>
                <a:close/>
                <a:lnTo>
                  <a:pt x="1064765" y="1749287"/>
                </a:lnTo>
                <a:close/>
                <a:lnTo>
                  <a:pt x="1060033" y="1749287"/>
                </a:lnTo>
                <a:close/>
                <a:lnTo>
                  <a:pt x="1055300" y="1749287"/>
                </a:lnTo>
                <a:close/>
                <a:lnTo>
                  <a:pt x="1050568" y="1749287"/>
                </a:lnTo>
                <a:close/>
                <a:lnTo>
                  <a:pt x="1045836" y="1749287"/>
                </a:lnTo>
                <a:close/>
                <a:lnTo>
                  <a:pt x="1041103" y="1749287"/>
                </a:lnTo>
                <a:close/>
                <a:lnTo>
                  <a:pt x="1036371" y="1749287"/>
                </a:lnTo>
                <a:close/>
                <a:lnTo>
                  <a:pt x="1031639" y="1749287"/>
                </a:lnTo>
                <a:close/>
                <a:lnTo>
                  <a:pt x="1026907" y="1749287"/>
                </a:lnTo>
                <a:close/>
                <a:lnTo>
                  <a:pt x="1022174" y="1749287"/>
                </a:lnTo>
                <a:close/>
                <a:lnTo>
                  <a:pt x="1017442" y="1749287"/>
                </a:lnTo>
                <a:close/>
                <a:lnTo>
                  <a:pt x="1012710" y="1749287"/>
                </a:lnTo>
                <a:close/>
                <a:lnTo>
                  <a:pt x="1007977" y="1749287"/>
                </a:lnTo>
                <a:close/>
                <a:lnTo>
                  <a:pt x="1003245" y="1749287"/>
                </a:lnTo>
                <a:close/>
                <a:lnTo>
                  <a:pt x="998513" y="1749287"/>
                </a:lnTo>
                <a:close/>
                <a:lnTo>
                  <a:pt x="993780" y="1749287"/>
                </a:lnTo>
                <a:close/>
                <a:lnTo>
                  <a:pt x="989048" y="1749287"/>
                </a:lnTo>
                <a:close/>
                <a:lnTo>
                  <a:pt x="984316" y="1749287"/>
                </a:lnTo>
                <a:close/>
                <a:lnTo>
                  <a:pt x="979584" y="1749287"/>
                </a:lnTo>
                <a:close/>
                <a:lnTo>
                  <a:pt x="974851" y="1749287"/>
                </a:lnTo>
                <a:close/>
                <a:lnTo>
                  <a:pt x="970119" y="1749287"/>
                </a:lnTo>
                <a:close/>
                <a:lnTo>
                  <a:pt x="965387" y="1749287"/>
                </a:lnTo>
                <a:close/>
                <a:lnTo>
                  <a:pt x="960654" y="1749287"/>
                </a:lnTo>
                <a:close/>
                <a:lnTo>
                  <a:pt x="955922" y="1749287"/>
                </a:lnTo>
                <a:close/>
                <a:lnTo>
                  <a:pt x="951190" y="1749287"/>
                </a:lnTo>
                <a:close/>
                <a:lnTo>
                  <a:pt x="946458" y="1749287"/>
                </a:lnTo>
                <a:close/>
                <a:lnTo>
                  <a:pt x="941725" y="1749287"/>
                </a:lnTo>
                <a:close/>
                <a:lnTo>
                  <a:pt x="936993" y="1749287"/>
                </a:lnTo>
                <a:close/>
                <a:lnTo>
                  <a:pt x="932261" y="1749287"/>
                </a:lnTo>
                <a:close/>
                <a:lnTo>
                  <a:pt x="927528" y="1749287"/>
                </a:lnTo>
                <a:close/>
                <a:lnTo>
                  <a:pt x="922796" y="1749287"/>
                </a:lnTo>
                <a:close/>
                <a:lnTo>
                  <a:pt x="918064" y="1749287"/>
                </a:lnTo>
                <a:close/>
                <a:lnTo>
                  <a:pt x="913332" y="1749287"/>
                </a:lnTo>
                <a:close/>
                <a:lnTo>
                  <a:pt x="908599" y="1749287"/>
                </a:lnTo>
                <a:close/>
                <a:lnTo>
                  <a:pt x="903867" y="1749287"/>
                </a:lnTo>
                <a:close/>
                <a:lnTo>
                  <a:pt x="899135" y="1749287"/>
                </a:lnTo>
                <a:close/>
                <a:lnTo>
                  <a:pt x="894402" y="1749287"/>
                </a:lnTo>
                <a:close/>
                <a:lnTo>
                  <a:pt x="889670" y="1749287"/>
                </a:lnTo>
                <a:close/>
                <a:lnTo>
                  <a:pt x="884938" y="1749287"/>
                </a:lnTo>
                <a:close/>
                <a:lnTo>
                  <a:pt x="880206" y="1749287"/>
                </a:lnTo>
                <a:close/>
                <a:lnTo>
                  <a:pt x="875473" y="1749287"/>
                </a:lnTo>
                <a:close/>
                <a:lnTo>
                  <a:pt x="870741" y="1749287"/>
                </a:lnTo>
                <a:close/>
                <a:lnTo>
                  <a:pt x="866009" y="1749287"/>
                </a:lnTo>
                <a:close/>
                <a:lnTo>
                  <a:pt x="861276" y="1749287"/>
                </a:lnTo>
                <a:close/>
                <a:lnTo>
                  <a:pt x="856544" y="1749287"/>
                </a:lnTo>
                <a:close/>
                <a:lnTo>
                  <a:pt x="851812" y="1749287"/>
                </a:lnTo>
                <a:close/>
                <a:lnTo>
                  <a:pt x="847080" y="1749287"/>
                </a:lnTo>
                <a:close/>
                <a:lnTo>
                  <a:pt x="842347" y="1749287"/>
                </a:lnTo>
                <a:close/>
                <a:lnTo>
                  <a:pt x="837615" y="1749287"/>
                </a:lnTo>
                <a:close/>
                <a:lnTo>
                  <a:pt x="832883" y="1749287"/>
                </a:lnTo>
                <a:close/>
                <a:lnTo>
                  <a:pt x="828150" y="1749287"/>
                </a:lnTo>
                <a:close/>
                <a:lnTo>
                  <a:pt x="823418" y="1749287"/>
                </a:lnTo>
                <a:close/>
                <a:lnTo>
                  <a:pt x="818686" y="1749287"/>
                </a:lnTo>
                <a:close/>
                <a:lnTo>
                  <a:pt x="813954" y="1749287"/>
                </a:lnTo>
                <a:close/>
                <a:lnTo>
                  <a:pt x="809221" y="1749287"/>
                </a:lnTo>
                <a:close/>
                <a:lnTo>
                  <a:pt x="804489" y="1749287"/>
                </a:lnTo>
                <a:close/>
                <a:lnTo>
                  <a:pt x="799757" y="1749287"/>
                </a:lnTo>
                <a:close/>
                <a:lnTo>
                  <a:pt x="795024" y="1749287"/>
                </a:lnTo>
                <a:close/>
                <a:lnTo>
                  <a:pt x="790292" y="1749287"/>
                </a:lnTo>
                <a:close/>
                <a:lnTo>
                  <a:pt x="785560" y="1749287"/>
                </a:lnTo>
                <a:close/>
                <a:lnTo>
                  <a:pt x="780828" y="1749287"/>
                </a:lnTo>
                <a:close/>
                <a:lnTo>
                  <a:pt x="776095" y="1749287"/>
                </a:lnTo>
                <a:close/>
                <a:lnTo>
                  <a:pt x="771363" y="1749287"/>
                </a:lnTo>
                <a:close/>
                <a:lnTo>
                  <a:pt x="766631" y="1749287"/>
                </a:lnTo>
                <a:close/>
                <a:lnTo>
                  <a:pt x="761898" y="1749287"/>
                </a:lnTo>
                <a:close/>
                <a:lnTo>
                  <a:pt x="757166" y="1749287"/>
                </a:lnTo>
                <a:close/>
                <a:lnTo>
                  <a:pt x="752434" y="1749287"/>
                </a:lnTo>
                <a:close/>
                <a:lnTo>
                  <a:pt x="747702" y="1749287"/>
                </a:lnTo>
                <a:close/>
                <a:lnTo>
                  <a:pt x="742969" y="1749287"/>
                </a:lnTo>
                <a:close/>
                <a:lnTo>
                  <a:pt x="738237" y="1749287"/>
                </a:lnTo>
                <a:close/>
                <a:lnTo>
                  <a:pt x="733505" y="1749287"/>
                </a:lnTo>
                <a:close/>
                <a:lnTo>
                  <a:pt x="728772" y="1749287"/>
                </a:lnTo>
                <a:close/>
                <a:lnTo>
                  <a:pt x="724040" y="1749287"/>
                </a:lnTo>
                <a:close/>
                <a:lnTo>
                  <a:pt x="719308" y="1749287"/>
                </a:lnTo>
                <a:close/>
                <a:lnTo>
                  <a:pt x="714576" y="1749287"/>
                </a:lnTo>
                <a:close/>
                <a:lnTo>
                  <a:pt x="709843" y="1749287"/>
                </a:lnTo>
                <a:close/>
                <a:lnTo>
                  <a:pt x="705111" y="1749287"/>
                </a:lnTo>
                <a:close/>
                <a:lnTo>
                  <a:pt x="700379" y="1749287"/>
                </a:lnTo>
                <a:close/>
                <a:lnTo>
                  <a:pt x="695646" y="1749287"/>
                </a:lnTo>
                <a:close/>
                <a:lnTo>
                  <a:pt x="690914" y="1749287"/>
                </a:lnTo>
                <a:close/>
                <a:lnTo>
                  <a:pt x="686182" y="1749287"/>
                </a:lnTo>
                <a:close/>
                <a:lnTo>
                  <a:pt x="681450" y="1749287"/>
                </a:lnTo>
                <a:close/>
                <a:lnTo>
                  <a:pt x="676717" y="1749287"/>
                </a:lnTo>
                <a:close/>
                <a:lnTo>
                  <a:pt x="671985" y="1749287"/>
                </a:lnTo>
                <a:close/>
                <a:lnTo>
                  <a:pt x="667253" y="1749287"/>
                </a:lnTo>
                <a:close/>
                <a:lnTo>
                  <a:pt x="662520" y="1749287"/>
                </a:lnTo>
                <a:close/>
                <a:lnTo>
                  <a:pt x="657788" y="1749287"/>
                </a:lnTo>
                <a:close/>
                <a:lnTo>
                  <a:pt x="653056" y="1749287"/>
                </a:lnTo>
                <a:close/>
                <a:lnTo>
                  <a:pt x="648324" y="1749287"/>
                </a:lnTo>
                <a:close/>
                <a:lnTo>
                  <a:pt x="643591" y="1749287"/>
                </a:lnTo>
                <a:close/>
                <a:lnTo>
                  <a:pt x="638859" y="1749287"/>
                </a:lnTo>
                <a:close/>
                <a:lnTo>
                  <a:pt x="634127" y="1749287"/>
                </a:lnTo>
                <a:close/>
                <a:lnTo>
                  <a:pt x="629394" y="1749287"/>
                </a:lnTo>
                <a:close/>
                <a:lnTo>
                  <a:pt x="624662" y="1749287"/>
                </a:lnTo>
                <a:close/>
                <a:lnTo>
                  <a:pt x="619930" y="1749287"/>
                </a:lnTo>
                <a:close/>
                <a:lnTo>
                  <a:pt x="615198" y="1749287"/>
                </a:lnTo>
                <a:close/>
                <a:lnTo>
                  <a:pt x="610465" y="1749287"/>
                </a:lnTo>
                <a:close/>
                <a:lnTo>
                  <a:pt x="605733" y="1749287"/>
                </a:lnTo>
                <a:close/>
                <a:lnTo>
                  <a:pt x="601001" y="1749287"/>
                </a:lnTo>
                <a:close/>
                <a:lnTo>
                  <a:pt x="596268" y="1749287"/>
                </a:lnTo>
                <a:close/>
                <a:lnTo>
                  <a:pt x="591536" y="1749287"/>
                </a:lnTo>
                <a:close/>
                <a:lnTo>
                  <a:pt x="586804" y="1749287"/>
                </a:lnTo>
                <a:close/>
                <a:lnTo>
                  <a:pt x="582072" y="1749287"/>
                </a:lnTo>
                <a:close/>
                <a:lnTo>
                  <a:pt x="577339" y="1749287"/>
                </a:lnTo>
                <a:close/>
                <a:lnTo>
                  <a:pt x="572607" y="1749287"/>
                </a:lnTo>
                <a:close/>
                <a:lnTo>
                  <a:pt x="567875" y="1749287"/>
                </a:lnTo>
                <a:close/>
                <a:lnTo>
                  <a:pt x="563142" y="1749287"/>
                </a:lnTo>
                <a:close/>
                <a:lnTo>
                  <a:pt x="558410" y="1749287"/>
                </a:lnTo>
                <a:close/>
                <a:lnTo>
                  <a:pt x="553678" y="1749287"/>
                </a:lnTo>
                <a:close/>
                <a:lnTo>
                  <a:pt x="548946" y="1749287"/>
                </a:lnTo>
                <a:close/>
                <a:lnTo>
                  <a:pt x="544213" y="1749287"/>
                </a:lnTo>
                <a:close/>
                <a:lnTo>
                  <a:pt x="539481" y="1749287"/>
                </a:lnTo>
                <a:close/>
                <a:lnTo>
                  <a:pt x="534749" y="1749287"/>
                </a:lnTo>
                <a:close/>
                <a:lnTo>
                  <a:pt x="530016" y="1749287"/>
                </a:lnTo>
                <a:close/>
                <a:lnTo>
                  <a:pt x="525284" y="1749287"/>
                </a:lnTo>
                <a:close/>
                <a:lnTo>
                  <a:pt x="520552" y="1749287"/>
                </a:lnTo>
                <a:close/>
                <a:lnTo>
                  <a:pt x="515820" y="1749287"/>
                </a:lnTo>
                <a:close/>
                <a:lnTo>
                  <a:pt x="511087" y="1749287"/>
                </a:lnTo>
                <a:close/>
                <a:lnTo>
                  <a:pt x="506355" y="1749287"/>
                </a:lnTo>
                <a:close/>
                <a:lnTo>
                  <a:pt x="501623" y="1749287"/>
                </a:lnTo>
                <a:close/>
                <a:lnTo>
                  <a:pt x="496890" y="1749287"/>
                </a:lnTo>
                <a:close/>
                <a:lnTo>
                  <a:pt x="492158" y="1749287"/>
                </a:lnTo>
                <a:close/>
                <a:lnTo>
                  <a:pt x="487426" y="1749287"/>
                </a:lnTo>
                <a:close/>
                <a:lnTo>
                  <a:pt x="482693" y="1749287"/>
                </a:lnTo>
                <a:close/>
                <a:lnTo>
                  <a:pt x="477961" y="1749287"/>
                </a:lnTo>
                <a:close/>
                <a:lnTo>
                  <a:pt x="473229" y="1749287"/>
                </a:lnTo>
                <a:close/>
                <a:lnTo>
                  <a:pt x="468497" y="1749287"/>
                </a:lnTo>
                <a:close/>
                <a:lnTo>
                  <a:pt x="463764" y="1749287"/>
                </a:lnTo>
                <a:close/>
                <a:lnTo>
                  <a:pt x="459032" y="1749287"/>
                </a:lnTo>
                <a:close/>
                <a:lnTo>
                  <a:pt x="454300" y="1749287"/>
                </a:lnTo>
                <a:close/>
                <a:lnTo>
                  <a:pt x="449567" y="1749287"/>
                </a:lnTo>
                <a:close/>
                <a:lnTo>
                  <a:pt x="444835" y="1749287"/>
                </a:lnTo>
                <a:close/>
                <a:lnTo>
                  <a:pt x="440103" y="1749287"/>
                </a:lnTo>
                <a:close/>
                <a:lnTo>
                  <a:pt x="435371" y="1749287"/>
                </a:lnTo>
                <a:close/>
                <a:lnTo>
                  <a:pt x="430638" y="1749287"/>
                </a:lnTo>
                <a:close/>
                <a:lnTo>
                  <a:pt x="425906" y="1749287"/>
                </a:lnTo>
                <a:close/>
                <a:lnTo>
                  <a:pt x="421174" y="1749287"/>
                </a:lnTo>
                <a:close/>
                <a:lnTo>
                  <a:pt x="416441" y="1749287"/>
                </a:lnTo>
                <a:close/>
                <a:lnTo>
                  <a:pt x="411709" y="1749287"/>
                </a:lnTo>
                <a:close/>
                <a:lnTo>
                  <a:pt x="406977" y="1749287"/>
                </a:lnTo>
                <a:close/>
                <a:lnTo>
                  <a:pt x="402245" y="1749287"/>
                </a:lnTo>
                <a:close/>
                <a:lnTo>
                  <a:pt x="397512" y="1749287"/>
                </a:lnTo>
                <a:close/>
                <a:lnTo>
                  <a:pt x="392780" y="1749287"/>
                </a:lnTo>
                <a:close/>
                <a:lnTo>
                  <a:pt x="388048" y="1749287"/>
                </a:lnTo>
                <a:close/>
                <a:lnTo>
                  <a:pt x="383315" y="1749287"/>
                </a:lnTo>
                <a:close/>
                <a:lnTo>
                  <a:pt x="378583" y="1749287"/>
                </a:lnTo>
                <a:close/>
                <a:lnTo>
                  <a:pt x="373851" y="1749287"/>
                </a:lnTo>
                <a:close/>
                <a:lnTo>
                  <a:pt x="369119" y="1749287"/>
                </a:lnTo>
                <a:close/>
                <a:lnTo>
                  <a:pt x="364386" y="1749287"/>
                </a:lnTo>
                <a:close/>
                <a:lnTo>
                  <a:pt x="359654" y="1749287"/>
                </a:lnTo>
                <a:close/>
                <a:lnTo>
                  <a:pt x="354922" y="1749287"/>
                </a:lnTo>
                <a:close/>
                <a:lnTo>
                  <a:pt x="350189" y="1749287"/>
                </a:lnTo>
                <a:close/>
                <a:lnTo>
                  <a:pt x="345457" y="1749287"/>
                </a:lnTo>
                <a:close/>
                <a:lnTo>
                  <a:pt x="340725" y="1749287"/>
                </a:lnTo>
                <a:close/>
                <a:lnTo>
                  <a:pt x="335993" y="1749287"/>
                </a:lnTo>
                <a:close/>
                <a:lnTo>
                  <a:pt x="331260" y="1749287"/>
                </a:lnTo>
                <a:close/>
                <a:lnTo>
                  <a:pt x="326528" y="1749287"/>
                </a:lnTo>
                <a:close/>
                <a:lnTo>
                  <a:pt x="321796" y="1749287"/>
                </a:lnTo>
                <a:close/>
                <a:lnTo>
                  <a:pt x="317063" y="1749287"/>
                </a:lnTo>
                <a:close/>
                <a:lnTo>
                  <a:pt x="312331" y="1749287"/>
                </a:lnTo>
                <a:close/>
                <a:lnTo>
                  <a:pt x="307599" y="1749287"/>
                </a:lnTo>
                <a:close/>
                <a:lnTo>
                  <a:pt x="302867" y="1749287"/>
                </a:lnTo>
                <a:close/>
                <a:lnTo>
                  <a:pt x="298134" y="1749287"/>
                </a:lnTo>
                <a:close/>
                <a:lnTo>
                  <a:pt x="293402" y="1749287"/>
                </a:lnTo>
                <a:close/>
                <a:lnTo>
                  <a:pt x="288670" y="1749287"/>
                </a:lnTo>
                <a:close/>
                <a:lnTo>
                  <a:pt x="283937" y="1749287"/>
                </a:lnTo>
                <a:close/>
                <a:lnTo>
                  <a:pt x="279205" y="1749287"/>
                </a:lnTo>
                <a:close/>
                <a:lnTo>
                  <a:pt x="274473" y="1749287"/>
                </a:lnTo>
                <a:close/>
                <a:lnTo>
                  <a:pt x="269741" y="1749287"/>
                </a:lnTo>
                <a:close/>
                <a:lnTo>
                  <a:pt x="265008" y="1749287"/>
                </a:lnTo>
                <a:close/>
                <a:lnTo>
                  <a:pt x="260276" y="1749287"/>
                </a:lnTo>
                <a:close/>
                <a:lnTo>
                  <a:pt x="255544" y="1749287"/>
                </a:lnTo>
                <a:close/>
                <a:lnTo>
                  <a:pt x="250811" y="1749287"/>
                </a:lnTo>
                <a:close/>
                <a:lnTo>
                  <a:pt x="246079" y="1749287"/>
                </a:lnTo>
                <a:close/>
                <a:lnTo>
                  <a:pt x="241347" y="1749287"/>
                </a:lnTo>
                <a:close/>
                <a:lnTo>
                  <a:pt x="236615" y="1749287"/>
                </a:lnTo>
                <a:close/>
                <a:lnTo>
                  <a:pt x="231882" y="1749287"/>
                </a:lnTo>
                <a:close/>
                <a:lnTo>
                  <a:pt x="227150" y="1749287"/>
                </a:lnTo>
                <a:close/>
                <a:lnTo>
                  <a:pt x="222418" y="1749287"/>
                </a:lnTo>
                <a:close/>
                <a:lnTo>
                  <a:pt x="217685" y="1749287"/>
                </a:lnTo>
                <a:close/>
                <a:lnTo>
                  <a:pt x="212953" y="1749287"/>
                </a:lnTo>
                <a:close/>
                <a:lnTo>
                  <a:pt x="208221" y="1749287"/>
                </a:lnTo>
                <a:close/>
                <a:lnTo>
                  <a:pt x="203489" y="1749287"/>
                </a:lnTo>
                <a:close/>
                <a:lnTo>
                  <a:pt x="198756" y="1749287"/>
                </a:lnTo>
                <a:close/>
                <a:lnTo>
                  <a:pt x="194024" y="1749287"/>
                </a:lnTo>
                <a:close/>
                <a:lnTo>
                  <a:pt x="189292" y="1749287"/>
                </a:lnTo>
                <a:close/>
                <a:lnTo>
                  <a:pt x="184559" y="1749287"/>
                </a:lnTo>
                <a:close/>
                <a:lnTo>
                  <a:pt x="179827" y="1749287"/>
                </a:lnTo>
                <a:close/>
                <a:lnTo>
                  <a:pt x="175095" y="1749287"/>
                </a:lnTo>
                <a:close/>
                <a:lnTo>
                  <a:pt x="170363" y="1749287"/>
                </a:lnTo>
                <a:close/>
                <a:lnTo>
                  <a:pt x="165630" y="1749287"/>
                </a:lnTo>
                <a:close/>
                <a:lnTo>
                  <a:pt x="160898" y="1749287"/>
                </a:lnTo>
                <a:close/>
                <a:lnTo>
                  <a:pt x="156166" y="1749287"/>
                </a:lnTo>
                <a:close/>
                <a:lnTo>
                  <a:pt x="151433" y="1749287"/>
                </a:lnTo>
                <a:close/>
                <a:lnTo>
                  <a:pt x="146701" y="1749287"/>
                </a:lnTo>
                <a:close/>
                <a:lnTo>
                  <a:pt x="141969" y="1749287"/>
                </a:lnTo>
                <a:close/>
                <a:lnTo>
                  <a:pt x="137237" y="1749287"/>
                </a:lnTo>
                <a:close/>
                <a:lnTo>
                  <a:pt x="132504" y="1749287"/>
                </a:lnTo>
                <a:close/>
                <a:lnTo>
                  <a:pt x="127772" y="1749287"/>
                </a:lnTo>
                <a:close/>
                <a:lnTo>
                  <a:pt x="123040" y="1749287"/>
                </a:lnTo>
                <a:close/>
                <a:lnTo>
                  <a:pt x="118307" y="1749287"/>
                </a:lnTo>
                <a:close/>
                <a:lnTo>
                  <a:pt x="113575" y="1749287"/>
                </a:lnTo>
                <a:close/>
                <a:lnTo>
                  <a:pt x="108843" y="1749287"/>
                </a:lnTo>
                <a:close/>
                <a:lnTo>
                  <a:pt x="104111" y="1749287"/>
                </a:lnTo>
                <a:close/>
                <a:lnTo>
                  <a:pt x="99378" y="1749287"/>
                </a:lnTo>
                <a:close/>
                <a:lnTo>
                  <a:pt x="94646" y="1749287"/>
                </a:lnTo>
                <a:close/>
                <a:lnTo>
                  <a:pt x="89914" y="1749287"/>
                </a:lnTo>
                <a:close/>
                <a:lnTo>
                  <a:pt x="85181" y="1749287"/>
                </a:lnTo>
                <a:close/>
                <a:lnTo>
                  <a:pt x="80449" y="1749287"/>
                </a:lnTo>
                <a:close/>
                <a:lnTo>
                  <a:pt x="75717" y="1749287"/>
                </a:lnTo>
                <a:close/>
                <a:lnTo>
                  <a:pt x="70985" y="1749287"/>
                </a:lnTo>
                <a:close/>
                <a:lnTo>
                  <a:pt x="66252" y="1749287"/>
                </a:lnTo>
                <a:close/>
                <a:lnTo>
                  <a:pt x="61520" y="1749287"/>
                </a:lnTo>
                <a:close/>
                <a:lnTo>
                  <a:pt x="56788" y="1749287"/>
                </a:lnTo>
                <a:close/>
                <a:lnTo>
                  <a:pt x="52055" y="1749287"/>
                </a:lnTo>
                <a:close/>
                <a:lnTo>
                  <a:pt x="47323" y="1749287"/>
                </a:lnTo>
                <a:close/>
                <a:lnTo>
                  <a:pt x="42591" y="1749287"/>
                </a:lnTo>
                <a:close/>
                <a:lnTo>
                  <a:pt x="37858" y="1749287"/>
                </a:lnTo>
                <a:close/>
                <a:lnTo>
                  <a:pt x="33126" y="1749287"/>
                </a:lnTo>
                <a:close/>
                <a:lnTo>
                  <a:pt x="28394" y="1749287"/>
                </a:lnTo>
                <a:close/>
                <a:lnTo>
                  <a:pt x="23662" y="1749287"/>
                </a:lnTo>
                <a:close/>
                <a:lnTo>
                  <a:pt x="18929" y="1749287"/>
                </a:lnTo>
                <a:close/>
                <a:lnTo>
                  <a:pt x="14197" y="1749287"/>
                </a:lnTo>
                <a:close/>
                <a:lnTo>
                  <a:pt x="9465" y="1749287"/>
                </a:lnTo>
                <a:close/>
                <a:lnTo>
                  <a:pt x="4732" y="1749287"/>
                </a:lnTo>
                <a:close/>
                <a:lnTo>
                  <a:pt x="0" y="1749287"/>
                </a:lnTo>
                <a:close/>
                <a:lnTo>
                  <a:pt x="0" y="1749287"/>
                </a:lnTo>
                <a:close/>
              </a:path>
            </a:pathLst>
          </a:custGeom>
          <a:solidFill>
            <a:srgbClr val="C5DAE9">
              <a:alpha val="45000"/>
            </a:srgbClr>
          </a:solidFill>
          <a:ln w="12700">
            <a:solidFill>
              <a:srgbClr val="C5DAE9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058875" y="795528"/>
            <a:ext cx="0" cy="2011680"/>
          </a:xfrm>
          <a:custGeom>
            <a:avLst/>
            <a:gdLst/>
            <a:ahLst/>
            <a:cxnLst/>
            <a:rect l="l" t="t" r="r" b="b"/>
            <a:pathLst>
              <a:path w="0" h="2011680">
                <a:moveTo>
                  <a:pt x="0" y="201168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058875" y="2807208"/>
            <a:ext cx="2834640" cy="0"/>
          </a:xfrm>
          <a:custGeom>
            <a:avLst/>
            <a:gdLst/>
            <a:ahLst/>
            <a:cxnLst/>
            <a:rect l="l" t="t" r="r" b="b"/>
            <a:pathLst>
              <a:path w="2834640" h="0">
                <a:moveTo>
                  <a:pt x="0" y="0"/>
                </a:moveTo>
                <a:lnTo>
                  <a:pt x="283464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058875" y="1057921"/>
            <a:ext cx="2834640" cy="1749287"/>
          </a:xfrm>
          <a:custGeom>
            <a:avLst/>
            <a:gdLst/>
            <a:ahLst/>
            <a:cxnLst/>
            <a:rect l="l" t="t" r="r" b="b"/>
            <a:pathLst>
              <a:path w="2834640" h="1749287">
                <a:moveTo>
                  <a:pt x="0" y="1749287"/>
                </a:moveTo>
                <a:lnTo>
                  <a:pt x="1698891" y="1747896"/>
                </a:lnTo>
                <a:close/>
                <a:lnTo>
                  <a:pt x="1713088" y="1744852"/>
                </a:lnTo>
                <a:close/>
                <a:lnTo>
                  <a:pt x="1722553" y="1740710"/>
                </a:lnTo>
                <a:close/>
                <a:lnTo>
                  <a:pt x="1732017" y="1734084"/>
                </a:lnTo>
                <a:close/>
                <a:lnTo>
                  <a:pt x="1741482" y="1724496"/>
                </a:lnTo>
                <a:close/>
                <a:lnTo>
                  <a:pt x="1755679" y="1704575"/>
                </a:lnTo>
                <a:close/>
                <a:lnTo>
                  <a:pt x="1774608" y="1670832"/>
                </a:lnTo>
                <a:close/>
                <a:lnTo>
                  <a:pt x="1798269" y="1623101"/>
                </a:lnTo>
                <a:close/>
                <a:lnTo>
                  <a:pt x="1812466" y="1589552"/>
                </a:lnTo>
                <a:close/>
                <a:lnTo>
                  <a:pt x="1826663" y="1548916"/>
                </a:lnTo>
                <a:close/>
                <a:lnTo>
                  <a:pt x="1840860" y="1499062"/>
                </a:lnTo>
                <a:close/>
                <a:lnTo>
                  <a:pt x="1855057" y="1437939"/>
                </a:lnTo>
                <a:close/>
                <a:lnTo>
                  <a:pt x="1869254" y="1363476"/>
                </a:lnTo>
                <a:close/>
                <a:lnTo>
                  <a:pt x="1888183" y="1244375"/>
                </a:lnTo>
                <a:close/>
                <a:lnTo>
                  <a:pt x="1926041" y="976231"/>
                </a:lnTo>
                <a:close/>
                <a:lnTo>
                  <a:pt x="1949702" y="816265"/>
                </a:lnTo>
                <a:close/>
                <a:lnTo>
                  <a:pt x="1963899" y="735696"/>
                </a:lnTo>
                <a:close/>
                <a:lnTo>
                  <a:pt x="1978096" y="671769"/>
                </a:lnTo>
                <a:close/>
                <a:lnTo>
                  <a:pt x="1992293" y="622533"/>
                </a:lnTo>
                <a:close/>
                <a:lnTo>
                  <a:pt x="2039616" y="477105"/>
                </a:lnTo>
                <a:close/>
                <a:lnTo>
                  <a:pt x="2058545" y="401525"/>
                </a:lnTo>
                <a:close/>
                <a:lnTo>
                  <a:pt x="2091671" y="256377"/>
                </a:lnTo>
                <a:close/>
                <a:lnTo>
                  <a:pt x="2134262" y="62018"/>
                </a:lnTo>
                <a:close/>
                <a:lnTo>
                  <a:pt x="2143726" y="31306"/>
                </a:lnTo>
                <a:close/>
                <a:lnTo>
                  <a:pt x="2153191" y="10544"/>
                </a:lnTo>
                <a:close/>
                <a:lnTo>
                  <a:pt x="2157923" y="4244"/>
                </a:lnTo>
                <a:close/>
                <a:lnTo>
                  <a:pt x="2162655" y="730"/>
                </a:lnTo>
                <a:close/>
                <a:lnTo>
                  <a:pt x="2167388" y="0"/>
                </a:lnTo>
                <a:close/>
                <a:lnTo>
                  <a:pt x="2172120" y="2031"/>
                </a:lnTo>
                <a:close/>
                <a:lnTo>
                  <a:pt x="2176852" y="6790"/>
                </a:lnTo>
                <a:close/>
                <a:lnTo>
                  <a:pt x="2181585" y="14239"/>
                </a:lnTo>
                <a:close/>
                <a:lnTo>
                  <a:pt x="2191049" y="37027"/>
                </a:lnTo>
                <a:close/>
                <a:lnTo>
                  <a:pt x="2200514" y="69874"/>
                </a:lnTo>
                <a:close/>
                <a:lnTo>
                  <a:pt x="2214711" y="135565"/>
                </a:lnTo>
                <a:close/>
                <a:lnTo>
                  <a:pt x="2233640" y="242273"/>
                </a:lnTo>
                <a:close/>
                <a:lnTo>
                  <a:pt x="2257301" y="372638"/>
                </a:lnTo>
                <a:close/>
                <a:lnTo>
                  <a:pt x="2271498" y="435794"/>
                </a:lnTo>
                <a:close/>
                <a:lnTo>
                  <a:pt x="2295159" y="522368"/>
                </a:lnTo>
                <a:close/>
                <a:lnTo>
                  <a:pt x="2309356" y="580128"/>
                </a:lnTo>
                <a:close/>
                <a:lnTo>
                  <a:pt x="2323553" y="653810"/>
                </a:lnTo>
                <a:close/>
                <a:lnTo>
                  <a:pt x="2337750" y="744626"/>
                </a:lnTo>
                <a:close/>
                <a:lnTo>
                  <a:pt x="2361411" y="919660"/>
                </a:lnTo>
                <a:close/>
                <a:lnTo>
                  <a:pt x="2404002" y="1239738"/>
                </a:lnTo>
                <a:close/>
                <a:lnTo>
                  <a:pt x="2422931" y="1357999"/>
                </a:lnTo>
                <a:close/>
                <a:lnTo>
                  <a:pt x="2437128" y="1428545"/>
                </a:lnTo>
                <a:close/>
                <a:lnTo>
                  <a:pt x="2451325" y="1483948"/>
                </a:lnTo>
                <a:close/>
                <a:lnTo>
                  <a:pt x="2465522" y="1527905"/>
                </a:lnTo>
                <a:close/>
                <a:lnTo>
                  <a:pt x="2479719" y="1564170"/>
                </a:lnTo>
                <a:close/>
                <a:lnTo>
                  <a:pt x="2493916" y="1594071"/>
                </a:lnTo>
                <a:close/>
                <a:lnTo>
                  <a:pt x="2508112" y="1616585"/>
                </a:lnTo>
                <a:close/>
                <a:lnTo>
                  <a:pt x="2517577" y="1626972"/>
                </a:lnTo>
                <a:close/>
                <a:lnTo>
                  <a:pt x="2527042" y="1634016"/>
                </a:lnTo>
                <a:close/>
                <a:lnTo>
                  <a:pt x="2541238" y="1640740"/>
                </a:lnTo>
                <a:close/>
                <a:lnTo>
                  <a:pt x="2555435" y="1647280"/>
                </a:lnTo>
                <a:close/>
                <a:lnTo>
                  <a:pt x="2569632" y="1657287"/>
                </a:lnTo>
                <a:close/>
                <a:lnTo>
                  <a:pt x="2588561" y="1675859"/>
                </a:lnTo>
                <a:close/>
                <a:lnTo>
                  <a:pt x="2607490" y="1693392"/>
                </a:lnTo>
                <a:close/>
                <a:lnTo>
                  <a:pt x="2616955" y="1699242"/>
                </a:lnTo>
                <a:close/>
                <a:lnTo>
                  <a:pt x="2626420" y="1702704"/>
                </a:lnTo>
                <a:close/>
                <a:lnTo>
                  <a:pt x="2640616" y="1704718"/>
                </a:lnTo>
                <a:close/>
                <a:lnTo>
                  <a:pt x="2659546" y="1707238"/>
                </a:lnTo>
                <a:close/>
                <a:lnTo>
                  <a:pt x="2673742" y="1712555"/>
                </a:lnTo>
                <a:close/>
                <a:lnTo>
                  <a:pt x="2697404" y="1726281"/>
                </a:lnTo>
                <a:close/>
                <a:lnTo>
                  <a:pt x="2716333" y="1736069"/>
                </a:lnTo>
                <a:close/>
                <a:lnTo>
                  <a:pt x="2735262" y="1742415"/>
                </a:lnTo>
                <a:close/>
                <a:lnTo>
                  <a:pt x="2758924" y="1746672"/>
                </a:lnTo>
                <a:close/>
                <a:lnTo>
                  <a:pt x="2787317" y="1748751"/>
                </a:lnTo>
                <a:close/>
                <a:lnTo>
                  <a:pt x="2834640" y="1749280"/>
                </a:lnTo>
                <a:close/>
                <a:lnTo>
                  <a:pt x="2834640" y="1749280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75269" y="592328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E intercept (GPa)</a:t>
            </a:r>
          </a:p>
        </p:txBody>
      </p:sp>
      <p:sp>
        <p:nvSpPr>
          <p:cNvPr id="38" name="Freeform 37"/>
          <p:cNvSpPr/>
          <p:nvPr/>
        </p:nvSpPr>
        <p:spPr>
          <a:xfrm>
            <a:off x="3496467" y="795528"/>
            <a:ext cx="0" cy="2011680"/>
          </a:xfrm>
          <a:custGeom>
            <a:avLst/>
            <a:gdLst/>
            <a:ahLst/>
            <a:cxnLst/>
            <a:rect l="l" t="t" r="r" b="b"/>
            <a:pathLst>
              <a:path w="0" h="2011680">
                <a:moveTo>
                  <a:pt x="0" y="201168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43907" y="795528"/>
            <a:ext cx="28346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43907" y="2485361"/>
            <a:ext cx="2834640" cy="321847"/>
          </a:xfrm>
          <a:prstGeom prst="rect">
            <a:avLst/>
          </a:prstGeom>
          <a:solidFill>
            <a:srgbClr val="E8E8E8">
              <a:alpha val="85000"/>
            </a:srgbClr>
          </a:solidFill>
          <a:ln w="10160">
            <a:solidFill>
              <a:srgbClr val="B0B0B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4743907" y="28072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43907" y="283274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</a:t>
            </a:r>
          </a:p>
        </p:txBody>
      </p:sp>
      <p:sp>
        <p:nvSpPr>
          <p:cNvPr id="43" name="Freeform 42"/>
          <p:cNvSpPr/>
          <p:nvPr/>
        </p:nvSpPr>
        <p:spPr>
          <a:xfrm>
            <a:off x="5148856" y="28072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48856" y="283274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</a:t>
            </a:r>
          </a:p>
        </p:txBody>
      </p:sp>
      <p:sp>
        <p:nvSpPr>
          <p:cNvPr id="45" name="Freeform 44"/>
          <p:cNvSpPr/>
          <p:nvPr/>
        </p:nvSpPr>
        <p:spPr>
          <a:xfrm>
            <a:off x="5553804" y="28072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53804" y="283274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4</a:t>
            </a:r>
          </a:p>
        </p:txBody>
      </p:sp>
      <p:sp>
        <p:nvSpPr>
          <p:cNvPr id="47" name="Freeform 46"/>
          <p:cNvSpPr/>
          <p:nvPr/>
        </p:nvSpPr>
        <p:spPr>
          <a:xfrm>
            <a:off x="5958753" y="28072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58753" y="283274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6</a:t>
            </a:r>
          </a:p>
        </p:txBody>
      </p:sp>
      <p:sp>
        <p:nvSpPr>
          <p:cNvPr id="49" name="Freeform 48"/>
          <p:cNvSpPr/>
          <p:nvPr/>
        </p:nvSpPr>
        <p:spPr>
          <a:xfrm>
            <a:off x="6363701" y="28072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63701" y="283274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8</a:t>
            </a:r>
          </a:p>
        </p:txBody>
      </p:sp>
      <p:sp>
        <p:nvSpPr>
          <p:cNvPr id="51" name="Freeform 50"/>
          <p:cNvSpPr/>
          <p:nvPr/>
        </p:nvSpPr>
        <p:spPr>
          <a:xfrm>
            <a:off x="6768650" y="28072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8650" y="283274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</a:t>
            </a:r>
          </a:p>
        </p:txBody>
      </p:sp>
      <p:sp>
        <p:nvSpPr>
          <p:cNvPr id="53" name="Freeform 52"/>
          <p:cNvSpPr/>
          <p:nvPr/>
        </p:nvSpPr>
        <p:spPr>
          <a:xfrm>
            <a:off x="7173599" y="28072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73599" y="283274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12</a:t>
            </a:r>
          </a:p>
        </p:txBody>
      </p:sp>
      <p:sp>
        <p:nvSpPr>
          <p:cNvPr id="55" name="Freeform 54"/>
          <p:cNvSpPr/>
          <p:nvPr/>
        </p:nvSpPr>
        <p:spPr>
          <a:xfrm>
            <a:off x="7578547" y="28072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78547" y="283274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72099" y="2993666"/>
            <a:ext cx="1498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α base−6−1 ( K) 10</a:t>
            </a:r>
          </a:p>
        </p:txBody>
      </p:sp>
      <p:sp>
        <p:nvSpPr>
          <p:cNvPr id="58" name="Freeform 57"/>
          <p:cNvSpPr/>
          <p:nvPr/>
        </p:nvSpPr>
        <p:spPr>
          <a:xfrm>
            <a:off x="4699457" y="280720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55007" y="271202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0.00</a:t>
            </a:r>
          </a:p>
        </p:txBody>
      </p:sp>
      <p:sp>
        <p:nvSpPr>
          <p:cNvPr id="60" name="Freeform 59"/>
          <p:cNvSpPr/>
          <p:nvPr/>
        </p:nvSpPr>
        <p:spPr>
          <a:xfrm>
            <a:off x="4699457" y="25819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55007" y="248673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0.05</a:t>
            </a:r>
          </a:p>
        </p:txBody>
      </p:sp>
      <p:sp>
        <p:nvSpPr>
          <p:cNvPr id="62" name="Freeform 61"/>
          <p:cNvSpPr/>
          <p:nvPr/>
        </p:nvSpPr>
        <p:spPr>
          <a:xfrm>
            <a:off x="4699457" y="235662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55007" y="226143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0.10</a:t>
            </a:r>
          </a:p>
        </p:txBody>
      </p:sp>
      <p:sp>
        <p:nvSpPr>
          <p:cNvPr id="64" name="Freeform 63"/>
          <p:cNvSpPr/>
          <p:nvPr/>
        </p:nvSpPr>
        <p:spPr>
          <a:xfrm>
            <a:off x="4699457" y="213132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55007" y="203614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0.15</a:t>
            </a:r>
          </a:p>
        </p:txBody>
      </p:sp>
      <p:sp>
        <p:nvSpPr>
          <p:cNvPr id="66" name="Freeform 65"/>
          <p:cNvSpPr/>
          <p:nvPr/>
        </p:nvSpPr>
        <p:spPr>
          <a:xfrm>
            <a:off x="4699457" y="190603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55007" y="181085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0.20</a:t>
            </a:r>
          </a:p>
        </p:txBody>
      </p:sp>
      <p:sp>
        <p:nvSpPr>
          <p:cNvPr id="68" name="Freeform 67"/>
          <p:cNvSpPr/>
          <p:nvPr/>
        </p:nvSpPr>
        <p:spPr>
          <a:xfrm>
            <a:off x="4699457" y="168074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55007" y="1585559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0.25</a:t>
            </a:r>
          </a:p>
        </p:txBody>
      </p:sp>
      <p:sp>
        <p:nvSpPr>
          <p:cNvPr id="70" name="Freeform 69"/>
          <p:cNvSpPr/>
          <p:nvPr/>
        </p:nvSpPr>
        <p:spPr>
          <a:xfrm>
            <a:off x="4699457" y="14554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55007" y="136026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0.30</a:t>
            </a:r>
          </a:p>
        </p:txBody>
      </p:sp>
      <p:sp>
        <p:nvSpPr>
          <p:cNvPr id="72" name="Freeform 71"/>
          <p:cNvSpPr/>
          <p:nvPr/>
        </p:nvSpPr>
        <p:spPr>
          <a:xfrm>
            <a:off x="4699457" y="123015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55007" y="1134973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0.35</a:t>
            </a:r>
          </a:p>
        </p:txBody>
      </p:sp>
      <p:sp>
        <p:nvSpPr>
          <p:cNvPr id="74" name="Freeform 73"/>
          <p:cNvSpPr/>
          <p:nvPr/>
        </p:nvSpPr>
        <p:spPr>
          <a:xfrm>
            <a:off x="4699457" y="10048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55007" y="90968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0.40</a:t>
            </a:r>
          </a:p>
        </p:txBody>
      </p:sp>
      <p:sp>
        <p:nvSpPr>
          <p:cNvPr id="76" name="TextBox 75"/>
          <p:cNvSpPr txBox="1"/>
          <p:nvPr/>
        </p:nvSpPr>
        <p:spPr>
          <a:xfrm rot="16200000">
            <a:off x="1706118" y="-4867016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Density</a:t>
            </a:r>
          </a:p>
        </p:txBody>
      </p:sp>
      <p:sp>
        <p:nvSpPr>
          <p:cNvPr id="77" name="Freeform 76"/>
          <p:cNvSpPr/>
          <p:nvPr/>
        </p:nvSpPr>
        <p:spPr>
          <a:xfrm>
            <a:off x="4743907" y="1057921"/>
            <a:ext cx="2834640" cy="1749287"/>
          </a:xfrm>
          <a:custGeom>
            <a:avLst/>
            <a:gdLst/>
            <a:ahLst/>
            <a:cxnLst/>
            <a:rect l="l" t="t" r="r" b="b"/>
            <a:pathLst>
              <a:path w="2834640" h="1749287">
                <a:moveTo>
                  <a:pt x="0" y="1749287"/>
                </a:moveTo>
                <a:lnTo>
                  <a:pt x="0" y="1749287"/>
                </a:lnTo>
                <a:close/>
                <a:lnTo>
                  <a:pt x="4732" y="1749287"/>
                </a:lnTo>
                <a:close/>
                <a:lnTo>
                  <a:pt x="9465" y="1749287"/>
                </a:lnTo>
                <a:close/>
                <a:lnTo>
                  <a:pt x="14197" y="1749287"/>
                </a:lnTo>
                <a:close/>
                <a:lnTo>
                  <a:pt x="18929" y="1749287"/>
                </a:lnTo>
                <a:close/>
                <a:lnTo>
                  <a:pt x="23662" y="1749287"/>
                </a:lnTo>
                <a:close/>
                <a:lnTo>
                  <a:pt x="28394" y="1749287"/>
                </a:lnTo>
                <a:close/>
                <a:lnTo>
                  <a:pt x="33126" y="1749287"/>
                </a:lnTo>
                <a:close/>
                <a:lnTo>
                  <a:pt x="37858" y="1749287"/>
                </a:lnTo>
                <a:close/>
                <a:lnTo>
                  <a:pt x="42591" y="1749287"/>
                </a:lnTo>
                <a:close/>
                <a:lnTo>
                  <a:pt x="47323" y="1749287"/>
                </a:lnTo>
                <a:close/>
                <a:lnTo>
                  <a:pt x="52055" y="1749287"/>
                </a:lnTo>
                <a:close/>
                <a:lnTo>
                  <a:pt x="56788" y="1749287"/>
                </a:lnTo>
                <a:close/>
                <a:lnTo>
                  <a:pt x="61520" y="1749287"/>
                </a:lnTo>
                <a:close/>
                <a:lnTo>
                  <a:pt x="66252" y="1749287"/>
                </a:lnTo>
                <a:close/>
                <a:lnTo>
                  <a:pt x="70985" y="1749287"/>
                </a:lnTo>
                <a:close/>
                <a:lnTo>
                  <a:pt x="75717" y="1749287"/>
                </a:lnTo>
                <a:close/>
                <a:lnTo>
                  <a:pt x="80449" y="1749287"/>
                </a:lnTo>
                <a:close/>
                <a:lnTo>
                  <a:pt x="85181" y="1749287"/>
                </a:lnTo>
                <a:close/>
                <a:lnTo>
                  <a:pt x="89914" y="1749287"/>
                </a:lnTo>
                <a:close/>
                <a:lnTo>
                  <a:pt x="94646" y="1749287"/>
                </a:lnTo>
                <a:close/>
                <a:lnTo>
                  <a:pt x="99378" y="1749287"/>
                </a:lnTo>
                <a:close/>
                <a:lnTo>
                  <a:pt x="104111" y="1749287"/>
                </a:lnTo>
                <a:close/>
                <a:lnTo>
                  <a:pt x="108843" y="1749287"/>
                </a:lnTo>
                <a:close/>
                <a:lnTo>
                  <a:pt x="113575" y="1749287"/>
                </a:lnTo>
                <a:close/>
                <a:lnTo>
                  <a:pt x="118307" y="1749287"/>
                </a:lnTo>
                <a:close/>
                <a:lnTo>
                  <a:pt x="123040" y="1749287"/>
                </a:lnTo>
                <a:close/>
                <a:lnTo>
                  <a:pt x="127772" y="1749287"/>
                </a:lnTo>
                <a:close/>
                <a:lnTo>
                  <a:pt x="132504" y="1749287"/>
                </a:lnTo>
                <a:close/>
                <a:lnTo>
                  <a:pt x="137237" y="1749287"/>
                </a:lnTo>
                <a:close/>
                <a:lnTo>
                  <a:pt x="141969" y="1749287"/>
                </a:lnTo>
                <a:close/>
                <a:lnTo>
                  <a:pt x="146701" y="1749287"/>
                </a:lnTo>
                <a:close/>
                <a:lnTo>
                  <a:pt x="151433" y="1749287"/>
                </a:lnTo>
                <a:close/>
                <a:lnTo>
                  <a:pt x="156166" y="1749287"/>
                </a:lnTo>
                <a:close/>
                <a:lnTo>
                  <a:pt x="160898" y="1749287"/>
                </a:lnTo>
                <a:close/>
                <a:lnTo>
                  <a:pt x="165630" y="1749287"/>
                </a:lnTo>
                <a:close/>
                <a:lnTo>
                  <a:pt x="170363" y="1749287"/>
                </a:lnTo>
                <a:close/>
                <a:lnTo>
                  <a:pt x="175095" y="1749287"/>
                </a:lnTo>
                <a:close/>
                <a:lnTo>
                  <a:pt x="179827" y="1749287"/>
                </a:lnTo>
                <a:close/>
                <a:lnTo>
                  <a:pt x="184559" y="1749287"/>
                </a:lnTo>
                <a:close/>
                <a:lnTo>
                  <a:pt x="189292" y="1749287"/>
                </a:lnTo>
                <a:close/>
                <a:lnTo>
                  <a:pt x="194024" y="1749287"/>
                </a:lnTo>
                <a:close/>
                <a:lnTo>
                  <a:pt x="198756" y="1749287"/>
                </a:lnTo>
                <a:close/>
                <a:lnTo>
                  <a:pt x="203489" y="1749287"/>
                </a:lnTo>
                <a:close/>
                <a:lnTo>
                  <a:pt x="208221" y="1749287"/>
                </a:lnTo>
                <a:close/>
                <a:lnTo>
                  <a:pt x="212953" y="1749287"/>
                </a:lnTo>
                <a:close/>
                <a:lnTo>
                  <a:pt x="217685" y="1749287"/>
                </a:lnTo>
                <a:close/>
                <a:lnTo>
                  <a:pt x="222418" y="1749287"/>
                </a:lnTo>
                <a:close/>
                <a:lnTo>
                  <a:pt x="227150" y="1749287"/>
                </a:lnTo>
                <a:close/>
                <a:lnTo>
                  <a:pt x="231882" y="1749287"/>
                </a:lnTo>
                <a:close/>
                <a:lnTo>
                  <a:pt x="236615" y="1749287"/>
                </a:lnTo>
                <a:close/>
                <a:lnTo>
                  <a:pt x="241347" y="1749287"/>
                </a:lnTo>
                <a:close/>
                <a:lnTo>
                  <a:pt x="246079" y="1749287"/>
                </a:lnTo>
                <a:close/>
                <a:lnTo>
                  <a:pt x="250811" y="1749287"/>
                </a:lnTo>
                <a:close/>
                <a:lnTo>
                  <a:pt x="255544" y="1749287"/>
                </a:lnTo>
                <a:close/>
                <a:lnTo>
                  <a:pt x="260276" y="1749287"/>
                </a:lnTo>
                <a:close/>
                <a:lnTo>
                  <a:pt x="265008" y="1749287"/>
                </a:lnTo>
                <a:close/>
                <a:lnTo>
                  <a:pt x="269741" y="1749287"/>
                </a:lnTo>
                <a:close/>
                <a:lnTo>
                  <a:pt x="274473" y="1749287"/>
                </a:lnTo>
                <a:close/>
                <a:lnTo>
                  <a:pt x="279205" y="1749287"/>
                </a:lnTo>
                <a:close/>
                <a:lnTo>
                  <a:pt x="283937" y="1749287"/>
                </a:lnTo>
                <a:close/>
                <a:lnTo>
                  <a:pt x="288670" y="1749287"/>
                </a:lnTo>
                <a:close/>
                <a:lnTo>
                  <a:pt x="293402" y="1749287"/>
                </a:lnTo>
                <a:close/>
                <a:lnTo>
                  <a:pt x="298134" y="1749287"/>
                </a:lnTo>
                <a:close/>
                <a:lnTo>
                  <a:pt x="302867" y="1749287"/>
                </a:lnTo>
                <a:close/>
                <a:lnTo>
                  <a:pt x="307599" y="1749287"/>
                </a:lnTo>
                <a:close/>
                <a:lnTo>
                  <a:pt x="312331" y="1749287"/>
                </a:lnTo>
                <a:close/>
                <a:lnTo>
                  <a:pt x="317063" y="1749287"/>
                </a:lnTo>
                <a:close/>
                <a:lnTo>
                  <a:pt x="321796" y="1749287"/>
                </a:lnTo>
                <a:close/>
                <a:lnTo>
                  <a:pt x="326528" y="1749287"/>
                </a:lnTo>
                <a:close/>
                <a:lnTo>
                  <a:pt x="331260" y="1749287"/>
                </a:lnTo>
                <a:close/>
                <a:lnTo>
                  <a:pt x="335993" y="1749287"/>
                </a:lnTo>
                <a:close/>
                <a:lnTo>
                  <a:pt x="340725" y="1749287"/>
                </a:lnTo>
                <a:close/>
                <a:lnTo>
                  <a:pt x="345457" y="1749287"/>
                </a:lnTo>
                <a:close/>
                <a:lnTo>
                  <a:pt x="350189" y="1749287"/>
                </a:lnTo>
                <a:close/>
                <a:lnTo>
                  <a:pt x="354922" y="1749287"/>
                </a:lnTo>
                <a:close/>
                <a:lnTo>
                  <a:pt x="359654" y="1749287"/>
                </a:lnTo>
                <a:close/>
                <a:lnTo>
                  <a:pt x="364386" y="1749287"/>
                </a:lnTo>
                <a:close/>
                <a:lnTo>
                  <a:pt x="369119" y="1749287"/>
                </a:lnTo>
                <a:close/>
                <a:lnTo>
                  <a:pt x="373851" y="1749287"/>
                </a:lnTo>
                <a:close/>
                <a:lnTo>
                  <a:pt x="378583" y="1749287"/>
                </a:lnTo>
                <a:close/>
                <a:lnTo>
                  <a:pt x="383315" y="1749287"/>
                </a:lnTo>
                <a:close/>
                <a:lnTo>
                  <a:pt x="388048" y="1749287"/>
                </a:lnTo>
                <a:close/>
                <a:lnTo>
                  <a:pt x="392780" y="1749287"/>
                </a:lnTo>
                <a:close/>
                <a:lnTo>
                  <a:pt x="397512" y="1749287"/>
                </a:lnTo>
                <a:close/>
                <a:lnTo>
                  <a:pt x="402245" y="1749287"/>
                </a:lnTo>
                <a:close/>
                <a:lnTo>
                  <a:pt x="406977" y="1749287"/>
                </a:lnTo>
                <a:close/>
                <a:lnTo>
                  <a:pt x="411709" y="1749287"/>
                </a:lnTo>
                <a:close/>
                <a:lnTo>
                  <a:pt x="416441" y="1749287"/>
                </a:lnTo>
                <a:close/>
                <a:lnTo>
                  <a:pt x="421174" y="1749287"/>
                </a:lnTo>
                <a:close/>
                <a:lnTo>
                  <a:pt x="425906" y="1749287"/>
                </a:lnTo>
                <a:close/>
                <a:lnTo>
                  <a:pt x="430638" y="1749287"/>
                </a:lnTo>
                <a:close/>
                <a:lnTo>
                  <a:pt x="435371" y="1749287"/>
                </a:lnTo>
                <a:close/>
                <a:lnTo>
                  <a:pt x="440103" y="1749287"/>
                </a:lnTo>
                <a:close/>
                <a:lnTo>
                  <a:pt x="444835" y="1749287"/>
                </a:lnTo>
                <a:close/>
                <a:lnTo>
                  <a:pt x="449567" y="1749287"/>
                </a:lnTo>
                <a:close/>
                <a:lnTo>
                  <a:pt x="454300" y="1749287"/>
                </a:lnTo>
                <a:close/>
                <a:lnTo>
                  <a:pt x="459032" y="1749287"/>
                </a:lnTo>
                <a:close/>
                <a:lnTo>
                  <a:pt x="463764" y="1749287"/>
                </a:lnTo>
                <a:close/>
                <a:lnTo>
                  <a:pt x="468497" y="1749287"/>
                </a:lnTo>
                <a:close/>
                <a:lnTo>
                  <a:pt x="473229" y="1749287"/>
                </a:lnTo>
                <a:close/>
                <a:lnTo>
                  <a:pt x="477961" y="1749287"/>
                </a:lnTo>
                <a:close/>
                <a:lnTo>
                  <a:pt x="482693" y="1749287"/>
                </a:lnTo>
                <a:close/>
                <a:lnTo>
                  <a:pt x="487426" y="1749287"/>
                </a:lnTo>
                <a:close/>
                <a:lnTo>
                  <a:pt x="492158" y="1749287"/>
                </a:lnTo>
                <a:close/>
                <a:lnTo>
                  <a:pt x="496890" y="1749287"/>
                </a:lnTo>
                <a:close/>
                <a:lnTo>
                  <a:pt x="501623" y="1749287"/>
                </a:lnTo>
                <a:close/>
                <a:lnTo>
                  <a:pt x="506355" y="1749287"/>
                </a:lnTo>
                <a:close/>
                <a:lnTo>
                  <a:pt x="511087" y="1749287"/>
                </a:lnTo>
                <a:close/>
                <a:lnTo>
                  <a:pt x="515820" y="1749287"/>
                </a:lnTo>
                <a:close/>
                <a:lnTo>
                  <a:pt x="520552" y="1749287"/>
                </a:lnTo>
                <a:close/>
                <a:lnTo>
                  <a:pt x="525284" y="1749287"/>
                </a:lnTo>
                <a:close/>
                <a:lnTo>
                  <a:pt x="530016" y="1749287"/>
                </a:lnTo>
                <a:close/>
                <a:lnTo>
                  <a:pt x="534749" y="1749287"/>
                </a:lnTo>
                <a:close/>
                <a:lnTo>
                  <a:pt x="539481" y="1749287"/>
                </a:lnTo>
                <a:close/>
                <a:lnTo>
                  <a:pt x="544213" y="1749287"/>
                </a:lnTo>
                <a:close/>
                <a:lnTo>
                  <a:pt x="548946" y="1749287"/>
                </a:lnTo>
                <a:close/>
                <a:lnTo>
                  <a:pt x="553678" y="1749287"/>
                </a:lnTo>
                <a:close/>
                <a:lnTo>
                  <a:pt x="558410" y="1749287"/>
                </a:lnTo>
                <a:close/>
                <a:lnTo>
                  <a:pt x="563142" y="1749287"/>
                </a:lnTo>
                <a:close/>
                <a:lnTo>
                  <a:pt x="567875" y="1749287"/>
                </a:lnTo>
                <a:close/>
                <a:lnTo>
                  <a:pt x="572607" y="1749287"/>
                </a:lnTo>
                <a:close/>
                <a:lnTo>
                  <a:pt x="577339" y="1749287"/>
                </a:lnTo>
                <a:close/>
                <a:lnTo>
                  <a:pt x="582072" y="1749287"/>
                </a:lnTo>
                <a:close/>
                <a:lnTo>
                  <a:pt x="586804" y="1749287"/>
                </a:lnTo>
                <a:close/>
                <a:lnTo>
                  <a:pt x="591536" y="1749287"/>
                </a:lnTo>
                <a:close/>
                <a:lnTo>
                  <a:pt x="596268" y="1749287"/>
                </a:lnTo>
                <a:close/>
                <a:lnTo>
                  <a:pt x="601001" y="1749287"/>
                </a:lnTo>
                <a:close/>
                <a:lnTo>
                  <a:pt x="605733" y="1749287"/>
                </a:lnTo>
                <a:close/>
                <a:lnTo>
                  <a:pt x="610465" y="1749287"/>
                </a:lnTo>
                <a:close/>
                <a:lnTo>
                  <a:pt x="615198" y="1749287"/>
                </a:lnTo>
                <a:close/>
                <a:lnTo>
                  <a:pt x="619930" y="1749287"/>
                </a:lnTo>
                <a:close/>
                <a:lnTo>
                  <a:pt x="624662" y="1749287"/>
                </a:lnTo>
                <a:close/>
                <a:lnTo>
                  <a:pt x="629394" y="1749287"/>
                </a:lnTo>
                <a:close/>
                <a:lnTo>
                  <a:pt x="634127" y="1749287"/>
                </a:lnTo>
                <a:close/>
                <a:lnTo>
                  <a:pt x="638859" y="1749287"/>
                </a:lnTo>
                <a:close/>
                <a:lnTo>
                  <a:pt x="643591" y="1749287"/>
                </a:lnTo>
                <a:close/>
                <a:lnTo>
                  <a:pt x="648324" y="1749287"/>
                </a:lnTo>
                <a:close/>
                <a:lnTo>
                  <a:pt x="653056" y="1749287"/>
                </a:lnTo>
                <a:close/>
                <a:lnTo>
                  <a:pt x="657788" y="1749287"/>
                </a:lnTo>
                <a:close/>
                <a:lnTo>
                  <a:pt x="662520" y="1749287"/>
                </a:lnTo>
                <a:close/>
                <a:lnTo>
                  <a:pt x="667253" y="1749287"/>
                </a:lnTo>
                <a:close/>
                <a:lnTo>
                  <a:pt x="671985" y="1749287"/>
                </a:lnTo>
                <a:close/>
                <a:lnTo>
                  <a:pt x="676717" y="1749287"/>
                </a:lnTo>
                <a:close/>
                <a:lnTo>
                  <a:pt x="681450" y="1749287"/>
                </a:lnTo>
                <a:close/>
                <a:lnTo>
                  <a:pt x="686182" y="1749287"/>
                </a:lnTo>
                <a:close/>
                <a:lnTo>
                  <a:pt x="690914" y="1749287"/>
                </a:lnTo>
                <a:close/>
                <a:lnTo>
                  <a:pt x="695646" y="1749287"/>
                </a:lnTo>
                <a:close/>
                <a:lnTo>
                  <a:pt x="700379" y="1749287"/>
                </a:lnTo>
                <a:close/>
                <a:lnTo>
                  <a:pt x="705111" y="1749287"/>
                </a:lnTo>
                <a:close/>
                <a:lnTo>
                  <a:pt x="709843" y="1749287"/>
                </a:lnTo>
                <a:close/>
                <a:lnTo>
                  <a:pt x="714576" y="1749287"/>
                </a:lnTo>
                <a:close/>
                <a:lnTo>
                  <a:pt x="719308" y="1749287"/>
                </a:lnTo>
                <a:close/>
                <a:lnTo>
                  <a:pt x="724040" y="1749287"/>
                </a:lnTo>
                <a:close/>
                <a:lnTo>
                  <a:pt x="728772" y="1749287"/>
                </a:lnTo>
                <a:close/>
                <a:lnTo>
                  <a:pt x="733505" y="1749287"/>
                </a:lnTo>
                <a:close/>
                <a:lnTo>
                  <a:pt x="738237" y="1749287"/>
                </a:lnTo>
                <a:close/>
                <a:lnTo>
                  <a:pt x="742969" y="1749287"/>
                </a:lnTo>
                <a:close/>
                <a:lnTo>
                  <a:pt x="747702" y="1749287"/>
                </a:lnTo>
                <a:close/>
                <a:lnTo>
                  <a:pt x="752434" y="1749287"/>
                </a:lnTo>
                <a:close/>
                <a:lnTo>
                  <a:pt x="757166" y="1749287"/>
                </a:lnTo>
                <a:close/>
                <a:lnTo>
                  <a:pt x="761898" y="1749287"/>
                </a:lnTo>
                <a:close/>
                <a:lnTo>
                  <a:pt x="766631" y="1749287"/>
                </a:lnTo>
                <a:close/>
                <a:lnTo>
                  <a:pt x="771363" y="1749287"/>
                </a:lnTo>
                <a:close/>
                <a:lnTo>
                  <a:pt x="776095" y="1749287"/>
                </a:lnTo>
                <a:close/>
                <a:lnTo>
                  <a:pt x="780828" y="1749287"/>
                </a:lnTo>
                <a:close/>
                <a:lnTo>
                  <a:pt x="785560" y="1749287"/>
                </a:lnTo>
                <a:close/>
                <a:lnTo>
                  <a:pt x="790292" y="1749287"/>
                </a:lnTo>
                <a:close/>
                <a:lnTo>
                  <a:pt x="795024" y="1749287"/>
                </a:lnTo>
                <a:close/>
                <a:lnTo>
                  <a:pt x="799757" y="1749287"/>
                </a:lnTo>
                <a:close/>
                <a:lnTo>
                  <a:pt x="804489" y="1749287"/>
                </a:lnTo>
                <a:close/>
                <a:lnTo>
                  <a:pt x="809221" y="1749287"/>
                </a:lnTo>
                <a:close/>
                <a:lnTo>
                  <a:pt x="813954" y="1749287"/>
                </a:lnTo>
                <a:close/>
                <a:lnTo>
                  <a:pt x="818686" y="1749287"/>
                </a:lnTo>
                <a:close/>
                <a:lnTo>
                  <a:pt x="823418" y="1749287"/>
                </a:lnTo>
                <a:close/>
                <a:lnTo>
                  <a:pt x="828150" y="1749287"/>
                </a:lnTo>
                <a:close/>
                <a:lnTo>
                  <a:pt x="832883" y="1749287"/>
                </a:lnTo>
                <a:close/>
                <a:lnTo>
                  <a:pt x="837615" y="1749287"/>
                </a:lnTo>
                <a:close/>
                <a:lnTo>
                  <a:pt x="842347" y="1749287"/>
                </a:lnTo>
                <a:close/>
                <a:lnTo>
                  <a:pt x="847080" y="1749287"/>
                </a:lnTo>
                <a:close/>
                <a:lnTo>
                  <a:pt x="851812" y="1749287"/>
                </a:lnTo>
                <a:close/>
                <a:lnTo>
                  <a:pt x="856544" y="1749287"/>
                </a:lnTo>
                <a:close/>
                <a:lnTo>
                  <a:pt x="861276" y="1749287"/>
                </a:lnTo>
                <a:close/>
                <a:lnTo>
                  <a:pt x="866009" y="1749287"/>
                </a:lnTo>
                <a:close/>
                <a:lnTo>
                  <a:pt x="870741" y="1749287"/>
                </a:lnTo>
                <a:close/>
                <a:lnTo>
                  <a:pt x="875473" y="1749287"/>
                </a:lnTo>
                <a:close/>
                <a:lnTo>
                  <a:pt x="880206" y="1749287"/>
                </a:lnTo>
                <a:close/>
                <a:lnTo>
                  <a:pt x="884938" y="1749287"/>
                </a:lnTo>
                <a:close/>
                <a:lnTo>
                  <a:pt x="889670" y="1749287"/>
                </a:lnTo>
                <a:close/>
                <a:lnTo>
                  <a:pt x="894402" y="1749287"/>
                </a:lnTo>
                <a:close/>
                <a:lnTo>
                  <a:pt x="899135" y="1749287"/>
                </a:lnTo>
                <a:close/>
                <a:lnTo>
                  <a:pt x="903867" y="1749287"/>
                </a:lnTo>
                <a:close/>
                <a:lnTo>
                  <a:pt x="908599" y="1749287"/>
                </a:lnTo>
                <a:close/>
                <a:lnTo>
                  <a:pt x="913332" y="1749287"/>
                </a:lnTo>
                <a:close/>
                <a:lnTo>
                  <a:pt x="918064" y="1749287"/>
                </a:lnTo>
                <a:close/>
                <a:lnTo>
                  <a:pt x="922796" y="1749287"/>
                </a:lnTo>
                <a:close/>
                <a:lnTo>
                  <a:pt x="927528" y="1749287"/>
                </a:lnTo>
                <a:close/>
                <a:lnTo>
                  <a:pt x="932261" y="1749287"/>
                </a:lnTo>
                <a:close/>
                <a:lnTo>
                  <a:pt x="936993" y="1749287"/>
                </a:lnTo>
                <a:close/>
                <a:lnTo>
                  <a:pt x="941725" y="1749287"/>
                </a:lnTo>
                <a:close/>
                <a:lnTo>
                  <a:pt x="946458" y="1749287"/>
                </a:lnTo>
                <a:close/>
                <a:lnTo>
                  <a:pt x="951190" y="1749287"/>
                </a:lnTo>
                <a:close/>
                <a:lnTo>
                  <a:pt x="955922" y="1749287"/>
                </a:lnTo>
                <a:close/>
                <a:lnTo>
                  <a:pt x="960654" y="1749287"/>
                </a:lnTo>
                <a:close/>
                <a:lnTo>
                  <a:pt x="965387" y="1749287"/>
                </a:lnTo>
                <a:close/>
                <a:lnTo>
                  <a:pt x="970119" y="1749287"/>
                </a:lnTo>
                <a:close/>
                <a:lnTo>
                  <a:pt x="974851" y="1749287"/>
                </a:lnTo>
                <a:close/>
                <a:lnTo>
                  <a:pt x="979584" y="1749287"/>
                </a:lnTo>
                <a:close/>
                <a:lnTo>
                  <a:pt x="984316" y="1749287"/>
                </a:lnTo>
                <a:close/>
                <a:lnTo>
                  <a:pt x="989048" y="1749287"/>
                </a:lnTo>
                <a:close/>
                <a:lnTo>
                  <a:pt x="993780" y="1749287"/>
                </a:lnTo>
                <a:close/>
                <a:lnTo>
                  <a:pt x="998513" y="1749287"/>
                </a:lnTo>
                <a:close/>
                <a:lnTo>
                  <a:pt x="1003245" y="1749287"/>
                </a:lnTo>
                <a:close/>
                <a:lnTo>
                  <a:pt x="1007977" y="1749287"/>
                </a:lnTo>
                <a:close/>
                <a:lnTo>
                  <a:pt x="1012710" y="1749287"/>
                </a:lnTo>
                <a:close/>
                <a:lnTo>
                  <a:pt x="1017442" y="1749287"/>
                </a:lnTo>
                <a:close/>
                <a:lnTo>
                  <a:pt x="1022174" y="1749287"/>
                </a:lnTo>
                <a:close/>
                <a:lnTo>
                  <a:pt x="1026907" y="1749287"/>
                </a:lnTo>
                <a:close/>
                <a:lnTo>
                  <a:pt x="1031639" y="1749287"/>
                </a:lnTo>
                <a:close/>
                <a:lnTo>
                  <a:pt x="1036371" y="1749286"/>
                </a:lnTo>
                <a:close/>
                <a:lnTo>
                  <a:pt x="1041103" y="1749286"/>
                </a:lnTo>
                <a:close/>
                <a:lnTo>
                  <a:pt x="1045836" y="1749285"/>
                </a:lnTo>
                <a:close/>
                <a:lnTo>
                  <a:pt x="1050568" y="1749284"/>
                </a:lnTo>
                <a:close/>
                <a:lnTo>
                  <a:pt x="1055300" y="1749283"/>
                </a:lnTo>
                <a:close/>
                <a:lnTo>
                  <a:pt x="1060033" y="1749280"/>
                </a:lnTo>
                <a:close/>
                <a:lnTo>
                  <a:pt x="1064765" y="1749276"/>
                </a:lnTo>
                <a:close/>
                <a:lnTo>
                  <a:pt x="1069497" y="1749270"/>
                </a:lnTo>
                <a:close/>
                <a:lnTo>
                  <a:pt x="1074229" y="1749262"/>
                </a:lnTo>
                <a:close/>
                <a:lnTo>
                  <a:pt x="1078962" y="1749249"/>
                </a:lnTo>
                <a:close/>
                <a:lnTo>
                  <a:pt x="1083694" y="1749231"/>
                </a:lnTo>
                <a:close/>
                <a:lnTo>
                  <a:pt x="1088426" y="1749206"/>
                </a:lnTo>
                <a:close/>
                <a:lnTo>
                  <a:pt x="1093159" y="1749171"/>
                </a:lnTo>
                <a:close/>
                <a:lnTo>
                  <a:pt x="1097891" y="1749124"/>
                </a:lnTo>
                <a:close/>
                <a:lnTo>
                  <a:pt x="1102623" y="1749060"/>
                </a:lnTo>
                <a:close/>
                <a:lnTo>
                  <a:pt x="1107355" y="1748977"/>
                </a:lnTo>
                <a:close/>
                <a:lnTo>
                  <a:pt x="1112088" y="1748869"/>
                </a:lnTo>
                <a:close/>
                <a:lnTo>
                  <a:pt x="1116820" y="1748732"/>
                </a:lnTo>
                <a:close/>
                <a:lnTo>
                  <a:pt x="1121552" y="1748561"/>
                </a:lnTo>
                <a:close/>
                <a:lnTo>
                  <a:pt x="1126285" y="1748350"/>
                </a:lnTo>
                <a:close/>
                <a:lnTo>
                  <a:pt x="1131017" y="1748095"/>
                </a:lnTo>
                <a:close/>
                <a:lnTo>
                  <a:pt x="1135749" y="1747793"/>
                </a:lnTo>
                <a:close/>
                <a:lnTo>
                  <a:pt x="1140481" y="1747441"/>
                </a:lnTo>
                <a:close/>
                <a:lnTo>
                  <a:pt x="1145214" y="1747037"/>
                </a:lnTo>
                <a:close/>
                <a:lnTo>
                  <a:pt x="1149946" y="1746584"/>
                </a:lnTo>
                <a:close/>
                <a:lnTo>
                  <a:pt x="1154678" y="1746084"/>
                </a:lnTo>
                <a:close/>
                <a:lnTo>
                  <a:pt x="1159411" y="1745545"/>
                </a:lnTo>
                <a:close/>
                <a:lnTo>
                  <a:pt x="1164143" y="1744974"/>
                </a:lnTo>
                <a:close/>
                <a:lnTo>
                  <a:pt x="1168875" y="1744384"/>
                </a:lnTo>
                <a:close/>
                <a:lnTo>
                  <a:pt x="1173607" y="1743786"/>
                </a:lnTo>
                <a:close/>
                <a:lnTo>
                  <a:pt x="1178340" y="1743197"/>
                </a:lnTo>
                <a:close/>
                <a:lnTo>
                  <a:pt x="1183072" y="1742631"/>
                </a:lnTo>
                <a:close/>
                <a:lnTo>
                  <a:pt x="1187804" y="1742105"/>
                </a:lnTo>
                <a:close/>
                <a:lnTo>
                  <a:pt x="1192537" y="1741632"/>
                </a:lnTo>
                <a:close/>
                <a:lnTo>
                  <a:pt x="1197269" y="1741225"/>
                </a:lnTo>
                <a:close/>
                <a:lnTo>
                  <a:pt x="1202001" y="1740893"/>
                </a:lnTo>
                <a:close/>
                <a:lnTo>
                  <a:pt x="1206733" y="1740644"/>
                </a:lnTo>
                <a:close/>
                <a:lnTo>
                  <a:pt x="1211466" y="1740479"/>
                </a:lnTo>
                <a:close/>
                <a:lnTo>
                  <a:pt x="1216198" y="1740398"/>
                </a:lnTo>
                <a:close/>
                <a:lnTo>
                  <a:pt x="1220930" y="1740397"/>
                </a:lnTo>
                <a:close/>
                <a:lnTo>
                  <a:pt x="1225663" y="1740467"/>
                </a:lnTo>
                <a:close/>
                <a:lnTo>
                  <a:pt x="1230395" y="1740599"/>
                </a:lnTo>
                <a:close/>
                <a:lnTo>
                  <a:pt x="1235127" y="1740781"/>
                </a:lnTo>
                <a:close/>
                <a:lnTo>
                  <a:pt x="1239859" y="1740999"/>
                </a:lnTo>
                <a:close/>
                <a:lnTo>
                  <a:pt x="1244592" y="1741242"/>
                </a:lnTo>
                <a:close/>
                <a:lnTo>
                  <a:pt x="1249324" y="1741495"/>
                </a:lnTo>
                <a:close/>
                <a:lnTo>
                  <a:pt x="1254056" y="1741748"/>
                </a:lnTo>
                <a:close/>
                <a:lnTo>
                  <a:pt x="1258789" y="1741989"/>
                </a:lnTo>
                <a:close/>
                <a:lnTo>
                  <a:pt x="1263521" y="1742209"/>
                </a:lnTo>
                <a:close/>
                <a:lnTo>
                  <a:pt x="1268253" y="1742399"/>
                </a:lnTo>
                <a:close/>
                <a:lnTo>
                  <a:pt x="1272985" y="1742551"/>
                </a:lnTo>
                <a:close/>
                <a:lnTo>
                  <a:pt x="1277718" y="1742657"/>
                </a:lnTo>
                <a:close/>
                <a:lnTo>
                  <a:pt x="1282450" y="1742712"/>
                </a:lnTo>
                <a:close/>
                <a:lnTo>
                  <a:pt x="1287182" y="1742707"/>
                </a:lnTo>
                <a:close/>
                <a:lnTo>
                  <a:pt x="1291915" y="1742634"/>
                </a:lnTo>
                <a:close/>
                <a:lnTo>
                  <a:pt x="1296647" y="1742487"/>
                </a:lnTo>
                <a:close/>
                <a:lnTo>
                  <a:pt x="1301379" y="1742255"/>
                </a:lnTo>
                <a:close/>
                <a:lnTo>
                  <a:pt x="1306111" y="1741930"/>
                </a:lnTo>
                <a:close/>
                <a:lnTo>
                  <a:pt x="1310844" y="1741500"/>
                </a:lnTo>
                <a:close/>
                <a:lnTo>
                  <a:pt x="1315576" y="1740956"/>
                </a:lnTo>
                <a:close/>
                <a:lnTo>
                  <a:pt x="1320308" y="1740287"/>
                </a:lnTo>
                <a:close/>
                <a:lnTo>
                  <a:pt x="1325041" y="1739481"/>
                </a:lnTo>
                <a:close/>
                <a:lnTo>
                  <a:pt x="1329773" y="1738528"/>
                </a:lnTo>
                <a:close/>
                <a:lnTo>
                  <a:pt x="1334505" y="1737417"/>
                </a:lnTo>
                <a:close/>
                <a:lnTo>
                  <a:pt x="1339237" y="1736140"/>
                </a:lnTo>
                <a:close/>
                <a:lnTo>
                  <a:pt x="1343970" y="1734690"/>
                </a:lnTo>
                <a:close/>
                <a:lnTo>
                  <a:pt x="1348702" y="1733060"/>
                </a:lnTo>
                <a:close/>
                <a:lnTo>
                  <a:pt x="1353434" y="1731248"/>
                </a:lnTo>
                <a:close/>
                <a:lnTo>
                  <a:pt x="1358167" y="1729249"/>
                </a:lnTo>
                <a:close/>
                <a:lnTo>
                  <a:pt x="1362899" y="1727064"/>
                </a:lnTo>
                <a:close/>
                <a:lnTo>
                  <a:pt x="1367631" y="1724691"/>
                </a:lnTo>
                <a:close/>
                <a:lnTo>
                  <a:pt x="1372363" y="1722127"/>
                </a:lnTo>
                <a:close/>
                <a:lnTo>
                  <a:pt x="1377096" y="1719368"/>
                </a:lnTo>
                <a:close/>
                <a:lnTo>
                  <a:pt x="1381828" y="1716404"/>
                </a:lnTo>
                <a:close/>
                <a:lnTo>
                  <a:pt x="1386560" y="1713219"/>
                </a:lnTo>
                <a:close/>
                <a:lnTo>
                  <a:pt x="1391293" y="1709787"/>
                </a:lnTo>
                <a:close/>
                <a:lnTo>
                  <a:pt x="1396025" y="1706075"/>
                </a:lnTo>
                <a:close/>
                <a:lnTo>
                  <a:pt x="1400757" y="1702034"/>
                </a:lnTo>
                <a:close/>
                <a:lnTo>
                  <a:pt x="1405489" y="1697608"/>
                </a:lnTo>
                <a:close/>
                <a:lnTo>
                  <a:pt x="1410222" y="1692728"/>
                </a:lnTo>
                <a:close/>
                <a:lnTo>
                  <a:pt x="1414954" y="1687314"/>
                </a:lnTo>
                <a:close/>
                <a:lnTo>
                  <a:pt x="1419686" y="1681284"/>
                </a:lnTo>
                <a:close/>
                <a:lnTo>
                  <a:pt x="1424419" y="1674550"/>
                </a:lnTo>
                <a:close/>
                <a:lnTo>
                  <a:pt x="1429151" y="1667030"/>
                </a:lnTo>
                <a:close/>
                <a:lnTo>
                  <a:pt x="1433883" y="1658646"/>
                </a:lnTo>
                <a:close/>
                <a:lnTo>
                  <a:pt x="1438615" y="1649337"/>
                </a:lnTo>
                <a:close/>
                <a:lnTo>
                  <a:pt x="1443348" y="1639058"/>
                </a:lnTo>
                <a:close/>
                <a:lnTo>
                  <a:pt x="1448080" y="1627789"/>
                </a:lnTo>
                <a:close/>
                <a:lnTo>
                  <a:pt x="1452812" y="1615530"/>
                </a:lnTo>
                <a:close/>
                <a:lnTo>
                  <a:pt x="1457545" y="1602312"/>
                </a:lnTo>
                <a:close/>
                <a:lnTo>
                  <a:pt x="1462277" y="1588186"/>
                </a:lnTo>
                <a:close/>
                <a:lnTo>
                  <a:pt x="1467009" y="1573228"/>
                </a:lnTo>
                <a:close/>
                <a:lnTo>
                  <a:pt x="1471742" y="1557528"/>
                </a:lnTo>
                <a:close/>
                <a:lnTo>
                  <a:pt x="1476474" y="1541190"/>
                </a:lnTo>
                <a:close/>
                <a:lnTo>
                  <a:pt x="1481206" y="1524319"/>
                </a:lnTo>
                <a:close/>
                <a:lnTo>
                  <a:pt x="1485938" y="1507019"/>
                </a:lnTo>
                <a:close/>
                <a:lnTo>
                  <a:pt x="1490671" y="1489387"/>
                </a:lnTo>
                <a:close/>
                <a:lnTo>
                  <a:pt x="1495403" y="1471505"/>
                </a:lnTo>
                <a:close/>
                <a:lnTo>
                  <a:pt x="1500135" y="1453440"/>
                </a:lnTo>
                <a:close/>
                <a:lnTo>
                  <a:pt x="1504868" y="1435243"/>
                </a:lnTo>
                <a:close/>
                <a:lnTo>
                  <a:pt x="1509600" y="1416946"/>
                </a:lnTo>
                <a:close/>
                <a:lnTo>
                  <a:pt x="1514332" y="1398568"/>
                </a:lnTo>
                <a:close/>
                <a:lnTo>
                  <a:pt x="1519064" y="1380119"/>
                </a:lnTo>
                <a:close/>
                <a:lnTo>
                  <a:pt x="1523797" y="1361603"/>
                </a:lnTo>
                <a:close/>
                <a:lnTo>
                  <a:pt x="1528529" y="1343019"/>
                </a:lnTo>
                <a:close/>
                <a:lnTo>
                  <a:pt x="1533261" y="1324373"/>
                </a:lnTo>
                <a:close/>
                <a:lnTo>
                  <a:pt x="1537994" y="1305675"/>
                </a:lnTo>
                <a:close/>
                <a:lnTo>
                  <a:pt x="1542726" y="1286941"/>
                </a:lnTo>
                <a:close/>
                <a:lnTo>
                  <a:pt x="1547458" y="1268200"/>
                </a:lnTo>
                <a:close/>
                <a:lnTo>
                  <a:pt x="1552190" y="1249487"/>
                </a:lnTo>
                <a:close/>
                <a:lnTo>
                  <a:pt x="1556923" y="1230844"/>
                </a:lnTo>
                <a:close/>
                <a:lnTo>
                  <a:pt x="1561655" y="1212322"/>
                </a:lnTo>
                <a:close/>
                <a:lnTo>
                  <a:pt x="1566387" y="1193970"/>
                </a:lnTo>
                <a:close/>
                <a:lnTo>
                  <a:pt x="1571120" y="1175842"/>
                </a:lnTo>
                <a:close/>
                <a:lnTo>
                  <a:pt x="1575852" y="1157986"/>
                </a:lnTo>
                <a:close/>
                <a:lnTo>
                  <a:pt x="1580584" y="1140445"/>
                </a:lnTo>
                <a:close/>
                <a:lnTo>
                  <a:pt x="1585316" y="1123254"/>
                </a:lnTo>
                <a:close/>
                <a:lnTo>
                  <a:pt x="1590049" y="1106436"/>
                </a:lnTo>
                <a:close/>
                <a:lnTo>
                  <a:pt x="1594781" y="1090003"/>
                </a:lnTo>
                <a:close/>
                <a:lnTo>
                  <a:pt x="1599513" y="1073955"/>
                </a:lnTo>
                <a:close/>
                <a:lnTo>
                  <a:pt x="1604246" y="1058274"/>
                </a:lnTo>
                <a:close/>
                <a:lnTo>
                  <a:pt x="1608978" y="1042931"/>
                </a:lnTo>
                <a:close/>
                <a:lnTo>
                  <a:pt x="1613710" y="1027877"/>
                </a:lnTo>
                <a:close/>
                <a:lnTo>
                  <a:pt x="1618442" y="1013053"/>
                </a:lnTo>
                <a:close/>
                <a:lnTo>
                  <a:pt x="1623175" y="998383"/>
                </a:lnTo>
                <a:close/>
                <a:lnTo>
                  <a:pt x="1627907" y="983778"/>
                </a:lnTo>
                <a:close/>
                <a:lnTo>
                  <a:pt x="1632639" y="969139"/>
                </a:lnTo>
                <a:close/>
                <a:lnTo>
                  <a:pt x="1637372" y="954353"/>
                </a:lnTo>
                <a:close/>
                <a:lnTo>
                  <a:pt x="1642104" y="939304"/>
                </a:lnTo>
                <a:close/>
                <a:lnTo>
                  <a:pt x="1646836" y="923870"/>
                </a:lnTo>
                <a:close/>
                <a:lnTo>
                  <a:pt x="1651568" y="907926"/>
                </a:lnTo>
                <a:close/>
                <a:lnTo>
                  <a:pt x="1656301" y="891353"/>
                </a:lnTo>
                <a:close/>
                <a:lnTo>
                  <a:pt x="1661033" y="874042"/>
                </a:lnTo>
                <a:close/>
                <a:lnTo>
                  <a:pt x="1665765" y="855898"/>
                </a:lnTo>
                <a:close/>
                <a:lnTo>
                  <a:pt x="1670498" y="836845"/>
                </a:lnTo>
                <a:close/>
                <a:lnTo>
                  <a:pt x="1675230" y="816836"/>
                </a:lnTo>
                <a:close/>
                <a:lnTo>
                  <a:pt x="1679962" y="795854"/>
                </a:lnTo>
                <a:close/>
                <a:lnTo>
                  <a:pt x="1684694" y="773916"/>
                </a:lnTo>
                <a:close/>
                <a:lnTo>
                  <a:pt x="1689427" y="751074"/>
                </a:lnTo>
                <a:close/>
                <a:lnTo>
                  <a:pt x="1694159" y="727418"/>
                </a:lnTo>
                <a:close/>
                <a:lnTo>
                  <a:pt x="1698891" y="703069"/>
                </a:lnTo>
                <a:close/>
                <a:lnTo>
                  <a:pt x="1703624" y="678178"/>
                </a:lnTo>
                <a:close/>
                <a:lnTo>
                  <a:pt x="1708356" y="652914"/>
                </a:lnTo>
                <a:close/>
                <a:lnTo>
                  <a:pt x="1713088" y="627465"/>
                </a:lnTo>
                <a:close/>
                <a:lnTo>
                  <a:pt x="1717820" y="602021"/>
                </a:lnTo>
                <a:close/>
                <a:lnTo>
                  <a:pt x="1722553" y="576771"/>
                </a:lnTo>
                <a:close/>
                <a:lnTo>
                  <a:pt x="1727285" y="551893"/>
                </a:lnTo>
                <a:close/>
                <a:lnTo>
                  <a:pt x="1732017" y="527551"/>
                </a:lnTo>
                <a:close/>
                <a:lnTo>
                  <a:pt x="1736750" y="503886"/>
                </a:lnTo>
                <a:close/>
                <a:lnTo>
                  <a:pt x="1741482" y="481014"/>
                </a:lnTo>
                <a:close/>
                <a:lnTo>
                  <a:pt x="1746214" y="459027"/>
                </a:lnTo>
                <a:close/>
                <a:lnTo>
                  <a:pt x="1750946" y="437988"/>
                </a:lnTo>
                <a:close/>
                <a:lnTo>
                  <a:pt x="1755679" y="417934"/>
                </a:lnTo>
                <a:close/>
                <a:lnTo>
                  <a:pt x="1760411" y="398874"/>
                </a:lnTo>
                <a:close/>
                <a:lnTo>
                  <a:pt x="1765143" y="380795"/>
                </a:lnTo>
                <a:close/>
                <a:lnTo>
                  <a:pt x="1769876" y="363659"/>
                </a:lnTo>
                <a:close/>
                <a:lnTo>
                  <a:pt x="1774608" y="347409"/>
                </a:lnTo>
                <a:close/>
                <a:lnTo>
                  <a:pt x="1779340" y="331965"/>
                </a:lnTo>
                <a:close/>
                <a:lnTo>
                  <a:pt x="1784072" y="317236"/>
                </a:lnTo>
                <a:close/>
                <a:lnTo>
                  <a:pt x="1788805" y="303111"/>
                </a:lnTo>
                <a:close/>
                <a:lnTo>
                  <a:pt x="1793537" y="289475"/>
                </a:lnTo>
                <a:close/>
                <a:lnTo>
                  <a:pt x="1798269" y="276203"/>
                </a:lnTo>
                <a:close/>
                <a:lnTo>
                  <a:pt x="1803002" y="263173"/>
                </a:lnTo>
                <a:close/>
                <a:lnTo>
                  <a:pt x="1807734" y="250267"/>
                </a:lnTo>
                <a:close/>
                <a:lnTo>
                  <a:pt x="1812466" y="237377"/>
                </a:lnTo>
                <a:close/>
                <a:lnTo>
                  <a:pt x="1817198" y="224417"/>
                </a:lnTo>
                <a:close/>
                <a:lnTo>
                  <a:pt x="1821931" y="211321"/>
                </a:lnTo>
                <a:close/>
                <a:lnTo>
                  <a:pt x="1826663" y="198051"/>
                </a:lnTo>
                <a:close/>
                <a:lnTo>
                  <a:pt x="1831395" y="184602"/>
                </a:lnTo>
                <a:close/>
                <a:lnTo>
                  <a:pt x="1836128" y="170998"/>
                </a:lnTo>
                <a:close/>
                <a:lnTo>
                  <a:pt x="1840860" y="157296"/>
                </a:lnTo>
                <a:close/>
                <a:lnTo>
                  <a:pt x="1845592" y="143579"/>
                </a:lnTo>
                <a:close/>
                <a:lnTo>
                  <a:pt x="1850324" y="129950"/>
                </a:lnTo>
                <a:close/>
                <a:lnTo>
                  <a:pt x="1855057" y="116527"/>
                </a:lnTo>
                <a:close/>
                <a:lnTo>
                  <a:pt x="1859789" y="103434"/>
                </a:lnTo>
                <a:close/>
                <a:lnTo>
                  <a:pt x="1864521" y="90795"/>
                </a:lnTo>
                <a:close/>
                <a:lnTo>
                  <a:pt x="1869254" y="78722"/>
                </a:lnTo>
                <a:close/>
                <a:lnTo>
                  <a:pt x="1873986" y="67317"/>
                </a:lnTo>
                <a:close/>
                <a:lnTo>
                  <a:pt x="1878718" y="56661"/>
                </a:lnTo>
                <a:close/>
                <a:lnTo>
                  <a:pt x="1883450" y="46820"/>
                </a:lnTo>
                <a:close/>
                <a:lnTo>
                  <a:pt x="1888183" y="37842"/>
                </a:lnTo>
                <a:close/>
                <a:lnTo>
                  <a:pt x="1892915" y="29760"/>
                </a:lnTo>
                <a:close/>
                <a:lnTo>
                  <a:pt x="1897647" y="22598"/>
                </a:lnTo>
                <a:close/>
                <a:lnTo>
                  <a:pt x="1902380" y="16376"/>
                </a:lnTo>
                <a:close/>
                <a:lnTo>
                  <a:pt x="1907112" y="11111"/>
                </a:lnTo>
                <a:close/>
                <a:lnTo>
                  <a:pt x="1911844" y="6824"/>
                </a:lnTo>
                <a:close/>
                <a:lnTo>
                  <a:pt x="1916576" y="3540"/>
                </a:lnTo>
                <a:close/>
                <a:lnTo>
                  <a:pt x="1921309" y="1287"/>
                </a:lnTo>
                <a:close/>
                <a:lnTo>
                  <a:pt x="1926041" y="96"/>
                </a:lnTo>
                <a:close/>
                <a:lnTo>
                  <a:pt x="1930773" y="0"/>
                </a:lnTo>
                <a:close/>
                <a:lnTo>
                  <a:pt x="1935506" y="1029"/>
                </a:lnTo>
                <a:close/>
                <a:lnTo>
                  <a:pt x="1940238" y="3209"/>
                </a:lnTo>
                <a:close/>
                <a:lnTo>
                  <a:pt x="1944970" y="6558"/>
                </a:lnTo>
                <a:close/>
                <a:lnTo>
                  <a:pt x="1949702" y="11091"/>
                </a:lnTo>
                <a:close/>
                <a:lnTo>
                  <a:pt x="1954435" y="16813"/>
                </a:lnTo>
                <a:close/>
                <a:lnTo>
                  <a:pt x="1959167" y="23732"/>
                </a:lnTo>
                <a:close/>
                <a:lnTo>
                  <a:pt x="1963899" y="31850"/>
                </a:lnTo>
                <a:close/>
                <a:lnTo>
                  <a:pt x="1968632" y="41181"/>
                </a:lnTo>
                <a:close/>
                <a:lnTo>
                  <a:pt x="1973364" y="51743"/>
                </a:lnTo>
                <a:close/>
                <a:lnTo>
                  <a:pt x="1978096" y="63569"/>
                </a:lnTo>
                <a:close/>
                <a:lnTo>
                  <a:pt x="1982829" y="76705"/>
                </a:lnTo>
                <a:close/>
                <a:lnTo>
                  <a:pt x="1987561" y="91206"/>
                </a:lnTo>
                <a:close/>
                <a:lnTo>
                  <a:pt x="1992293" y="107139"/>
                </a:lnTo>
                <a:close/>
                <a:lnTo>
                  <a:pt x="1997025" y="124568"/>
                </a:lnTo>
                <a:close/>
                <a:lnTo>
                  <a:pt x="2001758" y="143553"/>
                </a:lnTo>
                <a:close/>
                <a:lnTo>
                  <a:pt x="2006490" y="164134"/>
                </a:lnTo>
                <a:close/>
                <a:lnTo>
                  <a:pt x="2011222" y="186322"/>
                </a:lnTo>
                <a:close/>
                <a:lnTo>
                  <a:pt x="2015955" y="210094"/>
                </a:lnTo>
                <a:close/>
                <a:lnTo>
                  <a:pt x="2020687" y="235379"/>
                </a:lnTo>
                <a:close/>
                <a:lnTo>
                  <a:pt x="2025419" y="262060"/>
                </a:lnTo>
                <a:close/>
                <a:lnTo>
                  <a:pt x="2030151" y="289970"/>
                </a:lnTo>
                <a:close/>
                <a:lnTo>
                  <a:pt x="2034884" y="318899"/>
                </a:lnTo>
                <a:close/>
                <a:lnTo>
                  <a:pt x="2039616" y="348601"/>
                </a:lnTo>
                <a:close/>
                <a:lnTo>
                  <a:pt x="2044348" y="378806"/>
                </a:lnTo>
                <a:close/>
                <a:lnTo>
                  <a:pt x="2049081" y="409232"/>
                </a:lnTo>
                <a:close/>
                <a:lnTo>
                  <a:pt x="2053813" y="439605"/>
                </a:lnTo>
                <a:close/>
                <a:lnTo>
                  <a:pt x="2058545" y="469668"/>
                </a:lnTo>
                <a:close/>
                <a:lnTo>
                  <a:pt x="2063277" y="499198"/>
                </a:lnTo>
                <a:close/>
                <a:lnTo>
                  <a:pt x="2068010" y="528014"/>
                </a:lnTo>
                <a:close/>
                <a:lnTo>
                  <a:pt x="2072742" y="555985"/>
                </a:lnTo>
                <a:close/>
                <a:lnTo>
                  <a:pt x="2077474" y="583030"/>
                </a:lnTo>
                <a:close/>
                <a:lnTo>
                  <a:pt x="2082207" y="609117"/>
                </a:lnTo>
                <a:close/>
                <a:lnTo>
                  <a:pt x="2086939" y="634258"/>
                </a:lnTo>
                <a:close/>
                <a:lnTo>
                  <a:pt x="2091671" y="658499"/>
                </a:lnTo>
                <a:close/>
                <a:lnTo>
                  <a:pt x="2096403" y="681911"/>
                </a:lnTo>
                <a:close/>
                <a:lnTo>
                  <a:pt x="2101136" y="704579"/>
                </a:lnTo>
                <a:close/>
                <a:lnTo>
                  <a:pt x="2105868" y="726590"/>
                </a:lnTo>
                <a:close/>
                <a:lnTo>
                  <a:pt x="2110600" y="748025"/>
                </a:lnTo>
                <a:close/>
                <a:lnTo>
                  <a:pt x="2115333" y="768954"/>
                </a:lnTo>
                <a:close/>
                <a:lnTo>
                  <a:pt x="2120065" y="789429"/>
                </a:lnTo>
                <a:close/>
                <a:lnTo>
                  <a:pt x="2124797" y="809486"/>
                </a:lnTo>
                <a:close/>
                <a:lnTo>
                  <a:pt x="2129529" y="829142"/>
                </a:lnTo>
                <a:close/>
                <a:lnTo>
                  <a:pt x="2134262" y="848405"/>
                </a:lnTo>
                <a:close/>
                <a:lnTo>
                  <a:pt x="2138994" y="867273"/>
                </a:lnTo>
                <a:close/>
                <a:lnTo>
                  <a:pt x="2143726" y="885742"/>
                </a:lnTo>
                <a:close/>
                <a:lnTo>
                  <a:pt x="2148459" y="903813"/>
                </a:lnTo>
                <a:close/>
                <a:lnTo>
                  <a:pt x="2153191" y="921493"/>
                </a:lnTo>
                <a:close/>
                <a:lnTo>
                  <a:pt x="2157923" y="938802"/>
                </a:lnTo>
                <a:close/>
                <a:lnTo>
                  <a:pt x="2162655" y="955771"/>
                </a:lnTo>
                <a:close/>
                <a:lnTo>
                  <a:pt x="2167388" y="972445"/>
                </a:lnTo>
                <a:close/>
                <a:lnTo>
                  <a:pt x="2172120" y="988877"/>
                </a:lnTo>
                <a:close/>
                <a:lnTo>
                  <a:pt x="2176852" y="1005129"/>
                </a:lnTo>
                <a:close/>
                <a:lnTo>
                  <a:pt x="2181585" y="1021261"/>
                </a:lnTo>
                <a:close/>
                <a:lnTo>
                  <a:pt x="2186317" y="1037330"/>
                </a:lnTo>
                <a:close/>
                <a:lnTo>
                  <a:pt x="2191049" y="1053384"/>
                </a:lnTo>
                <a:close/>
                <a:lnTo>
                  <a:pt x="2195781" y="1069452"/>
                </a:lnTo>
                <a:close/>
                <a:lnTo>
                  <a:pt x="2200514" y="1085549"/>
                </a:lnTo>
                <a:close/>
                <a:lnTo>
                  <a:pt x="2205246" y="1101666"/>
                </a:lnTo>
                <a:close/>
                <a:lnTo>
                  <a:pt x="2209978" y="1117775"/>
                </a:lnTo>
                <a:close/>
                <a:lnTo>
                  <a:pt x="2214711" y="1133832"/>
                </a:lnTo>
                <a:close/>
                <a:lnTo>
                  <a:pt x="2219443" y="1149774"/>
                </a:lnTo>
                <a:close/>
                <a:lnTo>
                  <a:pt x="2224175" y="1165532"/>
                </a:lnTo>
                <a:close/>
                <a:lnTo>
                  <a:pt x="2228907" y="1181033"/>
                </a:lnTo>
                <a:close/>
                <a:lnTo>
                  <a:pt x="2233640" y="1196207"/>
                </a:lnTo>
                <a:close/>
                <a:lnTo>
                  <a:pt x="2238372" y="1210992"/>
                </a:lnTo>
                <a:close/>
                <a:lnTo>
                  <a:pt x="2243104" y="1225336"/>
                </a:lnTo>
                <a:close/>
                <a:lnTo>
                  <a:pt x="2247837" y="1239207"/>
                </a:lnTo>
                <a:close/>
                <a:lnTo>
                  <a:pt x="2252569" y="1252587"/>
                </a:lnTo>
                <a:close/>
                <a:lnTo>
                  <a:pt x="2257301" y="1265480"/>
                </a:lnTo>
                <a:close/>
                <a:lnTo>
                  <a:pt x="2262033" y="1277904"/>
                </a:lnTo>
                <a:close/>
                <a:lnTo>
                  <a:pt x="2266766" y="1289897"/>
                </a:lnTo>
                <a:close/>
                <a:lnTo>
                  <a:pt x="2271498" y="1301511"/>
                </a:lnTo>
                <a:close/>
                <a:lnTo>
                  <a:pt x="2276230" y="1312813"/>
                </a:lnTo>
                <a:close/>
                <a:lnTo>
                  <a:pt x="2280963" y="1323881"/>
                </a:lnTo>
                <a:close/>
                <a:lnTo>
                  <a:pt x="2285695" y="1334801"/>
                </a:lnTo>
                <a:close/>
                <a:lnTo>
                  <a:pt x="2290427" y="1345668"/>
                </a:lnTo>
                <a:close/>
                <a:lnTo>
                  <a:pt x="2295159" y="1356578"/>
                </a:lnTo>
                <a:close/>
                <a:lnTo>
                  <a:pt x="2299892" y="1367627"/>
                </a:lnTo>
                <a:close/>
                <a:lnTo>
                  <a:pt x="2304624" y="1378904"/>
                </a:lnTo>
                <a:close/>
                <a:lnTo>
                  <a:pt x="2309356" y="1390489"/>
                </a:lnTo>
                <a:close/>
                <a:lnTo>
                  <a:pt x="2314089" y="1402442"/>
                </a:lnTo>
                <a:close/>
                <a:lnTo>
                  <a:pt x="2318821" y="1414804"/>
                </a:lnTo>
                <a:close/>
                <a:lnTo>
                  <a:pt x="2323553" y="1427588"/>
                </a:lnTo>
                <a:close/>
                <a:lnTo>
                  <a:pt x="2328285" y="1440776"/>
                </a:lnTo>
                <a:close/>
                <a:lnTo>
                  <a:pt x="2333018" y="1454321"/>
                </a:lnTo>
                <a:close/>
                <a:lnTo>
                  <a:pt x="2337750" y="1468149"/>
                </a:lnTo>
                <a:close/>
                <a:lnTo>
                  <a:pt x="2342482" y="1482157"/>
                </a:lnTo>
                <a:close/>
                <a:lnTo>
                  <a:pt x="2347215" y="1496227"/>
                </a:lnTo>
                <a:close/>
                <a:lnTo>
                  <a:pt x="2351947" y="1510226"/>
                </a:lnTo>
                <a:close/>
                <a:lnTo>
                  <a:pt x="2356679" y="1524021"/>
                </a:lnTo>
                <a:close/>
                <a:lnTo>
                  <a:pt x="2361411" y="1537488"/>
                </a:lnTo>
                <a:close/>
                <a:lnTo>
                  <a:pt x="2366144" y="1550514"/>
                </a:lnTo>
                <a:close/>
                <a:lnTo>
                  <a:pt x="2370876" y="1563012"/>
                </a:lnTo>
                <a:close/>
                <a:lnTo>
                  <a:pt x="2375608" y="1574921"/>
                </a:lnTo>
                <a:close/>
                <a:lnTo>
                  <a:pt x="2380341" y="1586211"/>
                </a:lnTo>
                <a:close/>
                <a:lnTo>
                  <a:pt x="2385073" y="1596879"/>
                </a:lnTo>
                <a:close/>
                <a:lnTo>
                  <a:pt x="2389805" y="1606949"/>
                </a:lnTo>
                <a:close/>
                <a:lnTo>
                  <a:pt x="2394537" y="1616465"/>
                </a:lnTo>
                <a:close/>
                <a:lnTo>
                  <a:pt x="2399270" y="1625487"/>
                </a:lnTo>
                <a:close/>
                <a:lnTo>
                  <a:pt x="2404002" y="1634078"/>
                </a:lnTo>
                <a:close/>
                <a:lnTo>
                  <a:pt x="2408734" y="1642305"/>
                </a:lnTo>
                <a:close/>
                <a:lnTo>
                  <a:pt x="2413467" y="1650226"/>
                </a:lnTo>
                <a:close/>
                <a:lnTo>
                  <a:pt x="2418199" y="1657886"/>
                </a:lnTo>
                <a:close/>
                <a:lnTo>
                  <a:pt x="2422931" y="1665318"/>
                </a:lnTo>
                <a:close/>
                <a:lnTo>
                  <a:pt x="2427664" y="1672535"/>
                </a:lnTo>
                <a:close/>
                <a:lnTo>
                  <a:pt x="2432396" y="1679538"/>
                </a:lnTo>
                <a:close/>
                <a:lnTo>
                  <a:pt x="2437128" y="1686311"/>
                </a:lnTo>
                <a:close/>
                <a:lnTo>
                  <a:pt x="2441860" y="1692828"/>
                </a:lnTo>
                <a:close/>
                <a:lnTo>
                  <a:pt x="2446593" y="1699056"/>
                </a:lnTo>
                <a:close/>
                <a:lnTo>
                  <a:pt x="2451325" y="1704960"/>
                </a:lnTo>
                <a:close/>
                <a:lnTo>
                  <a:pt x="2456057" y="1710503"/>
                </a:lnTo>
                <a:close/>
                <a:lnTo>
                  <a:pt x="2460790" y="1715656"/>
                </a:lnTo>
                <a:close/>
                <a:lnTo>
                  <a:pt x="2465522" y="1720394"/>
                </a:lnTo>
                <a:close/>
                <a:lnTo>
                  <a:pt x="2470254" y="1724702"/>
                </a:lnTo>
                <a:close/>
                <a:lnTo>
                  <a:pt x="2474986" y="1728571"/>
                </a:lnTo>
                <a:close/>
                <a:lnTo>
                  <a:pt x="2479719" y="1732007"/>
                </a:lnTo>
                <a:close/>
                <a:lnTo>
                  <a:pt x="2484451" y="1735021"/>
                </a:lnTo>
                <a:close/>
                <a:lnTo>
                  <a:pt x="2489183" y="1737632"/>
                </a:lnTo>
                <a:close/>
                <a:lnTo>
                  <a:pt x="2493916" y="1739866"/>
                </a:lnTo>
                <a:close/>
                <a:lnTo>
                  <a:pt x="2498648" y="1741755"/>
                </a:lnTo>
                <a:close/>
                <a:lnTo>
                  <a:pt x="2503380" y="1743331"/>
                </a:lnTo>
                <a:close/>
                <a:lnTo>
                  <a:pt x="2508112" y="1744630"/>
                </a:lnTo>
                <a:close/>
                <a:lnTo>
                  <a:pt x="2512845" y="1745688"/>
                </a:lnTo>
                <a:close/>
                <a:lnTo>
                  <a:pt x="2517577" y="1746537"/>
                </a:lnTo>
                <a:close/>
                <a:lnTo>
                  <a:pt x="2522309" y="1747211"/>
                </a:lnTo>
                <a:close/>
                <a:lnTo>
                  <a:pt x="2527042" y="1747738"/>
                </a:lnTo>
                <a:close/>
                <a:lnTo>
                  <a:pt x="2531774" y="1748146"/>
                </a:lnTo>
                <a:close/>
                <a:lnTo>
                  <a:pt x="2536506" y="1748456"/>
                </a:lnTo>
                <a:close/>
                <a:lnTo>
                  <a:pt x="2541238" y="1748690"/>
                </a:lnTo>
                <a:close/>
                <a:lnTo>
                  <a:pt x="2545971" y="1748863"/>
                </a:lnTo>
                <a:close/>
                <a:lnTo>
                  <a:pt x="2550703" y="1748990"/>
                </a:lnTo>
                <a:close/>
                <a:lnTo>
                  <a:pt x="2555435" y="1749082"/>
                </a:lnTo>
                <a:close/>
                <a:lnTo>
                  <a:pt x="2560168" y="1749147"/>
                </a:lnTo>
                <a:close/>
                <a:lnTo>
                  <a:pt x="2564900" y="1749193"/>
                </a:lnTo>
                <a:close/>
                <a:lnTo>
                  <a:pt x="2569632" y="1749224"/>
                </a:lnTo>
                <a:close/>
                <a:lnTo>
                  <a:pt x="2574364" y="1749246"/>
                </a:lnTo>
                <a:close/>
                <a:lnTo>
                  <a:pt x="2579097" y="1749260"/>
                </a:lnTo>
                <a:close/>
                <a:lnTo>
                  <a:pt x="2583829" y="1749270"/>
                </a:lnTo>
                <a:close/>
                <a:lnTo>
                  <a:pt x="2588561" y="1749276"/>
                </a:lnTo>
                <a:close/>
                <a:lnTo>
                  <a:pt x="2593294" y="1749280"/>
                </a:lnTo>
                <a:close/>
                <a:lnTo>
                  <a:pt x="2598026" y="1749283"/>
                </a:lnTo>
                <a:close/>
                <a:lnTo>
                  <a:pt x="2602758" y="1749285"/>
                </a:lnTo>
                <a:close/>
                <a:lnTo>
                  <a:pt x="2607490" y="1749286"/>
                </a:lnTo>
                <a:close/>
                <a:lnTo>
                  <a:pt x="2612223" y="1749286"/>
                </a:lnTo>
                <a:close/>
                <a:lnTo>
                  <a:pt x="2616955" y="1749287"/>
                </a:lnTo>
                <a:close/>
                <a:lnTo>
                  <a:pt x="2621687" y="1749287"/>
                </a:lnTo>
                <a:close/>
                <a:lnTo>
                  <a:pt x="2626420" y="1749287"/>
                </a:lnTo>
                <a:close/>
                <a:lnTo>
                  <a:pt x="2631152" y="1749287"/>
                </a:lnTo>
                <a:close/>
                <a:lnTo>
                  <a:pt x="2635884" y="1749287"/>
                </a:lnTo>
                <a:close/>
                <a:lnTo>
                  <a:pt x="2640616" y="1749287"/>
                </a:lnTo>
                <a:close/>
                <a:lnTo>
                  <a:pt x="2645349" y="1749287"/>
                </a:lnTo>
                <a:close/>
                <a:lnTo>
                  <a:pt x="2650081" y="1749287"/>
                </a:lnTo>
                <a:close/>
                <a:lnTo>
                  <a:pt x="2654813" y="1749287"/>
                </a:lnTo>
                <a:close/>
                <a:lnTo>
                  <a:pt x="2659546" y="1749287"/>
                </a:lnTo>
                <a:close/>
                <a:lnTo>
                  <a:pt x="2664278" y="1749287"/>
                </a:lnTo>
                <a:close/>
                <a:lnTo>
                  <a:pt x="2669010" y="1749287"/>
                </a:lnTo>
                <a:close/>
                <a:lnTo>
                  <a:pt x="2673742" y="1749287"/>
                </a:lnTo>
                <a:close/>
                <a:lnTo>
                  <a:pt x="2678475" y="1749287"/>
                </a:lnTo>
                <a:close/>
                <a:lnTo>
                  <a:pt x="2683207" y="1749287"/>
                </a:lnTo>
                <a:close/>
                <a:lnTo>
                  <a:pt x="2687939" y="1749287"/>
                </a:lnTo>
                <a:close/>
                <a:lnTo>
                  <a:pt x="2692672" y="1749287"/>
                </a:lnTo>
                <a:close/>
                <a:lnTo>
                  <a:pt x="2697404" y="1749287"/>
                </a:lnTo>
                <a:close/>
                <a:lnTo>
                  <a:pt x="2702136" y="1749287"/>
                </a:lnTo>
                <a:close/>
                <a:lnTo>
                  <a:pt x="2706868" y="1749287"/>
                </a:lnTo>
                <a:close/>
                <a:lnTo>
                  <a:pt x="2711601" y="1749287"/>
                </a:lnTo>
                <a:close/>
                <a:lnTo>
                  <a:pt x="2716333" y="1749287"/>
                </a:lnTo>
                <a:close/>
                <a:lnTo>
                  <a:pt x="2721065" y="1749287"/>
                </a:lnTo>
                <a:close/>
                <a:lnTo>
                  <a:pt x="2725798" y="1749287"/>
                </a:lnTo>
                <a:close/>
                <a:lnTo>
                  <a:pt x="2730530" y="1749287"/>
                </a:lnTo>
                <a:close/>
                <a:lnTo>
                  <a:pt x="2735262" y="1749287"/>
                </a:lnTo>
                <a:close/>
                <a:lnTo>
                  <a:pt x="2739994" y="1749287"/>
                </a:lnTo>
                <a:close/>
                <a:lnTo>
                  <a:pt x="2744727" y="1749287"/>
                </a:lnTo>
                <a:close/>
                <a:lnTo>
                  <a:pt x="2749459" y="1749287"/>
                </a:lnTo>
                <a:close/>
                <a:lnTo>
                  <a:pt x="2754191" y="1749287"/>
                </a:lnTo>
                <a:close/>
                <a:lnTo>
                  <a:pt x="2758924" y="1749287"/>
                </a:lnTo>
                <a:close/>
                <a:lnTo>
                  <a:pt x="2763656" y="1749287"/>
                </a:lnTo>
                <a:close/>
                <a:lnTo>
                  <a:pt x="2768388" y="1749287"/>
                </a:lnTo>
                <a:close/>
                <a:lnTo>
                  <a:pt x="2773120" y="1749287"/>
                </a:lnTo>
                <a:close/>
                <a:lnTo>
                  <a:pt x="2777853" y="1749287"/>
                </a:lnTo>
                <a:close/>
                <a:lnTo>
                  <a:pt x="2782585" y="1749287"/>
                </a:lnTo>
                <a:close/>
                <a:lnTo>
                  <a:pt x="2787317" y="1749287"/>
                </a:lnTo>
                <a:close/>
                <a:lnTo>
                  <a:pt x="2792050" y="1749287"/>
                </a:lnTo>
                <a:close/>
                <a:lnTo>
                  <a:pt x="2796782" y="1749287"/>
                </a:lnTo>
                <a:close/>
                <a:lnTo>
                  <a:pt x="2801514" y="1749287"/>
                </a:lnTo>
                <a:close/>
                <a:lnTo>
                  <a:pt x="2806246" y="1749287"/>
                </a:lnTo>
                <a:close/>
                <a:lnTo>
                  <a:pt x="2810979" y="1749287"/>
                </a:lnTo>
                <a:close/>
                <a:lnTo>
                  <a:pt x="2815711" y="1749287"/>
                </a:lnTo>
                <a:close/>
                <a:lnTo>
                  <a:pt x="2820443" y="1749287"/>
                </a:lnTo>
                <a:close/>
                <a:lnTo>
                  <a:pt x="2825176" y="1749287"/>
                </a:lnTo>
                <a:close/>
                <a:lnTo>
                  <a:pt x="2829908" y="1749287"/>
                </a:lnTo>
                <a:close/>
                <a:lnTo>
                  <a:pt x="2834640" y="1749287"/>
                </a:lnTo>
                <a:close/>
                <a:lnTo>
                  <a:pt x="2834640" y="1749287"/>
                </a:lnTo>
                <a:close/>
                <a:lnTo>
                  <a:pt x="2834640" y="1749287"/>
                </a:lnTo>
                <a:close/>
                <a:lnTo>
                  <a:pt x="2829908" y="1749287"/>
                </a:lnTo>
                <a:close/>
                <a:lnTo>
                  <a:pt x="2825176" y="1749287"/>
                </a:lnTo>
                <a:close/>
                <a:lnTo>
                  <a:pt x="2820443" y="1749287"/>
                </a:lnTo>
                <a:close/>
                <a:lnTo>
                  <a:pt x="2815711" y="1749287"/>
                </a:lnTo>
                <a:close/>
                <a:lnTo>
                  <a:pt x="2810979" y="1749287"/>
                </a:lnTo>
                <a:close/>
                <a:lnTo>
                  <a:pt x="2806246" y="1749287"/>
                </a:lnTo>
                <a:close/>
                <a:lnTo>
                  <a:pt x="2801514" y="1749287"/>
                </a:lnTo>
                <a:close/>
                <a:lnTo>
                  <a:pt x="2796782" y="1749287"/>
                </a:lnTo>
                <a:close/>
                <a:lnTo>
                  <a:pt x="2792050" y="1749287"/>
                </a:lnTo>
                <a:close/>
                <a:lnTo>
                  <a:pt x="2787317" y="1749287"/>
                </a:lnTo>
                <a:close/>
                <a:lnTo>
                  <a:pt x="2782585" y="1749287"/>
                </a:lnTo>
                <a:close/>
                <a:lnTo>
                  <a:pt x="2777853" y="1749287"/>
                </a:lnTo>
                <a:close/>
                <a:lnTo>
                  <a:pt x="2773120" y="1749287"/>
                </a:lnTo>
                <a:close/>
                <a:lnTo>
                  <a:pt x="2768388" y="1749287"/>
                </a:lnTo>
                <a:close/>
                <a:lnTo>
                  <a:pt x="2763656" y="1749287"/>
                </a:lnTo>
                <a:close/>
                <a:lnTo>
                  <a:pt x="2758924" y="1749287"/>
                </a:lnTo>
                <a:close/>
                <a:lnTo>
                  <a:pt x="2754191" y="1749287"/>
                </a:lnTo>
                <a:close/>
                <a:lnTo>
                  <a:pt x="2749459" y="1749287"/>
                </a:lnTo>
                <a:close/>
                <a:lnTo>
                  <a:pt x="2744727" y="1749287"/>
                </a:lnTo>
                <a:close/>
                <a:lnTo>
                  <a:pt x="2739994" y="1749287"/>
                </a:lnTo>
                <a:close/>
                <a:lnTo>
                  <a:pt x="2735262" y="1749287"/>
                </a:lnTo>
                <a:close/>
                <a:lnTo>
                  <a:pt x="2730530" y="1749287"/>
                </a:lnTo>
                <a:close/>
                <a:lnTo>
                  <a:pt x="2725798" y="1749287"/>
                </a:lnTo>
                <a:close/>
                <a:lnTo>
                  <a:pt x="2721065" y="1749287"/>
                </a:lnTo>
                <a:close/>
                <a:lnTo>
                  <a:pt x="2716333" y="1749287"/>
                </a:lnTo>
                <a:close/>
                <a:lnTo>
                  <a:pt x="2711601" y="1749287"/>
                </a:lnTo>
                <a:close/>
                <a:lnTo>
                  <a:pt x="2706868" y="1749287"/>
                </a:lnTo>
                <a:close/>
                <a:lnTo>
                  <a:pt x="2702136" y="1749287"/>
                </a:lnTo>
                <a:close/>
                <a:lnTo>
                  <a:pt x="2697404" y="1749287"/>
                </a:lnTo>
                <a:close/>
                <a:lnTo>
                  <a:pt x="2692672" y="1749287"/>
                </a:lnTo>
                <a:close/>
                <a:lnTo>
                  <a:pt x="2687939" y="1749287"/>
                </a:lnTo>
                <a:close/>
                <a:lnTo>
                  <a:pt x="2683207" y="1749287"/>
                </a:lnTo>
                <a:close/>
                <a:lnTo>
                  <a:pt x="2678475" y="1749287"/>
                </a:lnTo>
                <a:close/>
                <a:lnTo>
                  <a:pt x="2673742" y="1749287"/>
                </a:lnTo>
                <a:close/>
                <a:lnTo>
                  <a:pt x="2669010" y="1749287"/>
                </a:lnTo>
                <a:close/>
                <a:lnTo>
                  <a:pt x="2664278" y="1749287"/>
                </a:lnTo>
                <a:close/>
                <a:lnTo>
                  <a:pt x="2659546" y="1749287"/>
                </a:lnTo>
                <a:close/>
                <a:lnTo>
                  <a:pt x="2654813" y="1749287"/>
                </a:lnTo>
                <a:close/>
                <a:lnTo>
                  <a:pt x="2650081" y="1749287"/>
                </a:lnTo>
                <a:close/>
                <a:lnTo>
                  <a:pt x="2645349" y="1749287"/>
                </a:lnTo>
                <a:close/>
                <a:lnTo>
                  <a:pt x="2640616" y="1749287"/>
                </a:lnTo>
                <a:close/>
                <a:lnTo>
                  <a:pt x="2635884" y="1749287"/>
                </a:lnTo>
                <a:close/>
                <a:lnTo>
                  <a:pt x="2631152" y="1749287"/>
                </a:lnTo>
                <a:close/>
                <a:lnTo>
                  <a:pt x="2626420" y="1749287"/>
                </a:lnTo>
                <a:close/>
                <a:lnTo>
                  <a:pt x="2621687" y="1749287"/>
                </a:lnTo>
                <a:close/>
                <a:lnTo>
                  <a:pt x="2616955" y="1749287"/>
                </a:lnTo>
                <a:close/>
                <a:lnTo>
                  <a:pt x="2612223" y="1749287"/>
                </a:lnTo>
                <a:close/>
                <a:lnTo>
                  <a:pt x="2607490" y="1749287"/>
                </a:lnTo>
                <a:close/>
                <a:lnTo>
                  <a:pt x="2602758" y="1749287"/>
                </a:lnTo>
                <a:close/>
                <a:lnTo>
                  <a:pt x="2598026" y="1749287"/>
                </a:lnTo>
                <a:close/>
                <a:lnTo>
                  <a:pt x="2593294" y="1749287"/>
                </a:lnTo>
                <a:close/>
                <a:lnTo>
                  <a:pt x="2588561" y="1749287"/>
                </a:lnTo>
                <a:close/>
                <a:lnTo>
                  <a:pt x="2583829" y="1749287"/>
                </a:lnTo>
                <a:close/>
                <a:lnTo>
                  <a:pt x="2579097" y="1749287"/>
                </a:lnTo>
                <a:close/>
                <a:lnTo>
                  <a:pt x="2574364" y="1749287"/>
                </a:lnTo>
                <a:close/>
                <a:lnTo>
                  <a:pt x="2569632" y="1749287"/>
                </a:lnTo>
                <a:close/>
                <a:lnTo>
                  <a:pt x="2564900" y="1749287"/>
                </a:lnTo>
                <a:close/>
                <a:lnTo>
                  <a:pt x="2560168" y="1749287"/>
                </a:lnTo>
                <a:close/>
                <a:lnTo>
                  <a:pt x="2555435" y="1749287"/>
                </a:lnTo>
                <a:close/>
                <a:lnTo>
                  <a:pt x="2550703" y="1749287"/>
                </a:lnTo>
                <a:close/>
                <a:lnTo>
                  <a:pt x="2545971" y="1749287"/>
                </a:lnTo>
                <a:close/>
                <a:lnTo>
                  <a:pt x="2541238" y="1749287"/>
                </a:lnTo>
                <a:close/>
                <a:lnTo>
                  <a:pt x="2536506" y="1749287"/>
                </a:lnTo>
                <a:close/>
                <a:lnTo>
                  <a:pt x="2531774" y="1749287"/>
                </a:lnTo>
                <a:close/>
                <a:lnTo>
                  <a:pt x="2527042" y="1749287"/>
                </a:lnTo>
                <a:close/>
                <a:lnTo>
                  <a:pt x="2522309" y="1749287"/>
                </a:lnTo>
                <a:close/>
                <a:lnTo>
                  <a:pt x="2517577" y="1749287"/>
                </a:lnTo>
                <a:close/>
                <a:lnTo>
                  <a:pt x="2512845" y="1749287"/>
                </a:lnTo>
                <a:close/>
                <a:lnTo>
                  <a:pt x="2508112" y="1749287"/>
                </a:lnTo>
                <a:close/>
                <a:lnTo>
                  <a:pt x="2503380" y="1749287"/>
                </a:lnTo>
                <a:close/>
                <a:lnTo>
                  <a:pt x="2498648" y="1749287"/>
                </a:lnTo>
                <a:close/>
                <a:lnTo>
                  <a:pt x="2493916" y="1749287"/>
                </a:lnTo>
                <a:close/>
                <a:lnTo>
                  <a:pt x="2489183" y="1749287"/>
                </a:lnTo>
                <a:close/>
                <a:lnTo>
                  <a:pt x="2484451" y="1749287"/>
                </a:lnTo>
                <a:close/>
                <a:lnTo>
                  <a:pt x="2479719" y="1749287"/>
                </a:lnTo>
                <a:close/>
                <a:lnTo>
                  <a:pt x="2474986" y="1749287"/>
                </a:lnTo>
                <a:close/>
                <a:lnTo>
                  <a:pt x="2470254" y="1749287"/>
                </a:lnTo>
                <a:close/>
                <a:lnTo>
                  <a:pt x="2465522" y="1749287"/>
                </a:lnTo>
                <a:close/>
                <a:lnTo>
                  <a:pt x="2460790" y="1749287"/>
                </a:lnTo>
                <a:close/>
                <a:lnTo>
                  <a:pt x="2456057" y="1749287"/>
                </a:lnTo>
                <a:close/>
                <a:lnTo>
                  <a:pt x="2451325" y="1749287"/>
                </a:lnTo>
                <a:close/>
                <a:lnTo>
                  <a:pt x="2446593" y="1749287"/>
                </a:lnTo>
                <a:close/>
                <a:lnTo>
                  <a:pt x="2441860" y="1749287"/>
                </a:lnTo>
                <a:close/>
                <a:lnTo>
                  <a:pt x="2437128" y="1749287"/>
                </a:lnTo>
                <a:close/>
                <a:lnTo>
                  <a:pt x="2432396" y="1749287"/>
                </a:lnTo>
                <a:close/>
                <a:lnTo>
                  <a:pt x="2427664" y="1749287"/>
                </a:lnTo>
                <a:close/>
                <a:lnTo>
                  <a:pt x="2422931" y="1749287"/>
                </a:lnTo>
                <a:close/>
                <a:lnTo>
                  <a:pt x="2418199" y="1749287"/>
                </a:lnTo>
                <a:close/>
                <a:lnTo>
                  <a:pt x="2413467" y="1749287"/>
                </a:lnTo>
                <a:close/>
                <a:lnTo>
                  <a:pt x="2408734" y="1749287"/>
                </a:lnTo>
                <a:close/>
                <a:lnTo>
                  <a:pt x="2404002" y="1749287"/>
                </a:lnTo>
                <a:close/>
                <a:lnTo>
                  <a:pt x="2399270" y="1749287"/>
                </a:lnTo>
                <a:close/>
                <a:lnTo>
                  <a:pt x="2394537" y="1749287"/>
                </a:lnTo>
                <a:close/>
                <a:lnTo>
                  <a:pt x="2389805" y="1749287"/>
                </a:lnTo>
                <a:close/>
                <a:lnTo>
                  <a:pt x="2385073" y="1749287"/>
                </a:lnTo>
                <a:close/>
                <a:lnTo>
                  <a:pt x="2380341" y="1749287"/>
                </a:lnTo>
                <a:close/>
                <a:lnTo>
                  <a:pt x="2375608" y="1749287"/>
                </a:lnTo>
                <a:close/>
                <a:lnTo>
                  <a:pt x="2370876" y="1749287"/>
                </a:lnTo>
                <a:close/>
                <a:lnTo>
                  <a:pt x="2366144" y="1749287"/>
                </a:lnTo>
                <a:close/>
                <a:lnTo>
                  <a:pt x="2361411" y="1749287"/>
                </a:lnTo>
                <a:close/>
                <a:lnTo>
                  <a:pt x="2356679" y="1749287"/>
                </a:lnTo>
                <a:close/>
                <a:lnTo>
                  <a:pt x="2351947" y="1749287"/>
                </a:lnTo>
                <a:close/>
                <a:lnTo>
                  <a:pt x="2347215" y="1749287"/>
                </a:lnTo>
                <a:close/>
                <a:lnTo>
                  <a:pt x="2342482" y="1749287"/>
                </a:lnTo>
                <a:close/>
                <a:lnTo>
                  <a:pt x="2337750" y="1749287"/>
                </a:lnTo>
                <a:close/>
                <a:lnTo>
                  <a:pt x="2333018" y="1749287"/>
                </a:lnTo>
                <a:close/>
                <a:lnTo>
                  <a:pt x="2328285" y="1749287"/>
                </a:lnTo>
                <a:close/>
                <a:lnTo>
                  <a:pt x="2323553" y="1749287"/>
                </a:lnTo>
                <a:close/>
                <a:lnTo>
                  <a:pt x="2318821" y="1749287"/>
                </a:lnTo>
                <a:close/>
                <a:lnTo>
                  <a:pt x="2314089" y="1749287"/>
                </a:lnTo>
                <a:close/>
                <a:lnTo>
                  <a:pt x="2309356" y="1749287"/>
                </a:lnTo>
                <a:close/>
                <a:lnTo>
                  <a:pt x="2304624" y="1749287"/>
                </a:lnTo>
                <a:close/>
                <a:lnTo>
                  <a:pt x="2299892" y="1749287"/>
                </a:lnTo>
                <a:close/>
                <a:lnTo>
                  <a:pt x="2295159" y="1749287"/>
                </a:lnTo>
                <a:close/>
                <a:lnTo>
                  <a:pt x="2290427" y="1749287"/>
                </a:lnTo>
                <a:close/>
                <a:lnTo>
                  <a:pt x="2285695" y="1749287"/>
                </a:lnTo>
                <a:close/>
                <a:lnTo>
                  <a:pt x="2280963" y="1749287"/>
                </a:lnTo>
                <a:close/>
                <a:lnTo>
                  <a:pt x="2276230" y="1749287"/>
                </a:lnTo>
                <a:close/>
                <a:lnTo>
                  <a:pt x="2271498" y="1749287"/>
                </a:lnTo>
                <a:close/>
                <a:lnTo>
                  <a:pt x="2266766" y="1749287"/>
                </a:lnTo>
                <a:close/>
                <a:lnTo>
                  <a:pt x="2262033" y="1749287"/>
                </a:lnTo>
                <a:close/>
                <a:lnTo>
                  <a:pt x="2257301" y="1749287"/>
                </a:lnTo>
                <a:close/>
                <a:lnTo>
                  <a:pt x="2252569" y="1749287"/>
                </a:lnTo>
                <a:close/>
                <a:lnTo>
                  <a:pt x="2247837" y="1749287"/>
                </a:lnTo>
                <a:close/>
                <a:lnTo>
                  <a:pt x="2243104" y="1749287"/>
                </a:lnTo>
                <a:close/>
                <a:lnTo>
                  <a:pt x="2238372" y="1749287"/>
                </a:lnTo>
                <a:close/>
                <a:lnTo>
                  <a:pt x="2233640" y="1749287"/>
                </a:lnTo>
                <a:close/>
                <a:lnTo>
                  <a:pt x="2228907" y="1749287"/>
                </a:lnTo>
                <a:close/>
                <a:lnTo>
                  <a:pt x="2224175" y="1749287"/>
                </a:lnTo>
                <a:close/>
                <a:lnTo>
                  <a:pt x="2219443" y="1749287"/>
                </a:lnTo>
                <a:close/>
                <a:lnTo>
                  <a:pt x="2214711" y="1749287"/>
                </a:lnTo>
                <a:close/>
                <a:lnTo>
                  <a:pt x="2209978" y="1749287"/>
                </a:lnTo>
                <a:close/>
                <a:lnTo>
                  <a:pt x="2205246" y="1749287"/>
                </a:lnTo>
                <a:close/>
                <a:lnTo>
                  <a:pt x="2200514" y="1749287"/>
                </a:lnTo>
                <a:close/>
                <a:lnTo>
                  <a:pt x="2195781" y="1749287"/>
                </a:lnTo>
                <a:close/>
                <a:lnTo>
                  <a:pt x="2191049" y="1749287"/>
                </a:lnTo>
                <a:close/>
                <a:lnTo>
                  <a:pt x="2186317" y="1749287"/>
                </a:lnTo>
                <a:close/>
                <a:lnTo>
                  <a:pt x="2181585" y="1749287"/>
                </a:lnTo>
                <a:close/>
                <a:lnTo>
                  <a:pt x="2176852" y="1749287"/>
                </a:lnTo>
                <a:close/>
                <a:lnTo>
                  <a:pt x="2172120" y="1749287"/>
                </a:lnTo>
                <a:close/>
                <a:lnTo>
                  <a:pt x="2167388" y="1749287"/>
                </a:lnTo>
                <a:close/>
                <a:lnTo>
                  <a:pt x="2162655" y="1749287"/>
                </a:lnTo>
                <a:close/>
                <a:lnTo>
                  <a:pt x="2157923" y="1749287"/>
                </a:lnTo>
                <a:close/>
                <a:lnTo>
                  <a:pt x="2153191" y="1749287"/>
                </a:lnTo>
                <a:close/>
                <a:lnTo>
                  <a:pt x="2148459" y="1749287"/>
                </a:lnTo>
                <a:close/>
                <a:lnTo>
                  <a:pt x="2143726" y="1749287"/>
                </a:lnTo>
                <a:close/>
                <a:lnTo>
                  <a:pt x="2138994" y="1749287"/>
                </a:lnTo>
                <a:close/>
                <a:lnTo>
                  <a:pt x="2134262" y="1749287"/>
                </a:lnTo>
                <a:close/>
                <a:lnTo>
                  <a:pt x="2129529" y="1749287"/>
                </a:lnTo>
                <a:close/>
                <a:lnTo>
                  <a:pt x="2124797" y="1749287"/>
                </a:lnTo>
                <a:close/>
                <a:lnTo>
                  <a:pt x="2120065" y="1749287"/>
                </a:lnTo>
                <a:close/>
                <a:lnTo>
                  <a:pt x="2115333" y="1749287"/>
                </a:lnTo>
                <a:close/>
                <a:lnTo>
                  <a:pt x="2110600" y="1749287"/>
                </a:lnTo>
                <a:close/>
                <a:lnTo>
                  <a:pt x="2105868" y="1749287"/>
                </a:lnTo>
                <a:close/>
                <a:lnTo>
                  <a:pt x="2101136" y="1749287"/>
                </a:lnTo>
                <a:close/>
                <a:lnTo>
                  <a:pt x="2096403" y="1749287"/>
                </a:lnTo>
                <a:close/>
                <a:lnTo>
                  <a:pt x="2091671" y="1749287"/>
                </a:lnTo>
                <a:close/>
                <a:lnTo>
                  <a:pt x="2086939" y="1749287"/>
                </a:lnTo>
                <a:close/>
                <a:lnTo>
                  <a:pt x="2082207" y="1749287"/>
                </a:lnTo>
                <a:close/>
                <a:lnTo>
                  <a:pt x="2077474" y="1749287"/>
                </a:lnTo>
                <a:close/>
                <a:lnTo>
                  <a:pt x="2072742" y="1749287"/>
                </a:lnTo>
                <a:close/>
                <a:lnTo>
                  <a:pt x="2068010" y="1749287"/>
                </a:lnTo>
                <a:close/>
                <a:lnTo>
                  <a:pt x="2063277" y="1749287"/>
                </a:lnTo>
                <a:close/>
                <a:lnTo>
                  <a:pt x="2058545" y="1749287"/>
                </a:lnTo>
                <a:close/>
                <a:lnTo>
                  <a:pt x="2053813" y="1749287"/>
                </a:lnTo>
                <a:close/>
                <a:lnTo>
                  <a:pt x="2049081" y="1749287"/>
                </a:lnTo>
                <a:close/>
                <a:lnTo>
                  <a:pt x="2044348" y="1749287"/>
                </a:lnTo>
                <a:close/>
                <a:lnTo>
                  <a:pt x="2039616" y="1749287"/>
                </a:lnTo>
                <a:close/>
                <a:lnTo>
                  <a:pt x="2034884" y="1749287"/>
                </a:lnTo>
                <a:close/>
                <a:lnTo>
                  <a:pt x="2030151" y="1749287"/>
                </a:lnTo>
                <a:close/>
                <a:lnTo>
                  <a:pt x="2025419" y="1749287"/>
                </a:lnTo>
                <a:close/>
                <a:lnTo>
                  <a:pt x="2020687" y="1749287"/>
                </a:lnTo>
                <a:close/>
                <a:lnTo>
                  <a:pt x="2015955" y="1749287"/>
                </a:lnTo>
                <a:close/>
                <a:lnTo>
                  <a:pt x="2011222" y="1749287"/>
                </a:lnTo>
                <a:close/>
                <a:lnTo>
                  <a:pt x="2006490" y="1749287"/>
                </a:lnTo>
                <a:close/>
                <a:lnTo>
                  <a:pt x="2001758" y="1749287"/>
                </a:lnTo>
                <a:close/>
                <a:lnTo>
                  <a:pt x="1997025" y="1749287"/>
                </a:lnTo>
                <a:close/>
                <a:lnTo>
                  <a:pt x="1992293" y="1749287"/>
                </a:lnTo>
                <a:close/>
                <a:lnTo>
                  <a:pt x="1987561" y="1749287"/>
                </a:lnTo>
                <a:close/>
                <a:lnTo>
                  <a:pt x="1982829" y="1749287"/>
                </a:lnTo>
                <a:close/>
                <a:lnTo>
                  <a:pt x="1978096" y="1749287"/>
                </a:lnTo>
                <a:close/>
                <a:lnTo>
                  <a:pt x="1973364" y="1749287"/>
                </a:lnTo>
                <a:close/>
                <a:lnTo>
                  <a:pt x="1968632" y="1749287"/>
                </a:lnTo>
                <a:close/>
                <a:lnTo>
                  <a:pt x="1963899" y="1749287"/>
                </a:lnTo>
                <a:close/>
                <a:lnTo>
                  <a:pt x="1959167" y="1749287"/>
                </a:lnTo>
                <a:close/>
                <a:lnTo>
                  <a:pt x="1954435" y="1749287"/>
                </a:lnTo>
                <a:close/>
                <a:lnTo>
                  <a:pt x="1949702" y="1749287"/>
                </a:lnTo>
                <a:close/>
                <a:lnTo>
                  <a:pt x="1944970" y="1749287"/>
                </a:lnTo>
                <a:close/>
                <a:lnTo>
                  <a:pt x="1940238" y="1749287"/>
                </a:lnTo>
                <a:close/>
                <a:lnTo>
                  <a:pt x="1935506" y="1749287"/>
                </a:lnTo>
                <a:close/>
                <a:lnTo>
                  <a:pt x="1930773" y="1749287"/>
                </a:lnTo>
                <a:close/>
                <a:lnTo>
                  <a:pt x="1926041" y="1749287"/>
                </a:lnTo>
                <a:close/>
                <a:lnTo>
                  <a:pt x="1921309" y="1749287"/>
                </a:lnTo>
                <a:close/>
                <a:lnTo>
                  <a:pt x="1916576" y="1749287"/>
                </a:lnTo>
                <a:close/>
                <a:lnTo>
                  <a:pt x="1911844" y="1749287"/>
                </a:lnTo>
                <a:close/>
                <a:lnTo>
                  <a:pt x="1907112" y="1749287"/>
                </a:lnTo>
                <a:close/>
                <a:lnTo>
                  <a:pt x="1902380" y="1749287"/>
                </a:lnTo>
                <a:close/>
                <a:lnTo>
                  <a:pt x="1897647" y="1749287"/>
                </a:lnTo>
                <a:close/>
                <a:lnTo>
                  <a:pt x="1892915" y="1749287"/>
                </a:lnTo>
                <a:close/>
                <a:lnTo>
                  <a:pt x="1888183" y="1749287"/>
                </a:lnTo>
                <a:close/>
                <a:lnTo>
                  <a:pt x="1883450" y="1749287"/>
                </a:lnTo>
                <a:close/>
                <a:lnTo>
                  <a:pt x="1878718" y="1749287"/>
                </a:lnTo>
                <a:close/>
                <a:lnTo>
                  <a:pt x="1873986" y="1749287"/>
                </a:lnTo>
                <a:close/>
                <a:lnTo>
                  <a:pt x="1869254" y="1749287"/>
                </a:lnTo>
                <a:close/>
                <a:lnTo>
                  <a:pt x="1864521" y="1749287"/>
                </a:lnTo>
                <a:close/>
                <a:lnTo>
                  <a:pt x="1859789" y="1749287"/>
                </a:lnTo>
                <a:close/>
                <a:lnTo>
                  <a:pt x="1855057" y="1749287"/>
                </a:lnTo>
                <a:close/>
                <a:lnTo>
                  <a:pt x="1850324" y="1749287"/>
                </a:lnTo>
                <a:close/>
                <a:lnTo>
                  <a:pt x="1845592" y="1749287"/>
                </a:lnTo>
                <a:close/>
                <a:lnTo>
                  <a:pt x="1840860" y="1749287"/>
                </a:lnTo>
                <a:close/>
                <a:lnTo>
                  <a:pt x="1836128" y="1749287"/>
                </a:lnTo>
                <a:close/>
                <a:lnTo>
                  <a:pt x="1831395" y="1749287"/>
                </a:lnTo>
                <a:close/>
                <a:lnTo>
                  <a:pt x="1826663" y="1749287"/>
                </a:lnTo>
                <a:close/>
                <a:lnTo>
                  <a:pt x="1821931" y="1749287"/>
                </a:lnTo>
                <a:close/>
                <a:lnTo>
                  <a:pt x="1817198" y="1749287"/>
                </a:lnTo>
                <a:close/>
                <a:lnTo>
                  <a:pt x="1812466" y="1749287"/>
                </a:lnTo>
                <a:close/>
                <a:lnTo>
                  <a:pt x="1807734" y="1749287"/>
                </a:lnTo>
                <a:close/>
                <a:lnTo>
                  <a:pt x="1803002" y="1749287"/>
                </a:lnTo>
                <a:close/>
                <a:lnTo>
                  <a:pt x="1798269" y="1749287"/>
                </a:lnTo>
                <a:close/>
                <a:lnTo>
                  <a:pt x="1793537" y="1749287"/>
                </a:lnTo>
                <a:close/>
                <a:lnTo>
                  <a:pt x="1788805" y="1749287"/>
                </a:lnTo>
                <a:close/>
                <a:lnTo>
                  <a:pt x="1784072" y="1749287"/>
                </a:lnTo>
                <a:close/>
                <a:lnTo>
                  <a:pt x="1779340" y="1749287"/>
                </a:lnTo>
                <a:close/>
                <a:lnTo>
                  <a:pt x="1774608" y="1749287"/>
                </a:lnTo>
                <a:close/>
                <a:lnTo>
                  <a:pt x="1769876" y="1749287"/>
                </a:lnTo>
                <a:close/>
                <a:lnTo>
                  <a:pt x="1765143" y="1749287"/>
                </a:lnTo>
                <a:close/>
                <a:lnTo>
                  <a:pt x="1760411" y="1749287"/>
                </a:lnTo>
                <a:close/>
                <a:lnTo>
                  <a:pt x="1755679" y="1749287"/>
                </a:lnTo>
                <a:close/>
                <a:lnTo>
                  <a:pt x="1750946" y="1749287"/>
                </a:lnTo>
                <a:close/>
                <a:lnTo>
                  <a:pt x="1746214" y="1749287"/>
                </a:lnTo>
                <a:close/>
                <a:lnTo>
                  <a:pt x="1741482" y="1749287"/>
                </a:lnTo>
                <a:close/>
                <a:lnTo>
                  <a:pt x="1736750" y="1749287"/>
                </a:lnTo>
                <a:close/>
                <a:lnTo>
                  <a:pt x="1732017" y="1749287"/>
                </a:lnTo>
                <a:close/>
                <a:lnTo>
                  <a:pt x="1727285" y="1749287"/>
                </a:lnTo>
                <a:close/>
                <a:lnTo>
                  <a:pt x="1722553" y="1749287"/>
                </a:lnTo>
                <a:close/>
                <a:lnTo>
                  <a:pt x="1717820" y="1749287"/>
                </a:lnTo>
                <a:close/>
                <a:lnTo>
                  <a:pt x="1713088" y="1749287"/>
                </a:lnTo>
                <a:close/>
                <a:lnTo>
                  <a:pt x="1708356" y="1749287"/>
                </a:lnTo>
                <a:close/>
                <a:lnTo>
                  <a:pt x="1703624" y="1749287"/>
                </a:lnTo>
                <a:close/>
                <a:lnTo>
                  <a:pt x="1698891" y="1749287"/>
                </a:lnTo>
                <a:close/>
                <a:lnTo>
                  <a:pt x="1694159" y="1749287"/>
                </a:lnTo>
                <a:close/>
                <a:lnTo>
                  <a:pt x="1689427" y="1749287"/>
                </a:lnTo>
                <a:close/>
                <a:lnTo>
                  <a:pt x="1684694" y="1749287"/>
                </a:lnTo>
                <a:close/>
                <a:lnTo>
                  <a:pt x="1679962" y="1749287"/>
                </a:lnTo>
                <a:close/>
                <a:lnTo>
                  <a:pt x="1675230" y="1749287"/>
                </a:lnTo>
                <a:close/>
                <a:lnTo>
                  <a:pt x="1670498" y="1749287"/>
                </a:lnTo>
                <a:close/>
                <a:lnTo>
                  <a:pt x="1665765" y="1749287"/>
                </a:lnTo>
                <a:close/>
                <a:lnTo>
                  <a:pt x="1661033" y="1749287"/>
                </a:lnTo>
                <a:close/>
                <a:lnTo>
                  <a:pt x="1656301" y="1749287"/>
                </a:lnTo>
                <a:close/>
                <a:lnTo>
                  <a:pt x="1651568" y="1749287"/>
                </a:lnTo>
                <a:close/>
                <a:lnTo>
                  <a:pt x="1646836" y="1749287"/>
                </a:lnTo>
                <a:close/>
                <a:lnTo>
                  <a:pt x="1642104" y="1749287"/>
                </a:lnTo>
                <a:close/>
                <a:lnTo>
                  <a:pt x="1637372" y="1749287"/>
                </a:lnTo>
                <a:close/>
                <a:lnTo>
                  <a:pt x="1632639" y="1749287"/>
                </a:lnTo>
                <a:close/>
                <a:lnTo>
                  <a:pt x="1627907" y="1749287"/>
                </a:lnTo>
                <a:close/>
                <a:lnTo>
                  <a:pt x="1623175" y="1749287"/>
                </a:lnTo>
                <a:close/>
                <a:lnTo>
                  <a:pt x="1618442" y="1749287"/>
                </a:lnTo>
                <a:close/>
                <a:lnTo>
                  <a:pt x="1613710" y="1749287"/>
                </a:lnTo>
                <a:close/>
                <a:lnTo>
                  <a:pt x="1608978" y="1749287"/>
                </a:lnTo>
                <a:close/>
                <a:lnTo>
                  <a:pt x="1604246" y="1749287"/>
                </a:lnTo>
                <a:close/>
                <a:lnTo>
                  <a:pt x="1599513" y="1749287"/>
                </a:lnTo>
                <a:close/>
                <a:lnTo>
                  <a:pt x="1594781" y="1749287"/>
                </a:lnTo>
                <a:close/>
                <a:lnTo>
                  <a:pt x="1590049" y="1749287"/>
                </a:lnTo>
                <a:close/>
                <a:lnTo>
                  <a:pt x="1585316" y="1749287"/>
                </a:lnTo>
                <a:close/>
                <a:lnTo>
                  <a:pt x="1580584" y="1749287"/>
                </a:lnTo>
                <a:close/>
                <a:lnTo>
                  <a:pt x="1575852" y="1749287"/>
                </a:lnTo>
                <a:close/>
                <a:lnTo>
                  <a:pt x="1571120" y="1749287"/>
                </a:lnTo>
                <a:close/>
                <a:lnTo>
                  <a:pt x="1566387" y="1749287"/>
                </a:lnTo>
                <a:close/>
                <a:lnTo>
                  <a:pt x="1561655" y="1749287"/>
                </a:lnTo>
                <a:close/>
                <a:lnTo>
                  <a:pt x="1556923" y="1749287"/>
                </a:lnTo>
                <a:close/>
                <a:lnTo>
                  <a:pt x="1552190" y="1749287"/>
                </a:lnTo>
                <a:close/>
                <a:lnTo>
                  <a:pt x="1547458" y="1749287"/>
                </a:lnTo>
                <a:close/>
                <a:lnTo>
                  <a:pt x="1542726" y="1749287"/>
                </a:lnTo>
                <a:close/>
                <a:lnTo>
                  <a:pt x="1537994" y="1749287"/>
                </a:lnTo>
                <a:close/>
                <a:lnTo>
                  <a:pt x="1533261" y="1749287"/>
                </a:lnTo>
                <a:close/>
                <a:lnTo>
                  <a:pt x="1528529" y="1749287"/>
                </a:lnTo>
                <a:close/>
                <a:lnTo>
                  <a:pt x="1523797" y="1749287"/>
                </a:lnTo>
                <a:close/>
                <a:lnTo>
                  <a:pt x="1519064" y="1749287"/>
                </a:lnTo>
                <a:close/>
                <a:lnTo>
                  <a:pt x="1514332" y="1749287"/>
                </a:lnTo>
                <a:close/>
                <a:lnTo>
                  <a:pt x="1509600" y="1749287"/>
                </a:lnTo>
                <a:close/>
                <a:lnTo>
                  <a:pt x="1504868" y="1749287"/>
                </a:lnTo>
                <a:close/>
                <a:lnTo>
                  <a:pt x="1500135" y="1749287"/>
                </a:lnTo>
                <a:close/>
                <a:lnTo>
                  <a:pt x="1495403" y="1749287"/>
                </a:lnTo>
                <a:close/>
                <a:lnTo>
                  <a:pt x="1490671" y="1749287"/>
                </a:lnTo>
                <a:close/>
                <a:lnTo>
                  <a:pt x="1485938" y="1749287"/>
                </a:lnTo>
                <a:close/>
                <a:lnTo>
                  <a:pt x="1481206" y="1749287"/>
                </a:lnTo>
                <a:close/>
                <a:lnTo>
                  <a:pt x="1476474" y="1749287"/>
                </a:lnTo>
                <a:close/>
                <a:lnTo>
                  <a:pt x="1471742" y="1749287"/>
                </a:lnTo>
                <a:close/>
                <a:lnTo>
                  <a:pt x="1467009" y="1749287"/>
                </a:lnTo>
                <a:close/>
                <a:lnTo>
                  <a:pt x="1462277" y="1749287"/>
                </a:lnTo>
                <a:close/>
                <a:lnTo>
                  <a:pt x="1457545" y="1749287"/>
                </a:lnTo>
                <a:close/>
                <a:lnTo>
                  <a:pt x="1452812" y="1749287"/>
                </a:lnTo>
                <a:close/>
                <a:lnTo>
                  <a:pt x="1448080" y="1749287"/>
                </a:lnTo>
                <a:close/>
                <a:lnTo>
                  <a:pt x="1443348" y="1749287"/>
                </a:lnTo>
                <a:close/>
                <a:lnTo>
                  <a:pt x="1438615" y="1749287"/>
                </a:lnTo>
                <a:close/>
                <a:lnTo>
                  <a:pt x="1433883" y="1749287"/>
                </a:lnTo>
                <a:close/>
                <a:lnTo>
                  <a:pt x="1429151" y="1749287"/>
                </a:lnTo>
                <a:close/>
                <a:lnTo>
                  <a:pt x="1424419" y="1749287"/>
                </a:lnTo>
                <a:close/>
                <a:lnTo>
                  <a:pt x="1419686" y="1749287"/>
                </a:lnTo>
                <a:close/>
                <a:lnTo>
                  <a:pt x="1414954" y="1749287"/>
                </a:lnTo>
                <a:close/>
                <a:lnTo>
                  <a:pt x="1410222" y="1749287"/>
                </a:lnTo>
                <a:close/>
                <a:lnTo>
                  <a:pt x="1405489" y="1749287"/>
                </a:lnTo>
                <a:close/>
                <a:lnTo>
                  <a:pt x="1400757" y="1749287"/>
                </a:lnTo>
                <a:close/>
                <a:lnTo>
                  <a:pt x="1396025" y="1749287"/>
                </a:lnTo>
                <a:close/>
                <a:lnTo>
                  <a:pt x="1391293" y="1749287"/>
                </a:lnTo>
                <a:close/>
                <a:lnTo>
                  <a:pt x="1386560" y="1749287"/>
                </a:lnTo>
                <a:close/>
                <a:lnTo>
                  <a:pt x="1381828" y="1749287"/>
                </a:lnTo>
                <a:close/>
                <a:lnTo>
                  <a:pt x="1377096" y="1749287"/>
                </a:lnTo>
                <a:close/>
                <a:lnTo>
                  <a:pt x="1372363" y="1749287"/>
                </a:lnTo>
                <a:close/>
                <a:lnTo>
                  <a:pt x="1367631" y="1749287"/>
                </a:lnTo>
                <a:close/>
                <a:lnTo>
                  <a:pt x="1362899" y="1749287"/>
                </a:lnTo>
                <a:close/>
                <a:lnTo>
                  <a:pt x="1358167" y="1749287"/>
                </a:lnTo>
                <a:close/>
                <a:lnTo>
                  <a:pt x="1353434" y="1749287"/>
                </a:lnTo>
                <a:close/>
                <a:lnTo>
                  <a:pt x="1348702" y="1749287"/>
                </a:lnTo>
                <a:close/>
                <a:lnTo>
                  <a:pt x="1343970" y="1749287"/>
                </a:lnTo>
                <a:close/>
                <a:lnTo>
                  <a:pt x="1339237" y="1749287"/>
                </a:lnTo>
                <a:close/>
                <a:lnTo>
                  <a:pt x="1334505" y="1749287"/>
                </a:lnTo>
                <a:close/>
                <a:lnTo>
                  <a:pt x="1329773" y="1749287"/>
                </a:lnTo>
                <a:close/>
                <a:lnTo>
                  <a:pt x="1325041" y="1749287"/>
                </a:lnTo>
                <a:close/>
                <a:lnTo>
                  <a:pt x="1320308" y="1749287"/>
                </a:lnTo>
                <a:close/>
                <a:lnTo>
                  <a:pt x="1315576" y="1749287"/>
                </a:lnTo>
                <a:close/>
                <a:lnTo>
                  <a:pt x="1310844" y="1749287"/>
                </a:lnTo>
                <a:close/>
                <a:lnTo>
                  <a:pt x="1306111" y="1749287"/>
                </a:lnTo>
                <a:close/>
                <a:lnTo>
                  <a:pt x="1301379" y="1749287"/>
                </a:lnTo>
                <a:close/>
                <a:lnTo>
                  <a:pt x="1296647" y="1749287"/>
                </a:lnTo>
                <a:close/>
                <a:lnTo>
                  <a:pt x="1291915" y="1749287"/>
                </a:lnTo>
                <a:close/>
                <a:lnTo>
                  <a:pt x="1287182" y="1749287"/>
                </a:lnTo>
                <a:close/>
                <a:lnTo>
                  <a:pt x="1282450" y="1749287"/>
                </a:lnTo>
                <a:close/>
                <a:lnTo>
                  <a:pt x="1277718" y="1749287"/>
                </a:lnTo>
                <a:close/>
                <a:lnTo>
                  <a:pt x="1272985" y="1749287"/>
                </a:lnTo>
                <a:close/>
                <a:lnTo>
                  <a:pt x="1268253" y="1749287"/>
                </a:lnTo>
                <a:close/>
                <a:lnTo>
                  <a:pt x="1263521" y="1749287"/>
                </a:lnTo>
                <a:close/>
                <a:lnTo>
                  <a:pt x="1258789" y="1749287"/>
                </a:lnTo>
                <a:close/>
                <a:lnTo>
                  <a:pt x="1254056" y="1749287"/>
                </a:lnTo>
                <a:close/>
                <a:lnTo>
                  <a:pt x="1249324" y="1749287"/>
                </a:lnTo>
                <a:close/>
                <a:lnTo>
                  <a:pt x="1244592" y="1749287"/>
                </a:lnTo>
                <a:close/>
                <a:lnTo>
                  <a:pt x="1239859" y="1749287"/>
                </a:lnTo>
                <a:close/>
                <a:lnTo>
                  <a:pt x="1235127" y="1749287"/>
                </a:lnTo>
                <a:close/>
                <a:lnTo>
                  <a:pt x="1230395" y="1749287"/>
                </a:lnTo>
                <a:close/>
                <a:lnTo>
                  <a:pt x="1225663" y="1749287"/>
                </a:lnTo>
                <a:close/>
                <a:lnTo>
                  <a:pt x="1220930" y="1749287"/>
                </a:lnTo>
                <a:close/>
                <a:lnTo>
                  <a:pt x="1216198" y="1749287"/>
                </a:lnTo>
                <a:close/>
                <a:lnTo>
                  <a:pt x="1211466" y="1749287"/>
                </a:lnTo>
                <a:close/>
                <a:lnTo>
                  <a:pt x="1206733" y="1749287"/>
                </a:lnTo>
                <a:close/>
                <a:lnTo>
                  <a:pt x="1202001" y="1749287"/>
                </a:lnTo>
                <a:close/>
                <a:lnTo>
                  <a:pt x="1197269" y="1749287"/>
                </a:lnTo>
                <a:close/>
                <a:lnTo>
                  <a:pt x="1192537" y="1749287"/>
                </a:lnTo>
                <a:close/>
                <a:lnTo>
                  <a:pt x="1187804" y="1749287"/>
                </a:lnTo>
                <a:close/>
                <a:lnTo>
                  <a:pt x="1183072" y="1749287"/>
                </a:lnTo>
                <a:close/>
                <a:lnTo>
                  <a:pt x="1178340" y="1749287"/>
                </a:lnTo>
                <a:close/>
                <a:lnTo>
                  <a:pt x="1173607" y="1749287"/>
                </a:lnTo>
                <a:close/>
                <a:lnTo>
                  <a:pt x="1168875" y="1749287"/>
                </a:lnTo>
                <a:close/>
                <a:lnTo>
                  <a:pt x="1164143" y="1749287"/>
                </a:lnTo>
                <a:close/>
                <a:lnTo>
                  <a:pt x="1159411" y="1749287"/>
                </a:lnTo>
                <a:close/>
                <a:lnTo>
                  <a:pt x="1154678" y="1749287"/>
                </a:lnTo>
                <a:close/>
                <a:lnTo>
                  <a:pt x="1149946" y="1749287"/>
                </a:lnTo>
                <a:close/>
                <a:lnTo>
                  <a:pt x="1145214" y="1749287"/>
                </a:lnTo>
                <a:close/>
                <a:lnTo>
                  <a:pt x="1140481" y="1749287"/>
                </a:lnTo>
                <a:close/>
                <a:lnTo>
                  <a:pt x="1135749" y="1749287"/>
                </a:lnTo>
                <a:close/>
                <a:lnTo>
                  <a:pt x="1131017" y="1749287"/>
                </a:lnTo>
                <a:close/>
                <a:lnTo>
                  <a:pt x="1126285" y="1749287"/>
                </a:lnTo>
                <a:close/>
                <a:lnTo>
                  <a:pt x="1121552" y="1749287"/>
                </a:lnTo>
                <a:close/>
                <a:lnTo>
                  <a:pt x="1116820" y="1749287"/>
                </a:lnTo>
                <a:close/>
                <a:lnTo>
                  <a:pt x="1112088" y="1749287"/>
                </a:lnTo>
                <a:close/>
                <a:lnTo>
                  <a:pt x="1107355" y="1749287"/>
                </a:lnTo>
                <a:close/>
                <a:lnTo>
                  <a:pt x="1102623" y="1749287"/>
                </a:lnTo>
                <a:close/>
                <a:lnTo>
                  <a:pt x="1097891" y="1749287"/>
                </a:lnTo>
                <a:close/>
                <a:lnTo>
                  <a:pt x="1093159" y="1749287"/>
                </a:lnTo>
                <a:close/>
                <a:lnTo>
                  <a:pt x="1088426" y="1749287"/>
                </a:lnTo>
                <a:close/>
                <a:lnTo>
                  <a:pt x="1083694" y="1749287"/>
                </a:lnTo>
                <a:close/>
                <a:lnTo>
                  <a:pt x="1078962" y="1749287"/>
                </a:lnTo>
                <a:close/>
                <a:lnTo>
                  <a:pt x="1074229" y="1749287"/>
                </a:lnTo>
                <a:close/>
                <a:lnTo>
                  <a:pt x="1069497" y="1749287"/>
                </a:lnTo>
                <a:close/>
                <a:lnTo>
                  <a:pt x="1064765" y="1749287"/>
                </a:lnTo>
                <a:close/>
                <a:lnTo>
                  <a:pt x="1060033" y="1749287"/>
                </a:lnTo>
                <a:close/>
                <a:lnTo>
                  <a:pt x="1055300" y="1749287"/>
                </a:lnTo>
                <a:close/>
                <a:lnTo>
                  <a:pt x="1050568" y="1749287"/>
                </a:lnTo>
                <a:close/>
                <a:lnTo>
                  <a:pt x="1045836" y="1749287"/>
                </a:lnTo>
                <a:close/>
                <a:lnTo>
                  <a:pt x="1041103" y="1749287"/>
                </a:lnTo>
                <a:close/>
                <a:lnTo>
                  <a:pt x="1036371" y="1749287"/>
                </a:lnTo>
                <a:close/>
                <a:lnTo>
                  <a:pt x="1031639" y="1749287"/>
                </a:lnTo>
                <a:close/>
                <a:lnTo>
                  <a:pt x="1026907" y="1749287"/>
                </a:lnTo>
                <a:close/>
                <a:lnTo>
                  <a:pt x="1022174" y="1749287"/>
                </a:lnTo>
                <a:close/>
                <a:lnTo>
                  <a:pt x="1017442" y="1749287"/>
                </a:lnTo>
                <a:close/>
                <a:lnTo>
                  <a:pt x="1012710" y="1749287"/>
                </a:lnTo>
                <a:close/>
                <a:lnTo>
                  <a:pt x="1007977" y="1749287"/>
                </a:lnTo>
                <a:close/>
                <a:lnTo>
                  <a:pt x="1003245" y="1749287"/>
                </a:lnTo>
                <a:close/>
                <a:lnTo>
                  <a:pt x="998513" y="1749287"/>
                </a:lnTo>
                <a:close/>
                <a:lnTo>
                  <a:pt x="993780" y="1749287"/>
                </a:lnTo>
                <a:close/>
                <a:lnTo>
                  <a:pt x="989048" y="1749287"/>
                </a:lnTo>
                <a:close/>
                <a:lnTo>
                  <a:pt x="984316" y="1749287"/>
                </a:lnTo>
                <a:close/>
                <a:lnTo>
                  <a:pt x="979584" y="1749287"/>
                </a:lnTo>
                <a:close/>
                <a:lnTo>
                  <a:pt x="974851" y="1749287"/>
                </a:lnTo>
                <a:close/>
                <a:lnTo>
                  <a:pt x="970119" y="1749287"/>
                </a:lnTo>
                <a:close/>
                <a:lnTo>
                  <a:pt x="965387" y="1749287"/>
                </a:lnTo>
                <a:close/>
                <a:lnTo>
                  <a:pt x="960654" y="1749287"/>
                </a:lnTo>
                <a:close/>
                <a:lnTo>
                  <a:pt x="955922" y="1749287"/>
                </a:lnTo>
                <a:close/>
                <a:lnTo>
                  <a:pt x="951190" y="1749287"/>
                </a:lnTo>
                <a:close/>
                <a:lnTo>
                  <a:pt x="946458" y="1749287"/>
                </a:lnTo>
                <a:close/>
                <a:lnTo>
                  <a:pt x="941725" y="1749287"/>
                </a:lnTo>
                <a:close/>
                <a:lnTo>
                  <a:pt x="936993" y="1749287"/>
                </a:lnTo>
                <a:close/>
                <a:lnTo>
                  <a:pt x="932261" y="1749287"/>
                </a:lnTo>
                <a:close/>
                <a:lnTo>
                  <a:pt x="927528" y="1749287"/>
                </a:lnTo>
                <a:close/>
                <a:lnTo>
                  <a:pt x="922796" y="1749287"/>
                </a:lnTo>
                <a:close/>
                <a:lnTo>
                  <a:pt x="918064" y="1749287"/>
                </a:lnTo>
                <a:close/>
                <a:lnTo>
                  <a:pt x="913332" y="1749287"/>
                </a:lnTo>
                <a:close/>
                <a:lnTo>
                  <a:pt x="908599" y="1749287"/>
                </a:lnTo>
                <a:close/>
                <a:lnTo>
                  <a:pt x="903867" y="1749287"/>
                </a:lnTo>
                <a:close/>
                <a:lnTo>
                  <a:pt x="899135" y="1749287"/>
                </a:lnTo>
                <a:close/>
                <a:lnTo>
                  <a:pt x="894402" y="1749287"/>
                </a:lnTo>
                <a:close/>
                <a:lnTo>
                  <a:pt x="889670" y="1749287"/>
                </a:lnTo>
                <a:close/>
                <a:lnTo>
                  <a:pt x="884938" y="1749287"/>
                </a:lnTo>
                <a:close/>
                <a:lnTo>
                  <a:pt x="880206" y="1749287"/>
                </a:lnTo>
                <a:close/>
                <a:lnTo>
                  <a:pt x="875473" y="1749287"/>
                </a:lnTo>
                <a:close/>
                <a:lnTo>
                  <a:pt x="870741" y="1749287"/>
                </a:lnTo>
                <a:close/>
                <a:lnTo>
                  <a:pt x="866009" y="1749287"/>
                </a:lnTo>
                <a:close/>
                <a:lnTo>
                  <a:pt x="861276" y="1749287"/>
                </a:lnTo>
                <a:close/>
                <a:lnTo>
                  <a:pt x="856544" y="1749287"/>
                </a:lnTo>
                <a:close/>
                <a:lnTo>
                  <a:pt x="851812" y="1749287"/>
                </a:lnTo>
                <a:close/>
                <a:lnTo>
                  <a:pt x="847080" y="1749287"/>
                </a:lnTo>
                <a:close/>
                <a:lnTo>
                  <a:pt x="842347" y="1749287"/>
                </a:lnTo>
                <a:close/>
                <a:lnTo>
                  <a:pt x="837615" y="1749287"/>
                </a:lnTo>
                <a:close/>
                <a:lnTo>
                  <a:pt x="832883" y="1749287"/>
                </a:lnTo>
                <a:close/>
                <a:lnTo>
                  <a:pt x="828150" y="1749287"/>
                </a:lnTo>
                <a:close/>
                <a:lnTo>
                  <a:pt x="823418" y="1749287"/>
                </a:lnTo>
                <a:close/>
                <a:lnTo>
                  <a:pt x="818686" y="1749287"/>
                </a:lnTo>
                <a:close/>
                <a:lnTo>
                  <a:pt x="813954" y="1749287"/>
                </a:lnTo>
                <a:close/>
                <a:lnTo>
                  <a:pt x="809221" y="1749287"/>
                </a:lnTo>
                <a:close/>
                <a:lnTo>
                  <a:pt x="804489" y="1749287"/>
                </a:lnTo>
                <a:close/>
                <a:lnTo>
                  <a:pt x="799757" y="1749287"/>
                </a:lnTo>
                <a:close/>
                <a:lnTo>
                  <a:pt x="795024" y="1749287"/>
                </a:lnTo>
                <a:close/>
                <a:lnTo>
                  <a:pt x="790292" y="1749287"/>
                </a:lnTo>
                <a:close/>
                <a:lnTo>
                  <a:pt x="785560" y="1749287"/>
                </a:lnTo>
                <a:close/>
                <a:lnTo>
                  <a:pt x="780828" y="1749287"/>
                </a:lnTo>
                <a:close/>
                <a:lnTo>
                  <a:pt x="776095" y="1749287"/>
                </a:lnTo>
                <a:close/>
                <a:lnTo>
                  <a:pt x="771363" y="1749287"/>
                </a:lnTo>
                <a:close/>
                <a:lnTo>
                  <a:pt x="766631" y="1749287"/>
                </a:lnTo>
                <a:close/>
                <a:lnTo>
                  <a:pt x="761898" y="1749287"/>
                </a:lnTo>
                <a:close/>
                <a:lnTo>
                  <a:pt x="757166" y="1749287"/>
                </a:lnTo>
                <a:close/>
                <a:lnTo>
                  <a:pt x="752434" y="1749287"/>
                </a:lnTo>
                <a:close/>
                <a:lnTo>
                  <a:pt x="747702" y="1749287"/>
                </a:lnTo>
                <a:close/>
                <a:lnTo>
                  <a:pt x="742969" y="1749287"/>
                </a:lnTo>
                <a:close/>
                <a:lnTo>
                  <a:pt x="738237" y="1749287"/>
                </a:lnTo>
                <a:close/>
                <a:lnTo>
                  <a:pt x="733505" y="1749287"/>
                </a:lnTo>
                <a:close/>
                <a:lnTo>
                  <a:pt x="728772" y="1749287"/>
                </a:lnTo>
                <a:close/>
                <a:lnTo>
                  <a:pt x="724040" y="1749287"/>
                </a:lnTo>
                <a:close/>
                <a:lnTo>
                  <a:pt x="719308" y="1749287"/>
                </a:lnTo>
                <a:close/>
                <a:lnTo>
                  <a:pt x="714576" y="1749287"/>
                </a:lnTo>
                <a:close/>
                <a:lnTo>
                  <a:pt x="709843" y="1749287"/>
                </a:lnTo>
                <a:close/>
                <a:lnTo>
                  <a:pt x="705111" y="1749287"/>
                </a:lnTo>
                <a:close/>
                <a:lnTo>
                  <a:pt x="700379" y="1749287"/>
                </a:lnTo>
                <a:close/>
                <a:lnTo>
                  <a:pt x="695646" y="1749287"/>
                </a:lnTo>
                <a:close/>
                <a:lnTo>
                  <a:pt x="690914" y="1749287"/>
                </a:lnTo>
                <a:close/>
                <a:lnTo>
                  <a:pt x="686182" y="1749287"/>
                </a:lnTo>
                <a:close/>
                <a:lnTo>
                  <a:pt x="681450" y="1749287"/>
                </a:lnTo>
                <a:close/>
                <a:lnTo>
                  <a:pt x="676717" y="1749287"/>
                </a:lnTo>
                <a:close/>
                <a:lnTo>
                  <a:pt x="671985" y="1749287"/>
                </a:lnTo>
                <a:close/>
                <a:lnTo>
                  <a:pt x="667253" y="1749287"/>
                </a:lnTo>
                <a:close/>
                <a:lnTo>
                  <a:pt x="662520" y="1749287"/>
                </a:lnTo>
                <a:close/>
                <a:lnTo>
                  <a:pt x="657788" y="1749287"/>
                </a:lnTo>
                <a:close/>
                <a:lnTo>
                  <a:pt x="653056" y="1749287"/>
                </a:lnTo>
                <a:close/>
                <a:lnTo>
                  <a:pt x="648324" y="1749287"/>
                </a:lnTo>
                <a:close/>
                <a:lnTo>
                  <a:pt x="643591" y="1749287"/>
                </a:lnTo>
                <a:close/>
                <a:lnTo>
                  <a:pt x="638859" y="1749287"/>
                </a:lnTo>
                <a:close/>
                <a:lnTo>
                  <a:pt x="634127" y="1749287"/>
                </a:lnTo>
                <a:close/>
                <a:lnTo>
                  <a:pt x="629394" y="1749287"/>
                </a:lnTo>
                <a:close/>
                <a:lnTo>
                  <a:pt x="624662" y="1749287"/>
                </a:lnTo>
                <a:close/>
                <a:lnTo>
                  <a:pt x="619930" y="1749287"/>
                </a:lnTo>
                <a:close/>
                <a:lnTo>
                  <a:pt x="615198" y="1749287"/>
                </a:lnTo>
                <a:close/>
                <a:lnTo>
                  <a:pt x="610465" y="1749287"/>
                </a:lnTo>
                <a:close/>
                <a:lnTo>
                  <a:pt x="605733" y="1749287"/>
                </a:lnTo>
                <a:close/>
                <a:lnTo>
                  <a:pt x="601001" y="1749287"/>
                </a:lnTo>
                <a:close/>
                <a:lnTo>
                  <a:pt x="596268" y="1749287"/>
                </a:lnTo>
                <a:close/>
                <a:lnTo>
                  <a:pt x="591536" y="1749287"/>
                </a:lnTo>
                <a:close/>
                <a:lnTo>
                  <a:pt x="586804" y="1749287"/>
                </a:lnTo>
                <a:close/>
                <a:lnTo>
                  <a:pt x="582072" y="1749287"/>
                </a:lnTo>
                <a:close/>
                <a:lnTo>
                  <a:pt x="577339" y="1749287"/>
                </a:lnTo>
                <a:close/>
                <a:lnTo>
                  <a:pt x="572607" y="1749287"/>
                </a:lnTo>
                <a:close/>
                <a:lnTo>
                  <a:pt x="567875" y="1749287"/>
                </a:lnTo>
                <a:close/>
                <a:lnTo>
                  <a:pt x="563142" y="1749287"/>
                </a:lnTo>
                <a:close/>
                <a:lnTo>
                  <a:pt x="558410" y="1749287"/>
                </a:lnTo>
                <a:close/>
                <a:lnTo>
                  <a:pt x="553678" y="1749287"/>
                </a:lnTo>
                <a:close/>
                <a:lnTo>
                  <a:pt x="548946" y="1749287"/>
                </a:lnTo>
                <a:close/>
                <a:lnTo>
                  <a:pt x="544213" y="1749287"/>
                </a:lnTo>
                <a:close/>
                <a:lnTo>
                  <a:pt x="539481" y="1749287"/>
                </a:lnTo>
                <a:close/>
                <a:lnTo>
                  <a:pt x="534749" y="1749287"/>
                </a:lnTo>
                <a:close/>
                <a:lnTo>
                  <a:pt x="530016" y="1749287"/>
                </a:lnTo>
                <a:close/>
                <a:lnTo>
                  <a:pt x="525284" y="1749287"/>
                </a:lnTo>
                <a:close/>
                <a:lnTo>
                  <a:pt x="520552" y="1749287"/>
                </a:lnTo>
                <a:close/>
                <a:lnTo>
                  <a:pt x="515820" y="1749287"/>
                </a:lnTo>
                <a:close/>
                <a:lnTo>
                  <a:pt x="511087" y="1749287"/>
                </a:lnTo>
                <a:close/>
                <a:lnTo>
                  <a:pt x="506355" y="1749287"/>
                </a:lnTo>
                <a:close/>
                <a:lnTo>
                  <a:pt x="501623" y="1749287"/>
                </a:lnTo>
                <a:close/>
                <a:lnTo>
                  <a:pt x="496890" y="1749287"/>
                </a:lnTo>
                <a:close/>
                <a:lnTo>
                  <a:pt x="492158" y="1749287"/>
                </a:lnTo>
                <a:close/>
                <a:lnTo>
                  <a:pt x="487426" y="1749287"/>
                </a:lnTo>
                <a:close/>
                <a:lnTo>
                  <a:pt x="482693" y="1749287"/>
                </a:lnTo>
                <a:close/>
                <a:lnTo>
                  <a:pt x="477961" y="1749287"/>
                </a:lnTo>
                <a:close/>
                <a:lnTo>
                  <a:pt x="473229" y="1749287"/>
                </a:lnTo>
                <a:close/>
                <a:lnTo>
                  <a:pt x="468497" y="1749287"/>
                </a:lnTo>
                <a:close/>
                <a:lnTo>
                  <a:pt x="463764" y="1749287"/>
                </a:lnTo>
                <a:close/>
                <a:lnTo>
                  <a:pt x="459032" y="1749287"/>
                </a:lnTo>
                <a:close/>
                <a:lnTo>
                  <a:pt x="454300" y="1749287"/>
                </a:lnTo>
                <a:close/>
                <a:lnTo>
                  <a:pt x="449567" y="1749287"/>
                </a:lnTo>
                <a:close/>
                <a:lnTo>
                  <a:pt x="444835" y="1749287"/>
                </a:lnTo>
                <a:close/>
                <a:lnTo>
                  <a:pt x="440103" y="1749287"/>
                </a:lnTo>
                <a:close/>
                <a:lnTo>
                  <a:pt x="435371" y="1749287"/>
                </a:lnTo>
                <a:close/>
                <a:lnTo>
                  <a:pt x="430638" y="1749287"/>
                </a:lnTo>
                <a:close/>
                <a:lnTo>
                  <a:pt x="425906" y="1749287"/>
                </a:lnTo>
                <a:close/>
                <a:lnTo>
                  <a:pt x="421174" y="1749287"/>
                </a:lnTo>
                <a:close/>
                <a:lnTo>
                  <a:pt x="416441" y="1749287"/>
                </a:lnTo>
                <a:close/>
                <a:lnTo>
                  <a:pt x="411709" y="1749287"/>
                </a:lnTo>
                <a:close/>
                <a:lnTo>
                  <a:pt x="406977" y="1749287"/>
                </a:lnTo>
                <a:close/>
                <a:lnTo>
                  <a:pt x="402245" y="1749287"/>
                </a:lnTo>
                <a:close/>
                <a:lnTo>
                  <a:pt x="397512" y="1749287"/>
                </a:lnTo>
                <a:close/>
                <a:lnTo>
                  <a:pt x="392780" y="1749287"/>
                </a:lnTo>
                <a:close/>
                <a:lnTo>
                  <a:pt x="388048" y="1749287"/>
                </a:lnTo>
                <a:close/>
                <a:lnTo>
                  <a:pt x="383315" y="1749287"/>
                </a:lnTo>
                <a:close/>
                <a:lnTo>
                  <a:pt x="378583" y="1749287"/>
                </a:lnTo>
                <a:close/>
                <a:lnTo>
                  <a:pt x="373851" y="1749287"/>
                </a:lnTo>
                <a:close/>
                <a:lnTo>
                  <a:pt x="369119" y="1749287"/>
                </a:lnTo>
                <a:close/>
                <a:lnTo>
                  <a:pt x="364386" y="1749287"/>
                </a:lnTo>
                <a:close/>
                <a:lnTo>
                  <a:pt x="359654" y="1749287"/>
                </a:lnTo>
                <a:close/>
                <a:lnTo>
                  <a:pt x="354922" y="1749287"/>
                </a:lnTo>
                <a:close/>
                <a:lnTo>
                  <a:pt x="350189" y="1749287"/>
                </a:lnTo>
                <a:close/>
                <a:lnTo>
                  <a:pt x="345457" y="1749287"/>
                </a:lnTo>
                <a:close/>
                <a:lnTo>
                  <a:pt x="340725" y="1749287"/>
                </a:lnTo>
                <a:close/>
                <a:lnTo>
                  <a:pt x="335993" y="1749287"/>
                </a:lnTo>
                <a:close/>
                <a:lnTo>
                  <a:pt x="331260" y="1749287"/>
                </a:lnTo>
                <a:close/>
                <a:lnTo>
                  <a:pt x="326528" y="1749287"/>
                </a:lnTo>
                <a:close/>
                <a:lnTo>
                  <a:pt x="321796" y="1749287"/>
                </a:lnTo>
                <a:close/>
                <a:lnTo>
                  <a:pt x="317063" y="1749287"/>
                </a:lnTo>
                <a:close/>
                <a:lnTo>
                  <a:pt x="312331" y="1749287"/>
                </a:lnTo>
                <a:close/>
                <a:lnTo>
                  <a:pt x="307599" y="1749287"/>
                </a:lnTo>
                <a:close/>
                <a:lnTo>
                  <a:pt x="302867" y="1749287"/>
                </a:lnTo>
                <a:close/>
                <a:lnTo>
                  <a:pt x="298134" y="1749287"/>
                </a:lnTo>
                <a:close/>
                <a:lnTo>
                  <a:pt x="293402" y="1749287"/>
                </a:lnTo>
                <a:close/>
                <a:lnTo>
                  <a:pt x="288670" y="1749287"/>
                </a:lnTo>
                <a:close/>
                <a:lnTo>
                  <a:pt x="283937" y="1749287"/>
                </a:lnTo>
                <a:close/>
                <a:lnTo>
                  <a:pt x="279205" y="1749287"/>
                </a:lnTo>
                <a:close/>
                <a:lnTo>
                  <a:pt x="274473" y="1749287"/>
                </a:lnTo>
                <a:close/>
                <a:lnTo>
                  <a:pt x="269741" y="1749287"/>
                </a:lnTo>
                <a:close/>
                <a:lnTo>
                  <a:pt x="265008" y="1749287"/>
                </a:lnTo>
                <a:close/>
                <a:lnTo>
                  <a:pt x="260276" y="1749287"/>
                </a:lnTo>
                <a:close/>
                <a:lnTo>
                  <a:pt x="255544" y="1749287"/>
                </a:lnTo>
                <a:close/>
                <a:lnTo>
                  <a:pt x="250811" y="1749287"/>
                </a:lnTo>
                <a:close/>
                <a:lnTo>
                  <a:pt x="246079" y="1749287"/>
                </a:lnTo>
                <a:close/>
                <a:lnTo>
                  <a:pt x="241347" y="1749287"/>
                </a:lnTo>
                <a:close/>
                <a:lnTo>
                  <a:pt x="236615" y="1749287"/>
                </a:lnTo>
                <a:close/>
                <a:lnTo>
                  <a:pt x="231882" y="1749287"/>
                </a:lnTo>
                <a:close/>
                <a:lnTo>
                  <a:pt x="227150" y="1749287"/>
                </a:lnTo>
                <a:close/>
                <a:lnTo>
                  <a:pt x="222418" y="1749287"/>
                </a:lnTo>
                <a:close/>
                <a:lnTo>
                  <a:pt x="217685" y="1749287"/>
                </a:lnTo>
                <a:close/>
                <a:lnTo>
                  <a:pt x="212953" y="1749287"/>
                </a:lnTo>
                <a:close/>
                <a:lnTo>
                  <a:pt x="208221" y="1749287"/>
                </a:lnTo>
                <a:close/>
                <a:lnTo>
                  <a:pt x="203489" y="1749287"/>
                </a:lnTo>
                <a:close/>
                <a:lnTo>
                  <a:pt x="198756" y="1749287"/>
                </a:lnTo>
                <a:close/>
                <a:lnTo>
                  <a:pt x="194024" y="1749287"/>
                </a:lnTo>
                <a:close/>
                <a:lnTo>
                  <a:pt x="189292" y="1749287"/>
                </a:lnTo>
                <a:close/>
                <a:lnTo>
                  <a:pt x="184559" y="1749287"/>
                </a:lnTo>
                <a:close/>
                <a:lnTo>
                  <a:pt x="179827" y="1749287"/>
                </a:lnTo>
                <a:close/>
                <a:lnTo>
                  <a:pt x="175095" y="1749287"/>
                </a:lnTo>
                <a:close/>
                <a:lnTo>
                  <a:pt x="170363" y="1749287"/>
                </a:lnTo>
                <a:close/>
                <a:lnTo>
                  <a:pt x="165630" y="1749287"/>
                </a:lnTo>
                <a:close/>
                <a:lnTo>
                  <a:pt x="160898" y="1749287"/>
                </a:lnTo>
                <a:close/>
                <a:lnTo>
                  <a:pt x="156166" y="1749287"/>
                </a:lnTo>
                <a:close/>
                <a:lnTo>
                  <a:pt x="151433" y="1749287"/>
                </a:lnTo>
                <a:close/>
                <a:lnTo>
                  <a:pt x="146701" y="1749287"/>
                </a:lnTo>
                <a:close/>
                <a:lnTo>
                  <a:pt x="141969" y="1749287"/>
                </a:lnTo>
                <a:close/>
                <a:lnTo>
                  <a:pt x="137237" y="1749287"/>
                </a:lnTo>
                <a:close/>
                <a:lnTo>
                  <a:pt x="132504" y="1749287"/>
                </a:lnTo>
                <a:close/>
                <a:lnTo>
                  <a:pt x="127772" y="1749287"/>
                </a:lnTo>
                <a:close/>
                <a:lnTo>
                  <a:pt x="123040" y="1749287"/>
                </a:lnTo>
                <a:close/>
                <a:lnTo>
                  <a:pt x="118307" y="1749287"/>
                </a:lnTo>
                <a:close/>
                <a:lnTo>
                  <a:pt x="113575" y="1749287"/>
                </a:lnTo>
                <a:close/>
                <a:lnTo>
                  <a:pt x="108843" y="1749287"/>
                </a:lnTo>
                <a:close/>
                <a:lnTo>
                  <a:pt x="104111" y="1749287"/>
                </a:lnTo>
                <a:close/>
                <a:lnTo>
                  <a:pt x="99378" y="1749287"/>
                </a:lnTo>
                <a:close/>
                <a:lnTo>
                  <a:pt x="94646" y="1749287"/>
                </a:lnTo>
                <a:close/>
                <a:lnTo>
                  <a:pt x="89914" y="1749287"/>
                </a:lnTo>
                <a:close/>
                <a:lnTo>
                  <a:pt x="85181" y="1749287"/>
                </a:lnTo>
                <a:close/>
                <a:lnTo>
                  <a:pt x="80449" y="1749287"/>
                </a:lnTo>
                <a:close/>
                <a:lnTo>
                  <a:pt x="75717" y="1749287"/>
                </a:lnTo>
                <a:close/>
                <a:lnTo>
                  <a:pt x="70985" y="1749287"/>
                </a:lnTo>
                <a:close/>
                <a:lnTo>
                  <a:pt x="66252" y="1749287"/>
                </a:lnTo>
                <a:close/>
                <a:lnTo>
                  <a:pt x="61520" y="1749287"/>
                </a:lnTo>
                <a:close/>
                <a:lnTo>
                  <a:pt x="56788" y="1749287"/>
                </a:lnTo>
                <a:close/>
                <a:lnTo>
                  <a:pt x="52055" y="1749287"/>
                </a:lnTo>
                <a:close/>
                <a:lnTo>
                  <a:pt x="47323" y="1749287"/>
                </a:lnTo>
                <a:close/>
                <a:lnTo>
                  <a:pt x="42591" y="1749287"/>
                </a:lnTo>
                <a:close/>
                <a:lnTo>
                  <a:pt x="37858" y="1749287"/>
                </a:lnTo>
                <a:close/>
                <a:lnTo>
                  <a:pt x="33126" y="1749287"/>
                </a:lnTo>
                <a:close/>
                <a:lnTo>
                  <a:pt x="28394" y="1749287"/>
                </a:lnTo>
                <a:close/>
                <a:lnTo>
                  <a:pt x="23662" y="1749287"/>
                </a:lnTo>
                <a:close/>
                <a:lnTo>
                  <a:pt x="18929" y="1749287"/>
                </a:lnTo>
                <a:close/>
                <a:lnTo>
                  <a:pt x="14197" y="1749287"/>
                </a:lnTo>
                <a:close/>
                <a:lnTo>
                  <a:pt x="9465" y="1749287"/>
                </a:lnTo>
                <a:close/>
                <a:lnTo>
                  <a:pt x="4732" y="1749287"/>
                </a:lnTo>
                <a:close/>
                <a:lnTo>
                  <a:pt x="0" y="1749287"/>
                </a:lnTo>
                <a:close/>
                <a:lnTo>
                  <a:pt x="0" y="1749287"/>
                </a:lnTo>
                <a:close/>
              </a:path>
            </a:pathLst>
          </a:custGeom>
          <a:solidFill>
            <a:srgbClr val="C5DAE9">
              <a:alpha val="45000"/>
            </a:srgbClr>
          </a:solidFill>
          <a:ln w="12700">
            <a:solidFill>
              <a:srgbClr val="C5DAE9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4743907" y="795528"/>
            <a:ext cx="0" cy="2011680"/>
          </a:xfrm>
          <a:custGeom>
            <a:avLst/>
            <a:gdLst/>
            <a:ahLst/>
            <a:cxnLst/>
            <a:rect l="l" t="t" r="r" b="b"/>
            <a:pathLst>
              <a:path w="0" h="2011680">
                <a:moveTo>
                  <a:pt x="0" y="201168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4743907" y="2807208"/>
            <a:ext cx="2834640" cy="0"/>
          </a:xfrm>
          <a:custGeom>
            <a:avLst/>
            <a:gdLst/>
            <a:ahLst/>
            <a:cxnLst/>
            <a:rect l="l" t="t" r="r" b="b"/>
            <a:pathLst>
              <a:path w="2834640" h="0">
                <a:moveTo>
                  <a:pt x="0" y="0"/>
                </a:moveTo>
                <a:lnTo>
                  <a:pt x="283464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4743907" y="1057921"/>
            <a:ext cx="2834640" cy="1749287"/>
          </a:xfrm>
          <a:custGeom>
            <a:avLst/>
            <a:gdLst/>
            <a:ahLst/>
            <a:cxnLst/>
            <a:rect l="l" t="t" r="r" b="b"/>
            <a:pathLst>
              <a:path w="2834640" h="1749287">
                <a:moveTo>
                  <a:pt x="0" y="1749287"/>
                </a:moveTo>
                <a:lnTo>
                  <a:pt x="1131017" y="1748095"/>
                </a:lnTo>
                <a:close/>
                <a:lnTo>
                  <a:pt x="1168875" y="1744384"/>
                </a:lnTo>
                <a:close/>
                <a:lnTo>
                  <a:pt x="1206733" y="1740644"/>
                </a:lnTo>
                <a:close/>
                <a:lnTo>
                  <a:pt x="1235127" y="1740781"/>
                </a:lnTo>
                <a:close/>
                <a:lnTo>
                  <a:pt x="1296647" y="1742487"/>
                </a:lnTo>
                <a:close/>
                <a:lnTo>
                  <a:pt x="1320308" y="1740287"/>
                </a:lnTo>
                <a:close/>
                <a:lnTo>
                  <a:pt x="1339237" y="1736140"/>
                </a:lnTo>
                <a:close/>
                <a:lnTo>
                  <a:pt x="1358167" y="1729249"/>
                </a:lnTo>
                <a:close/>
                <a:lnTo>
                  <a:pt x="1377096" y="1719368"/>
                </a:lnTo>
                <a:close/>
                <a:lnTo>
                  <a:pt x="1396025" y="1706075"/>
                </a:lnTo>
                <a:close/>
                <a:lnTo>
                  <a:pt x="1410222" y="1692728"/>
                </a:lnTo>
                <a:close/>
                <a:lnTo>
                  <a:pt x="1424419" y="1674550"/>
                </a:lnTo>
                <a:close/>
                <a:lnTo>
                  <a:pt x="1433883" y="1658646"/>
                </a:lnTo>
                <a:close/>
                <a:lnTo>
                  <a:pt x="1448080" y="1627789"/>
                </a:lnTo>
                <a:close/>
                <a:lnTo>
                  <a:pt x="1462277" y="1588186"/>
                </a:lnTo>
                <a:close/>
                <a:lnTo>
                  <a:pt x="1481206" y="1524319"/>
                </a:lnTo>
                <a:close/>
                <a:lnTo>
                  <a:pt x="1514332" y="1398568"/>
                </a:lnTo>
                <a:close/>
                <a:lnTo>
                  <a:pt x="1594781" y="1090003"/>
                </a:lnTo>
                <a:close/>
                <a:lnTo>
                  <a:pt x="1623175" y="998383"/>
                </a:lnTo>
                <a:close/>
                <a:lnTo>
                  <a:pt x="1651568" y="907926"/>
                </a:lnTo>
                <a:close/>
                <a:lnTo>
                  <a:pt x="1670498" y="836845"/>
                </a:lnTo>
                <a:close/>
                <a:lnTo>
                  <a:pt x="1689427" y="751074"/>
                </a:lnTo>
                <a:close/>
                <a:lnTo>
                  <a:pt x="1717820" y="602021"/>
                </a:lnTo>
                <a:close/>
                <a:lnTo>
                  <a:pt x="1741482" y="481014"/>
                </a:lnTo>
                <a:close/>
                <a:lnTo>
                  <a:pt x="1760411" y="398874"/>
                </a:lnTo>
                <a:close/>
                <a:lnTo>
                  <a:pt x="1779340" y="331965"/>
                </a:lnTo>
                <a:close/>
                <a:lnTo>
                  <a:pt x="1798269" y="276203"/>
                </a:lnTo>
                <a:close/>
                <a:lnTo>
                  <a:pt x="1878718" y="56661"/>
                </a:lnTo>
                <a:close/>
                <a:lnTo>
                  <a:pt x="1892915" y="29760"/>
                </a:lnTo>
                <a:close/>
                <a:lnTo>
                  <a:pt x="1902380" y="16376"/>
                </a:lnTo>
                <a:close/>
                <a:lnTo>
                  <a:pt x="1911844" y="6824"/>
                </a:lnTo>
                <a:close/>
                <a:lnTo>
                  <a:pt x="1921309" y="1287"/>
                </a:lnTo>
                <a:close/>
                <a:lnTo>
                  <a:pt x="1930773" y="0"/>
                </a:lnTo>
                <a:close/>
                <a:lnTo>
                  <a:pt x="1940238" y="3208"/>
                </a:lnTo>
                <a:close/>
                <a:lnTo>
                  <a:pt x="1949702" y="11091"/>
                </a:lnTo>
                <a:close/>
                <a:lnTo>
                  <a:pt x="1959167" y="23732"/>
                </a:lnTo>
                <a:close/>
                <a:lnTo>
                  <a:pt x="1968632" y="41181"/>
                </a:lnTo>
                <a:close/>
                <a:lnTo>
                  <a:pt x="1978096" y="63569"/>
                </a:lnTo>
                <a:close/>
                <a:lnTo>
                  <a:pt x="1987561" y="91206"/>
                </a:lnTo>
                <a:close/>
                <a:lnTo>
                  <a:pt x="2001758" y="143553"/>
                </a:lnTo>
                <a:close/>
                <a:lnTo>
                  <a:pt x="2015955" y="210094"/>
                </a:lnTo>
                <a:close/>
                <a:lnTo>
                  <a:pt x="2034884" y="318899"/>
                </a:lnTo>
                <a:close/>
                <a:lnTo>
                  <a:pt x="2082207" y="609117"/>
                </a:lnTo>
                <a:close/>
                <a:lnTo>
                  <a:pt x="2101136" y="704579"/>
                </a:lnTo>
                <a:close/>
                <a:lnTo>
                  <a:pt x="2124797" y="809486"/>
                </a:lnTo>
                <a:close/>
                <a:lnTo>
                  <a:pt x="2153191" y="921493"/>
                </a:lnTo>
                <a:close/>
                <a:lnTo>
                  <a:pt x="2186317" y="1037330"/>
                </a:lnTo>
                <a:close/>
                <a:lnTo>
                  <a:pt x="2243104" y="1225336"/>
                </a:lnTo>
                <a:close/>
                <a:lnTo>
                  <a:pt x="2262033" y="1277904"/>
                </a:lnTo>
                <a:close/>
                <a:lnTo>
                  <a:pt x="2285695" y="1334801"/>
                </a:lnTo>
                <a:close/>
                <a:lnTo>
                  <a:pt x="2314089" y="1402442"/>
                </a:lnTo>
                <a:close/>
                <a:lnTo>
                  <a:pt x="2337750" y="1468149"/>
                </a:lnTo>
                <a:close/>
                <a:lnTo>
                  <a:pt x="2370876" y="1563012"/>
                </a:lnTo>
                <a:close/>
                <a:lnTo>
                  <a:pt x="2389805" y="1606949"/>
                </a:lnTo>
                <a:close/>
                <a:lnTo>
                  <a:pt x="2408734" y="1642305"/>
                </a:lnTo>
                <a:close/>
                <a:lnTo>
                  <a:pt x="2432396" y="1679538"/>
                </a:lnTo>
                <a:close/>
                <a:lnTo>
                  <a:pt x="2451325" y="1704960"/>
                </a:lnTo>
                <a:close/>
                <a:lnTo>
                  <a:pt x="2465522" y="1720394"/>
                </a:lnTo>
                <a:close/>
                <a:lnTo>
                  <a:pt x="2479719" y="1732007"/>
                </a:lnTo>
                <a:close/>
                <a:lnTo>
                  <a:pt x="2493916" y="1739866"/>
                </a:lnTo>
                <a:close/>
                <a:lnTo>
                  <a:pt x="2508112" y="1744630"/>
                </a:lnTo>
                <a:close/>
                <a:lnTo>
                  <a:pt x="2527042" y="1747738"/>
                </a:lnTo>
                <a:close/>
                <a:lnTo>
                  <a:pt x="2555435" y="1749082"/>
                </a:lnTo>
                <a:close/>
                <a:lnTo>
                  <a:pt x="2669010" y="1749287"/>
                </a:lnTo>
                <a:close/>
                <a:lnTo>
                  <a:pt x="2834640" y="1749287"/>
                </a:lnTo>
                <a:close/>
                <a:lnTo>
                  <a:pt x="2834640" y="1749287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20740" y="592328"/>
            <a:ext cx="1498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α base−6−1 ( K) 10</a:t>
            </a:r>
          </a:p>
        </p:txBody>
      </p:sp>
      <p:sp>
        <p:nvSpPr>
          <p:cNvPr id="82" name="Freeform 81"/>
          <p:cNvSpPr/>
          <p:nvPr/>
        </p:nvSpPr>
        <p:spPr>
          <a:xfrm>
            <a:off x="6361960" y="795528"/>
            <a:ext cx="0" cy="2011680"/>
          </a:xfrm>
          <a:custGeom>
            <a:avLst/>
            <a:gdLst/>
            <a:ahLst/>
            <a:cxnLst/>
            <a:rect l="l" t="t" r="r" b="b"/>
            <a:pathLst>
              <a:path w="0" h="2011680">
                <a:moveTo>
                  <a:pt x="0" y="201168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58875" y="3712464"/>
            <a:ext cx="28346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8875" y="5507804"/>
            <a:ext cx="2834640" cy="216340"/>
          </a:xfrm>
          <a:prstGeom prst="rect">
            <a:avLst/>
          </a:prstGeom>
          <a:solidFill>
            <a:srgbClr val="E8E8E8">
              <a:alpha val="85000"/>
            </a:srgbClr>
          </a:solidFill>
          <a:ln w="10160">
            <a:solidFill>
              <a:srgbClr val="B0B0B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058875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58875" y="5749677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</a:t>
            </a:r>
          </a:p>
        </p:txBody>
      </p:sp>
      <p:sp>
        <p:nvSpPr>
          <p:cNvPr id="87" name="Freeform 86"/>
          <p:cNvSpPr/>
          <p:nvPr/>
        </p:nvSpPr>
        <p:spPr>
          <a:xfrm>
            <a:off x="1625803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625803" y="5749677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</a:t>
            </a:r>
          </a:p>
        </p:txBody>
      </p:sp>
      <p:sp>
        <p:nvSpPr>
          <p:cNvPr id="89" name="Freeform 88"/>
          <p:cNvSpPr/>
          <p:nvPr/>
        </p:nvSpPr>
        <p:spPr>
          <a:xfrm>
            <a:off x="2192731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192731" y="5749677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4</a:t>
            </a:r>
          </a:p>
        </p:txBody>
      </p:sp>
      <p:sp>
        <p:nvSpPr>
          <p:cNvPr id="91" name="Freeform 90"/>
          <p:cNvSpPr/>
          <p:nvPr/>
        </p:nvSpPr>
        <p:spPr>
          <a:xfrm>
            <a:off x="2759659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59659" y="5749677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6</a:t>
            </a:r>
          </a:p>
        </p:txBody>
      </p:sp>
      <p:sp>
        <p:nvSpPr>
          <p:cNvPr id="93" name="Freeform 92"/>
          <p:cNvSpPr/>
          <p:nvPr/>
        </p:nvSpPr>
        <p:spPr>
          <a:xfrm>
            <a:off x="3326587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326587" y="5749677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8</a:t>
            </a:r>
          </a:p>
        </p:txBody>
      </p:sp>
      <p:sp>
        <p:nvSpPr>
          <p:cNvPr id="95" name="Freeform 94"/>
          <p:cNvSpPr/>
          <p:nvPr/>
        </p:nvSpPr>
        <p:spPr>
          <a:xfrm>
            <a:off x="3893515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93515" y="574967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77415" y="5910602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α slope−9−2 ( K) 10</a:t>
            </a:r>
          </a:p>
        </p:txBody>
      </p:sp>
      <p:sp>
        <p:nvSpPr>
          <p:cNvPr id="98" name="Freeform 97"/>
          <p:cNvSpPr/>
          <p:nvPr/>
        </p:nvSpPr>
        <p:spPr>
          <a:xfrm>
            <a:off x="1014425" y="572414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69975" y="5628960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</a:t>
            </a:r>
          </a:p>
        </p:txBody>
      </p:sp>
      <p:sp>
        <p:nvSpPr>
          <p:cNvPr id="100" name="Freeform 99"/>
          <p:cNvSpPr/>
          <p:nvPr/>
        </p:nvSpPr>
        <p:spPr>
          <a:xfrm>
            <a:off x="1014425" y="529146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9975" y="519627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0.2</a:t>
            </a:r>
          </a:p>
        </p:txBody>
      </p:sp>
      <p:sp>
        <p:nvSpPr>
          <p:cNvPr id="102" name="Freeform 101"/>
          <p:cNvSpPr/>
          <p:nvPr/>
        </p:nvSpPr>
        <p:spPr>
          <a:xfrm>
            <a:off x="1014425" y="485878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69975" y="476359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0.4</a:t>
            </a:r>
          </a:p>
        </p:txBody>
      </p:sp>
      <p:sp>
        <p:nvSpPr>
          <p:cNvPr id="104" name="Freeform 103"/>
          <p:cNvSpPr/>
          <p:nvPr/>
        </p:nvSpPr>
        <p:spPr>
          <a:xfrm>
            <a:off x="1014425" y="442610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9975" y="433091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0.6</a:t>
            </a:r>
          </a:p>
        </p:txBody>
      </p:sp>
      <p:sp>
        <p:nvSpPr>
          <p:cNvPr id="106" name="Freeform 105"/>
          <p:cNvSpPr/>
          <p:nvPr/>
        </p:nvSpPr>
        <p:spPr>
          <a:xfrm>
            <a:off x="1014425" y="39934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69975" y="389823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0.8</a:t>
            </a:r>
          </a:p>
        </p:txBody>
      </p:sp>
      <p:sp>
        <p:nvSpPr>
          <p:cNvPr id="108" name="TextBox 107"/>
          <p:cNvSpPr txBox="1"/>
          <p:nvPr/>
        </p:nvSpPr>
        <p:spPr>
          <a:xfrm rot="16200000">
            <a:off x="4623054" y="-1231421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Density</a:t>
            </a:r>
          </a:p>
        </p:txBody>
      </p:sp>
      <p:sp>
        <p:nvSpPr>
          <p:cNvPr id="109" name="Freeform 108"/>
          <p:cNvSpPr/>
          <p:nvPr/>
        </p:nvSpPr>
        <p:spPr>
          <a:xfrm>
            <a:off x="1058875" y="3974857"/>
            <a:ext cx="2834640" cy="1749287"/>
          </a:xfrm>
          <a:custGeom>
            <a:avLst/>
            <a:gdLst/>
            <a:ahLst/>
            <a:cxnLst/>
            <a:rect l="l" t="t" r="r" b="b"/>
            <a:pathLst>
              <a:path w="2834640" h="1749287">
                <a:moveTo>
                  <a:pt x="0" y="1749287"/>
                </a:moveTo>
                <a:lnTo>
                  <a:pt x="0" y="1749287"/>
                </a:lnTo>
                <a:close/>
                <a:lnTo>
                  <a:pt x="4732" y="1749287"/>
                </a:lnTo>
                <a:close/>
                <a:lnTo>
                  <a:pt x="9465" y="1749287"/>
                </a:lnTo>
                <a:close/>
                <a:lnTo>
                  <a:pt x="14197" y="1749287"/>
                </a:lnTo>
                <a:close/>
                <a:lnTo>
                  <a:pt x="18929" y="1749287"/>
                </a:lnTo>
                <a:close/>
                <a:lnTo>
                  <a:pt x="23662" y="1749287"/>
                </a:lnTo>
                <a:close/>
                <a:lnTo>
                  <a:pt x="28394" y="1749287"/>
                </a:lnTo>
                <a:close/>
                <a:lnTo>
                  <a:pt x="33126" y="1749287"/>
                </a:lnTo>
                <a:close/>
                <a:lnTo>
                  <a:pt x="37858" y="1749287"/>
                </a:lnTo>
                <a:close/>
                <a:lnTo>
                  <a:pt x="42591" y="1749287"/>
                </a:lnTo>
                <a:close/>
                <a:lnTo>
                  <a:pt x="47323" y="1749287"/>
                </a:lnTo>
                <a:close/>
                <a:lnTo>
                  <a:pt x="52055" y="1749287"/>
                </a:lnTo>
                <a:close/>
                <a:lnTo>
                  <a:pt x="56788" y="1749287"/>
                </a:lnTo>
                <a:close/>
                <a:lnTo>
                  <a:pt x="61520" y="1749287"/>
                </a:lnTo>
                <a:close/>
                <a:lnTo>
                  <a:pt x="66252" y="1749287"/>
                </a:lnTo>
                <a:close/>
                <a:lnTo>
                  <a:pt x="70985" y="1749287"/>
                </a:lnTo>
                <a:close/>
                <a:lnTo>
                  <a:pt x="75717" y="1749287"/>
                </a:lnTo>
                <a:close/>
                <a:lnTo>
                  <a:pt x="80449" y="1749287"/>
                </a:lnTo>
                <a:close/>
                <a:lnTo>
                  <a:pt x="85181" y="1749287"/>
                </a:lnTo>
                <a:close/>
                <a:lnTo>
                  <a:pt x="89914" y="1749287"/>
                </a:lnTo>
                <a:close/>
                <a:lnTo>
                  <a:pt x="94646" y="1749287"/>
                </a:lnTo>
                <a:close/>
                <a:lnTo>
                  <a:pt x="99378" y="1749287"/>
                </a:lnTo>
                <a:close/>
                <a:lnTo>
                  <a:pt x="104111" y="1749287"/>
                </a:lnTo>
                <a:close/>
                <a:lnTo>
                  <a:pt x="108843" y="1749287"/>
                </a:lnTo>
                <a:close/>
                <a:lnTo>
                  <a:pt x="113575" y="1749287"/>
                </a:lnTo>
                <a:close/>
                <a:lnTo>
                  <a:pt x="118307" y="1749287"/>
                </a:lnTo>
                <a:close/>
                <a:lnTo>
                  <a:pt x="123040" y="1749287"/>
                </a:lnTo>
                <a:close/>
                <a:lnTo>
                  <a:pt x="127772" y="1749287"/>
                </a:lnTo>
                <a:close/>
                <a:lnTo>
                  <a:pt x="132504" y="1749287"/>
                </a:lnTo>
                <a:close/>
                <a:lnTo>
                  <a:pt x="137237" y="1749287"/>
                </a:lnTo>
                <a:close/>
                <a:lnTo>
                  <a:pt x="141969" y="1749287"/>
                </a:lnTo>
                <a:close/>
                <a:lnTo>
                  <a:pt x="146701" y="1749287"/>
                </a:lnTo>
                <a:close/>
                <a:lnTo>
                  <a:pt x="151433" y="1749287"/>
                </a:lnTo>
                <a:close/>
                <a:lnTo>
                  <a:pt x="156166" y="1749287"/>
                </a:lnTo>
                <a:close/>
                <a:lnTo>
                  <a:pt x="160898" y="1749287"/>
                </a:lnTo>
                <a:close/>
                <a:lnTo>
                  <a:pt x="165630" y="1749287"/>
                </a:lnTo>
                <a:close/>
                <a:lnTo>
                  <a:pt x="170363" y="1749287"/>
                </a:lnTo>
                <a:close/>
                <a:lnTo>
                  <a:pt x="175095" y="1749287"/>
                </a:lnTo>
                <a:close/>
                <a:lnTo>
                  <a:pt x="179827" y="1749287"/>
                </a:lnTo>
                <a:close/>
                <a:lnTo>
                  <a:pt x="184559" y="1749287"/>
                </a:lnTo>
                <a:close/>
                <a:lnTo>
                  <a:pt x="189292" y="1749287"/>
                </a:lnTo>
                <a:close/>
                <a:lnTo>
                  <a:pt x="194024" y="1749287"/>
                </a:lnTo>
                <a:close/>
                <a:lnTo>
                  <a:pt x="198756" y="1749287"/>
                </a:lnTo>
                <a:close/>
                <a:lnTo>
                  <a:pt x="203489" y="1749287"/>
                </a:lnTo>
                <a:close/>
                <a:lnTo>
                  <a:pt x="208221" y="1749287"/>
                </a:lnTo>
                <a:close/>
                <a:lnTo>
                  <a:pt x="212953" y="1749287"/>
                </a:lnTo>
                <a:close/>
                <a:lnTo>
                  <a:pt x="217685" y="1749287"/>
                </a:lnTo>
                <a:close/>
                <a:lnTo>
                  <a:pt x="222418" y="1749287"/>
                </a:lnTo>
                <a:close/>
                <a:lnTo>
                  <a:pt x="227150" y="1749287"/>
                </a:lnTo>
                <a:close/>
                <a:lnTo>
                  <a:pt x="231882" y="1749287"/>
                </a:lnTo>
                <a:close/>
                <a:lnTo>
                  <a:pt x="236615" y="1749287"/>
                </a:lnTo>
                <a:close/>
                <a:lnTo>
                  <a:pt x="241347" y="1749287"/>
                </a:lnTo>
                <a:close/>
                <a:lnTo>
                  <a:pt x="246079" y="1749287"/>
                </a:lnTo>
                <a:close/>
                <a:lnTo>
                  <a:pt x="250811" y="1749287"/>
                </a:lnTo>
                <a:close/>
                <a:lnTo>
                  <a:pt x="255544" y="1749287"/>
                </a:lnTo>
                <a:close/>
                <a:lnTo>
                  <a:pt x="260276" y="1749287"/>
                </a:lnTo>
                <a:close/>
                <a:lnTo>
                  <a:pt x="265008" y="1749287"/>
                </a:lnTo>
                <a:close/>
                <a:lnTo>
                  <a:pt x="269741" y="1749287"/>
                </a:lnTo>
                <a:close/>
                <a:lnTo>
                  <a:pt x="274473" y="1749287"/>
                </a:lnTo>
                <a:close/>
                <a:lnTo>
                  <a:pt x="279205" y="1749287"/>
                </a:lnTo>
                <a:close/>
                <a:lnTo>
                  <a:pt x="283937" y="1749287"/>
                </a:lnTo>
                <a:close/>
                <a:lnTo>
                  <a:pt x="288670" y="1749287"/>
                </a:lnTo>
                <a:close/>
                <a:lnTo>
                  <a:pt x="293402" y="1749287"/>
                </a:lnTo>
                <a:close/>
                <a:lnTo>
                  <a:pt x="298134" y="1749287"/>
                </a:lnTo>
                <a:close/>
                <a:lnTo>
                  <a:pt x="302867" y="1749287"/>
                </a:lnTo>
                <a:close/>
                <a:lnTo>
                  <a:pt x="307599" y="1749287"/>
                </a:lnTo>
                <a:close/>
                <a:lnTo>
                  <a:pt x="312331" y="1749287"/>
                </a:lnTo>
                <a:close/>
                <a:lnTo>
                  <a:pt x="317063" y="1749287"/>
                </a:lnTo>
                <a:close/>
                <a:lnTo>
                  <a:pt x="321796" y="1749287"/>
                </a:lnTo>
                <a:close/>
                <a:lnTo>
                  <a:pt x="326528" y="1749287"/>
                </a:lnTo>
                <a:close/>
                <a:lnTo>
                  <a:pt x="331260" y="1749287"/>
                </a:lnTo>
                <a:close/>
                <a:lnTo>
                  <a:pt x="335993" y="1749287"/>
                </a:lnTo>
                <a:close/>
                <a:lnTo>
                  <a:pt x="340725" y="1749287"/>
                </a:lnTo>
                <a:close/>
                <a:lnTo>
                  <a:pt x="345457" y="1749287"/>
                </a:lnTo>
                <a:close/>
                <a:lnTo>
                  <a:pt x="350189" y="1749287"/>
                </a:lnTo>
                <a:close/>
                <a:lnTo>
                  <a:pt x="354922" y="1749287"/>
                </a:lnTo>
                <a:close/>
                <a:lnTo>
                  <a:pt x="359654" y="1749287"/>
                </a:lnTo>
                <a:close/>
                <a:lnTo>
                  <a:pt x="364386" y="1749287"/>
                </a:lnTo>
                <a:close/>
                <a:lnTo>
                  <a:pt x="369119" y="1749287"/>
                </a:lnTo>
                <a:close/>
                <a:lnTo>
                  <a:pt x="373851" y="1749287"/>
                </a:lnTo>
                <a:close/>
                <a:lnTo>
                  <a:pt x="378583" y="1749287"/>
                </a:lnTo>
                <a:close/>
                <a:lnTo>
                  <a:pt x="383315" y="1749287"/>
                </a:lnTo>
                <a:close/>
                <a:lnTo>
                  <a:pt x="388048" y="1749287"/>
                </a:lnTo>
                <a:close/>
                <a:lnTo>
                  <a:pt x="392780" y="1749287"/>
                </a:lnTo>
                <a:close/>
                <a:lnTo>
                  <a:pt x="397512" y="1749287"/>
                </a:lnTo>
                <a:close/>
                <a:lnTo>
                  <a:pt x="402245" y="1749287"/>
                </a:lnTo>
                <a:close/>
                <a:lnTo>
                  <a:pt x="406977" y="1749287"/>
                </a:lnTo>
                <a:close/>
                <a:lnTo>
                  <a:pt x="411709" y="1749287"/>
                </a:lnTo>
                <a:close/>
                <a:lnTo>
                  <a:pt x="416441" y="1749287"/>
                </a:lnTo>
                <a:close/>
                <a:lnTo>
                  <a:pt x="421174" y="1749287"/>
                </a:lnTo>
                <a:close/>
                <a:lnTo>
                  <a:pt x="425906" y="1749287"/>
                </a:lnTo>
                <a:close/>
                <a:lnTo>
                  <a:pt x="430638" y="1749287"/>
                </a:lnTo>
                <a:close/>
                <a:lnTo>
                  <a:pt x="435371" y="1749287"/>
                </a:lnTo>
                <a:close/>
                <a:lnTo>
                  <a:pt x="440103" y="1749287"/>
                </a:lnTo>
                <a:close/>
                <a:lnTo>
                  <a:pt x="444835" y="1749287"/>
                </a:lnTo>
                <a:close/>
                <a:lnTo>
                  <a:pt x="449567" y="1749287"/>
                </a:lnTo>
                <a:close/>
                <a:lnTo>
                  <a:pt x="454300" y="1749287"/>
                </a:lnTo>
                <a:close/>
                <a:lnTo>
                  <a:pt x="459032" y="1749287"/>
                </a:lnTo>
                <a:close/>
                <a:lnTo>
                  <a:pt x="463764" y="1749287"/>
                </a:lnTo>
                <a:close/>
                <a:lnTo>
                  <a:pt x="468497" y="1749287"/>
                </a:lnTo>
                <a:close/>
                <a:lnTo>
                  <a:pt x="473229" y="1749287"/>
                </a:lnTo>
                <a:close/>
                <a:lnTo>
                  <a:pt x="477961" y="1749287"/>
                </a:lnTo>
                <a:close/>
                <a:lnTo>
                  <a:pt x="482693" y="1749287"/>
                </a:lnTo>
                <a:close/>
                <a:lnTo>
                  <a:pt x="487426" y="1749287"/>
                </a:lnTo>
                <a:close/>
                <a:lnTo>
                  <a:pt x="492158" y="1749287"/>
                </a:lnTo>
                <a:close/>
                <a:lnTo>
                  <a:pt x="496890" y="1749287"/>
                </a:lnTo>
                <a:close/>
                <a:lnTo>
                  <a:pt x="501623" y="1749287"/>
                </a:lnTo>
                <a:close/>
                <a:lnTo>
                  <a:pt x="506355" y="1749287"/>
                </a:lnTo>
                <a:close/>
                <a:lnTo>
                  <a:pt x="511087" y="1749287"/>
                </a:lnTo>
                <a:close/>
                <a:lnTo>
                  <a:pt x="515820" y="1749287"/>
                </a:lnTo>
                <a:close/>
                <a:lnTo>
                  <a:pt x="520552" y="1749287"/>
                </a:lnTo>
                <a:close/>
                <a:lnTo>
                  <a:pt x="525284" y="1749287"/>
                </a:lnTo>
                <a:close/>
                <a:lnTo>
                  <a:pt x="530016" y="1749287"/>
                </a:lnTo>
                <a:close/>
                <a:lnTo>
                  <a:pt x="534749" y="1749287"/>
                </a:lnTo>
                <a:close/>
                <a:lnTo>
                  <a:pt x="539481" y="1749287"/>
                </a:lnTo>
                <a:close/>
                <a:lnTo>
                  <a:pt x="544213" y="1749287"/>
                </a:lnTo>
                <a:close/>
                <a:lnTo>
                  <a:pt x="548946" y="1749287"/>
                </a:lnTo>
                <a:close/>
                <a:lnTo>
                  <a:pt x="553678" y="1749287"/>
                </a:lnTo>
                <a:close/>
                <a:lnTo>
                  <a:pt x="558410" y="1749287"/>
                </a:lnTo>
                <a:close/>
                <a:lnTo>
                  <a:pt x="563142" y="1749287"/>
                </a:lnTo>
                <a:close/>
                <a:lnTo>
                  <a:pt x="567875" y="1749287"/>
                </a:lnTo>
                <a:close/>
                <a:lnTo>
                  <a:pt x="572607" y="1749287"/>
                </a:lnTo>
                <a:close/>
                <a:lnTo>
                  <a:pt x="577339" y="1749287"/>
                </a:lnTo>
                <a:close/>
                <a:lnTo>
                  <a:pt x="582072" y="1749287"/>
                </a:lnTo>
                <a:close/>
                <a:lnTo>
                  <a:pt x="586804" y="1749287"/>
                </a:lnTo>
                <a:close/>
                <a:lnTo>
                  <a:pt x="591536" y="1749287"/>
                </a:lnTo>
                <a:close/>
                <a:lnTo>
                  <a:pt x="596268" y="1749287"/>
                </a:lnTo>
                <a:close/>
                <a:lnTo>
                  <a:pt x="601001" y="1749287"/>
                </a:lnTo>
                <a:close/>
                <a:lnTo>
                  <a:pt x="605733" y="1749287"/>
                </a:lnTo>
                <a:close/>
                <a:lnTo>
                  <a:pt x="610465" y="1749287"/>
                </a:lnTo>
                <a:close/>
                <a:lnTo>
                  <a:pt x="615198" y="1749287"/>
                </a:lnTo>
                <a:close/>
                <a:lnTo>
                  <a:pt x="619930" y="1749287"/>
                </a:lnTo>
                <a:close/>
                <a:lnTo>
                  <a:pt x="624662" y="1749287"/>
                </a:lnTo>
                <a:close/>
                <a:lnTo>
                  <a:pt x="629394" y="1749287"/>
                </a:lnTo>
                <a:close/>
                <a:lnTo>
                  <a:pt x="634127" y="1749287"/>
                </a:lnTo>
                <a:close/>
                <a:lnTo>
                  <a:pt x="638859" y="1749287"/>
                </a:lnTo>
                <a:close/>
                <a:lnTo>
                  <a:pt x="643591" y="1749287"/>
                </a:lnTo>
                <a:close/>
                <a:lnTo>
                  <a:pt x="648324" y="1749287"/>
                </a:lnTo>
                <a:close/>
                <a:lnTo>
                  <a:pt x="653056" y="1749287"/>
                </a:lnTo>
                <a:close/>
                <a:lnTo>
                  <a:pt x="657788" y="1749287"/>
                </a:lnTo>
                <a:close/>
                <a:lnTo>
                  <a:pt x="662520" y="1749287"/>
                </a:lnTo>
                <a:close/>
                <a:lnTo>
                  <a:pt x="667253" y="1749287"/>
                </a:lnTo>
                <a:close/>
                <a:lnTo>
                  <a:pt x="671985" y="1749287"/>
                </a:lnTo>
                <a:close/>
                <a:lnTo>
                  <a:pt x="676717" y="1749287"/>
                </a:lnTo>
                <a:close/>
                <a:lnTo>
                  <a:pt x="681450" y="1749287"/>
                </a:lnTo>
                <a:close/>
                <a:lnTo>
                  <a:pt x="686182" y="1749287"/>
                </a:lnTo>
                <a:close/>
                <a:lnTo>
                  <a:pt x="690914" y="1749287"/>
                </a:lnTo>
                <a:close/>
                <a:lnTo>
                  <a:pt x="695646" y="1749287"/>
                </a:lnTo>
                <a:close/>
                <a:lnTo>
                  <a:pt x="700379" y="1749287"/>
                </a:lnTo>
                <a:close/>
                <a:lnTo>
                  <a:pt x="705111" y="1749287"/>
                </a:lnTo>
                <a:close/>
                <a:lnTo>
                  <a:pt x="709843" y="1749287"/>
                </a:lnTo>
                <a:close/>
                <a:lnTo>
                  <a:pt x="714576" y="1749287"/>
                </a:lnTo>
                <a:close/>
                <a:lnTo>
                  <a:pt x="719308" y="1749287"/>
                </a:lnTo>
                <a:close/>
                <a:lnTo>
                  <a:pt x="724040" y="1749287"/>
                </a:lnTo>
                <a:close/>
                <a:lnTo>
                  <a:pt x="728772" y="1749287"/>
                </a:lnTo>
                <a:close/>
                <a:lnTo>
                  <a:pt x="733505" y="1749287"/>
                </a:lnTo>
                <a:close/>
                <a:lnTo>
                  <a:pt x="738237" y="1749287"/>
                </a:lnTo>
                <a:close/>
                <a:lnTo>
                  <a:pt x="742969" y="1749287"/>
                </a:lnTo>
                <a:close/>
                <a:lnTo>
                  <a:pt x="747702" y="1749287"/>
                </a:lnTo>
                <a:close/>
                <a:lnTo>
                  <a:pt x="752434" y="1749287"/>
                </a:lnTo>
                <a:close/>
                <a:lnTo>
                  <a:pt x="757166" y="1749287"/>
                </a:lnTo>
                <a:close/>
                <a:lnTo>
                  <a:pt x="761898" y="1749287"/>
                </a:lnTo>
                <a:close/>
                <a:lnTo>
                  <a:pt x="766631" y="1749287"/>
                </a:lnTo>
                <a:close/>
                <a:lnTo>
                  <a:pt x="771363" y="1749287"/>
                </a:lnTo>
                <a:close/>
                <a:lnTo>
                  <a:pt x="776095" y="1749287"/>
                </a:lnTo>
                <a:close/>
                <a:lnTo>
                  <a:pt x="780828" y="1749287"/>
                </a:lnTo>
                <a:close/>
                <a:lnTo>
                  <a:pt x="785560" y="1749287"/>
                </a:lnTo>
                <a:close/>
                <a:lnTo>
                  <a:pt x="790292" y="1749287"/>
                </a:lnTo>
                <a:close/>
                <a:lnTo>
                  <a:pt x="795024" y="1749287"/>
                </a:lnTo>
                <a:close/>
                <a:lnTo>
                  <a:pt x="799757" y="1749287"/>
                </a:lnTo>
                <a:close/>
                <a:lnTo>
                  <a:pt x="804489" y="1749287"/>
                </a:lnTo>
                <a:close/>
                <a:lnTo>
                  <a:pt x="809221" y="1749287"/>
                </a:lnTo>
                <a:close/>
                <a:lnTo>
                  <a:pt x="813954" y="1749287"/>
                </a:lnTo>
                <a:close/>
                <a:lnTo>
                  <a:pt x="818686" y="1749287"/>
                </a:lnTo>
                <a:close/>
                <a:lnTo>
                  <a:pt x="823418" y="1749287"/>
                </a:lnTo>
                <a:close/>
                <a:lnTo>
                  <a:pt x="828150" y="1749287"/>
                </a:lnTo>
                <a:close/>
                <a:lnTo>
                  <a:pt x="832883" y="1749287"/>
                </a:lnTo>
                <a:close/>
                <a:lnTo>
                  <a:pt x="837615" y="1749287"/>
                </a:lnTo>
                <a:close/>
                <a:lnTo>
                  <a:pt x="842347" y="1749287"/>
                </a:lnTo>
                <a:close/>
                <a:lnTo>
                  <a:pt x="847080" y="1749286"/>
                </a:lnTo>
                <a:close/>
                <a:lnTo>
                  <a:pt x="851812" y="1749285"/>
                </a:lnTo>
                <a:close/>
                <a:lnTo>
                  <a:pt x="856544" y="1749283"/>
                </a:lnTo>
                <a:close/>
                <a:lnTo>
                  <a:pt x="861276" y="1749278"/>
                </a:lnTo>
                <a:close/>
                <a:lnTo>
                  <a:pt x="866009" y="1749271"/>
                </a:lnTo>
                <a:close/>
                <a:lnTo>
                  <a:pt x="870741" y="1749257"/>
                </a:lnTo>
                <a:close/>
                <a:lnTo>
                  <a:pt x="875473" y="1749233"/>
                </a:lnTo>
                <a:close/>
                <a:lnTo>
                  <a:pt x="880206" y="1749193"/>
                </a:lnTo>
                <a:close/>
                <a:lnTo>
                  <a:pt x="884938" y="1749130"/>
                </a:lnTo>
                <a:close/>
                <a:lnTo>
                  <a:pt x="889670" y="1749033"/>
                </a:lnTo>
                <a:close/>
                <a:lnTo>
                  <a:pt x="894402" y="1748888"/>
                </a:lnTo>
                <a:close/>
                <a:lnTo>
                  <a:pt x="899135" y="1748680"/>
                </a:lnTo>
                <a:close/>
                <a:lnTo>
                  <a:pt x="903867" y="1748391"/>
                </a:lnTo>
                <a:close/>
                <a:lnTo>
                  <a:pt x="908599" y="1748001"/>
                </a:lnTo>
                <a:close/>
                <a:lnTo>
                  <a:pt x="913332" y="1747492"/>
                </a:lnTo>
                <a:close/>
                <a:lnTo>
                  <a:pt x="918064" y="1746847"/>
                </a:lnTo>
                <a:close/>
                <a:lnTo>
                  <a:pt x="922796" y="1746052"/>
                </a:lnTo>
                <a:close/>
                <a:lnTo>
                  <a:pt x="927528" y="1745096"/>
                </a:lnTo>
                <a:close/>
                <a:lnTo>
                  <a:pt x="932261" y="1743972"/>
                </a:lnTo>
                <a:close/>
                <a:lnTo>
                  <a:pt x="936993" y="1742673"/>
                </a:lnTo>
                <a:close/>
                <a:lnTo>
                  <a:pt x="941725" y="1741193"/>
                </a:lnTo>
                <a:close/>
                <a:lnTo>
                  <a:pt x="946458" y="1739522"/>
                </a:lnTo>
                <a:close/>
                <a:lnTo>
                  <a:pt x="951190" y="1737645"/>
                </a:lnTo>
                <a:close/>
                <a:lnTo>
                  <a:pt x="955922" y="1735538"/>
                </a:lnTo>
                <a:close/>
                <a:lnTo>
                  <a:pt x="960654" y="1733170"/>
                </a:lnTo>
                <a:close/>
                <a:lnTo>
                  <a:pt x="965387" y="1730501"/>
                </a:lnTo>
                <a:close/>
                <a:lnTo>
                  <a:pt x="970119" y="1727489"/>
                </a:lnTo>
                <a:close/>
                <a:lnTo>
                  <a:pt x="974851" y="1724091"/>
                </a:lnTo>
                <a:close/>
                <a:lnTo>
                  <a:pt x="979584" y="1720272"/>
                </a:lnTo>
                <a:close/>
                <a:lnTo>
                  <a:pt x="984316" y="1716014"/>
                </a:lnTo>
                <a:close/>
                <a:lnTo>
                  <a:pt x="989048" y="1711323"/>
                </a:lnTo>
                <a:close/>
                <a:lnTo>
                  <a:pt x="993780" y="1706237"/>
                </a:lnTo>
                <a:close/>
                <a:lnTo>
                  <a:pt x="998513" y="1700833"/>
                </a:lnTo>
                <a:close/>
                <a:lnTo>
                  <a:pt x="1003245" y="1695227"/>
                </a:lnTo>
                <a:close/>
                <a:lnTo>
                  <a:pt x="1007977" y="1689567"/>
                </a:lnTo>
                <a:close/>
                <a:lnTo>
                  <a:pt x="1012710" y="1684021"/>
                </a:lnTo>
                <a:close/>
                <a:lnTo>
                  <a:pt x="1017442" y="1678760"/>
                </a:lnTo>
                <a:close/>
                <a:lnTo>
                  <a:pt x="1022174" y="1673935"/>
                </a:lnTo>
                <a:close/>
                <a:lnTo>
                  <a:pt x="1026907" y="1669648"/>
                </a:lnTo>
                <a:close/>
                <a:lnTo>
                  <a:pt x="1031639" y="1665942"/>
                </a:lnTo>
                <a:close/>
                <a:lnTo>
                  <a:pt x="1036371" y="1662785"/>
                </a:lnTo>
                <a:close/>
                <a:lnTo>
                  <a:pt x="1041103" y="1660072"/>
                </a:lnTo>
                <a:close/>
                <a:lnTo>
                  <a:pt x="1045836" y="1657635"/>
                </a:lnTo>
                <a:close/>
                <a:lnTo>
                  <a:pt x="1050568" y="1655266"/>
                </a:lnTo>
                <a:close/>
                <a:lnTo>
                  <a:pt x="1055300" y="1652737"/>
                </a:lnTo>
                <a:close/>
                <a:lnTo>
                  <a:pt x="1060033" y="1649822"/>
                </a:lnTo>
                <a:close/>
                <a:lnTo>
                  <a:pt x="1064765" y="1646312"/>
                </a:lnTo>
                <a:close/>
                <a:lnTo>
                  <a:pt x="1069497" y="1642017"/>
                </a:lnTo>
                <a:close/>
                <a:lnTo>
                  <a:pt x="1074229" y="1636771"/>
                </a:lnTo>
                <a:close/>
                <a:lnTo>
                  <a:pt x="1078962" y="1630414"/>
                </a:lnTo>
                <a:close/>
                <a:lnTo>
                  <a:pt x="1083694" y="1622791"/>
                </a:lnTo>
                <a:close/>
                <a:lnTo>
                  <a:pt x="1088426" y="1613742"/>
                </a:lnTo>
                <a:close/>
                <a:lnTo>
                  <a:pt x="1093159" y="1603108"/>
                </a:lnTo>
                <a:close/>
                <a:lnTo>
                  <a:pt x="1097891" y="1590745"/>
                </a:lnTo>
                <a:close/>
                <a:lnTo>
                  <a:pt x="1102623" y="1576540"/>
                </a:lnTo>
                <a:close/>
                <a:lnTo>
                  <a:pt x="1107355" y="1560438"/>
                </a:lnTo>
                <a:close/>
                <a:lnTo>
                  <a:pt x="1112088" y="1542464"/>
                </a:lnTo>
                <a:close/>
                <a:lnTo>
                  <a:pt x="1116820" y="1522737"/>
                </a:lnTo>
                <a:close/>
                <a:lnTo>
                  <a:pt x="1121552" y="1501469"/>
                </a:lnTo>
                <a:close/>
                <a:lnTo>
                  <a:pt x="1126285" y="1478957"/>
                </a:lnTo>
                <a:close/>
                <a:lnTo>
                  <a:pt x="1131017" y="1455547"/>
                </a:lnTo>
                <a:close/>
                <a:lnTo>
                  <a:pt x="1135749" y="1431598"/>
                </a:lnTo>
                <a:close/>
                <a:lnTo>
                  <a:pt x="1140481" y="1407429"/>
                </a:lnTo>
                <a:close/>
                <a:lnTo>
                  <a:pt x="1145214" y="1383275"/>
                </a:lnTo>
                <a:close/>
                <a:lnTo>
                  <a:pt x="1149946" y="1359248"/>
                </a:lnTo>
                <a:close/>
                <a:lnTo>
                  <a:pt x="1154678" y="1335322"/>
                </a:lnTo>
                <a:close/>
                <a:lnTo>
                  <a:pt x="1159411" y="1311342"/>
                </a:lnTo>
                <a:close/>
                <a:lnTo>
                  <a:pt x="1164143" y="1287069"/>
                </a:lnTo>
                <a:close/>
                <a:lnTo>
                  <a:pt x="1168875" y="1262241"/>
                </a:lnTo>
                <a:close/>
                <a:lnTo>
                  <a:pt x="1173607" y="1236647"/>
                </a:lnTo>
                <a:close/>
                <a:lnTo>
                  <a:pt x="1178340" y="1210201"/>
                </a:lnTo>
                <a:close/>
                <a:lnTo>
                  <a:pt x="1183072" y="1182990"/>
                </a:lnTo>
                <a:close/>
                <a:lnTo>
                  <a:pt x="1187804" y="1155280"/>
                </a:lnTo>
                <a:close/>
                <a:lnTo>
                  <a:pt x="1192537" y="1127481"/>
                </a:lnTo>
                <a:close/>
                <a:lnTo>
                  <a:pt x="1197269" y="1100074"/>
                </a:lnTo>
                <a:close/>
                <a:lnTo>
                  <a:pt x="1202001" y="1073509"/>
                </a:lnTo>
                <a:close/>
                <a:lnTo>
                  <a:pt x="1206733" y="1048103"/>
                </a:lnTo>
                <a:close/>
                <a:lnTo>
                  <a:pt x="1211466" y="1023964"/>
                </a:lnTo>
                <a:close/>
                <a:lnTo>
                  <a:pt x="1216198" y="1000953"/>
                </a:lnTo>
                <a:close/>
                <a:lnTo>
                  <a:pt x="1220930" y="978694"/>
                </a:lnTo>
                <a:close/>
                <a:lnTo>
                  <a:pt x="1225663" y="956626"/>
                </a:lnTo>
                <a:close/>
                <a:lnTo>
                  <a:pt x="1230395" y="934091"/>
                </a:lnTo>
                <a:close/>
                <a:lnTo>
                  <a:pt x="1235127" y="910419"/>
                </a:lnTo>
                <a:close/>
                <a:lnTo>
                  <a:pt x="1239859" y="885019"/>
                </a:lnTo>
                <a:close/>
                <a:lnTo>
                  <a:pt x="1244592" y="857434"/>
                </a:lnTo>
                <a:close/>
                <a:lnTo>
                  <a:pt x="1249324" y="827391"/>
                </a:lnTo>
                <a:close/>
                <a:lnTo>
                  <a:pt x="1254056" y="794826"/>
                </a:lnTo>
                <a:close/>
                <a:lnTo>
                  <a:pt x="1258789" y="759888"/>
                </a:lnTo>
                <a:close/>
                <a:lnTo>
                  <a:pt x="1263521" y="722942"/>
                </a:lnTo>
                <a:close/>
                <a:lnTo>
                  <a:pt x="1268253" y="684541"/>
                </a:lnTo>
                <a:close/>
                <a:lnTo>
                  <a:pt x="1272985" y="645388"/>
                </a:lnTo>
                <a:close/>
                <a:lnTo>
                  <a:pt x="1277718" y="606263"/>
                </a:lnTo>
                <a:close/>
                <a:lnTo>
                  <a:pt x="1282450" y="567930"/>
                </a:lnTo>
                <a:close/>
                <a:lnTo>
                  <a:pt x="1287182" y="531043"/>
                </a:lnTo>
                <a:close/>
                <a:lnTo>
                  <a:pt x="1291915" y="496043"/>
                </a:lnTo>
                <a:close/>
                <a:lnTo>
                  <a:pt x="1296647" y="463109"/>
                </a:lnTo>
                <a:close/>
                <a:lnTo>
                  <a:pt x="1301379" y="432129"/>
                </a:lnTo>
                <a:close/>
                <a:lnTo>
                  <a:pt x="1306111" y="402750"/>
                </a:lnTo>
                <a:close/>
                <a:lnTo>
                  <a:pt x="1310844" y="374451"/>
                </a:lnTo>
                <a:close/>
                <a:lnTo>
                  <a:pt x="1315576" y="346662"/>
                </a:lnTo>
                <a:close/>
                <a:lnTo>
                  <a:pt x="1320308" y="318873"/>
                </a:lnTo>
                <a:close/>
                <a:lnTo>
                  <a:pt x="1325041" y="290732"/>
                </a:lnTo>
                <a:close/>
                <a:lnTo>
                  <a:pt x="1329773" y="262102"/>
                </a:lnTo>
                <a:close/>
                <a:lnTo>
                  <a:pt x="1334505" y="233069"/>
                </a:lnTo>
                <a:close/>
                <a:lnTo>
                  <a:pt x="1339237" y="203921"/>
                </a:lnTo>
                <a:close/>
                <a:lnTo>
                  <a:pt x="1343970" y="175092"/>
                </a:lnTo>
                <a:close/>
                <a:lnTo>
                  <a:pt x="1348702" y="147100"/>
                </a:lnTo>
                <a:close/>
                <a:lnTo>
                  <a:pt x="1353434" y="120491"/>
                </a:lnTo>
                <a:close/>
                <a:lnTo>
                  <a:pt x="1358167" y="95795"/>
                </a:lnTo>
                <a:close/>
                <a:lnTo>
                  <a:pt x="1362899" y="73487"/>
                </a:lnTo>
                <a:close/>
                <a:lnTo>
                  <a:pt x="1367631" y="53959"/>
                </a:lnTo>
                <a:close/>
                <a:lnTo>
                  <a:pt x="1372363" y="37495"/>
                </a:lnTo>
                <a:close/>
                <a:lnTo>
                  <a:pt x="1377096" y="24239"/>
                </a:lnTo>
                <a:close/>
                <a:lnTo>
                  <a:pt x="1381828" y="14176"/>
                </a:lnTo>
                <a:close/>
                <a:lnTo>
                  <a:pt x="1386560" y="7119"/>
                </a:lnTo>
                <a:close/>
                <a:lnTo>
                  <a:pt x="1391293" y="2723"/>
                </a:lnTo>
                <a:close/>
                <a:lnTo>
                  <a:pt x="1396025" y="523"/>
                </a:lnTo>
                <a:close/>
                <a:lnTo>
                  <a:pt x="1400757" y="0"/>
                </a:lnTo>
                <a:close/>
                <a:lnTo>
                  <a:pt x="1405489" y="655"/>
                </a:lnTo>
                <a:close/>
                <a:lnTo>
                  <a:pt x="1410222" y="2089"/>
                </a:lnTo>
                <a:close/>
                <a:lnTo>
                  <a:pt x="1414954" y="4060"/>
                </a:lnTo>
                <a:close/>
                <a:lnTo>
                  <a:pt x="1419686" y="6516"/>
                </a:lnTo>
                <a:close/>
                <a:lnTo>
                  <a:pt x="1424419" y="9592"/>
                </a:lnTo>
                <a:close/>
                <a:lnTo>
                  <a:pt x="1429151" y="13566"/>
                </a:lnTo>
                <a:close/>
                <a:lnTo>
                  <a:pt x="1433883" y="18802"/>
                </a:lnTo>
                <a:close/>
                <a:lnTo>
                  <a:pt x="1438615" y="25663"/>
                </a:lnTo>
                <a:close/>
                <a:lnTo>
                  <a:pt x="1443348" y="34433"/>
                </a:lnTo>
                <a:close/>
                <a:lnTo>
                  <a:pt x="1448080" y="45247"/>
                </a:lnTo>
                <a:close/>
                <a:lnTo>
                  <a:pt x="1452812" y="58059"/>
                </a:lnTo>
                <a:close/>
                <a:lnTo>
                  <a:pt x="1457545" y="72640"/>
                </a:lnTo>
                <a:close/>
                <a:lnTo>
                  <a:pt x="1462277" y="88627"/>
                </a:lnTo>
                <a:close/>
                <a:lnTo>
                  <a:pt x="1467009" y="105606"/>
                </a:lnTo>
                <a:close/>
                <a:lnTo>
                  <a:pt x="1471742" y="123219"/>
                </a:lnTo>
                <a:close/>
                <a:lnTo>
                  <a:pt x="1476474" y="141270"/>
                </a:lnTo>
                <a:close/>
                <a:lnTo>
                  <a:pt x="1481206" y="159798"/>
                </a:lnTo>
                <a:close/>
                <a:lnTo>
                  <a:pt x="1485938" y="179114"/>
                </a:lnTo>
                <a:close/>
                <a:lnTo>
                  <a:pt x="1490671" y="199775"/>
                </a:lnTo>
                <a:close/>
                <a:lnTo>
                  <a:pt x="1495403" y="222511"/>
                </a:lnTo>
                <a:close/>
                <a:lnTo>
                  <a:pt x="1500135" y="248114"/>
                </a:lnTo>
                <a:close/>
                <a:lnTo>
                  <a:pt x="1504868" y="277324"/>
                </a:lnTo>
                <a:close/>
                <a:lnTo>
                  <a:pt x="1509600" y="310727"/>
                </a:lnTo>
                <a:close/>
                <a:lnTo>
                  <a:pt x="1514332" y="348682"/>
                </a:lnTo>
                <a:close/>
                <a:lnTo>
                  <a:pt x="1519064" y="391288"/>
                </a:lnTo>
                <a:close/>
                <a:lnTo>
                  <a:pt x="1523797" y="438379"/>
                </a:lnTo>
                <a:close/>
                <a:lnTo>
                  <a:pt x="1528529" y="489548"/>
                </a:lnTo>
                <a:close/>
                <a:lnTo>
                  <a:pt x="1533261" y="544176"/>
                </a:lnTo>
                <a:close/>
                <a:lnTo>
                  <a:pt x="1537994" y="601472"/>
                </a:lnTo>
                <a:close/>
                <a:lnTo>
                  <a:pt x="1542726" y="660509"/>
                </a:lnTo>
                <a:close/>
                <a:lnTo>
                  <a:pt x="1547458" y="720271"/>
                </a:lnTo>
                <a:close/>
                <a:lnTo>
                  <a:pt x="1552190" y="779701"/>
                </a:lnTo>
                <a:close/>
                <a:lnTo>
                  <a:pt x="1556923" y="837762"/>
                </a:lnTo>
                <a:close/>
                <a:lnTo>
                  <a:pt x="1561655" y="893506"/>
                </a:lnTo>
                <a:close/>
                <a:lnTo>
                  <a:pt x="1566387" y="946135"/>
                </a:lnTo>
                <a:close/>
                <a:lnTo>
                  <a:pt x="1571120" y="995052"/>
                </a:lnTo>
                <a:close/>
                <a:lnTo>
                  <a:pt x="1575852" y="1039893"/>
                </a:lnTo>
                <a:close/>
                <a:lnTo>
                  <a:pt x="1580584" y="1080529"/>
                </a:lnTo>
                <a:close/>
                <a:lnTo>
                  <a:pt x="1585316" y="1117045"/>
                </a:lnTo>
                <a:close/>
                <a:lnTo>
                  <a:pt x="1590049" y="1149698"/>
                </a:lnTo>
                <a:close/>
                <a:lnTo>
                  <a:pt x="1594781" y="1178858"/>
                </a:lnTo>
                <a:close/>
                <a:lnTo>
                  <a:pt x="1599513" y="1204955"/>
                </a:lnTo>
                <a:close/>
                <a:lnTo>
                  <a:pt x="1604246" y="1228425"/>
                </a:lnTo>
                <a:close/>
                <a:lnTo>
                  <a:pt x="1608978" y="1249675"/>
                </a:lnTo>
                <a:close/>
                <a:lnTo>
                  <a:pt x="1613710" y="1269059"/>
                </a:lnTo>
                <a:close/>
                <a:lnTo>
                  <a:pt x="1618442" y="1286874"/>
                </a:lnTo>
                <a:close/>
                <a:lnTo>
                  <a:pt x="1623175" y="1303369"/>
                </a:lnTo>
                <a:close/>
                <a:lnTo>
                  <a:pt x="1627907" y="1318771"/>
                </a:lnTo>
                <a:close/>
                <a:lnTo>
                  <a:pt x="1632639" y="1333304"/>
                </a:lnTo>
                <a:close/>
                <a:lnTo>
                  <a:pt x="1637372" y="1347218"/>
                </a:lnTo>
                <a:close/>
                <a:lnTo>
                  <a:pt x="1642104" y="1360796"/>
                </a:lnTo>
                <a:close/>
                <a:lnTo>
                  <a:pt x="1646836" y="1374362"/>
                </a:lnTo>
                <a:close/>
                <a:lnTo>
                  <a:pt x="1651568" y="1388255"/>
                </a:lnTo>
                <a:close/>
                <a:lnTo>
                  <a:pt x="1656301" y="1402808"/>
                </a:lnTo>
                <a:close/>
                <a:lnTo>
                  <a:pt x="1661033" y="1418314"/>
                </a:lnTo>
                <a:close/>
                <a:lnTo>
                  <a:pt x="1665765" y="1434987"/>
                </a:lnTo>
                <a:close/>
                <a:lnTo>
                  <a:pt x="1670498" y="1452943"/>
                </a:lnTo>
                <a:close/>
                <a:lnTo>
                  <a:pt x="1675230" y="1472184"/>
                </a:lnTo>
                <a:close/>
                <a:lnTo>
                  <a:pt x="1679962" y="1492592"/>
                </a:lnTo>
                <a:close/>
                <a:lnTo>
                  <a:pt x="1684694" y="1513941"/>
                </a:lnTo>
                <a:close/>
                <a:lnTo>
                  <a:pt x="1689427" y="1535915"/>
                </a:lnTo>
                <a:close/>
                <a:lnTo>
                  <a:pt x="1694159" y="1558127"/>
                </a:lnTo>
                <a:close/>
                <a:lnTo>
                  <a:pt x="1698891" y="1580151"/>
                </a:lnTo>
                <a:close/>
                <a:lnTo>
                  <a:pt x="1703624" y="1601550"/>
                </a:lnTo>
                <a:close/>
                <a:lnTo>
                  <a:pt x="1708356" y="1621907"/>
                </a:lnTo>
                <a:close/>
                <a:lnTo>
                  <a:pt x="1713088" y="1640859"/>
                </a:lnTo>
                <a:close/>
                <a:lnTo>
                  <a:pt x="1717820" y="1658113"/>
                </a:lnTo>
                <a:close/>
                <a:lnTo>
                  <a:pt x="1722553" y="1673471"/>
                </a:lnTo>
                <a:close/>
                <a:lnTo>
                  <a:pt x="1727285" y="1686832"/>
                </a:lnTo>
                <a:close/>
                <a:lnTo>
                  <a:pt x="1732017" y="1698193"/>
                </a:lnTo>
                <a:close/>
                <a:lnTo>
                  <a:pt x="1736750" y="1707639"/>
                </a:lnTo>
                <a:close/>
                <a:lnTo>
                  <a:pt x="1741482" y="1715324"/>
                </a:lnTo>
                <a:close/>
                <a:lnTo>
                  <a:pt x="1746214" y="1721454"/>
                </a:lnTo>
                <a:close/>
                <a:lnTo>
                  <a:pt x="1750946" y="1726260"/>
                </a:lnTo>
                <a:close/>
                <a:lnTo>
                  <a:pt x="1755679" y="1729980"/>
                </a:lnTo>
                <a:close/>
                <a:lnTo>
                  <a:pt x="1760411" y="1732844"/>
                </a:lnTo>
                <a:close/>
                <a:lnTo>
                  <a:pt x="1765143" y="1735056"/>
                </a:lnTo>
                <a:close/>
                <a:lnTo>
                  <a:pt x="1769876" y="1736792"/>
                </a:lnTo>
                <a:close/>
                <a:lnTo>
                  <a:pt x="1774608" y="1738193"/>
                </a:lnTo>
                <a:close/>
                <a:lnTo>
                  <a:pt x="1779340" y="1739368"/>
                </a:lnTo>
                <a:close/>
                <a:lnTo>
                  <a:pt x="1784072" y="1740397"/>
                </a:lnTo>
                <a:close/>
                <a:lnTo>
                  <a:pt x="1788805" y="1741335"/>
                </a:lnTo>
                <a:close/>
                <a:lnTo>
                  <a:pt x="1793537" y="1742216"/>
                </a:lnTo>
                <a:close/>
                <a:lnTo>
                  <a:pt x="1798269" y="1743061"/>
                </a:lnTo>
                <a:close/>
                <a:lnTo>
                  <a:pt x="1803002" y="1743877"/>
                </a:lnTo>
                <a:close/>
                <a:lnTo>
                  <a:pt x="1807734" y="1744662"/>
                </a:lnTo>
                <a:close/>
                <a:lnTo>
                  <a:pt x="1812466" y="1745407"/>
                </a:lnTo>
                <a:close/>
                <a:lnTo>
                  <a:pt x="1817198" y="1746101"/>
                </a:lnTo>
                <a:close/>
                <a:lnTo>
                  <a:pt x="1821931" y="1746732"/>
                </a:lnTo>
                <a:close/>
                <a:lnTo>
                  <a:pt x="1826663" y="1747290"/>
                </a:lnTo>
                <a:close/>
                <a:lnTo>
                  <a:pt x="1831395" y="1747768"/>
                </a:lnTo>
                <a:close/>
                <a:lnTo>
                  <a:pt x="1836128" y="1748164"/>
                </a:lnTo>
                <a:close/>
                <a:lnTo>
                  <a:pt x="1840860" y="1748481"/>
                </a:lnTo>
                <a:close/>
                <a:lnTo>
                  <a:pt x="1845592" y="1748726"/>
                </a:lnTo>
                <a:close/>
                <a:lnTo>
                  <a:pt x="1850324" y="1748909"/>
                </a:lnTo>
                <a:close/>
                <a:lnTo>
                  <a:pt x="1855057" y="1749040"/>
                </a:lnTo>
                <a:close/>
                <a:lnTo>
                  <a:pt x="1859789" y="1749131"/>
                </a:lnTo>
                <a:close/>
                <a:lnTo>
                  <a:pt x="1864521" y="1749192"/>
                </a:lnTo>
                <a:close/>
                <a:lnTo>
                  <a:pt x="1869254" y="1749231"/>
                </a:lnTo>
                <a:close/>
                <a:lnTo>
                  <a:pt x="1873986" y="1749255"/>
                </a:lnTo>
                <a:close/>
                <a:lnTo>
                  <a:pt x="1878718" y="1749269"/>
                </a:lnTo>
                <a:close/>
                <a:lnTo>
                  <a:pt x="1883450" y="1749278"/>
                </a:lnTo>
                <a:close/>
                <a:lnTo>
                  <a:pt x="1888183" y="1749282"/>
                </a:lnTo>
                <a:close/>
                <a:lnTo>
                  <a:pt x="1892915" y="1749285"/>
                </a:lnTo>
                <a:close/>
                <a:lnTo>
                  <a:pt x="1897647" y="1749286"/>
                </a:lnTo>
                <a:close/>
                <a:lnTo>
                  <a:pt x="1902380" y="1749286"/>
                </a:lnTo>
                <a:close/>
                <a:lnTo>
                  <a:pt x="1907112" y="1749287"/>
                </a:lnTo>
                <a:close/>
                <a:lnTo>
                  <a:pt x="1911844" y="1749287"/>
                </a:lnTo>
                <a:close/>
                <a:lnTo>
                  <a:pt x="1916576" y="1749287"/>
                </a:lnTo>
                <a:close/>
                <a:lnTo>
                  <a:pt x="1921309" y="1749287"/>
                </a:lnTo>
                <a:close/>
                <a:lnTo>
                  <a:pt x="1926041" y="1749287"/>
                </a:lnTo>
                <a:close/>
                <a:lnTo>
                  <a:pt x="1930773" y="1749287"/>
                </a:lnTo>
                <a:close/>
                <a:lnTo>
                  <a:pt x="1935506" y="1749287"/>
                </a:lnTo>
                <a:close/>
                <a:lnTo>
                  <a:pt x="1940238" y="1749287"/>
                </a:lnTo>
                <a:close/>
                <a:lnTo>
                  <a:pt x="1944970" y="1749287"/>
                </a:lnTo>
                <a:close/>
                <a:lnTo>
                  <a:pt x="1949702" y="1749287"/>
                </a:lnTo>
                <a:close/>
                <a:lnTo>
                  <a:pt x="1954435" y="1749287"/>
                </a:lnTo>
                <a:close/>
                <a:lnTo>
                  <a:pt x="1959167" y="1749287"/>
                </a:lnTo>
                <a:close/>
                <a:lnTo>
                  <a:pt x="1963899" y="1749287"/>
                </a:lnTo>
                <a:close/>
                <a:lnTo>
                  <a:pt x="1968632" y="1749287"/>
                </a:lnTo>
                <a:close/>
                <a:lnTo>
                  <a:pt x="1973364" y="1749287"/>
                </a:lnTo>
                <a:close/>
                <a:lnTo>
                  <a:pt x="1978096" y="1749287"/>
                </a:lnTo>
                <a:close/>
                <a:lnTo>
                  <a:pt x="1982829" y="1749287"/>
                </a:lnTo>
                <a:close/>
                <a:lnTo>
                  <a:pt x="1987561" y="1749287"/>
                </a:lnTo>
                <a:close/>
                <a:lnTo>
                  <a:pt x="1992293" y="1749287"/>
                </a:lnTo>
                <a:close/>
                <a:lnTo>
                  <a:pt x="1997025" y="1749287"/>
                </a:lnTo>
                <a:close/>
                <a:lnTo>
                  <a:pt x="2001758" y="1749287"/>
                </a:lnTo>
                <a:close/>
                <a:lnTo>
                  <a:pt x="2006490" y="1749287"/>
                </a:lnTo>
                <a:close/>
                <a:lnTo>
                  <a:pt x="2011222" y="1749287"/>
                </a:lnTo>
                <a:close/>
                <a:lnTo>
                  <a:pt x="2015955" y="1749287"/>
                </a:lnTo>
                <a:close/>
                <a:lnTo>
                  <a:pt x="2020687" y="1749287"/>
                </a:lnTo>
                <a:close/>
                <a:lnTo>
                  <a:pt x="2025419" y="1749287"/>
                </a:lnTo>
                <a:close/>
                <a:lnTo>
                  <a:pt x="2030151" y="1749287"/>
                </a:lnTo>
                <a:close/>
                <a:lnTo>
                  <a:pt x="2034884" y="1749287"/>
                </a:lnTo>
                <a:close/>
                <a:lnTo>
                  <a:pt x="2039616" y="1749287"/>
                </a:lnTo>
                <a:close/>
                <a:lnTo>
                  <a:pt x="2044348" y="1749287"/>
                </a:lnTo>
                <a:close/>
                <a:lnTo>
                  <a:pt x="2049081" y="1749287"/>
                </a:lnTo>
                <a:close/>
                <a:lnTo>
                  <a:pt x="2053813" y="1749287"/>
                </a:lnTo>
                <a:close/>
                <a:lnTo>
                  <a:pt x="2058545" y="1749287"/>
                </a:lnTo>
                <a:close/>
                <a:lnTo>
                  <a:pt x="2063277" y="1749287"/>
                </a:lnTo>
                <a:close/>
                <a:lnTo>
                  <a:pt x="2068010" y="1749287"/>
                </a:lnTo>
                <a:close/>
                <a:lnTo>
                  <a:pt x="2072742" y="1749287"/>
                </a:lnTo>
                <a:close/>
                <a:lnTo>
                  <a:pt x="2077474" y="1749287"/>
                </a:lnTo>
                <a:close/>
                <a:lnTo>
                  <a:pt x="2082207" y="1749287"/>
                </a:lnTo>
                <a:close/>
                <a:lnTo>
                  <a:pt x="2086939" y="1749287"/>
                </a:lnTo>
                <a:close/>
                <a:lnTo>
                  <a:pt x="2091671" y="1749287"/>
                </a:lnTo>
                <a:close/>
                <a:lnTo>
                  <a:pt x="2096403" y="1749287"/>
                </a:lnTo>
                <a:close/>
                <a:lnTo>
                  <a:pt x="2101136" y="1749287"/>
                </a:lnTo>
                <a:close/>
                <a:lnTo>
                  <a:pt x="2105868" y="1749287"/>
                </a:lnTo>
                <a:close/>
                <a:lnTo>
                  <a:pt x="2110600" y="1749287"/>
                </a:lnTo>
                <a:close/>
                <a:lnTo>
                  <a:pt x="2115333" y="1749287"/>
                </a:lnTo>
                <a:close/>
                <a:lnTo>
                  <a:pt x="2120065" y="1749287"/>
                </a:lnTo>
                <a:close/>
                <a:lnTo>
                  <a:pt x="2124797" y="1749287"/>
                </a:lnTo>
                <a:close/>
                <a:lnTo>
                  <a:pt x="2129529" y="1749287"/>
                </a:lnTo>
                <a:close/>
                <a:lnTo>
                  <a:pt x="2134262" y="1749287"/>
                </a:lnTo>
                <a:close/>
                <a:lnTo>
                  <a:pt x="2138994" y="1749287"/>
                </a:lnTo>
                <a:close/>
                <a:lnTo>
                  <a:pt x="2143726" y="1749287"/>
                </a:lnTo>
                <a:close/>
                <a:lnTo>
                  <a:pt x="2148459" y="1749287"/>
                </a:lnTo>
                <a:close/>
                <a:lnTo>
                  <a:pt x="2153191" y="1749287"/>
                </a:lnTo>
                <a:close/>
                <a:lnTo>
                  <a:pt x="2157923" y="1749287"/>
                </a:lnTo>
                <a:close/>
                <a:lnTo>
                  <a:pt x="2162655" y="1749287"/>
                </a:lnTo>
                <a:close/>
                <a:lnTo>
                  <a:pt x="2167388" y="1749287"/>
                </a:lnTo>
                <a:close/>
                <a:lnTo>
                  <a:pt x="2172120" y="1749287"/>
                </a:lnTo>
                <a:close/>
                <a:lnTo>
                  <a:pt x="2176852" y="1749287"/>
                </a:lnTo>
                <a:close/>
                <a:lnTo>
                  <a:pt x="2181585" y="1749287"/>
                </a:lnTo>
                <a:close/>
                <a:lnTo>
                  <a:pt x="2186317" y="1749287"/>
                </a:lnTo>
                <a:close/>
                <a:lnTo>
                  <a:pt x="2191049" y="1749287"/>
                </a:lnTo>
                <a:close/>
                <a:lnTo>
                  <a:pt x="2195781" y="1749287"/>
                </a:lnTo>
                <a:close/>
                <a:lnTo>
                  <a:pt x="2200514" y="1749287"/>
                </a:lnTo>
                <a:close/>
                <a:lnTo>
                  <a:pt x="2205246" y="1749287"/>
                </a:lnTo>
                <a:close/>
                <a:lnTo>
                  <a:pt x="2209978" y="1749287"/>
                </a:lnTo>
                <a:close/>
                <a:lnTo>
                  <a:pt x="2214711" y="1749287"/>
                </a:lnTo>
                <a:close/>
                <a:lnTo>
                  <a:pt x="2219443" y="1749287"/>
                </a:lnTo>
                <a:close/>
                <a:lnTo>
                  <a:pt x="2224175" y="1749287"/>
                </a:lnTo>
                <a:close/>
                <a:lnTo>
                  <a:pt x="2228907" y="1749287"/>
                </a:lnTo>
                <a:close/>
                <a:lnTo>
                  <a:pt x="2233640" y="1749287"/>
                </a:lnTo>
                <a:close/>
                <a:lnTo>
                  <a:pt x="2238372" y="1749287"/>
                </a:lnTo>
                <a:close/>
                <a:lnTo>
                  <a:pt x="2243104" y="1749287"/>
                </a:lnTo>
                <a:close/>
                <a:lnTo>
                  <a:pt x="2247837" y="1749287"/>
                </a:lnTo>
                <a:close/>
                <a:lnTo>
                  <a:pt x="2252569" y="1749287"/>
                </a:lnTo>
                <a:close/>
                <a:lnTo>
                  <a:pt x="2257301" y="1749287"/>
                </a:lnTo>
                <a:close/>
                <a:lnTo>
                  <a:pt x="2262033" y="1749287"/>
                </a:lnTo>
                <a:close/>
                <a:lnTo>
                  <a:pt x="2266766" y="1749287"/>
                </a:lnTo>
                <a:close/>
                <a:lnTo>
                  <a:pt x="2271498" y="1749287"/>
                </a:lnTo>
                <a:close/>
                <a:lnTo>
                  <a:pt x="2276230" y="1749287"/>
                </a:lnTo>
                <a:close/>
                <a:lnTo>
                  <a:pt x="2280963" y="1749287"/>
                </a:lnTo>
                <a:close/>
                <a:lnTo>
                  <a:pt x="2285695" y="1749287"/>
                </a:lnTo>
                <a:close/>
                <a:lnTo>
                  <a:pt x="2290427" y="1749287"/>
                </a:lnTo>
                <a:close/>
                <a:lnTo>
                  <a:pt x="2295159" y="1749287"/>
                </a:lnTo>
                <a:close/>
                <a:lnTo>
                  <a:pt x="2299892" y="1749287"/>
                </a:lnTo>
                <a:close/>
                <a:lnTo>
                  <a:pt x="2304624" y="1749287"/>
                </a:lnTo>
                <a:close/>
                <a:lnTo>
                  <a:pt x="2309356" y="1749287"/>
                </a:lnTo>
                <a:close/>
                <a:lnTo>
                  <a:pt x="2314089" y="1749287"/>
                </a:lnTo>
                <a:close/>
                <a:lnTo>
                  <a:pt x="2318821" y="1749287"/>
                </a:lnTo>
                <a:close/>
                <a:lnTo>
                  <a:pt x="2323553" y="1749287"/>
                </a:lnTo>
                <a:close/>
                <a:lnTo>
                  <a:pt x="2328285" y="1749287"/>
                </a:lnTo>
                <a:close/>
                <a:lnTo>
                  <a:pt x="2333018" y="1749287"/>
                </a:lnTo>
                <a:close/>
                <a:lnTo>
                  <a:pt x="2337750" y="1749287"/>
                </a:lnTo>
                <a:close/>
                <a:lnTo>
                  <a:pt x="2342482" y="1749287"/>
                </a:lnTo>
                <a:close/>
                <a:lnTo>
                  <a:pt x="2347215" y="1749287"/>
                </a:lnTo>
                <a:close/>
                <a:lnTo>
                  <a:pt x="2351947" y="1749287"/>
                </a:lnTo>
                <a:close/>
                <a:lnTo>
                  <a:pt x="2356679" y="1749287"/>
                </a:lnTo>
                <a:close/>
                <a:lnTo>
                  <a:pt x="2361411" y="1749287"/>
                </a:lnTo>
                <a:close/>
                <a:lnTo>
                  <a:pt x="2366144" y="1749287"/>
                </a:lnTo>
                <a:close/>
                <a:lnTo>
                  <a:pt x="2370876" y="1749287"/>
                </a:lnTo>
                <a:close/>
                <a:lnTo>
                  <a:pt x="2375608" y="1749287"/>
                </a:lnTo>
                <a:close/>
                <a:lnTo>
                  <a:pt x="2380341" y="1749287"/>
                </a:lnTo>
                <a:close/>
                <a:lnTo>
                  <a:pt x="2385073" y="1749287"/>
                </a:lnTo>
                <a:close/>
                <a:lnTo>
                  <a:pt x="2389805" y="1749287"/>
                </a:lnTo>
                <a:close/>
                <a:lnTo>
                  <a:pt x="2394537" y="1749287"/>
                </a:lnTo>
                <a:close/>
                <a:lnTo>
                  <a:pt x="2399270" y="1749287"/>
                </a:lnTo>
                <a:close/>
                <a:lnTo>
                  <a:pt x="2404002" y="1749287"/>
                </a:lnTo>
                <a:close/>
                <a:lnTo>
                  <a:pt x="2408734" y="1749287"/>
                </a:lnTo>
                <a:close/>
                <a:lnTo>
                  <a:pt x="2413467" y="1749287"/>
                </a:lnTo>
                <a:close/>
                <a:lnTo>
                  <a:pt x="2418199" y="1749287"/>
                </a:lnTo>
                <a:close/>
                <a:lnTo>
                  <a:pt x="2422931" y="1749287"/>
                </a:lnTo>
                <a:close/>
                <a:lnTo>
                  <a:pt x="2427664" y="1749287"/>
                </a:lnTo>
                <a:close/>
                <a:lnTo>
                  <a:pt x="2432396" y="1749287"/>
                </a:lnTo>
                <a:close/>
                <a:lnTo>
                  <a:pt x="2437128" y="1749287"/>
                </a:lnTo>
                <a:close/>
                <a:lnTo>
                  <a:pt x="2441860" y="1749287"/>
                </a:lnTo>
                <a:close/>
                <a:lnTo>
                  <a:pt x="2446593" y="1749287"/>
                </a:lnTo>
                <a:close/>
                <a:lnTo>
                  <a:pt x="2451325" y="1749287"/>
                </a:lnTo>
                <a:close/>
                <a:lnTo>
                  <a:pt x="2456057" y="1749287"/>
                </a:lnTo>
                <a:close/>
                <a:lnTo>
                  <a:pt x="2460790" y="1749287"/>
                </a:lnTo>
                <a:close/>
                <a:lnTo>
                  <a:pt x="2465522" y="1749287"/>
                </a:lnTo>
                <a:close/>
                <a:lnTo>
                  <a:pt x="2470254" y="1749287"/>
                </a:lnTo>
                <a:close/>
                <a:lnTo>
                  <a:pt x="2474986" y="1749287"/>
                </a:lnTo>
                <a:close/>
                <a:lnTo>
                  <a:pt x="2479719" y="1749287"/>
                </a:lnTo>
                <a:close/>
                <a:lnTo>
                  <a:pt x="2484451" y="1749287"/>
                </a:lnTo>
                <a:close/>
                <a:lnTo>
                  <a:pt x="2489183" y="1749287"/>
                </a:lnTo>
                <a:close/>
                <a:lnTo>
                  <a:pt x="2493916" y="1749287"/>
                </a:lnTo>
                <a:close/>
                <a:lnTo>
                  <a:pt x="2498648" y="1749287"/>
                </a:lnTo>
                <a:close/>
                <a:lnTo>
                  <a:pt x="2503380" y="1749287"/>
                </a:lnTo>
                <a:close/>
                <a:lnTo>
                  <a:pt x="2508112" y="1749287"/>
                </a:lnTo>
                <a:close/>
                <a:lnTo>
                  <a:pt x="2512845" y="1749287"/>
                </a:lnTo>
                <a:close/>
                <a:lnTo>
                  <a:pt x="2517577" y="1749287"/>
                </a:lnTo>
                <a:close/>
                <a:lnTo>
                  <a:pt x="2522309" y="1749287"/>
                </a:lnTo>
                <a:close/>
                <a:lnTo>
                  <a:pt x="2527042" y="1749287"/>
                </a:lnTo>
                <a:close/>
                <a:lnTo>
                  <a:pt x="2531774" y="1749287"/>
                </a:lnTo>
                <a:close/>
                <a:lnTo>
                  <a:pt x="2536506" y="1749287"/>
                </a:lnTo>
                <a:close/>
                <a:lnTo>
                  <a:pt x="2541238" y="1749287"/>
                </a:lnTo>
                <a:close/>
                <a:lnTo>
                  <a:pt x="2545971" y="1749287"/>
                </a:lnTo>
                <a:close/>
                <a:lnTo>
                  <a:pt x="2550703" y="1749287"/>
                </a:lnTo>
                <a:close/>
                <a:lnTo>
                  <a:pt x="2555435" y="1749287"/>
                </a:lnTo>
                <a:close/>
                <a:lnTo>
                  <a:pt x="2560168" y="1749287"/>
                </a:lnTo>
                <a:close/>
                <a:lnTo>
                  <a:pt x="2564900" y="1749287"/>
                </a:lnTo>
                <a:close/>
                <a:lnTo>
                  <a:pt x="2569632" y="1749287"/>
                </a:lnTo>
                <a:close/>
                <a:lnTo>
                  <a:pt x="2574364" y="1749287"/>
                </a:lnTo>
                <a:close/>
                <a:lnTo>
                  <a:pt x="2579097" y="1749287"/>
                </a:lnTo>
                <a:close/>
                <a:lnTo>
                  <a:pt x="2583829" y="1749287"/>
                </a:lnTo>
                <a:close/>
                <a:lnTo>
                  <a:pt x="2588561" y="1749287"/>
                </a:lnTo>
                <a:close/>
                <a:lnTo>
                  <a:pt x="2593294" y="1749287"/>
                </a:lnTo>
                <a:close/>
                <a:lnTo>
                  <a:pt x="2598026" y="1749287"/>
                </a:lnTo>
                <a:close/>
                <a:lnTo>
                  <a:pt x="2602758" y="1749287"/>
                </a:lnTo>
                <a:close/>
                <a:lnTo>
                  <a:pt x="2607490" y="1749287"/>
                </a:lnTo>
                <a:close/>
                <a:lnTo>
                  <a:pt x="2612223" y="1749287"/>
                </a:lnTo>
                <a:close/>
                <a:lnTo>
                  <a:pt x="2616955" y="1749287"/>
                </a:lnTo>
                <a:close/>
                <a:lnTo>
                  <a:pt x="2621687" y="1749287"/>
                </a:lnTo>
                <a:close/>
                <a:lnTo>
                  <a:pt x="2626420" y="1749287"/>
                </a:lnTo>
                <a:close/>
                <a:lnTo>
                  <a:pt x="2631152" y="1749287"/>
                </a:lnTo>
                <a:close/>
                <a:lnTo>
                  <a:pt x="2635884" y="1749287"/>
                </a:lnTo>
                <a:close/>
                <a:lnTo>
                  <a:pt x="2640616" y="1749287"/>
                </a:lnTo>
                <a:close/>
                <a:lnTo>
                  <a:pt x="2645349" y="1749287"/>
                </a:lnTo>
                <a:close/>
                <a:lnTo>
                  <a:pt x="2650081" y="1749287"/>
                </a:lnTo>
                <a:close/>
                <a:lnTo>
                  <a:pt x="2654813" y="1749287"/>
                </a:lnTo>
                <a:close/>
                <a:lnTo>
                  <a:pt x="2659546" y="1749287"/>
                </a:lnTo>
                <a:close/>
                <a:lnTo>
                  <a:pt x="2664278" y="1749287"/>
                </a:lnTo>
                <a:close/>
                <a:lnTo>
                  <a:pt x="2669010" y="1749287"/>
                </a:lnTo>
                <a:close/>
                <a:lnTo>
                  <a:pt x="2673742" y="1749287"/>
                </a:lnTo>
                <a:close/>
                <a:lnTo>
                  <a:pt x="2678475" y="1749287"/>
                </a:lnTo>
                <a:close/>
                <a:lnTo>
                  <a:pt x="2683207" y="1749287"/>
                </a:lnTo>
                <a:close/>
                <a:lnTo>
                  <a:pt x="2687939" y="1749287"/>
                </a:lnTo>
                <a:close/>
                <a:lnTo>
                  <a:pt x="2692672" y="1749287"/>
                </a:lnTo>
                <a:close/>
                <a:lnTo>
                  <a:pt x="2697404" y="1749287"/>
                </a:lnTo>
                <a:close/>
                <a:lnTo>
                  <a:pt x="2702136" y="1749287"/>
                </a:lnTo>
                <a:close/>
                <a:lnTo>
                  <a:pt x="2706868" y="1749287"/>
                </a:lnTo>
                <a:close/>
                <a:lnTo>
                  <a:pt x="2711601" y="1749287"/>
                </a:lnTo>
                <a:close/>
                <a:lnTo>
                  <a:pt x="2716333" y="1749287"/>
                </a:lnTo>
                <a:close/>
                <a:lnTo>
                  <a:pt x="2721065" y="1749287"/>
                </a:lnTo>
                <a:close/>
                <a:lnTo>
                  <a:pt x="2725798" y="1749287"/>
                </a:lnTo>
                <a:close/>
                <a:lnTo>
                  <a:pt x="2730530" y="1749287"/>
                </a:lnTo>
                <a:close/>
                <a:lnTo>
                  <a:pt x="2735262" y="1749287"/>
                </a:lnTo>
                <a:close/>
                <a:lnTo>
                  <a:pt x="2739994" y="1749287"/>
                </a:lnTo>
                <a:close/>
                <a:lnTo>
                  <a:pt x="2744727" y="1749287"/>
                </a:lnTo>
                <a:close/>
                <a:lnTo>
                  <a:pt x="2749459" y="1749287"/>
                </a:lnTo>
                <a:close/>
                <a:lnTo>
                  <a:pt x="2754191" y="1749287"/>
                </a:lnTo>
                <a:close/>
                <a:lnTo>
                  <a:pt x="2758924" y="1749287"/>
                </a:lnTo>
                <a:close/>
                <a:lnTo>
                  <a:pt x="2763656" y="1749287"/>
                </a:lnTo>
                <a:close/>
                <a:lnTo>
                  <a:pt x="2768388" y="1749287"/>
                </a:lnTo>
                <a:close/>
                <a:lnTo>
                  <a:pt x="2773120" y="1749287"/>
                </a:lnTo>
                <a:close/>
                <a:lnTo>
                  <a:pt x="2777853" y="1749287"/>
                </a:lnTo>
                <a:close/>
                <a:lnTo>
                  <a:pt x="2782585" y="1749287"/>
                </a:lnTo>
                <a:close/>
                <a:lnTo>
                  <a:pt x="2787317" y="1749287"/>
                </a:lnTo>
                <a:close/>
                <a:lnTo>
                  <a:pt x="2792050" y="1749287"/>
                </a:lnTo>
                <a:close/>
                <a:lnTo>
                  <a:pt x="2796782" y="1749287"/>
                </a:lnTo>
                <a:close/>
                <a:lnTo>
                  <a:pt x="2801514" y="1749287"/>
                </a:lnTo>
                <a:close/>
                <a:lnTo>
                  <a:pt x="2806246" y="1749287"/>
                </a:lnTo>
                <a:close/>
                <a:lnTo>
                  <a:pt x="2810979" y="1749287"/>
                </a:lnTo>
                <a:close/>
                <a:lnTo>
                  <a:pt x="2815711" y="1749287"/>
                </a:lnTo>
                <a:close/>
                <a:lnTo>
                  <a:pt x="2820443" y="1749287"/>
                </a:lnTo>
                <a:close/>
                <a:lnTo>
                  <a:pt x="2825176" y="1749287"/>
                </a:lnTo>
                <a:close/>
                <a:lnTo>
                  <a:pt x="2829908" y="1749287"/>
                </a:lnTo>
                <a:close/>
                <a:lnTo>
                  <a:pt x="2834640" y="1749287"/>
                </a:lnTo>
                <a:close/>
                <a:lnTo>
                  <a:pt x="2834640" y="1749287"/>
                </a:lnTo>
                <a:close/>
                <a:lnTo>
                  <a:pt x="2834640" y="1749287"/>
                </a:lnTo>
                <a:close/>
                <a:lnTo>
                  <a:pt x="2829908" y="1749287"/>
                </a:lnTo>
                <a:close/>
                <a:lnTo>
                  <a:pt x="2825176" y="1749287"/>
                </a:lnTo>
                <a:close/>
                <a:lnTo>
                  <a:pt x="2820443" y="1749287"/>
                </a:lnTo>
                <a:close/>
                <a:lnTo>
                  <a:pt x="2815711" y="1749287"/>
                </a:lnTo>
                <a:close/>
                <a:lnTo>
                  <a:pt x="2810979" y="1749287"/>
                </a:lnTo>
                <a:close/>
                <a:lnTo>
                  <a:pt x="2806246" y="1749287"/>
                </a:lnTo>
                <a:close/>
                <a:lnTo>
                  <a:pt x="2801514" y="1749287"/>
                </a:lnTo>
                <a:close/>
                <a:lnTo>
                  <a:pt x="2796782" y="1749287"/>
                </a:lnTo>
                <a:close/>
                <a:lnTo>
                  <a:pt x="2792050" y="1749287"/>
                </a:lnTo>
                <a:close/>
                <a:lnTo>
                  <a:pt x="2787317" y="1749287"/>
                </a:lnTo>
                <a:close/>
                <a:lnTo>
                  <a:pt x="2782585" y="1749287"/>
                </a:lnTo>
                <a:close/>
                <a:lnTo>
                  <a:pt x="2777853" y="1749287"/>
                </a:lnTo>
                <a:close/>
                <a:lnTo>
                  <a:pt x="2773120" y="1749287"/>
                </a:lnTo>
                <a:close/>
                <a:lnTo>
                  <a:pt x="2768388" y="1749287"/>
                </a:lnTo>
                <a:close/>
                <a:lnTo>
                  <a:pt x="2763656" y="1749287"/>
                </a:lnTo>
                <a:close/>
                <a:lnTo>
                  <a:pt x="2758924" y="1749287"/>
                </a:lnTo>
                <a:close/>
                <a:lnTo>
                  <a:pt x="2754191" y="1749287"/>
                </a:lnTo>
                <a:close/>
                <a:lnTo>
                  <a:pt x="2749459" y="1749287"/>
                </a:lnTo>
                <a:close/>
                <a:lnTo>
                  <a:pt x="2744727" y="1749287"/>
                </a:lnTo>
                <a:close/>
                <a:lnTo>
                  <a:pt x="2739994" y="1749287"/>
                </a:lnTo>
                <a:close/>
                <a:lnTo>
                  <a:pt x="2735262" y="1749287"/>
                </a:lnTo>
                <a:close/>
                <a:lnTo>
                  <a:pt x="2730530" y="1749287"/>
                </a:lnTo>
                <a:close/>
                <a:lnTo>
                  <a:pt x="2725798" y="1749287"/>
                </a:lnTo>
                <a:close/>
                <a:lnTo>
                  <a:pt x="2721065" y="1749287"/>
                </a:lnTo>
                <a:close/>
                <a:lnTo>
                  <a:pt x="2716333" y="1749287"/>
                </a:lnTo>
                <a:close/>
                <a:lnTo>
                  <a:pt x="2711601" y="1749287"/>
                </a:lnTo>
                <a:close/>
                <a:lnTo>
                  <a:pt x="2706868" y="1749287"/>
                </a:lnTo>
                <a:close/>
                <a:lnTo>
                  <a:pt x="2702136" y="1749287"/>
                </a:lnTo>
                <a:close/>
                <a:lnTo>
                  <a:pt x="2697404" y="1749287"/>
                </a:lnTo>
                <a:close/>
                <a:lnTo>
                  <a:pt x="2692672" y="1749287"/>
                </a:lnTo>
                <a:close/>
                <a:lnTo>
                  <a:pt x="2687939" y="1749287"/>
                </a:lnTo>
                <a:close/>
                <a:lnTo>
                  <a:pt x="2683207" y="1749287"/>
                </a:lnTo>
                <a:close/>
                <a:lnTo>
                  <a:pt x="2678475" y="1749287"/>
                </a:lnTo>
                <a:close/>
                <a:lnTo>
                  <a:pt x="2673742" y="1749287"/>
                </a:lnTo>
                <a:close/>
                <a:lnTo>
                  <a:pt x="2669010" y="1749287"/>
                </a:lnTo>
                <a:close/>
                <a:lnTo>
                  <a:pt x="2664278" y="1749287"/>
                </a:lnTo>
                <a:close/>
                <a:lnTo>
                  <a:pt x="2659546" y="1749287"/>
                </a:lnTo>
                <a:close/>
                <a:lnTo>
                  <a:pt x="2654813" y="1749287"/>
                </a:lnTo>
                <a:close/>
                <a:lnTo>
                  <a:pt x="2650081" y="1749287"/>
                </a:lnTo>
                <a:close/>
                <a:lnTo>
                  <a:pt x="2645349" y="1749287"/>
                </a:lnTo>
                <a:close/>
                <a:lnTo>
                  <a:pt x="2640616" y="1749287"/>
                </a:lnTo>
                <a:close/>
                <a:lnTo>
                  <a:pt x="2635884" y="1749287"/>
                </a:lnTo>
                <a:close/>
                <a:lnTo>
                  <a:pt x="2631152" y="1749287"/>
                </a:lnTo>
                <a:close/>
                <a:lnTo>
                  <a:pt x="2626420" y="1749287"/>
                </a:lnTo>
                <a:close/>
                <a:lnTo>
                  <a:pt x="2621687" y="1749287"/>
                </a:lnTo>
                <a:close/>
                <a:lnTo>
                  <a:pt x="2616955" y="1749287"/>
                </a:lnTo>
                <a:close/>
                <a:lnTo>
                  <a:pt x="2612223" y="1749287"/>
                </a:lnTo>
                <a:close/>
                <a:lnTo>
                  <a:pt x="2607490" y="1749287"/>
                </a:lnTo>
                <a:close/>
                <a:lnTo>
                  <a:pt x="2602758" y="1749287"/>
                </a:lnTo>
                <a:close/>
                <a:lnTo>
                  <a:pt x="2598026" y="1749287"/>
                </a:lnTo>
                <a:close/>
                <a:lnTo>
                  <a:pt x="2593294" y="1749287"/>
                </a:lnTo>
                <a:close/>
                <a:lnTo>
                  <a:pt x="2588561" y="1749287"/>
                </a:lnTo>
                <a:close/>
                <a:lnTo>
                  <a:pt x="2583829" y="1749287"/>
                </a:lnTo>
                <a:close/>
                <a:lnTo>
                  <a:pt x="2579097" y="1749287"/>
                </a:lnTo>
                <a:close/>
                <a:lnTo>
                  <a:pt x="2574364" y="1749287"/>
                </a:lnTo>
                <a:close/>
                <a:lnTo>
                  <a:pt x="2569632" y="1749287"/>
                </a:lnTo>
                <a:close/>
                <a:lnTo>
                  <a:pt x="2564900" y="1749287"/>
                </a:lnTo>
                <a:close/>
                <a:lnTo>
                  <a:pt x="2560168" y="1749287"/>
                </a:lnTo>
                <a:close/>
                <a:lnTo>
                  <a:pt x="2555435" y="1749287"/>
                </a:lnTo>
                <a:close/>
                <a:lnTo>
                  <a:pt x="2550703" y="1749287"/>
                </a:lnTo>
                <a:close/>
                <a:lnTo>
                  <a:pt x="2545971" y="1749287"/>
                </a:lnTo>
                <a:close/>
                <a:lnTo>
                  <a:pt x="2541238" y="1749287"/>
                </a:lnTo>
                <a:close/>
                <a:lnTo>
                  <a:pt x="2536506" y="1749287"/>
                </a:lnTo>
                <a:close/>
                <a:lnTo>
                  <a:pt x="2531774" y="1749287"/>
                </a:lnTo>
                <a:close/>
                <a:lnTo>
                  <a:pt x="2527042" y="1749287"/>
                </a:lnTo>
                <a:close/>
                <a:lnTo>
                  <a:pt x="2522309" y="1749287"/>
                </a:lnTo>
                <a:close/>
                <a:lnTo>
                  <a:pt x="2517577" y="1749287"/>
                </a:lnTo>
                <a:close/>
                <a:lnTo>
                  <a:pt x="2512845" y="1749287"/>
                </a:lnTo>
                <a:close/>
                <a:lnTo>
                  <a:pt x="2508112" y="1749287"/>
                </a:lnTo>
                <a:close/>
                <a:lnTo>
                  <a:pt x="2503380" y="1749287"/>
                </a:lnTo>
                <a:close/>
                <a:lnTo>
                  <a:pt x="2498648" y="1749287"/>
                </a:lnTo>
                <a:close/>
                <a:lnTo>
                  <a:pt x="2493916" y="1749287"/>
                </a:lnTo>
                <a:close/>
                <a:lnTo>
                  <a:pt x="2489183" y="1749287"/>
                </a:lnTo>
                <a:close/>
                <a:lnTo>
                  <a:pt x="2484451" y="1749287"/>
                </a:lnTo>
                <a:close/>
                <a:lnTo>
                  <a:pt x="2479719" y="1749287"/>
                </a:lnTo>
                <a:close/>
                <a:lnTo>
                  <a:pt x="2474986" y="1749287"/>
                </a:lnTo>
                <a:close/>
                <a:lnTo>
                  <a:pt x="2470254" y="1749287"/>
                </a:lnTo>
                <a:close/>
                <a:lnTo>
                  <a:pt x="2465522" y="1749287"/>
                </a:lnTo>
                <a:close/>
                <a:lnTo>
                  <a:pt x="2460790" y="1749287"/>
                </a:lnTo>
                <a:close/>
                <a:lnTo>
                  <a:pt x="2456057" y="1749287"/>
                </a:lnTo>
                <a:close/>
                <a:lnTo>
                  <a:pt x="2451325" y="1749287"/>
                </a:lnTo>
                <a:close/>
                <a:lnTo>
                  <a:pt x="2446593" y="1749287"/>
                </a:lnTo>
                <a:close/>
                <a:lnTo>
                  <a:pt x="2441860" y="1749287"/>
                </a:lnTo>
                <a:close/>
                <a:lnTo>
                  <a:pt x="2437128" y="1749287"/>
                </a:lnTo>
                <a:close/>
                <a:lnTo>
                  <a:pt x="2432396" y="1749287"/>
                </a:lnTo>
                <a:close/>
                <a:lnTo>
                  <a:pt x="2427664" y="1749287"/>
                </a:lnTo>
                <a:close/>
                <a:lnTo>
                  <a:pt x="2422931" y="1749287"/>
                </a:lnTo>
                <a:close/>
                <a:lnTo>
                  <a:pt x="2418199" y="1749287"/>
                </a:lnTo>
                <a:close/>
                <a:lnTo>
                  <a:pt x="2413467" y="1749287"/>
                </a:lnTo>
                <a:close/>
                <a:lnTo>
                  <a:pt x="2408734" y="1749287"/>
                </a:lnTo>
                <a:close/>
                <a:lnTo>
                  <a:pt x="2404002" y="1749287"/>
                </a:lnTo>
                <a:close/>
                <a:lnTo>
                  <a:pt x="2399270" y="1749287"/>
                </a:lnTo>
                <a:close/>
                <a:lnTo>
                  <a:pt x="2394537" y="1749287"/>
                </a:lnTo>
                <a:close/>
                <a:lnTo>
                  <a:pt x="2389805" y="1749287"/>
                </a:lnTo>
                <a:close/>
                <a:lnTo>
                  <a:pt x="2385073" y="1749287"/>
                </a:lnTo>
                <a:close/>
                <a:lnTo>
                  <a:pt x="2380341" y="1749287"/>
                </a:lnTo>
                <a:close/>
                <a:lnTo>
                  <a:pt x="2375608" y="1749287"/>
                </a:lnTo>
                <a:close/>
                <a:lnTo>
                  <a:pt x="2370876" y="1749287"/>
                </a:lnTo>
                <a:close/>
                <a:lnTo>
                  <a:pt x="2366144" y="1749287"/>
                </a:lnTo>
                <a:close/>
                <a:lnTo>
                  <a:pt x="2361411" y="1749287"/>
                </a:lnTo>
                <a:close/>
                <a:lnTo>
                  <a:pt x="2356679" y="1749287"/>
                </a:lnTo>
                <a:close/>
                <a:lnTo>
                  <a:pt x="2351947" y="1749287"/>
                </a:lnTo>
                <a:close/>
                <a:lnTo>
                  <a:pt x="2347215" y="1749287"/>
                </a:lnTo>
                <a:close/>
                <a:lnTo>
                  <a:pt x="2342482" y="1749287"/>
                </a:lnTo>
                <a:close/>
                <a:lnTo>
                  <a:pt x="2337750" y="1749287"/>
                </a:lnTo>
                <a:close/>
                <a:lnTo>
                  <a:pt x="2333018" y="1749287"/>
                </a:lnTo>
                <a:close/>
                <a:lnTo>
                  <a:pt x="2328285" y="1749287"/>
                </a:lnTo>
                <a:close/>
                <a:lnTo>
                  <a:pt x="2323553" y="1749287"/>
                </a:lnTo>
                <a:close/>
                <a:lnTo>
                  <a:pt x="2318821" y="1749287"/>
                </a:lnTo>
                <a:close/>
                <a:lnTo>
                  <a:pt x="2314089" y="1749287"/>
                </a:lnTo>
                <a:close/>
                <a:lnTo>
                  <a:pt x="2309356" y="1749287"/>
                </a:lnTo>
                <a:close/>
                <a:lnTo>
                  <a:pt x="2304624" y="1749287"/>
                </a:lnTo>
                <a:close/>
                <a:lnTo>
                  <a:pt x="2299892" y="1749287"/>
                </a:lnTo>
                <a:close/>
                <a:lnTo>
                  <a:pt x="2295159" y="1749287"/>
                </a:lnTo>
                <a:close/>
                <a:lnTo>
                  <a:pt x="2290427" y="1749287"/>
                </a:lnTo>
                <a:close/>
                <a:lnTo>
                  <a:pt x="2285695" y="1749287"/>
                </a:lnTo>
                <a:close/>
                <a:lnTo>
                  <a:pt x="2280963" y="1749287"/>
                </a:lnTo>
                <a:close/>
                <a:lnTo>
                  <a:pt x="2276230" y="1749287"/>
                </a:lnTo>
                <a:close/>
                <a:lnTo>
                  <a:pt x="2271498" y="1749287"/>
                </a:lnTo>
                <a:close/>
                <a:lnTo>
                  <a:pt x="2266766" y="1749287"/>
                </a:lnTo>
                <a:close/>
                <a:lnTo>
                  <a:pt x="2262033" y="1749287"/>
                </a:lnTo>
                <a:close/>
                <a:lnTo>
                  <a:pt x="2257301" y="1749287"/>
                </a:lnTo>
                <a:close/>
                <a:lnTo>
                  <a:pt x="2252569" y="1749287"/>
                </a:lnTo>
                <a:close/>
                <a:lnTo>
                  <a:pt x="2247837" y="1749287"/>
                </a:lnTo>
                <a:close/>
                <a:lnTo>
                  <a:pt x="2243104" y="1749287"/>
                </a:lnTo>
                <a:close/>
                <a:lnTo>
                  <a:pt x="2238372" y="1749287"/>
                </a:lnTo>
                <a:close/>
                <a:lnTo>
                  <a:pt x="2233640" y="1749287"/>
                </a:lnTo>
                <a:close/>
                <a:lnTo>
                  <a:pt x="2228907" y="1749287"/>
                </a:lnTo>
                <a:close/>
                <a:lnTo>
                  <a:pt x="2224175" y="1749287"/>
                </a:lnTo>
                <a:close/>
                <a:lnTo>
                  <a:pt x="2219443" y="1749287"/>
                </a:lnTo>
                <a:close/>
                <a:lnTo>
                  <a:pt x="2214711" y="1749287"/>
                </a:lnTo>
                <a:close/>
                <a:lnTo>
                  <a:pt x="2209978" y="1749287"/>
                </a:lnTo>
                <a:close/>
                <a:lnTo>
                  <a:pt x="2205246" y="1749287"/>
                </a:lnTo>
                <a:close/>
                <a:lnTo>
                  <a:pt x="2200514" y="1749287"/>
                </a:lnTo>
                <a:close/>
                <a:lnTo>
                  <a:pt x="2195781" y="1749287"/>
                </a:lnTo>
                <a:close/>
                <a:lnTo>
                  <a:pt x="2191049" y="1749287"/>
                </a:lnTo>
                <a:close/>
                <a:lnTo>
                  <a:pt x="2186317" y="1749287"/>
                </a:lnTo>
                <a:close/>
                <a:lnTo>
                  <a:pt x="2181585" y="1749287"/>
                </a:lnTo>
                <a:close/>
                <a:lnTo>
                  <a:pt x="2176852" y="1749287"/>
                </a:lnTo>
                <a:close/>
                <a:lnTo>
                  <a:pt x="2172120" y="1749287"/>
                </a:lnTo>
                <a:close/>
                <a:lnTo>
                  <a:pt x="2167388" y="1749287"/>
                </a:lnTo>
                <a:close/>
                <a:lnTo>
                  <a:pt x="2162655" y="1749287"/>
                </a:lnTo>
                <a:close/>
                <a:lnTo>
                  <a:pt x="2157923" y="1749287"/>
                </a:lnTo>
                <a:close/>
                <a:lnTo>
                  <a:pt x="2153191" y="1749287"/>
                </a:lnTo>
                <a:close/>
                <a:lnTo>
                  <a:pt x="2148459" y="1749287"/>
                </a:lnTo>
                <a:close/>
                <a:lnTo>
                  <a:pt x="2143726" y="1749287"/>
                </a:lnTo>
                <a:close/>
                <a:lnTo>
                  <a:pt x="2138994" y="1749287"/>
                </a:lnTo>
                <a:close/>
                <a:lnTo>
                  <a:pt x="2134262" y="1749287"/>
                </a:lnTo>
                <a:close/>
                <a:lnTo>
                  <a:pt x="2129529" y="1749287"/>
                </a:lnTo>
                <a:close/>
                <a:lnTo>
                  <a:pt x="2124797" y="1749287"/>
                </a:lnTo>
                <a:close/>
                <a:lnTo>
                  <a:pt x="2120065" y="1749287"/>
                </a:lnTo>
                <a:close/>
                <a:lnTo>
                  <a:pt x="2115333" y="1749287"/>
                </a:lnTo>
                <a:close/>
                <a:lnTo>
                  <a:pt x="2110600" y="1749287"/>
                </a:lnTo>
                <a:close/>
                <a:lnTo>
                  <a:pt x="2105868" y="1749287"/>
                </a:lnTo>
                <a:close/>
                <a:lnTo>
                  <a:pt x="2101136" y="1749287"/>
                </a:lnTo>
                <a:close/>
                <a:lnTo>
                  <a:pt x="2096403" y="1749287"/>
                </a:lnTo>
                <a:close/>
                <a:lnTo>
                  <a:pt x="2091671" y="1749287"/>
                </a:lnTo>
                <a:close/>
                <a:lnTo>
                  <a:pt x="2086939" y="1749287"/>
                </a:lnTo>
                <a:close/>
                <a:lnTo>
                  <a:pt x="2082207" y="1749287"/>
                </a:lnTo>
                <a:close/>
                <a:lnTo>
                  <a:pt x="2077474" y="1749287"/>
                </a:lnTo>
                <a:close/>
                <a:lnTo>
                  <a:pt x="2072742" y="1749287"/>
                </a:lnTo>
                <a:close/>
                <a:lnTo>
                  <a:pt x="2068010" y="1749287"/>
                </a:lnTo>
                <a:close/>
                <a:lnTo>
                  <a:pt x="2063277" y="1749287"/>
                </a:lnTo>
                <a:close/>
                <a:lnTo>
                  <a:pt x="2058545" y="1749287"/>
                </a:lnTo>
                <a:close/>
                <a:lnTo>
                  <a:pt x="2053813" y="1749287"/>
                </a:lnTo>
                <a:close/>
                <a:lnTo>
                  <a:pt x="2049081" y="1749287"/>
                </a:lnTo>
                <a:close/>
                <a:lnTo>
                  <a:pt x="2044348" y="1749287"/>
                </a:lnTo>
                <a:close/>
                <a:lnTo>
                  <a:pt x="2039616" y="1749287"/>
                </a:lnTo>
                <a:close/>
                <a:lnTo>
                  <a:pt x="2034884" y="1749287"/>
                </a:lnTo>
                <a:close/>
                <a:lnTo>
                  <a:pt x="2030151" y="1749287"/>
                </a:lnTo>
                <a:close/>
                <a:lnTo>
                  <a:pt x="2025419" y="1749287"/>
                </a:lnTo>
                <a:close/>
                <a:lnTo>
                  <a:pt x="2020687" y="1749287"/>
                </a:lnTo>
                <a:close/>
                <a:lnTo>
                  <a:pt x="2015955" y="1749287"/>
                </a:lnTo>
                <a:close/>
                <a:lnTo>
                  <a:pt x="2011222" y="1749287"/>
                </a:lnTo>
                <a:close/>
                <a:lnTo>
                  <a:pt x="2006490" y="1749287"/>
                </a:lnTo>
                <a:close/>
                <a:lnTo>
                  <a:pt x="2001758" y="1749287"/>
                </a:lnTo>
                <a:close/>
                <a:lnTo>
                  <a:pt x="1997025" y="1749287"/>
                </a:lnTo>
                <a:close/>
                <a:lnTo>
                  <a:pt x="1992293" y="1749287"/>
                </a:lnTo>
                <a:close/>
                <a:lnTo>
                  <a:pt x="1987561" y="1749287"/>
                </a:lnTo>
                <a:close/>
                <a:lnTo>
                  <a:pt x="1982829" y="1749287"/>
                </a:lnTo>
                <a:close/>
                <a:lnTo>
                  <a:pt x="1978096" y="1749287"/>
                </a:lnTo>
                <a:close/>
                <a:lnTo>
                  <a:pt x="1973364" y="1749287"/>
                </a:lnTo>
                <a:close/>
                <a:lnTo>
                  <a:pt x="1968632" y="1749287"/>
                </a:lnTo>
                <a:close/>
                <a:lnTo>
                  <a:pt x="1963899" y="1749287"/>
                </a:lnTo>
                <a:close/>
                <a:lnTo>
                  <a:pt x="1959167" y="1749287"/>
                </a:lnTo>
                <a:close/>
                <a:lnTo>
                  <a:pt x="1954435" y="1749287"/>
                </a:lnTo>
                <a:close/>
                <a:lnTo>
                  <a:pt x="1949702" y="1749287"/>
                </a:lnTo>
                <a:close/>
                <a:lnTo>
                  <a:pt x="1944970" y="1749287"/>
                </a:lnTo>
                <a:close/>
                <a:lnTo>
                  <a:pt x="1940238" y="1749287"/>
                </a:lnTo>
                <a:close/>
                <a:lnTo>
                  <a:pt x="1935506" y="1749287"/>
                </a:lnTo>
                <a:close/>
                <a:lnTo>
                  <a:pt x="1930773" y="1749287"/>
                </a:lnTo>
                <a:close/>
                <a:lnTo>
                  <a:pt x="1926041" y="1749287"/>
                </a:lnTo>
                <a:close/>
                <a:lnTo>
                  <a:pt x="1921309" y="1749287"/>
                </a:lnTo>
                <a:close/>
                <a:lnTo>
                  <a:pt x="1916576" y="1749287"/>
                </a:lnTo>
                <a:close/>
                <a:lnTo>
                  <a:pt x="1911844" y="1749287"/>
                </a:lnTo>
                <a:close/>
                <a:lnTo>
                  <a:pt x="1907112" y="1749287"/>
                </a:lnTo>
                <a:close/>
                <a:lnTo>
                  <a:pt x="1902380" y="1749287"/>
                </a:lnTo>
                <a:close/>
                <a:lnTo>
                  <a:pt x="1897647" y="1749287"/>
                </a:lnTo>
                <a:close/>
                <a:lnTo>
                  <a:pt x="1892915" y="1749287"/>
                </a:lnTo>
                <a:close/>
                <a:lnTo>
                  <a:pt x="1888183" y="1749287"/>
                </a:lnTo>
                <a:close/>
                <a:lnTo>
                  <a:pt x="1883450" y="1749287"/>
                </a:lnTo>
                <a:close/>
                <a:lnTo>
                  <a:pt x="1878718" y="1749287"/>
                </a:lnTo>
                <a:close/>
                <a:lnTo>
                  <a:pt x="1873986" y="1749287"/>
                </a:lnTo>
                <a:close/>
                <a:lnTo>
                  <a:pt x="1869254" y="1749287"/>
                </a:lnTo>
                <a:close/>
                <a:lnTo>
                  <a:pt x="1864521" y="1749287"/>
                </a:lnTo>
                <a:close/>
                <a:lnTo>
                  <a:pt x="1859789" y="1749287"/>
                </a:lnTo>
                <a:close/>
                <a:lnTo>
                  <a:pt x="1855057" y="1749287"/>
                </a:lnTo>
                <a:close/>
                <a:lnTo>
                  <a:pt x="1850324" y="1749287"/>
                </a:lnTo>
                <a:close/>
                <a:lnTo>
                  <a:pt x="1845592" y="1749287"/>
                </a:lnTo>
                <a:close/>
                <a:lnTo>
                  <a:pt x="1840860" y="1749287"/>
                </a:lnTo>
                <a:close/>
                <a:lnTo>
                  <a:pt x="1836128" y="1749287"/>
                </a:lnTo>
                <a:close/>
                <a:lnTo>
                  <a:pt x="1831395" y="1749287"/>
                </a:lnTo>
                <a:close/>
                <a:lnTo>
                  <a:pt x="1826663" y="1749287"/>
                </a:lnTo>
                <a:close/>
                <a:lnTo>
                  <a:pt x="1821931" y="1749287"/>
                </a:lnTo>
                <a:close/>
                <a:lnTo>
                  <a:pt x="1817198" y="1749287"/>
                </a:lnTo>
                <a:close/>
                <a:lnTo>
                  <a:pt x="1812466" y="1749287"/>
                </a:lnTo>
                <a:close/>
                <a:lnTo>
                  <a:pt x="1807734" y="1749287"/>
                </a:lnTo>
                <a:close/>
                <a:lnTo>
                  <a:pt x="1803002" y="1749287"/>
                </a:lnTo>
                <a:close/>
                <a:lnTo>
                  <a:pt x="1798269" y="1749287"/>
                </a:lnTo>
                <a:close/>
                <a:lnTo>
                  <a:pt x="1793537" y="1749287"/>
                </a:lnTo>
                <a:close/>
                <a:lnTo>
                  <a:pt x="1788805" y="1749287"/>
                </a:lnTo>
                <a:close/>
                <a:lnTo>
                  <a:pt x="1784072" y="1749287"/>
                </a:lnTo>
                <a:close/>
                <a:lnTo>
                  <a:pt x="1779340" y="1749287"/>
                </a:lnTo>
                <a:close/>
                <a:lnTo>
                  <a:pt x="1774608" y="1749287"/>
                </a:lnTo>
                <a:close/>
                <a:lnTo>
                  <a:pt x="1769876" y="1749287"/>
                </a:lnTo>
                <a:close/>
                <a:lnTo>
                  <a:pt x="1765143" y="1749287"/>
                </a:lnTo>
                <a:close/>
                <a:lnTo>
                  <a:pt x="1760411" y="1749287"/>
                </a:lnTo>
                <a:close/>
                <a:lnTo>
                  <a:pt x="1755679" y="1749287"/>
                </a:lnTo>
                <a:close/>
                <a:lnTo>
                  <a:pt x="1750946" y="1749287"/>
                </a:lnTo>
                <a:close/>
                <a:lnTo>
                  <a:pt x="1746214" y="1749287"/>
                </a:lnTo>
                <a:close/>
                <a:lnTo>
                  <a:pt x="1741482" y="1749287"/>
                </a:lnTo>
                <a:close/>
                <a:lnTo>
                  <a:pt x="1736750" y="1749287"/>
                </a:lnTo>
                <a:close/>
                <a:lnTo>
                  <a:pt x="1732017" y="1749287"/>
                </a:lnTo>
                <a:close/>
                <a:lnTo>
                  <a:pt x="1727285" y="1749287"/>
                </a:lnTo>
                <a:close/>
                <a:lnTo>
                  <a:pt x="1722553" y="1749287"/>
                </a:lnTo>
                <a:close/>
                <a:lnTo>
                  <a:pt x="1717820" y="1749287"/>
                </a:lnTo>
                <a:close/>
                <a:lnTo>
                  <a:pt x="1713088" y="1749287"/>
                </a:lnTo>
                <a:close/>
                <a:lnTo>
                  <a:pt x="1708356" y="1749287"/>
                </a:lnTo>
                <a:close/>
                <a:lnTo>
                  <a:pt x="1703624" y="1749287"/>
                </a:lnTo>
                <a:close/>
                <a:lnTo>
                  <a:pt x="1698891" y="1749287"/>
                </a:lnTo>
                <a:close/>
                <a:lnTo>
                  <a:pt x="1694159" y="1749287"/>
                </a:lnTo>
                <a:close/>
                <a:lnTo>
                  <a:pt x="1689427" y="1749287"/>
                </a:lnTo>
                <a:close/>
                <a:lnTo>
                  <a:pt x="1684694" y="1749287"/>
                </a:lnTo>
                <a:close/>
                <a:lnTo>
                  <a:pt x="1679962" y="1749287"/>
                </a:lnTo>
                <a:close/>
                <a:lnTo>
                  <a:pt x="1675230" y="1749287"/>
                </a:lnTo>
                <a:close/>
                <a:lnTo>
                  <a:pt x="1670498" y="1749287"/>
                </a:lnTo>
                <a:close/>
                <a:lnTo>
                  <a:pt x="1665765" y="1749287"/>
                </a:lnTo>
                <a:close/>
                <a:lnTo>
                  <a:pt x="1661033" y="1749287"/>
                </a:lnTo>
                <a:close/>
                <a:lnTo>
                  <a:pt x="1656301" y="1749287"/>
                </a:lnTo>
                <a:close/>
                <a:lnTo>
                  <a:pt x="1651568" y="1749287"/>
                </a:lnTo>
                <a:close/>
                <a:lnTo>
                  <a:pt x="1646836" y="1749287"/>
                </a:lnTo>
                <a:close/>
                <a:lnTo>
                  <a:pt x="1642104" y="1749287"/>
                </a:lnTo>
                <a:close/>
                <a:lnTo>
                  <a:pt x="1637372" y="1749287"/>
                </a:lnTo>
                <a:close/>
                <a:lnTo>
                  <a:pt x="1632639" y="1749287"/>
                </a:lnTo>
                <a:close/>
                <a:lnTo>
                  <a:pt x="1627907" y="1749287"/>
                </a:lnTo>
                <a:close/>
                <a:lnTo>
                  <a:pt x="1623175" y="1749287"/>
                </a:lnTo>
                <a:close/>
                <a:lnTo>
                  <a:pt x="1618442" y="1749287"/>
                </a:lnTo>
                <a:close/>
                <a:lnTo>
                  <a:pt x="1613710" y="1749287"/>
                </a:lnTo>
                <a:close/>
                <a:lnTo>
                  <a:pt x="1608978" y="1749287"/>
                </a:lnTo>
                <a:close/>
                <a:lnTo>
                  <a:pt x="1604246" y="1749287"/>
                </a:lnTo>
                <a:close/>
                <a:lnTo>
                  <a:pt x="1599513" y="1749287"/>
                </a:lnTo>
                <a:close/>
                <a:lnTo>
                  <a:pt x="1594781" y="1749287"/>
                </a:lnTo>
                <a:close/>
                <a:lnTo>
                  <a:pt x="1590049" y="1749287"/>
                </a:lnTo>
                <a:close/>
                <a:lnTo>
                  <a:pt x="1585316" y="1749287"/>
                </a:lnTo>
                <a:close/>
                <a:lnTo>
                  <a:pt x="1580584" y="1749287"/>
                </a:lnTo>
                <a:close/>
                <a:lnTo>
                  <a:pt x="1575852" y="1749287"/>
                </a:lnTo>
                <a:close/>
                <a:lnTo>
                  <a:pt x="1571120" y="1749287"/>
                </a:lnTo>
                <a:close/>
                <a:lnTo>
                  <a:pt x="1566387" y="1749287"/>
                </a:lnTo>
                <a:close/>
                <a:lnTo>
                  <a:pt x="1561655" y="1749287"/>
                </a:lnTo>
                <a:close/>
                <a:lnTo>
                  <a:pt x="1556923" y="1749287"/>
                </a:lnTo>
                <a:close/>
                <a:lnTo>
                  <a:pt x="1552190" y="1749287"/>
                </a:lnTo>
                <a:close/>
                <a:lnTo>
                  <a:pt x="1547458" y="1749287"/>
                </a:lnTo>
                <a:close/>
                <a:lnTo>
                  <a:pt x="1542726" y="1749287"/>
                </a:lnTo>
                <a:close/>
                <a:lnTo>
                  <a:pt x="1537994" y="1749287"/>
                </a:lnTo>
                <a:close/>
                <a:lnTo>
                  <a:pt x="1533261" y="1749287"/>
                </a:lnTo>
                <a:close/>
                <a:lnTo>
                  <a:pt x="1528529" y="1749287"/>
                </a:lnTo>
                <a:close/>
                <a:lnTo>
                  <a:pt x="1523797" y="1749287"/>
                </a:lnTo>
                <a:close/>
                <a:lnTo>
                  <a:pt x="1519064" y="1749287"/>
                </a:lnTo>
                <a:close/>
                <a:lnTo>
                  <a:pt x="1514332" y="1749287"/>
                </a:lnTo>
                <a:close/>
                <a:lnTo>
                  <a:pt x="1509600" y="1749287"/>
                </a:lnTo>
                <a:close/>
                <a:lnTo>
                  <a:pt x="1504868" y="1749287"/>
                </a:lnTo>
                <a:close/>
                <a:lnTo>
                  <a:pt x="1500135" y="1749287"/>
                </a:lnTo>
                <a:close/>
                <a:lnTo>
                  <a:pt x="1495403" y="1749287"/>
                </a:lnTo>
                <a:close/>
                <a:lnTo>
                  <a:pt x="1490671" y="1749287"/>
                </a:lnTo>
                <a:close/>
                <a:lnTo>
                  <a:pt x="1485938" y="1749287"/>
                </a:lnTo>
                <a:close/>
                <a:lnTo>
                  <a:pt x="1481206" y="1749287"/>
                </a:lnTo>
                <a:close/>
                <a:lnTo>
                  <a:pt x="1476474" y="1749287"/>
                </a:lnTo>
                <a:close/>
                <a:lnTo>
                  <a:pt x="1471742" y="1749287"/>
                </a:lnTo>
                <a:close/>
                <a:lnTo>
                  <a:pt x="1467009" y="1749287"/>
                </a:lnTo>
                <a:close/>
                <a:lnTo>
                  <a:pt x="1462277" y="1749287"/>
                </a:lnTo>
                <a:close/>
                <a:lnTo>
                  <a:pt x="1457545" y="1749287"/>
                </a:lnTo>
                <a:close/>
                <a:lnTo>
                  <a:pt x="1452812" y="1749287"/>
                </a:lnTo>
                <a:close/>
                <a:lnTo>
                  <a:pt x="1448080" y="1749287"/>
                </a:lnTo>
                <a:close/>
                <a:lnTo>
                  <a:pt x="1443348" y="1749287"/>
                </a:lnTo>
                <a:close/>
                <a:lnTo>
                  <a:pt x="1438615" y="1749287"/>
                </a:lnTo>
                <a:close/>
                <a:lnTo>
                  <a:pt x="1433883" y="1749287"/>
                </a:lnTo>
                <a:close/>
                <a:lnTo>
                  <a:pt x="1429151" y="1749287"/>
                </a:lnTo>
                <a:close/>
                <a:lnTo>
                  <a:pt x="1424419" y="1749287"/>
                </a:lnTo>
                <a:close/>
                <a:lnTo>
                  <a:pt x="1419686" y="1749287"/>
                </a:lnTo>
                <a:close/>
                <a:lnTo>
                  <a:pt x="1414954" y="1749287"/>
                </a:lnTo>
                <a:close/>
                <a:lnTo>
                  <a:pt x="1410222" y="1749287"/>
                </a:lnTo>
                <a:close/>
                <a:lnTo>
                  <a:pt x="1405489" y="1749287"/>
                </a:lnTo>
                <a:close/>
                <a:lnTo>
                  <a:pt x="1400757" y="1749287"/>
                </a:lnTo>
                <a:close/>
                <a:lnTo>
                  <a:pt x="1396025" y="1749287"/>
                </a:lnTo>
                <a:close/>
                <a:lnTo>
                  <a:pt x="1391293" y="1749287"/>
                </a:lnTo>
                <a:close/>
                <a:lnTo>
                  <a:pt x="1386560" y="1749287"/>
                </a:lnTo>
                <a:close/>
                <a:lnTo>
                  <a:pt x="1381828" y="1749287"/>
                </a:lnTo>
                <a:close/>
                <a:lnTo>
                  <a:pt x="1377096" y="1749287"/>
                </a:lnTo>
                <a:close/>
                <a:lnTo>
                  <a:pt x="1372363" y="1749287"/>
                </a:lnTo>
                <a:close/>
                <a:lnTo>
                  <a:pt x="1367631" y="1749287"/>
                </a:lnTo>
                <a:close/>
                <a:lnTo>
                  <a:pt x="1362899" y="1749287"/>
                </a:lnTo>
                <a:close/>
                <a:lnTo>
                  <a:pt x="1358167" y="1749287"/>
                </a:lnTo>
                <a:close/>
                <a:lnTo>
                  <a:pt x="1353434" y="1749287"/>
                </a:lnTo>
                <a:close/>
                <a:lnTo>
                  <a:pt x="1348702" y="1749287"/>
                </a:lnTo>
                <a:close/>
                <a:lnTo>
                  <a:pt x="1343970" y="1749287"/>
                </a:lnTo>
                <a:close/>
                <a:lnTo>
                  <a:pt x="1339237" y="1749287"/>
                </a:lnTo>
                <a:close/>
                <a:lnTo>
                  <a:pt x="1334505" y="1749287"/>
                </a:lnTo>
                <a:close/>
                <a:lnTo>
                  <a:pt x="1329773" y="1749287"/>
                </a:lnTo>
                <a:close/>
                <a:lnTo>
                  <a:pt x="1325041" y="1749287"/>
                </a:lnTo>
                <a:close/>
                <a:lnTo>
                  <a:pt x="1320308" y="1749287"/>
                </a:lnTo>
                <a:close/>
                <a:lnTo>
                  <a:pt x="1315576" y="1749287"/>
                </a:lnTo>
                <a:close/>
                <a:lnTo>
                  <a:pt x="1310844" y="1749287"/>
                </a:lnTo>
                <a:close/>
                <a:lnTo>
                  <a:pt x="1306111" y="1749287"/>
                </a:lnTo>
                <a:close/>
                <a:lnTo>
                  <a:pt x="1301379" y="1749287"/>
                </a:lnTo>
                <a:close/>
                <a:lnTo>
                  <a:pt x="1296647" y="1749287"/>
                </a:lnTo>
                <a:close/>
                <a:lnTo>
                  <a:pt x="1291915" y="1749287"/>
                </a:lnTo>
                <a:close/>
                <a:lnTo>
                  <a:pt x="1287182" y="1749287"/>
                </a:lnTo>
                <a:close/>
                <a:lnTo>
                  <a:pt x="1282450" y="1749287"/>
                </a:lnTo>
                <a:close/>
                <a:lnTo>
                  <a:pt x="1277718" y="1749287"/>
                </a:lnTo>
                <a:close/>
                <a:lnTo>
                  <a:pt x="1272985" y="1749287"/>
                </a:lnTo>
                <a:close/>
                <a:lnTo>
                  <a:pt x="1268253" y="1749287"/>
                </a:lnTo>
                <a:close/>
                <a:lnTo>
                  <a:pt x="1263521" y="1749287"/>
                </a:lnTo>
                <a:close/>
                <a:lnTo>
                  <a:pt x="1258789" y="1749287"/>
                </a:lnTo>
                <a:close/>
                <a:lnTo>
                  <a:pt x="1254056" y="1749287"/>
                </a:lnTo>
                <a:close/>
                <a:lnTo>
                  <a:pt x="1249324" y="1749287"/>
                </a:lnTo>
                <a:close/>
                <a:lnTo>
                  <a:pt x="1244592" y="1749287"/>
                </a:lnTo>
                <a:close/>
                <a:lnTo>
                  <a:pt x="1239859" y="1749287"/>
                </a:lnTo>
                <a:close/>
                <a:lnTo>
                  <a:pt x="1235127" y="1749287"/>
                </a:lnTo>
                <a:close/>
                <a:lnTo>
                  <a:pt x="1230395" y="1749287"/>
                </a:lnTo>
                <a:close/>
                <a:lnTo>
                  <a:pt x="1225663" y="1749287"/>
                </a:lnTo>
                <a:close/>
                <a:lnTo>
                  <a:pt x="1220930" y="1749287"/>
                </a:lnTo>
                <a:close/>
                <a:lnTo>
                  <a:pt x="1216198" y="1749287"/>
                </a:lnTo>
                <a:close/>
                <a:lnTo>
                  <a:pt x="1211466" y="1749287"/>
                </a:lnTo>
                <a:close/>
                <a:lnTo>
                  <a:pt x="1206733" y="1749287"/>
                </a:lnTo>
                <a:close/>
                <a:lnTo>
                  <a:pt x="1202001" y="1749287"/>
                </a:lnTo>
                <a:close/>
                <a:lnTo>
                  <a:pt x="1197269" y="1749287"/>
                </a:lnTo>
                <a:close/>
                <a:lnTo>
                  <a:pt x="1192537" y="1749287"/>
                </a:lnTo>
                <a:close/>
                <a:lnTo>
                  <a:pt x="1187804" y="1749287"/>
                </a:lnTo>
                <a:close/>
                <a:lnTo>
                  <a:pt x="1183072" y="1749287"/>
                </a:lnTo>
                <a:close/>
                <a:lnTo>
                  <a:pt x="1178340" y="1749287"/>
                </a:lnTo>
                <a:close/>
                <a:lnTo>
                  <a:pt x="1173607" y="1749287"/>
                </a:lnTo>
                <a:close/>
                <a:lnTo>
                  <a:pt x="1168875" y="1749287"/>
                </a:lnTo>
                <a:close/>
                <a:lnTo>
                  <a:pt x="1164143" y="1749287"/>
                </a:lnTo>
                <a:close/>
                <a:lnTo>
                  <a:pt x="1159411" y="1749287"/>
                </a:lnTo>
                <a:close/>
                <a:lnTo>
                  <a:pt x="1154678" y="1749287"/>
                </a:lnTo>
                <a:close/>
                <a:lnTo>
                  <a:pt x="1149946" y="1749287"/>
                </a:lnTo>
                <a:close/>
                <a:lnTo>
                  <a:pt x="1145214" y="1749287"/>
                </a:lnTo>
                <a:close/>
                <a:lnTo>
                  <a:pt x="1140481" y="1749287"/>
                </a:lnTo>
                <a:close/>
                <a:lnTo>
                  <a:pt x="1135749" y="1749287"/>
                </a:lnTo>
                <a:close/>
                <a:lnTo>
                  <a:pt x="1131017" y="1749287"/>
                </a:lnTo>
                <a:close/>
                <a:lnTo>
                  <a:pt x="1126285" y="1749287"/>
                </a:lnTo>
                <a:close/>
                <a:lnTo>
                  <a:pt x="1121552" y="1749287"/>
                </a:lnTo>
                <a:close/>
                <a:lnTo>
                  <a:pt x="1116820" y="1749287"/>
                </a:lnTo>
                <a:close/>
                <a:lnTo>
                  <a:pt x="1112088" y="1749287"/>
                </a:lnTo>
                <a:close/>
                <a:lnTo>
                  <a:pt x="1107355" y="1749287"/>
                </a:lnTo>
                <a:close/>
                <a:lnTo>
                  <a:pt x="1102623" y="1749287"/>
                </a:lnTo>
                <a:close/>
                <a:lnTo>
                  <a:pt x="1097891" y="1749287"/>
                </a:lnTo>
                <a:close/>
                <a:lnTo>
                  <a:pt x="1093159" y="1749287"/>
                </a:lnTo>
                <a:close/>
                <a:lnTo>
                  <a:pt x="1088426" y="1749287"/>
                </a:lnTo>
                <a:close/>
                <a:lnTo>
                  <a:pt x="1083694" y="1749287"/>
                </a:lnTo>
                <a:close/>
                <a:lnTo>
                  <a:pt x="1078962" y="1749287"/>
                </a:lnTo>
                <a:close/>
                <a:lnTo>
                  <a:pt x="1074229" y="1749287"/>
                </a:lnTo>
                <a:close/>
                <a:lnTo>
                  <a:pt x="1069497" y="1749287"/>
                </a:lnTo>
                <a:close/>
                <a:lnTo>
                  <a:pt x="1064765" y="1749287"/>
                </a:lnTo>
                <a:close/>
                <a:lnTo>
                  <a:pt x="1060033" y="1749287"/>
                </a:lnTo>
                <a:close/>
                <a:lnTo>
                  <a:pt x="1055300" y="1749287"/>
                </a:lnTo>
                <a:close/>
                <a:lnTo>
                  <a:pt x="1050568" y="1749287"/>
                </a:lnTo>
                <a:close/>
                <a:lnTo>
                  <a:pt x="1045836" y="1749287"/>
                </a:lnTo>
                <a:close/>
                <a:lnTo>
                  <a:pt x="1041103" y="1749287"/>
                </a:lnTo>
                <a:close/>
                <a:lnTo>
                  <a:pt x="1036371" y="1749287"/>
                </a:lnTo>
                <a:close/>
                <a:lnTo>
                  <a:pt x="1031639" y="1749287"/>
                </a:lnTo>
                <a:close/>
                <a:lnTo>
                  <a:pt x="1026907" y="1749287"/>
                </a:lnTo>
                <a:close/>
                <a:lnTo>
                  <a:pt x="1022174" y="1749287"/>
                </a:lnTo>
                <a:close/>
                <a:lnTo>
                  <a:pt x="1017442" y="1749287"/>
                </a:lnTo>
                <a:close/>
                <a:lnTo>
                  <a:pt x="1012710" y="1749287"/>
                </a:lnTo>
                <a:close/>
                <a:lnTo>
                  <a:pt x="1007977" y="1749287"/>
                </a:lnTo>
                <a:close/>
                <a:lnTo>
                  <a:pt x="1003245" y="1749287"/>
                </a:lnTo>
                <a:close/>
                <a:lnTo>
                  <a:pt x="998513" y="1749287"/>
                </a:lnTo>
                <a:close/>
                <a:lnTo>
                  <a:pt x="993780" y="1749287"/>
                </a:lnTo>
                <a:close/>
                <a:lnTo>
                  <a:pt x="989048" y="1749287"/>
                </a:lnTo>
                <a:close/>
                <a:lnTo>
                  <a:pt x="984316" y="1749287"/>
                </a:lnTo>
                <a:close/>
                <a:lnTo>
                  <a:pt x="979584" y="1749287"/>
                </a:lnTo>
                <a:close/>
                <a:lnTo>
                  <a:pt x="974851" y="1749287"/>
                </a:lnTo>
                <a:close/>
                <a:lnTo>
                  <a:pt x="970119" y="1749287"/>
                </a:lnTo>
                <a:close/>
                <a:lnTo>
                  <a:pt x="965387" y="1749287"/>
                </a:lnTo>
                <a:close/>
                <a:lnTo>
                  <a:pt x="960654" y="1749287"/>
                </a:lnTo>
                <a:close/>
                <a:lnTo>
                  <a:pt x="955922" y="1749287"/>
                </a:lnTo>
                <a:close/>
                <a:lnTo>
                  <a:pt x="951190" y="1749287"/>
                </a:lnTo>
                <a:close/>
                <a:lnTo>
                  <a:pt x="946458" y="1749287"/>
                </a:lnTo>
                <a:close/>
                <a:lnTo>
                  <a:pt x="941725" y="1749287"/>
                </a:lnTo>
                <a:close/>
                <a:lnTo>
                  <a:pt x="936993" y="1749287"/>
                </a:lnTo>
                <a:close/>
                <a:lnTo>
                  <a:pt x="932261" y="1749287"/>
                </a:lnTo>
                <a:close/>
                <a:lnTo>
                  <a:pt x="927528" y="1749287"/>
                </a:lnTo>
                <a:close/>
                <a:lnTo>
                  <a:pt x="922796" y="1749287"/>
                </a:lnTo>
                <a:close/>
                <a:lnTo>
                  <a:pt x="918064" y="1749287"/>
                </a:lnTo>
                <a:close/>
                <a:lnTo>
                  <a:pt x="913332" y="1749287"/>
                </a:lnTo>
                <a:close/>
                <a:lnTo>
                  <a:pt x="908599" y="1749287"/>
                </a:lnTo>
                <a:close/>
                <a:lnTo>
                  <a:pt x="903867" y="1749287"/>
                </a:lnTo>
                <a:close/>
                <a:lnTo>
                  <a:pt x="899135" y="1749287"/>
                </a:lnTo>
                <a:close/>
                <a:lnTo>
                  <a:pt x="894402" y="1749287"/>
                </a:lnTo>
                <a:close/>
                <a:lnTo>
                  <a:pt x="889670" y="1749287"/>
                </a:lnTo>
                <a:close/>
                <a:lnTo>
                  <a:pt x="884938" y="1749287"/>
                </a:lnTo>
                <a:close/>
                <a:lnTo>
                  <a:pt x="880206" y="1749287"/>
                </a:lnTo>
                <a:close/>
                <a:lnTo>
                  <a:pt x="875473" y="1749287"/>
                </a:lnTo>
                <a:close/>
                <a:lnTo>
                  <a:pt x="870741" y="1749287"/>
                </a:lnTo>
                <a:close/>
                <a:lnTo>
                  <a:pt x="866009" y="1749287"/>
                </a:lnTo>
                <a:close/>
                <a:lnTo>
                  <a:pt x="861276" y="1749287"/>
                </a:lnTo>
                <a:close/>
                <a:lnTo>
                  <a:pt x="856544" y="1749287"/>
                </a:lnTo>
                <a:close/>
                <a:lnTo>
                  <a:pt x="851812" y="1749287"/>
                </a:lnTo>
                <a:close/>
                <a:lnTo>
                  <a:pt x="847080" y="1749287"/>
                </a:lnTo>
                <a:close/>
                <a:lnTo>
                  <a:pt x="842347" y="1749287"/>
                </a:lnTo>
                <a:close/>
                <a:lnTo>
                  <a:pt x="837615" y="1749287"/>
                </a:lnTo>
                <a:close/>
                <a:lnTo>
                  <a:pt x="832883" y="1749287"/>
                </a:lnTo>
                <a:close/>
                <a:lnTo>
                  <a:pt x="828150" y="1749287"/>
                </a:lnTo>
                <a:close/>
                <a:lnTo>
                  <a:pt x="823418" y="1749287"/>
                </a:lnTo>
                <a:close/>
                <a:lnTo>
                  <a:pt x="818686" y="1749287"/>
                </a:lnTo>
                <a:close/>
                <a:lnTo>
                  <a:pt x="813954" y="1749287"/>
                </a:lnTo>
                <a:close/>
                <a:lnTo>
                  <a:pt x="809221" y="1749287"/>
                </a:lnTo>
                <a:close/>
                <a:lnTo>
                  <a:pt x="804489" y="1749287"/>
                </a:lnTo>
                <a:close/>
                <a:lnTo>
                  <a:pt x="799757" y="1749287"/>
                </a:lnTo>
                <a:close/>
                <a:lnTo>
                  <a:pt x="795024" y="1749287"/>
                </a:lnTo>
                <a:close/>
                <a:lnTo>
                  <a:pt x="790292" y="1749287"/>
                </a:lnTo>
                <a:close/>
                <a:lnTo>
                  <a:pt x="785560" y="1749287"/>
                </a:lnTo>
                <a:close/>
                <a:lnTo>
                  <a:pt x="780828" y="1749287"/>
                </a:lnTo>
                <a:close/>
                <a:lnTo>
                  <a:pt x="776095" y="1749287"/>
                </a:lnTo>
                <a:close/>
                <a:lnTo>
                  <a:pt x="771363" y="1749287"/>
                </a:lnTo>
                <a:close/>
                <a:lnTo>
                  <a:pt x="766631" y="1749287"/>
                </a:lnTo>
                <a:close/>
                <a:lnTo>
                  <a:pt x="761898" y="1749287"/>
                </a:lnTo>
                <a:close/>
                <a:lnTo>
                  <a:pt x="757166" y="1749287"/>
                </a:lnTo>
                <a:close/>
                <a:lnTo>
                  <a:pt x="752434" y="1749287"/>
                </a:lnTo>
                <a:close/>
                <a:lnTo>
                  <a:pt x="747702" y="1749287"/>
                </a:lnTo>
                <a:close/>
                <a:lnTo>
                  <a:pt x="742969" y="1749287"/>
                </a:lnTo>
                <a:close/>
                <a:lnTo>
                  <a:pt x="738237" y="1749287"/>
                </a:lnTo>
                <a:close/>
                <a:lnTo>
                  <a:pt x="733505" y="1749287"/>
                </a:lnTo>
                <a:close/>
                <a:lnTo>
                  <a:pt x="728772" y="1749287"/>
                </a:lnTo>
                <a:close/>
                <a:lnTo>
                  <a:pt x="724040" y="1749287"/>
                </a:lnTo>
                <a:close/>
                <a:lnTo>
                  <a:pt x="719308" y="1749287"/>
                </a:lnTo>
                <a:close/>
                <a:lnTo>
                  <a:pt x="714576" y="1749287"/>
                </a:lnTo>
                <a:close/>
                <a:lnTo>
                  <a:pt x="709843" y="1749287"/>
                </a:lnTo>
                <a:close/>
                <a:lnTo>
                  <a:pt x="705111" y="1749287"/>
                </a:lnTo>
                <a:close/>
                <a:lnTo>
                  <a:pt x="700379" y="1749287"/>
                </a:lnTo>
                <a:close/>
                <a:lnTo>
                  <a:pt x="695646" y="1749287"/>
                </a:lnTo>
                <a:close/>
                <a:lnTo>
                  <a:pt x="690914" y="1749287"/>
                </a:lnTo>
                <a:close/>
                <a:lnTo>
                  <a:pt x="686182" y="1749287"/>
                </a:lnTo>
                <a:close/>
                <a:lnTo>
                  <a:pt x="681450" y="1749287"/>
                </a:lnTo>
                <a:close/>
                <a:lnTo>
                  <a:pt x="676717" y="1749287"/>
                </a:lnTo>
                <a:close/>
                <a:lnTo>
                  <a:pt x="671985" y="1749287"/>
                </a:lnTo>
                <a:close/>
                <a:lnTo>
                  <a:pt x="667253" y="1749287"/>
                </a:lnTo>
                <a:close/>
                <a:lnTo>
                  <a:pt x="662520" y="1749287"/>
                </a:lnTo>
                <a:close/>
                <a:lnTo>
                  <a:pt x="657788" y="1749287"/>
                </a:lnTo>
                <a:close/>
                <a:lnTo>
                  <a:pt x="653056" y="1749287"/>
                </a:lnTo>
                <a:close/>
                <a:lnTo>
                  <a:pt x="648324" y="1749287"/>
                </a:lnTo>
                <a:close/>
                <a:lnTo>
                  <a:pt x="643591" y="1749287"/>
                </a:lnTo>
                <a:close/>
                <a:lnTo>
                  <a:pt x="638859" y="1749287"/>
                </a:lnTo>
                <a:close/>
                <a:lnTo>
                  <a:pt x="634127" y="1749287"/>
                </a:lnTo>
                <a:close/>
                <a:lnTo>
                  <a:pt x="629394" y="1749287"/>
                </a:lnTo>
                <a:close/>
                <a:lnTo>
                  <a:pt x="624662" y="1749287"/>
                </a:lnTo>
                <a:close/>
                <a:lnTo>
                  <a:pt x="619930" y="1749287"/>
                </a:lnTo>
                <a:close/>
                <a:lnTo>
                  <a:pt x="615198" y="1749287"/>
                </a:lnTo>
                <a:close/>
                <a:lnTo>
                  <a:pt x="610465" y="1749287"/>
                </a:lnTo>
                <a:close/>
                <a:lnTo>
                  <a:pt x="605733" y="1749287"/>
                </a:lnTo>
                <a:close/>
                <a:lnTo>
                  <a:pt x="601001" y="1749287"/>
                </a:lnTo>
                <a:close/>
                <a:lnTo>
                  <a:pt x="596268" y="1749287"/>
                </a:lnTo>
                <a:close/>
                <a:lnTo>
                  <a:pt x="591536" y="1749287"/>
                </a:lnTo>
                <a:close/>
                <a:lnTo>
                  <a:pt x="586804" y="1749287"/>
                </a:lnTo>
                <a:close/>
                <a:lnTo>
                  <a:pt x="582072" y="1749287"/>
                </a:lnTo>
                <a:close/>
                <a:lnTo>
                  <a:pt x="577339" y="1749287"/>
                </a:lnTo>
                <a:close/>
                <a:lnTo>
                  <a:pt x="572607" y="1749287"/>
                </a:lnTo>
                <a:close/>
                <a:lnTo>
                  <a:pt x="567875" y="1749287"/>
                </a:lnTo>
                <a:close/>
                <a:lnTo>
                  <a:pt x="563142" y="1749287"/>
                </a:lnTo>
                <a:close/>
                <a:lnTo>
                  <a:pt x="558410" y="1749287"/>
                </a:lnTo>
                <a:close/>
                <a:lnTo>
                  <a:pt x="553678" y="1749287"/>
                </a:lnTo>
                <a:close/>
                <a:lnTo>
                  <a:pt x="548946" y="1749287"/>
                </a:lnTo>
                <a:close/>
                <a:lnTo>
                  <a:pt x="544213" y="1749287"/>
                </a:lnTo>
                <a:close/>
                <a:lnTo>
                  <a:pt x="539481" y="1749287"/>
                </a:lnTo>
                <a:close/>
                <a:lnTo>
                  <a:pt x="534749" y="1749287"/>
                </a:lnTo>
                <a:close/>
                <a:lnTo>
                  <a:pt x="530016" y="1749287"/>
                </a:lnTo>
                <a:close/>
                <a:lnTo>
                  <a:pt x="525284" y="1749287"/>
                </a:lnTo>
                <a:close/>
                <a:lnTo>
                  <a:pt x="520552" y="1749287"/>
                </a:lnTo>
                <a:close/>
                <a:lnTo>
                  <a:pt x="515820" y="1749287"/>
                </a:lnTo>
                <a:close/>
                <a:lnTo>
                  <a:pt x="511087" y="1749287"/>
                </a:lnTo>
                <a:close/>
                <a:lnTo>
                  <a:pt x="506355" y="1749287"/>
                </a:lnTo>
                <a:close/>
                <a:lnTo>
                  <a:pt x="501623" y="1749287"/>
                </a:lnTo>
                <a:close/>
                <a:lnTo>
                  <a:pt x="496890" y="1749287"/>
                </a:lnTo>
                <a:close/>
                <a:lnTo>
                  <a:pt x="492158" y="1749287"/>
                </a:lnTo>
                <a:close/>
                <a:lnTo>
                  <a:pt x="487426" y="1749287"/>
                </a:lnTo>
                <a:close/>
                <a:lnTo>
                  <a:pt x="482693" y="1749287"/>
                </a:lnTo>
                <a:close/>
                <a:lnTo>
                  <a:pt x="477961" y="1749287"/>
                </a:lnTo>
                <a:close/>
                <a:lnTo>
                  <a:pt x="473229" y="1749287"/>
                </a:lnTo>
                <a:close/>
                <a:lnTo>
                  <a:pt x="468497" y="1749287"/>
                </a:lnTo>
                <a:close/>
                <a:lnTo>
                  <a:pt x="463764" y="1749287"/>
                </a:lnTo>
                <a:close/>
                <a:lnTo>
                  <a:pt x="459032" y="1749287"/>
                </a:lnTo>
                <a:close/>
                <a:lnTo>
                  <a:pt x="454300" y="1749287"/>
                </a:lnTo>
                <a:close/>
                <a:lnTo>
                  <a:pt x="449567" y="1749287"/>
                </a:lnTo>
                <a:close/>
                <a:lnTo>
                  <a:pt x="444835" y="1749287"/>
                </a:lnTo>
                <a:close/>
                <a:lnTo>
                  <a:pt x="440103" y="1749287"/>
                </a:lnTo>
                <a:close/>
                <a:lnTo>
                  <a:pt x="435371" y="1749287"/>
                </a:lnTo>
                <a:close/>
                <a:lnTo>
                  <a:pt x="430638" y="1749287"/>
                </a:lnTo>
                <a:close/>
                <a:lnTo>
                  <a:pt x="425906" y="1749287"/>
                </a:lnTo>
                <a:close/>
                <a:lnTo>
                  <a:pt x="421174" y="1749287"/>
                </a:lnTo>
                <a:close/>
                <a:lnTo>
                  <a:pt x="416441" y="1749287"/>
                </a:lnTo>
                <a:close/>
                <a:lnTo>
                  <a:pt x="411709" y="1749287"/>
                </a:lnTo>
                <a:close/>
                <a:lnTo>
                  <a:pt x="406977" y="1749287"/>
                </a:lnTo>
                <a:close/>
                <a:lnTo>
                  <a:pt x="402245" y="1749287"/>
                </a:lnTo>
                <a:close/>
                <a:lnTo>
                  <a:pt x="397512" y="1749287"/>
                </a:lnTo>
                <a:close/>
                <a:lnTo>
                  <a:pt x="392780" y="1749287"/>
                </a:lnTo>
                <a:close/>
                <a:lnTo>
                  <a:pt x="388048" y="1749287"/>
                </a:lnTo>
                <a:close/>
                <a:lnTo>
                  <a:pt x="383315" y="1749287"/>
                </a:lnTo>
                <a:close/>
                <a:lnTo>
                  <a:pt x="378583" y="1749287"/>
                </a:lnTo>
                <a:close/>
                <a:lnTo>
                  <a:pt x="373851" y="1749287"/>
                </a:lnTo>
                <a:close/>
                <a:lnTo>
                  <a:pt x="369119" y="1749287"/>
                </a:lnTo>
                <a:close/>
                <a:lnTo>
                  <a:pt x="364386" y="1749287"/>
                </a:lnTo>
                <a:close/>
                <a:lnTo>
                  <a:pt x="359654" y="1749287"/>
                </a:lnTo>
                <a:close/>
                <a:lnTo>
                  <a:pt x="354922" y="1749287"/>
                </a:lnTo>
                <a:close/>
                <a:lnTo>
                  <a:pt x="350189" y="1749287"/>
                </a:lnTo>
                <a:close/>
                <a:lnTo>
                  <a:pt x="345457" y="1749287"/>
                </a:lnTo>
                <a:close/>
                <a:lnTo>
                  <a:pt x="340725" y="1749287"/>
                </a:lnTo>
                <a:close/>
                <a:lnTo>
                  <a:pt x="335993" y="1749287"/>
                </a:lnTo>
                <a:close/>
                <a:lnTo>
                  <a:pt x="331260" y="1749287"/>
                </a:lnTo>
                <a:close/>
                <a:lnTo>
                  <a:pt x="326528" y="1749287"/>
                </a:lnTo>
                <a:close/>
                <a:lnTo>
                  <a:pt x="321796" y="1749287"/>
                </a:lnTo>
                <a:close/>
                <a:lnTo>
                  <a:pt x="317063" y="1749287"/>
                </a:lnTo>
                <a:close/>
                <a:lnTo>
                  <a:pt x="312331" y="1749287"/>
                </a:lnTo>
                <a:close/>
                <a:lnTo>
                  <a:pt x="307599" y="1749287"/>
                </a:lnTo>
                <a:close/>
                <a:lnTo>
                  <a:pt x="302867" y="1749287"/>
                </a:lnTo>
                <a:close/>
                <a:lnTo>
                  <a:pt x="298134" y="1749287"/>
                </a:lnTo>
                <a:close/>
                <a:lnTo>
                  <a:pt x="293402" y="1749287"/>
                </a:lnTo>
                <a:close/>
                <a:lnTo>
                  <a:pt x="288670" y="1749287"/>
                </a:lnTo>
                <a:close/>
                <a:lnTo>
                  <a:pt x="283937" y="1749287"/>
                </a:lnTo>
                <a:close/>
                <a:lnTo>
                  <a:pt x="279205" y="1749287"/>
                </a:lnTo>
                <a:close/>
                <a:lnTo>
                  <a:pt x="274473" y="1749287"/>
                </a:lnTo>
                <a:close/>
                <a:lnTo>
                  <a:pt x="269741" y="1749287"/>
                </a:lnTo>
                <a:close/>
                <a:lnTo>
                  <a:pt x="265008" y="1749287"/>
                </a:lnTo>
                <a:close/>
                <a:lnTo>
                  <a:pt x="260276" y="1749287"/>
                </a:lnTo>
                <a:close/>
                <a:lnTo>
                  <a:pt x="255544" y="1749287"/>
                </a:lnTo>
                <a:close/>
                <a:lnTo>
                  <a:pt x="250811" y="1749287"/>
                </a:lnTo>
                <a:close/>
                <a:lnTo>
                  <a:pt x="246079" y="1749287"/>
                </a:lnTo>
                <a:close/>
                <a:lnTo>
                  <a:pt x="241347" y="1749287"/>
                </a:lnTo>
                <a:close/>
                <a:lnTo>
                  <a:pt x="236615" y="1749287"/>
                </a:lnTo>
                <a:close/>
                <a:lnTo>
                  <a:pt x="231882" y="1749287"/>
                </a:lnTo>
                <a:close/>
                <a:lnTo>
                  <a:pt x="227150" y="1749287"/>
                </a:lnTo>
                <a:close/>
                <a:lnTo>
                  <a:pt x="222418" y="1749287"/>
                </a:lnTo>
                <a:close/>
                <a:lnTo>
                  <a:pt x="217685" y="1749287"/>
                </a:lnTo>
                <a:close/>
                <a:lnTo>
                  <a:pt x="212953" y="1749287"/>
                </a:lnTo>
                <a:close/>
                <a:lnTo>
                  <a:pt x="208221" y="1749287"/>
                </a:lnTo>
                <a:close/>
                <a:lnTo>
                  <a:pt x="203489" y="1749287"/>
                </a:lnTo>
                <a:close/>
                <a:lnTo>
                  <a:pt x="198756" y="1749287"/>
                </a:lnTo>
                <a:close/>
                <a:lnTo>
                  <a:pt x="194024" y="1749287"/>
                </a:lnTo>
                <a:close/>
                <a:lnTo>
                  <a:pt x="189292" y="1749287"/>
                </a:lnTo>
                <a:close/>
                <a:lnTo>
                  <a:pt x="184559" y="1749287"/>
                </a:lnTo>
                <a:close/>
                <a:lnTo>
                  <a:pt x="179827" y="1749287"/>
                </a:lnTo>
                <a:close/>
                <a:lnTo>
                  <a:pt x="175095" y="1749287"/>
                </a:lnTo>
                <a:close/>
                <a:lnTo>
                  <a:pt x="170363" y="1749287"/>
                </a:lnTo>
                <a:close/>
                <a:lnTo>
                  <a:pt x="165630" y="1749287"/>
                </a:lnTo>
                <a:close/>
                <a:lnTo>
                  <a:pt x="160898" y="1749287"/>
                </a:lnTo>
                <a:close/>
                <a:lnTo>
                  <a:pt x="156166" y="1749287"/>
                </a:lnTo>
                <a:close/>
                <a:lnTo>
                  <a:pt x="151433" y="1749287"/>
                </a:lnTo>
                <a:close/>
                <a:lnTo>
                  <a:pt x="146701" y="1749287"/>
                </a:lnTo>
                <a:close/>
                <a:lnTo>
                  <a:pt x="141969" y="1749287"/>
                </a:lnTo>
                <a:close/>
                <a:lnTo>
                  <a:pt x="137237" y="1749287"/>
                </a:lnTo>
                <a:close/>
                <a:lnTo>
                  <a:pt x="132504" y="1749287"/>
                </a:lnTo>
                <a:close/>
                <a:lnTo>
                  <a:pt x="127772" y="1749287"/>
                </a:lnTo>
                <a:close/>
                <a:lnTo>
                  <a:pt x="123040" y="1749287"/>
                </a:lnTo>
                <a:close/>
                <a:lnTo>
                  <a:pt x="118307" y="1749287"/>
                </a:lnTo>
                <a:close/>
                <a:lnTo>
                  <a:pt x="113575" y="1749287"/>
                </a:lnTo>
                <a:close/>
                <a:lnTo>
                  <a:pt x="108843" y="1749287"/>
                </a:lnTo>
                <a:close/>
                <a:lnTo>
                  <a:pt x="104111" y="1749287"/>
                </a:lnTo>
                <a:close/>
                <a:lnTo>
                  <a:pt x="99378" y="1749287"/>
                </a:lnTo>
                <a:close/>
                <a:lnTo>
                  <a:pt x="94646" y="1749287"/>
                </a:lnTo>
                <a:close/>
                <a:lnTo>
                  <a:pt x="89914" y="1749287"/>
                </a:lnTo>
                <a:close/>
                <a:lnTo>
                  <a:pt x="85181" y="1749287"/>
                </a:lnTo>
                <a:close/>
                <a:lnTo>
                  <a:pt x="80449" y="1749287"/>
                </a:lnTo>
                <a:close/>
                <a:lnTo>
                  <a:pt x="75717" y="1749287"/>
                </a:lnTo>
                <a:close/>
                <a:lnTo>
                  <a:pt x="70985" y="1749287"/>
                </a:lnTo>
                <a:close/>
                <a:lnTo>
                  <a:pt x="66252" y="1749287"/>
                </a:lnTo>
                <a:close/>
                <a:lnTo>
                  <a:pt x="61520" y="1749287"/>
                </a:lnTo>
                <a:close/>
                <a:lnTo>
                  <a:pt x="56788" y="1749287"/>
                </a:lnTo>
                <a:close/>
                <a:lnTo>
                  <a:pt x="52055" y="1749287"/>
                </a:lnTo>
                <a:close/>
                <a:lnTo>
                  <a:pt x="47323" y="1749287"/>
                </a:lnTo>
                <a:close/>
                <a:lnTo>
                  <a:pt x="42591" y="1749287"/>
                </a:lnTo>
                <a:close/>
                <a:lnTo>
                  <a:pt x="37858" y="1749287"/>
                </a:lnTo>
                <a:close/>
                <a:lnTo>
                  <a:pt x="33126" y="1749287"/>
                </a:lnTo>
                <a:close/>
                <a:lnTo>
                  <a:pt x="28394" y="1749287"/>
                </a:lnTo>
                <a:close/>
                <a:lnTo>
                  <a:pt x="23662" y="1749287"/>
                </a:lnTo>
                <a:close/>
                <a:lnTo>
                  <a:pt x="18929" y="1749287"/>
                </a:lnTo>
                <a:close/>
                <a:lnTo>
                  <a:pt x="14197" y="1749287"/>
                </a:lnTo>
                <a:close/>
                <a:lnTo>
                  <a:pt x="9465" y="1749287"/>
                </a:lnTo>
                <a:close/>
                <a:lnTo>
                  <a:pt x="4732" y="1749287"/>
                </a:lnTo>
                <a:close/>
                <a:lnTo>
                  <a:pt x="0" y="1749287"/>
                </a:lnTo>
                <a:close/>
                <a:lnTo>
                  <a:pt x="0" y="1749287"/>
                </a:lnTo>
                <a:close/>
              </a:path>
            </a:pathLst>
          </a:custGeom>
          <a:solidFill>
            <a:srgbClr val="C5DAE9">
              <a:alpha val="45000"/>
            </a:srgbClr>
          </a:solidFill>
          <a:ln w="12700">
            <a:solidFill>
              <a:srgbClr val="C5DAE9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058875" y="3712464"/>
            <a:ext cx="0" cy="2011680"/>
          </a:xfrm>
          <a:custGeom>
            <a:avLst/>
            <a:gdLst/>
            <a:ahLst/>
            <a:cxnLst/>
            <a:rect l="l" t="t" r="r" b="b"/>
            <a:pathLst>
              <a:path w="0" h="2011680">
                <a:moveTo>
                  <a:pt x="0" y="201168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058875" y="5724144"/>
            <a:ext cx="2834640" cy="0"/>
          </a:xfrm>
          <a:custGeom>
            <a:avLst/>
            <a:gdLst/>
            <a:ahLst/>
            <a:cxnLst/>
            <a:rect l="l" t="t" r="r" b="b"/>
            <a:pathLst>
              <a:path w="2834640" h="0">
                <a:moveTo>
                  <a:pt x="0" y="0"/>
                </a:moveTo>
                <a:lnTo>
                  <a:pt x="283464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1058875" y="3975380"/>
            <a:ext cx="2834640" cy="1748764"/>
          </a:xfrm>
          <a:custGeom>
            <a:avLst/>
            <a:gdLst/>
            <a:ahLst/>
            <a:cxnLst/>
            <a:rect l="l" t="t" r="r" b="b"/>
            <a:pathLst>
              <a:path w="2834640" h="1748764">
                <a:moveTo>
                  <a:pt x="0" y="1748764"/>
                </a:moveTo>
                <a:lnTo>
                  <a:pt x="908599" y="1747478"/>
                </a:lnTo>
                <a:close/>
                <a:lnTo>
                  <a:pt x="927528" y="1744573"/>
                </a:lnTo>
                <a:close/>
                <a:lnTo>
                  <a:pt x="946458" y="1738999"/>
                </a:lnTo>
                <a:close/>
                <a:lnTo>
                  <a:pt x="965387" y="1729978"/>
                </a:lnTo>
                <a:close/>
                <a:lnTo>
                  <a:pt x="979584" y="1719749"/>
                </a:lnTo>
                <a:close/>
                <a:lnTo>
                  <a:pt x="993780" y="1705714"/>
                </a:lnTo>
                <a:close/>
                <a:lnTo>
                  <a:pt x="1026907" y="1669125"/>
                </a:lnTo>
                <a:close/>
                <a:lnTo>
                  <a:pt x="1041103" y="1659549"/>
                </a:lnTo>
                <a:close/>
                <a:lnTo>
                  <a:pt x="1064765" y="1645789"/>
                </a:lnTo>
                <a:close/>
                <a:lnTo>
                  <a:pt x="1074229" y="1636248"/>
                </a:lnTo>
                <a:close/>
                <a:lnTo>
                  <a:pt x="1083694" y="1622268"/>
                </a:lnTo>
                <a:close/>
                <a:lnTo>
                  <a:pt x="1093159" y="1602585"/>
                </a:lnTo>
                <a:close/>
                <a:lnTo>
                  <a:pt x="1102623" y="1576017"/>
                </a:lnTo>
                <a:close/>
                <a:lnTo>
                  <a:pt x="1112088" y="1541941"/>
                </a:lnTo>
                <a:close/>
                <a:lnTo>
                  <a:pt x="1126285" y="1478434"/>
                </a:lnTo>
                <a:close/>
                <a:lnTo>
                  <a:pt x="1168875" y="1261718"/>
                </a:lnTo>
                <a:close/>
                <a:lnTo>
                  <a:pt x="1192537" y="1126958"/>
                </a:lnTo>
                <a:close/>
                <a:lnTo>
                  <a:pt x="1211466" y="1023441"/>
                </a:lnTo>
                <a:close/>
                <a:lnTo>
                  <a:pt x="1244592" y="856911"/>
                </a:lnTo>
                <a:close/>
                <a:lnTo>
                  <a:pt x="1258789" y="759365"/>
                </a:lnTo>
                <a:close/>
                <a:lnTo>
                  <a:pt x="1301379" y="431606"/>
                </a:lnTo>
                <a:close/>
                <a:lnTo>
                  <a:pt x="1348702" y="146577"/>
                </a:lnTo>
                <a:close/>
                <a:lnTo>
                  <a:pt x="1362899" y="72964"/>
                </a:lnTo>
                <a:close/>
                <a:lnTo>
                  <a:pt x="1372363" y="36972"/>
                </a:lnTo>
                <a:close/>
                <a:lnTo>
                  <a:pt x="1381828" y="13653"/>
                </a:lnTo>
                <a:close/>
                <a:lnTo>
                  <a:pt x="1386560" y="6596"/>
                </a:lnTo>
                <a:close/>
                <a:lnTo>
                  <a:pt x="1391293" y="2200"/>
                </a:lnTo>
                <a:close/>
                <a:lnTo>
                  <a:pt x="1396025" y="0"/>
                </a:lnTo>
                <a:close/>
                <a:lnTo>
                  <a:pt x="1405489" y="132"/>
                </a:lnTo>
                <a:close/>
                <a:lnTo>
                  <a:pt x="1414954" y="3537"/>
                </a:lnTo>
                <a:close/>
                <a:lnTo>
                  <a:pt x="1424419" y="9069"/>
                </a:lnTo>
                <a:close/>
                <a:lnTo>
                  <a:pt x="1433883" y="18279"/>
                </a:lnTo>
                <a:close/>
                <a:lnTo>
                  <a:pt x="1443348" y="33910"/>
                </a:lnTo>
                <a:close/>
                <a:lnTo>
                  <a:pt x="1452812" y="57536"/>
                </a:lnTo>
                <a:close/>
                <a:lnTo>
                  <a:pt x="1467009" y="105083"/>
                </a:lnTo>
                <a:close/>
                <a:lnTo>
                  <a:pt x="1485938" y="178591"/>
                </a:lnTo>
                <a:close/>
                <a:lnTo>
                  <a:pt x="1495403" y="221988"/>
                </a:lnTo>
                <a:close/>
                <a:lnTo>
                  <a:pt x="1504868" y="276801"/>
                </a:lnTo>
                <a:close/>
                <a:lnTo>
                  <a:pt x="1514332" y="348159"/>
                </a:lnTo>
                <a:close/>
                <a:lnTo>
                  <a:pt x="1523797" y="437856"/>
                </a:lnTo>
                <a:close/>
                <a:lnTo>
                  <a:pt x="1537994" y="600949"/>
                </a:lnTo>
                <a:close/>
                <a:lnTo>
                  <a:pt x="1566387" y="945612"/>
                </a:lnTo>
                <a:close/>
                <a:lnTo>
                  <a:pt x="1580584" y="1080006"/>
                </a:lnTo>
                <a:close/>
                <a:lnTo>
                  <a:pt x="1590049" y="1149175"/>
                </a:lnTo>
                <a:close/>
                <a:lnTo>
                  <a:pt x="1604246" y="1227902"/>
                </a:lnTo>
                <a:close/>
                <a:lnTo>
                  <a:pt x="1618442" y="1286351"/>
                </a:lnTo>
                <a:close/>
                <a:lnTo>
                  <a:pt x="1632639" y="1332781"/>
                </a:lnTo>
                <a:close/>
                <a:lnTo>
                  <a:pt x="1665765" y="1434464"/>
                </a:lnTo>
                <a:close/>
                <a:lnTo>
                  <a:pt x="1679962" y="1492068"/>
                </a:lnTo>
                <a:close/>
                <a:lnTo>
                  <a:pt x="1717820" y="1657590"/>
                </a:lnTo>
                <a:close/>
                <a:lnTo>
                  <a:pt x="1727285" y="1686309"/>
                </a:lnTo>
                <a:close/>
                <a:lnTo>
                  <a:pt x="1736750" y="1707116"/>
                </a:lnTo>
                <a:close/>
                <a:lnTo>
                  <a:pt x="1746214" y="1720931"/>
                </a:lnTo>
                <a:close/>
                <a:lnTo>
                  <a:pt x="1755679" y="1729457"/>
                </a:lnTo>
                <a:close/>
                <a:lnTo>
                  <a:pt x="1765143" y="1734533"/>
                </a:lnTo>
                <a:close/>
                <a:lnTo>
                  <a:pt x="1779340" y="1738845"/>
                </a:lnTo>
                <a:close/>
                <a:lnTo>
                  <a:pt x="1812466" y="1744884"/>
                </a:lnTo>
                <a:close/>
                <a:lnTo>
                  <a:pt x="1840860" y="1747958"/>
                </a:lnTo>
                <a:close/>
                <a:lnTo>
                  <a:pt x="1883450" y="1748755"/>
                </a:lnTo>
                <a:close/>
                <a:lnTo>
                  <a:pt x="2834640" y="1748764"/>
                </a:lnTo>
                <a:close/>
                <a:lnTo>
                  <a:pt x="2834640" y="1748764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127263" y="3509264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α slope−9−2 ( K) 10</a:t>
            </a:r>
          </a:p>
        </p:txBody>
      </p:sp>
      <p:sp>
        <p:nvSpPr>
          <p:cNvPr id="114" name="Freeform 113"/>
          <p:cNvSpPr/>
          <p:nvPr/>
        </p:nvSpPr>
        <p:spPr>
          <a:xfrm>
            <a:off x="2075126" y="3712464"/>
            <a:ext cx="0" cy="2011680"/>
          </a:xfrm>
          <a:custGeom>
            <a:avLst/>
            <a:gdLst/>
            <a:ahLst/>
            <a:cxnLst/>
            <a:rect l="l" t="t" r="r" b="b"/>
            <a:pathLst>
              <a:path w="0" h="2011680">
                <a:moveTo>
                  <a:pt x="0" y="201168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743907" y="3712464"/>
            <a:ext cx="28346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743907" y="5486801"/>
            <a:ext cx="2834640" cy="237343"/>
          </a:xfrm>
          <a:prstGeom prst="rect">
            <a:avLst/>
          </a:prstGeom>
          <a:solidFill>
            <a:srgbClr val="E8E8E8">
              <a:alpha val="85000"/>
            </a:srgbClr>
          </a:solidFill>
          <a:ln w="10160">
            <a:solidFill>
              <a:srgbClr val="B0B0B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4743907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743907" y="5749677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5098237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98237" y="5749677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5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5452567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452567" y="574967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5806897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806897" y="574967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15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6161227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161227" y="574967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20</a:t>
            </a:r>
          </a:p>
        </p:txBody>
      </p:sp>
      <p:sp>
        <p:nvSpPr>
          <p:cNvPr id="127" name="Freeform 126"/>
          <p:cNvSpPr/>
          <p:nvPr/>
        </p:nvSpPr>
        <p:spPr>
          <a:xfrm>
            <a:off x="6515557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15557" y="574967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25</a:t>
            </a:r>
          </a:p>
        </p:txBody>
      </p:sp>
      <p:sp>
        <p:nvSpPr>
          <p:cNvPr id="129" name="Freeform 128"/>
          <p:cNvSpPr/>
          <p:nvPr/>
        </p:nvSpPr>
        <p:spPr>
          <a:xfrm>
            <a:off x="6869887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869887" y="574967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30</a:t>
            </a:r>
          </a:p>
        </p:txBody>
      </p:sp>
      <p:sp>
        <p:nvSpPr>
          <p:cNvPr id="131" name="Freeform 130"/>
          <p:cNvSpPr/>
          <p:nvPr/>
        </p:nvSpPr>
        <p:spPr>
          <a:xfrm>
            <a:off x="7224217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224217" y="574967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35</a:t>
            </a:r>
          </a:p>
        </p:txBody>
      </p:sp>
      <p:sp>
        <p:nvSpPr>
          <p:cNvPr id="133" name="Freeform 132"/>
          <p:cNvSpPr/>
          <p:nvPr/>
        </p:nvSpPr>
        <p:spPr>
          <a:xfrm>
            <a:off x="7578547" y="57241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578547" y="574967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40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748223" y="5909586"/>
            <a:ext cx="1498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k ref−1−1 (WmK) ⋅⋅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4699457" y="572414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655007" y="562896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0.000</a:t>
            </a:r>
          </a:p>
        </p:txBody>
      </p:sp>
      <p:sp>
        <p:nvSpPr>
          <p:cNvPr id="138" name="Freeform 137"/>
          <p:cNvSpPr/>
          <p:nvPr/>
        </p:nvSpPr>
        <p:spPr>
          <a:xfrm>
            <a:off x="4699457" y="548680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655007" y="5391617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0.025</a:t>
            </a:r>
          </a:p>
        </p:txBody>
      </p:sp>
      <p:sp>
        <p:nvSpPr>
          <p:cNvPr id="140" name="Freeform 139"/>
          <p:cNvSpPr/>
          <p:nvPr/>
        </p:nvSpPr>
        <p:spPr>
          <a:xfrm>
            <a:off x="4699457" y="52494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655007" y="5154274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0.050</a:t>
            </a:r>
          </a:p>
        </p:txBody>
      </p:sp>
      <p:sp>
        <p:nvSpPr>
          <p:cNvPr id="142" name="Freeform 141"/>
          <p:cNvSpPr/>
          <p:nvPr/>
        </p:nvSpPr>
        <p:spPr>
          <a:xfrm>
            <a:off x="4699457" y="50121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655007" y="4916931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0.075</a:t>
            </a:r>
          </a:p>
        </p:txBody>
      </p:sp>
      <p:sp>
        <p:nvSpPr>
          <p:cNvPr id="144" name="Freeform 143"/>
          <p:cNvSpPr/>
          <p:nvPr/>
        </p:nvSpPr>
        <p:spPr>
          <a:xfrm>
            <a:off x="4699457" y="477477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655007" y="467958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0.100</a:t>
            </a:r>
          </a:p>
        </p:txBody>
      </p:sp>
      <p:sp>
        <p:nvSpPr>
          <p:cNvPr id="146" name="Freeform 145"/>
          <p:cNvSpPr/>
          <p:nvPr/>
        </p:nvSpPr>
        <p:spPr>
          <a:xfrm>
            <a:off x="4699457" y="453742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655007" y="4442245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0.125</a:t>
            </a:r>
          </a:p>
        </p:txBody>
      </p:sp>
      <p:sp>
        <p:nvSpPr>
          <p:cNvPr id="148" name="Freeform 147"/>
          <p:cNvSpPr/>
          <p:nvPr/>
        </p:nvSpPr>
        <p:spPr>
          <a:xfrm>
            <a:off x="4699457" y="430008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655007" y="420490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0.150</a:t>
            </a:r>
          </a:p>
        </p:txBody>
      </p:sp>
      <p:sp>
        <p:nvSpPr>
          <p:cNvPr id="150" name="Freeform 149"/>
          <p:cNvSpPr/>
          <p:nvPr/>
        </p:nvSpPr>
        <p:spPr>
          <a:xfrm>
            <a:off x="4699457" y="406274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655007" y="396755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0.175</a:t>
            </a:r>
          </a:p>
        </p:txBody>
      </p:sp>
      <p:sp>
        <p:nvSpPr>
          <p:cNvPr id="152" name="Freeform 151"/>
          <p:cNvSpPr/>
          <p:nvPr/>
        </p:nvSpPr>
        <p:spPr>
          <a:xfrm>
            <a:off x="4699457" y="38253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655007" y="3730215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0.200</a:t>
            </a:r>
          </a:p>
        </p:txBody>
      </p:sp>
      <p:sp>
        <p:nvSpPr>
          <p:cNvPr id="154" name="TextBox 153"/>
          <p:cNvSpPr txBox="1"/>
          <p:nvPr/>
        </p:nvSpPr>
        <p:spPr>
          <a:xfrm rot="16200000">
            <a:off x="4623054" y="-4817579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Density</a:t>
            </a:r>
          </a:p>
        </p:txBody>
      </p:sp>
      <p:sp>
        <p:nvSpPr>
          <p:cNvPr id="155" name="Freeform 154"/>
          <p:cNvSpPr/>
          <p:nvPr/>
        </p:nvSpPr>
        <p:spPr>
          <a:xfrm>
            <a:off x="4743907" y="3974857"/>
            <a:ext cx="2834640" cy="1749287"/>
          </a:xfrm>
          <a:custGeom>
            <a:avLst/>
            <a:gdLst/>
            <a:ahLst/>
            <a:cxnLst/>
            <a:rect l="l" t="t" r="r" b="b"/>
            <a:pathLst>
              <a:path w="2834640" h="1749287">
                <a:moveTo>
                  <a:pt x="0" y="1749287"/>
                </a:moveTo>
                <a:lnTo>
                  <a:pt x="0" y="1749287"/>
                </a:lnTo>
                <a:close/>
                <a:lnTo>
                  <a:pt x="4732" y="1749287"/>
                </a:lnTo>
                <a:close/>
                <a:lnTo>
                  <a:pt x="9465" y="1749287"/>
                </a:lnTo>
                <a:close/>
                <a:lnTo>
                  <a:pt x="14197" y="1749287"/>
                </a:lnTo>
                <a:close/>
                <a:lnTo>
                  <a:pt x="18929" y="1749287"/>
                </a:lnTo>
                <a:close/>
                <a:lnTo>
                  <a:pt x="23662" y="1749287"/>
                </a:lnTo>
                <a:close/>
                <a:lnTo>
                  <a:pt x="28394" y="1749287"/>
                </a:lnTo>
                <a:close/>
                <a:lnTo>
                  <a:pt x="33126" y="1749287"/>
                </a:lnTo>
                <a:close/>
                <a:lnTo>
                  <a:pt x="37858" y="1749287"/>
                </a:lnTo>
                <a:close/>
                <a:lnTo>
                  <a:pt x="42591" y="1749287"/>
                </a:lnTo>
                <a:close/>
                <a:lnTo>
                  <a:pt x="47323" y="1749287"/>
                </a:lnTo>
                <a:close/>
                <a:lnTo>
                  <a:pt x="52055" y="1749287"/>
                </a:lnTo>
                <a:close/>
                <a:lnTo>
                  <a:pt x="56788" y="1749287"/>
                </a:lnTo>
                <a:close/>
                <a:lnTo>
                  <a:pt x="61520" y="1749287"/>
                </a:lnTo>
                <a:close/>
                <a:lnTo>
                  <a:pt x="66252" y="1749287"/>
                </a:lnTo>
                <a:close/>
                <a:lnTo>
                  <a:pt x="70985" y="1749287"/>
                </a:lnTo>
                <a:close/>
                <a:lnTo>
                  <a:pt x="75717" y="1749287"/>
                </a:lnTo>
                <a:close/>
                <a:lnTo>
                  <a:pt x="80449" y="1749287"/>
                </a:lnTo>
                <a:close/>
                <a:lnTo>
                  <a:pt x="85181" y="1749287"/>
                </a:lnTo>
                <a:close/>
                <a:lnTo>
                  <a:pt x="89914" y="1749287"/>
                </a:lnTo>
                <a:close/>
                <a:lnTo>
                  <a:pt x="94646" y="1749287"/>
                </a:lnTo>
                <a:close/>
                <a:lnTo>
                  <a:pt x="99378" y="1749287"/>
                </a:lnTo>
                <a:close/>
                <a:lnTo>
                  <a:pt x="104111" y="1749287"/>
                </a:lnTo>
                <a:close/>
                <a:lnTo>
                  <a:pt x="108843" y="1749287"/>
                </a:lnTo>
                <a:close/>
                <a:lnTo>
                  <a:pt x="113575" y="1749287"/>
                </a:lnTo>
                <a:close/>
                <a:lnTo>
                  <a:pt x="118307" y="1749287"/>
                </a:lnTo>
                <a:close/>
                <a:lnTo>
                  <a:pt x="123040" y="1749287"/>
                </a:lnTo>
                <a:close/>
                <a:lnTo>
                  <a:pt x="127772" y="1749287"/>
                </a:lnTo>
                <a:close/>
                <a:lnTo>
                  <a:pt x="132504" y="1749287"/>
                </a:lnTo>
                <a:close/>
                <a:lnTo>
                  <a:pt x="137237" y="1749287"/>
                </a:lnTo>
                <a:close/>
                <a:lnTo>
                  <a:pt x="141969" y="1749287"/>
                </a:lnTo>
                <a:close/>
                <a:lnTo>
                  <a:pt x="146701" y="1749287"/>
                </a:lnTo>
                <a:close/>
                <a:lnTo>
                  <a:pt x="151433" y="1749287"/>
                </a:lnTo>
                <a:close/>
                <a:lnTo>
                  <a:pt x="156166" y="1749287"/>
                </a:lnTo>
                <a:close/>
                <a:lnTo>
                  <a:pt x="160898" y="1749287"/>
                </a:lnTo>
                <a:close/>
                <a:lnTo>
                  <a:pt x="165630" y="1749287"/>
                </a:lnTo>
                <a:close/>
                <a:lnTo>
                  <a:pt x="170363" y="1749287"/>
                </a:lnTo>
                <a:close/>
                <a:lnTo>
                  <a:pt x="175095" y="1749287"/>
                </a:lnTo>
                <a:close/>
                <a:lnTo>
                  <a:pt x="179827" y="1749287"/>
                </a:lnTo>
                <a:close/>
                <a:lnTo>
                  <a:pt x="184559" y="1749287"/>
                </a:lnTo>
                <a:close/>
                <a:lnTo>
                  <a:pt x="189292" y="1749287"/>
                </a:lnTo>
                <a:close/>
                <a:lnTo>
                  <a:pt x="194024" y="1749287"/>
                </a:lnTo>
                <a:close/>
                <a:lnTo>
                  <a:pt x="198756" y="1749287"/>
                </a:lnTo>
                <a:close/>
                <a:lnTo>
                  <a:pt x="203489" y="1749287"/>
                </a:lnTo>
                <a:close/>
                <a:lnTo>
                  <a:pt x="208221" y="1749287"/>
                </a:lnTo>
                <a:close/>
                <a:lnTo>
                  <a:pt x="212953" y="1749287"/>
                </a:lnTo>
                <a:close/>
                <a:lnTo>
                  <a:pt x="217685" y="1749287"/>
                </a:lnTo>
                <a:close/>
                <a:lnTo>
                  <a:pt x="222418" y="1749287"/>
                </a:lnTo>
                <a:close/>
                <a:lnTo>
                  <a:pt x="227150" y="1749287"/>
                </a:lnTo>
                <a:close/>
                <a:lnTo>
                  <a:pt x="231882" y="1749287"/>
                </a:lnTo>
                <a:close/>
                <a:lnTo>
                  <a:pt x="236615" y="1749287"/>
                </a:lnTo>
                <a:close/>
                <a:lnTo>
                  <a:pt x="241347" y="1749287"/>
                </a:lnTo>
                <a:close/>
                <a:lnTo>
                  <a:pt x="246079" y="1749287"/>
                </a:lnTo>
                <a:close/>
                <a:lnTo>
                  <a:pt x="250811" y="1749287"/>
                </a:lnTo>
                <a:close/>
                <a:lnTo>
                  <a:pt x="255544" y="1749287"/>
                </a:lnTo>
                <a:close/>
                <a:lnTo>
                  <a:pt x="260276" y="1749287"/>
                </a:lnTo>
                <a:close/>
                <a:lnTo>
                  <a:pt x="265008" y="1749287"/>
                </a:lnTo>
                <a:close/>
                <a:lnTo>
                  <a:pt x="269741" y="1749287"/>
                </a:lnTo>
                <a:close/>
                <a:lnTo>
                  <a:pt x="274473" y="1749287"/>
                </a:lnTo>
                <a:close/>
                <a:lnTo>
                  <a:pt x="279205" y="1749287"/>
                </a:lnTo>
                <a:close/>
                <a:lnTo>
                  <a:pt x="283937" y="1749287"/>
                </a:lnTo>
                <a:close/>
                <a:lnTo>
                  <a:pt x="288670" y="1749287"/>
                </a:lnTo>
                <a:close/>
                <a:lnTo>
                  <a:pt x="293402" y="1749287"/>
                </a:lnTo>
                <a:close/>
                <a:lnTo>
                  <a:pt x="298134" y="1749287"/>
                </a:lnTo>
                <a:close/>
                <a:lnTo>
                  <a:pt x="302867" y="1749287"/>
                </a:lnTo>
                <a:close/>
                <a:lnTo>
                  <a:pt x="307599" y="1749287"/>
                </a:lnTo>
                <a:close/>
                <a:lnTo>
                  <a:pt x="312331" y="1749287"/>
                </a:lnTo>
                <a:close/>
                <a:lnTo>
                  <a:pt x="317063" y="1749287"/>
                </a:lnTo>
                <a:close/>
                <a:lnTo>
                  <a:pt x="321796" y="1749287"/>
                </a:lnTo>
                <a:close/>
                <a:lnTo>
                  <a:pt x="326528" y="1749287"/>
                </a:lnTo>
                <a:close/>
                <a:lnTo>
                  <a:pt x="331260" y="1749287"/>
                </a:lnTo>
                <a:close/>
                <a:lnTo>
                  <a:pt x="335993" y="1749287"/>
                </a:lnTo>
                <a:close/>
                <a:lnTo>
                  <a:pt x="340725" y="1749287"/>
                </a:lnTo>
                <a:close/>
                <a:lnTo>
                  <a:pt x="345457" y="1749287"/>
                </a:lnTo>
                <a:close/>
                <a:lnTo>
                  <a:pt x="350189" y="1749287"/>
                </a:lnTo>
                <a:close/>
                <a:lnTo>
                  <a:pt x="354922" y="1749287"/>
                </a:lnTo>
                <a:close/>
                <a:lnTo>
                  <a:pt x="359654" y="1749287"/>
                </a:lnTo>
                <a:close/>
                <a:lnTo>
                  <a:pt x="364386" y="1749287"/>
                </a:lnTo>
                <a:close/>
                <a:lnTo>
                  <a:pt x="369119" y="1749287"/>
                </a:lnTo>
                <a:close/>
                <a:lnTo>
                  <a:pt x="373851" y="1749287"/>
                </a:lnTo>
                <a:close/>
                <a:lnTo>
                  <a:pt x="378583" y="1749287"/>
                </a:lnTo>
                <a:close/>
                <a:lnTo>
                  <a:pt x="383315" y="1749287"/>
                </a:lnTo>
                <a:close/>
                <a:lnTo>
                  <a:pt x="388048" y="1749287"/>
                </a:lnTo>
                <a:close/>
                <a:lnTo>
                  <a:pt x="392780" y="1749287"/>
                </a:lnTo>
                <a:close/>
                <a:lnTo>
                  <a:pt x="397512" y="1749287"/>
                </a:lnTo>
                <a:close/>
                <a:lnTo>
                  <a:pt x="402245" y="1749287"/>
                </a:lnTo>
                <a:close/>
                <a:lnTo>
                  <a:pt x="406977" y="1749287"/>
                </a:lnTo>
                <a:close/>
                <a:lnTo>
                  <a:pt x="411709" y="1749287"/>
                </a:lnTo>
                <a:close/>
                <a:lnTo>
                  <a:pt x="416441" y="1749287"/>
                </a:lnTo>
                <a:close/>
                <a:lnTo>
                  <a:pt x="421174" y="1749287"/>
                </a:lnTo>
                <a:close/>
                <a:lnTo>
                  <a:pt x="425906" y="1749287"/>
                </a:lnTo>
                <a:close/>
                <a:lnTo>
                  <a:pt x="430638" y="1749287"/>
                </a:lnTo>
                <a:close/>
                <a:lnTo>
                  <a:pt x="435371" y="1749287"/>
                </a:lnTo>
                <a:close/>
                <a:lnTo>
                  <a:pt x="440103" y="1749287"/>
                </a:lnTo>
                <a:close/>
                <a:lnTo>
                  <a:pt x="444835" y="1749287"/>
                </a:lnTo>
                <a:close/>
                <a:lnTo>
                  <a:pt x="449567" y="1749287"/>
                </a:lnTo>
                <a:close/>
                <a:lnTo>
                  <a:pt x="454300" y="1749287"/>
                </a:lnTo>
                <a:close/>
                <a:lnTo>
                  <a:pt x="459032" y="1749287"/>
                </a:lnTo>
                <a:close/>
                <a:lnTo>
                  <a:pt x="463764" y="1749287"/>
                </a:lnTo>
                <a:close/>
                <a:lnTo>
                  <a:pt x="468497" y="1749287"/>
                </a:lnTo>
                <a:close/>
                <a:lnTo>
                  <a:pt x="473229" y="1749287"/>
                </a:lnTo>
                <a:close/>
                <a:lnTo>
                  <a:pt x="477961" y="1749287"/>
                </a:lnTo>
                <a:close/>
                <a:lnTo>
                  <a:pt x="482693" y="1749287"/>
                </a:lnTo>
                <a:close/>
                <a:lnTo>
                  <a:pt x="487426" y="1749287"/>
                </a:lnTo>
                <a:close/>
                <a:lnTo>
                  <a:pt x="492158" y="1749287"/>
                </a:lnTo>
                <a:close/>
                <a:lnTo>
                  <a:pt x="496890" y="1749287"/>
                </a:lnTo>
                <a:close/>
                <a:lnTo>
                  <a:pt x="501623" y="1749287"/>
                </a:lnTo>
                <a:close/>
                <a:lnTo>
                  <a:pt x="506355" y="1749287"/>
                </a:lnTo>
                <a:close/>
                <a:lnTo>
                  <a:pt x="511087" y="1749287"/>
                </a:lnTo>
                <a:close/>
                <a:lnTo>
                  <a:pt x="515820" y="1749287"/>
                </a:lnTo>
                <a:close/>
                <a:lnTo>
                  <a:pt x="520552" y="1749287"/>
                </a:lnTo>
                <a:close/>
                <a:lnTo>
                  <a:pt x="525284" y="1749287"/>
                </a:lnTo>
                <a:close/>
                <a:lnTo>
                  <a:pt x="530016" y="1749287"/>
                </a:lnTo>
                <a:close/>
                <a:lnTo>
                  <a:pt x="534749" y="1749287"/>
                </a:lnTo>
                <a:close/>
                <a:lnTo>
                  <a:pt x="539481" y="1749287"/>
                </a:lnTo>
                <a:close/>
                <a:lnTo>
                  <a:pt x="544213" y="1749287"/>
                </a:lnTo>
                <a:close/>
                <a:lnTo>
                  <a:pt x="548946" y="1749287"/>
                </a:lnTo>
                <a:close/>
                <a:lnTo>
                  <a:pt x="553678" y="1749287"/>
                </a:lnTo>
                <a:close/>
                <a:lnTo>
                  <a:pt x="558410" y="1749287"/>
                </a:lnTo>
                <a:close/>
                <a:lnTo>
                  <a:pt x="563142" y="1749287"/>
                </a:lnTo>
                <a:close/>
                <a:lnTo>
                  <a:pt x="567875" y="1749287"/>
                </a:lnTo>
                <a:close/>
                <a:lnTo>
                  <a:pt x="572607" y="1749287"/>
                </a:lnTo>
                <a:close/>
                <a:lnTo>
                  <a:pt x="577339" y="1749287"/>
                </a:lnTo>
                <a:close/>
                <a:lnTo>
                  <a:pt x="582072" y="1749287"/>
                </a:lnTo>
                <a:close/>
                <a:lnTo>
                  <a:pt x="586804" y="1749287"/>
                </a:lnTo>
                <a:close/>
                <a:lnTo>
                  <a:pt x="591536" y="1749287"/>
                </a:lnTo>
                <a:close/>
                <a:lnTo>
                  <a:pt x="596268" y="1749287"/>
                </a:lnTo>
                <a:close/>
                <a:lnTo>
                  <a:pt x="601001" y="1749287"/>
                </a:lnTo>
                <a:close/>
                <a:lnTo>
                  <a:pt x="605733" y="1749287"/>
                </a:lnTo>
                <a:close/>
                <a:lnTo>
                  <a:pt x="610465" y="1749287"/>
                </a:lnTo>
                <a:close/>
                <a:lnTo>
                  <a:pt x="615198" y="1749287"/>
                </a:lnTo>
                <a:close/>
                <a:lnTo>
                  <a:pt x="619930" y="1749287"/>
                </a:lnTo>
                <a:close/>
                <a:lnTo>
                  <a:pt x="624662" y="1749287"/>
                </a:lnTo>
                <a:close/>
                <a:lnTo>
                  <a:pt x="629394" y="1749287"/>
                </a:lnTo>
                <a:close/>
                <a:lnTo>
                  <a:pt x="634127" y="1749287"/>
                </a:lnTo>
                <a:close/>
                <a:lnTo>
                  <a:pt x="638859" y="1749287"/>
                </a:lnTo>
                <a:close/>
                <a:lnTo>
                  <a:pt x="643591" y="1749287"/>
                </a:lnTo>
                <a:close/>
                <a:lnTo>
                  <a:pt x="648324" y="1749287"/>
                </a:lnTo>
                <a:close/>
                <a:lnTo>
                  <a:pt x="653056" y="1749287"/>
                </a:lnTo>
                <a:close/>
                <a:lnTo>
                  <a:pt x="657788" y="1749287"/>
                </a:lnTo>
                <a:close/>
                <a:lnTo>
                  <a:pt x="662520" y="1749287"/>
                </a:lnTo>
                <a:close/>
                <a:lnTo>
                  <a:pt x="667253" y="1749287"/>
                </a:lnTo>
                <a:close/>
                <a:lnTo>
                  <a:pt x="671985" y="1749287"/>
                </a:lnTo>
                <a:close/>
                <a:lnTo>
                  <a:pt x="676717" y="1749287"/>
                </a:lnTo>
                <a:close/>
                <a:lnTo>
                  <a:pt x="681450" y="1749287"/>
                </a:lnTo>
                <a:close/>
                <a:lnTo>
                  <a:pt x="686182" y="1749287"/>
                </a:lnTo>
                <a:close/>
                <a:lnTo>
                  <a:pt x="690914" y="1749287"/>
                </a:lnTo>
                <a:close/>
                <a:lnTo>
                  <a:pt x="695646" y="1749287"/>
                </a:lnTo>
                <a:close/>
                <a:lnTo>
                  <a:pt x="700379" y="1749287"/>
                </a:lnTo>
                <a:close/>
                <a:lnTo>
                  <a:pt x="705111" y="1749287"/>
                </a:lnTo>
                <a:close/>
                <a:lnTo>
                  <a:pt x="709843" y="1749287"/>
                </a:lnTo>
                <a:close/>
                <a:lnTo>
                  <a:pt x="714576" y="1749287"/>
                </a:lnTo>
                <a:close/>
                <a:lnTo>
                  <a:pt x="719308" y="1749287"/>
                </a:lnTo>
                <a:close/>
                <a:lnTo>
                  <a:pt x="724040" y="1749287"/>
                </a:lnTo>
                <a:close/>
                <a:lnTo>
                  <a:pt x="728772" y="1749287"/>
                </a:lnTo>
                <a:close/>
                <a:lnTo>
                  <a:pt x="733505" y="1749287"/>
                </a:lnTo>
                <a:close/>
                <a:lnTo>
                  <a:pt x="738237" y="1749287"/>
                </a:lnTo>
                <a:close/>
                <a:lnTo>
                  <a:pt x="742969" y="1749287"/>
                </a:lnTo>
                <a:close/>
                <a:lnTo>
                  <a:pt x="747702" y="1749287"/>
                </a:lnTo>
                <a:close/>
                <a:lnTo>
                  <a:pt x="752434" y="1749287"/>
                </a:lnTo>
                <a:close/>
                <a:lnTo>
                  <a:pt x="757166" y="1749287"/>
                </a:lnTo>
                <a:close/>
                <a:lnTo>
                  <a:pt x="761898" y="1749287"/>
                </a:lnTo>
                <a:close/>
                <a:lnTo>
                  <a:pt x="766631" y="1749287"/>
                </a:lnTo>
                <a:close/>
                <a:lnTo>
                  <a:pt x="771363" y="1749287"/>
                </a:lnTo>
                <a:close/>
                <a:lnTo>
                  <a:pt x="776095" y="1749287"/>
                </a:lnTo>
                <a:close/>
                <a:lnTo>
                  <a:pt x="780828" y="1749287"/>
                </a:lnTo>
                <a:close/>
                <a:lnTo>
                  <a:pt x="785560" y="1749287"/>
                </a:lnTo>
                <a:close/>
                <a:lnTo>
                  <a:pt x="790292" y="1749287"/>
                </a:lnTo>
                <a:close/>
                <a:lnTo>
                  <a:pt x="795024" y="1749287"/>
                </a:lnTo>
                <a:close/>
                <a:lnTo>
                  <a:pt x="799757" y="1749287"/>
                </a:lnTo>
                <a:close/>
                <a:lnTo>
                  <a:pt x="804489" y="1749287"/>
                </a:lnTo>
                <a:close/>
                <a:lnTo>
                  <a:pt x="809221" y="1749287"/>
                </a:lnTo>
                <a:close/>
                <a:lnTo>
                  <a:pt x="813954" y="1749287"/>
                </a:lnTo>
                <a:close/>
                <a:lnTo>
                  <a:pt x="818686" y="1749287"/>
                </a:lnTo>
                <a:close/>
                <a:lnTo>
                  <a:pt x="823418" y="1749287"/>
                </a:lnTo>
                <a:close/>
                <a:lnTo>
                  <a:pt x="828150" y="1749287"/>
                </a:lnTo>
                <a:close/>
                <a:lnTo>
                  <a:pt x="832883" y="1749287"/>
                </a:lnTo>
                <a:close/>
                <a:lnTo>
                  <a:pt x="837615" y="1749287"/>
                </a:lnTo>
                <a:close/>
                <a:lnTo>
                  <a:pt x="842347" y="1749287"/>
                </a:lnTo>
                <a:close/>
                <a:lnTo>
                  <a:pt x="847080" y="1749287"/>
                </a:lnTo>
                <a:close/>
                <a:lnTo>
                  <a:pt x="851812" y="1749287"/>
                </a:lnTo>
                <a:close/>
                <a:lnTo>
                  <a:pt x="856544" y="1749287"/>
                </a:lnTo>
                <a:close/>
                <a:lnTo>
                  <a:pt x="861276" y="1749287"/>
                </a:lnTo>
                <a:close/>
                <a:lnTo>
                  <a:pt x="866009" y="1749287"/>
                </a:lnTo>
                <a:close/>
                <a:lnTo>
                  <a:pt x="870741" y="1749287"/>
                </a:lnTo>
                <a:close/>
                <a:lnTo>
                  <a:pt x="875473" y="1749287"/>
                </a:lnTo>
                <a:close/>
                <a:lnTo>
                  <a:pt x="880206" y="1749287"/>
                </a:lnTo>
                <a:close/>
                <a:lnTo>
                  <a:pt x="884938" y="1749287"/>
                </a:lnTo>
                <a:close/>
                <a:lnTo>
                  <a:pt x="889670" y="1749287"/>
                </a:lnTo>
                <a:close/>
                <a:lnTo>
                  <a:pt x="894402" y="1749287"/>
                </a:lnTo>
                <a:close/>
                <a:lnTo>
                  <a:pt x="899135" y="1749287"/>
                </a:lnTo>
                <a:close/>
                <a:lnTo>
                  <a:pt x="903867" y="1749287"/>
                </a:lnTo>
                <a:close/>
                <a:lnTo>
                  <a:pt x="908599" y="1749287"/>
                </a:lnTo>
                <a:close/>
                <a:lnTo>
                  <a:pt x="913332" y="1749287"/>
                </a:lnTo>
                <a:close/>
                <a:lnTo>
                  <a:pt x="918064" y="1749287"/>
                </a:lnTo>
                <a:close/>
                <a:lnTo>
                  <a:pt x="922796" y="1749287"/>
                </a:lnTo>
                <a:close/>
                <a:lnTo>
                  <a:pt x="927528" y="1749287"/>
                </a:lnTo>
                <a:close/>
                <a:lnTo>
                  <a:pt x="932261" y="1749287"/>
                </a:lnTo>
                <a:close/>
                <a:lnTo>
                  <a:pt x="936993" y="1749287"/>
                </a:lnTo>
                <a:close/>
                <a:lnTo>
                  <a:pt x="941725" y="1749287"/>
                </a:lnTo>
                <a:close/>
                <a:lnTo>
                  <a:pt x="946458" y="1749287"/>
                </a:lnTo>
                <a:close/>
                <a:lnTo>
                  <a:pt x="951190" y="1749287"/>
                </a:lnTo>
                <a:close/>
                <a:lnTo>
                  <a:pt x="955922" y="1749287"/>
                </a:lnTo>
                <a:close/>
                <a:lnTo>
                  <a:pt x="960654" y="1749287"/>
                </a:lnTo>
                <a:close/>
                <a:lnTo>
                  <a:pt x="965387" y="1749287"/>
                </a:lnTo>
                <a:close/>
                <a:lnTo>
                  <a:pt x="970119" y="1749287"/>
                </a:lnTo>
                <a:close/>
                <a:lnTo>
                  <a:pt x="974851" y="1749287"/>
                </a:lnTo>
                <a:close/>
                <a:lnTo>
                  <a:pt x="979584" y="1749287"/>
                </a:lnTo>
                <a:close/>
                <a:lnTo>
                  <a:pt x="984316" y="1749287"/>
                </a:lnTo>
                <a:close/>
                <a:lnTo>
                  <a:pt x="989048" y="1749287"/>
                </a:lnTo>
                <a:close/>
                <a:lnTo>
                  <a:pt x="993780" y="1749287"/>
                </a:lnTo>
                <a:close/>
                <a:lnTo>
                  <a:pt x="998513" y="1749287"/>
                </a:lnTo>
                <a:close/>
                <a:lnTo>
                  <a:pt x="1003245" y="1749287"/>
                </a:lnTo>
                <a:close/>
                <a:lnTo>
                  <a:pt x="1007977" y="1749287"/>
                </a:lnTo>
                <a:close/>
                <a:lnTo>
                  <a:pt x="1012710" y="1749287"/>
                </a:lnTo>
                <a:close/>
                <a:lnTo>
                  <a:pt x="1017442" y="1749287"/>
                </a:lnTo>
                <a:close/>
                <a:lnTo>
                  <a:pt x="1022174" y="1749287"/>
                </a:lnTo>
                <a:close/>
                <a:lnTo>
                  <a:pt x="1026907" y="1749287"/>
                </a:lnTo>
                <a:close/>
                <a:lnTo>
                  <a:pt x="1031639" y="1749287"/>
                </a:lnTo>
                <a:close/>
                <a:lnTo>
                  <a:pt x="1036371" y="1749287"/>
                </a:lnTo>
                <a:close/>
                <a:lnTo>
                  <a:pt x="1041103" y="1749287"/>
                </a:lnTo>
                <a:close/>
                <a:lnTo>
                  <a:pt x="1045836" y="1749287"/>
                </a:lnTo>
                <a:close/>
                <a:lnTo>
                  <a:pt x="1050568" y="1749287"/>
                </a:lnTo>
                <a:close/>
                <a:lnTo>
                  <a:pt x="1055300" y="1749287"/>
                </a:lnTo>
                <a:close/>
                <a:lnTo>
                  <a:pt x="1060033" y="1749287"/>
                </a:lnTo>
                <a:close/>
                <a:lnTo>
                  <a:pt x="1064765" y="1749287"/>
                </a:lnTo>
                <a:close/>
                <a:lnTo>
                  <a:pt x="1069497" y="1749287"/>
                </a:lnTo>
                <a:close/>
                <a:lnTo>
                  <a:pt x="1074229" y="1749287"/>
                </a:lnTo>
                <a:close/>
                <a:lnTo>
                  <a:pt x="1078962" y="1749287"/>
                </a:lnTo>
                <a:close/>
                <a:lnTo>
                  <a:pt x="1083694" y="1749287"/>
                </a:lnTo>
                <a:close/>
                <a:lnTo>
                  <a:pt x="1088426" y="1749287"/>
                </a:lnTo>
                <a:close/>
                <a:lnTo>
                  <a:pt x="1093159" y="1749287"/>
                </a:lnTo>
                <a:close/>
                <a:lnTo>
                  <a:pt x="1097891" y="1749287"/>
                </a:lnTo>
                <a:close/>
                <a:lnTo>
                  <a:pt x="1102623" y="1749287"/>
                </a:lnTo>
                <a:close/>
                <a:lnTo>
                  <a:pt x="1107355" y="1749287"/>
                </a:lnTo>
                <a:close/>
                <a:lnTo>
                  <a:pt x="1112088" y="1749287"/>
                </a:lnTo>
                <a:close/>
                <a:lnTo>
                  <a:pt x="1116820" y="1749287"/>
                </a:lnTo>
                <a:close/>
                <a:lnTo>
                  <a:pt x="1121552" y="1749287"/>
                </a:lnTo>
                <a:close/>
                <a:lnTo>
                  <a:pt x="1126285" y="1749287"/>
                </a:lnTo>
                <a:close/>
                <a:lnTo>
                  <a:pt x="1131017" y="1749287"/>
                </a:lnTo>
                <a:close/>
                <a:lnTo>
                  <a:pt x="1135749" y="1749287"/>
                </a:lnTo>
                <a:close/>
                <a:lnTo>
                  <a:pt x="1140481" y="1749287"/>
                </a:lnTo>
                <a:close/>
                <a:lnTo>
                  <a:pt x="1145214" y="1749287"/>
                </a:lnTo>
                <a:close/>
                <a:lnTo>
                  <a:pt x="1149946" y="1749287"/>
                </a:lnTo>
                <a:close/>
                <a:lnTo>
                  <a:pt x="1154678" y="1749287"/>
                </a:lnTo>
                <a:close/>
                <a:lnTo>
                  <a:pt x="1159411" y="1749287"/>
                </a:lnTo>
                <a:close/>
                <a:lnTo>
                  <a:pt x="1164143" y="1749287"/>
                </a:lnTo>
                <a:close/>
                <a:lnTo>
                  <a:pt x="1168875" y="1749287"/>
                </a:lnTo>
                <a:close/>
                <a:lnTo>
                  <a:pt x="1173607" y="1749287"/>
                </a:lnTo>
                <a:close/>
                <a:lnTo>
                  <a:pt x="1178340" y="1749287"/>
                </a:lnTo>
                <a:close/>
                <a:lnTo>
                  <a:pt x="1183072" y="1749287"/>
                </a:lnTo>
                <a:close/>
                <a:lnTo>
                  <a:pt x="1187804" y="1749287"/>
                </a:lnTo>
                <a:close/>
                <a:lnTo>
                  <a:pt x="1192537" y="1749287"/>
                </a:lnTo>
                <a:close/>
                <a:lnTo>
                  <a:pt x="1197269" y="1749287"/>
                </a:lnTo>
                <a:close/>
                <a:lnTo>
                  <a:pt x="1202001" y="1749287"/>
                </a:lnTo>
                <a:close/>
                <a:lnTo>
                  <a:pt x="1206733" y="1749287"/>
                </a:lnTo>
                <a:close/>
                <a:lnTo>
                  <a:pt x="1211466" y="1749287"/>
                </a:lnTo>
                <a:close/>
                <a:lnTo>
                  <a:pt x="1216198" y="1749287"/>
                </a:lnTo>
                <a:close/>
                <a:lnTo>
                  <a:pt x="1220930" y="1749286"/>
                </a:lnTo>
                <a:close/>
                <a:lnTo>
                  <a:pt x="1225663" y="1749286"/>
                </a:lnTo>
                <a:close/>
                <a:lnTo>
                  <a:pt x="1230395" y="1749285"/>
                </a:lnTo>
                <a:close/>
                <a:lnTo>
                  <a:pt x="1235127" y="1749282"/>
                </a:lnTo>
                <a:close/>
                <a:lnTo>
                  <a:pt x="1239859" y="1749277"/>
                </a:lnTo>
                <a:close/>
                <a:lnTo>
                  <a:pt x="1244592" y="1749269"/>
                </a:lnTo>
                <a:close/>
                <a:lnTo>
                  <a:pt x="1249324" y="1749254"/>
                </a:lnTo>
                <a:close/>
                <a:lnTo>
                  <a:pt x="1254056" y="1749230"/>
                </a:lnTo>
                <a:close/>
                <a:lnTo>
                  <a:pt x="1258789" y="1749191"/>
                </a:lnTo>
                <a:close/>
                <a:lnTo>
                  <a:pt x="1263521" y="1749130"/>
                </a:lnTo>
                <a:close/>
                <a:lnTo>
                  <a:pt x="1268253" y="1749039"/>
                </a:lnTo>
                <a:close/>
                <a:lnTo>
                  <a:pt x="1272985" y="1748909"/>
                </a:lnTo>
                <a:close/>
                <a:lnTo>
                  <a:pt x="1277718" y="1748728"/>
                </a:lnTo>
                <a:close/>
                <a:lnTo>
                  <a:pt x="1282450" y="1748490"/>
                </a:lnTo>
                <a:close/>
                <a:lnTo>
                  <a:pt x="1287182" y="1748187"/>
                </a:lnTo>
                <a:close/>
                <a:lnTo>
                  <a:pt x="1291915" y="1747818"/>
                </a:lnTo>
                <a:close/>
                <a:lnTo>
                  <a:pt x="1296647" y="1747390"/>
                </a:lnTo>
                <a:close/>
                <a:lnTo>
                  <a:pt x="1301379" y="1746916"/>
                </a:lnTo>
                <a:close/>
                <a:lnTo>
                  <a:pt x="1306111" y="1746419"/>
                </a:lnTo>
                <a:close/>
                <a:lnTo>
                  <a:pt x="1310844" y="1745925"/>
                </a:lnTo>
                <a:close/>
                <a:lnTo>
                  <a:pt x="1315576" y="1745464"/>
                </a:lnTo>
                <a:close/>
                <a:lnTo>
                  <a:pt x="1320308" y="1745062"/>
                </a:lnTo>
                <a:close/>
                <a:lnTo>
                  <a:pt x="1325041" y="1744739"/>
                </a:lnTo>
                <a:close/>
                <a:lnTo>
                  <a:pt x="1329773" y="1744498"/>
                </a:lnTo>
                <a:close/>
                <a:lnTo>
                  <a:pt x="1334505" y="1744326"/>
                </a:lnTo>
                <a:close/>
                <a:lnTo>
                  <a:pt x="1339237" y="1744195"/>
                </a:lnTo>
                <a:close/>
                <a:lnTo>
                  <a:pt x="1343970" y="1744057"/>
                </a:lnTo>
                <a:close/>
                <a:lnTo>
                  <a:pt x="1348702" y="1743857"/>
                </a:lnTo>
                <a:close/>
                <a:lnTo>
                  <a:pt x="1353434" y="1743534"/>
                </a:lnTo>
                <a:close/>
                <a:lnTo>
                  <a:pt x="1358167" y="1743029"/>
                </a:lnTo>
                <a:close/>
                <a:lnTo>
                  <a:pt x="1362899" y="1742292"/>
                </a:lnTo>
                <a:close/>
                <a:lnTo>
                  <a:pt x="1367631" y="1741280"/>
                </a:lnTo>
                <a:close/>
                <a:lnTo>
                  <a:pt x="1372363" y="1739961"/>
                </a:lnTo>
                <a:close/>
                <a:lnTo>
                  <a:pt x="1377096" y="1738308"/>
                </a:lnTo>
                <a:close/>
                <a:lnTo>
                  <a:pt x="1381828" y="1736293"/>
                </a:lnTo>
                <a:close/>
                <a:lnTo>
                  <a:pt x="1386560" y="1733882"/>
                </a:lnTo>
                <a:close/>
                <a:lnTo>
                  <a:pt x="1391293" y="1731030"/>
                </a:lnTo>
                <a:close/>
                <a:lnTo>
                  <a:pt x="1396025" y="1727679"/>
                </a:lnTo>
                <a:close/>
                <a:lnTo>
                  <a:pt x="1400757" y="1723763"/>
                </a:lnTo>
                <a:close/>
                <a:lnTo>
                  <a:pt x="1405489" y="1719213"/>
                </a:lnTo>
                <a:close/>
                <a:lnTo>
                  <a:pt x="1410222" y="1713963"/>
                </a:lnTo>
                <a:close/>
                <a:lnTo>
                  <a:pt x="1414954" y="1707958"/>
                </a:lnTo>
                <a:close/>
                <a:lnTo>
                  <a:pt x="1419686" y="1701161"/>
                </a:lnTo>
                <a:close/>
                <a:lnTo>
                  <a:pt x="1424419" y="1693548"/>
                </a:lnTo>
                <a:close/>
                <a:lnTo>
                  <a:pt x="1429151" y="1685102"/>
                </a:lnTo>
                <a:close/>
                <a:lnTo>
                  <a:pt x="1433883" y="1675803"/>
                </a:lnTo>
                <a:close/>
                <a:lnTo>
                  <a:pt x="1438615" y="1665613"/>
                </a:lnTo>
                <a:close/>
                <a:lnTo>
                  <a:pt x="1443348" y="1654468"/>
                </a:lnTo>
                <a:close/>
                <a:lnTo>
                  <a:pt x="1448080" y="1642271"/>
                </a:lnTo>
                <a:close/>
                <a:lnTo>
                  <a:pt x="1452812" y="1628892"/>
                </a:lnTo>
                <a:close/>
                <a:lnTo>
                  <a:pt x="1457545" y="1614180"/>
                </a:lnTo>
                <a:close/>
                <a:lnTo>
                  <a:pt x="1462277" y="1597980"/>
                </a:lnTo>
                <a:close/>
                <a:lnTo>
                  <a:pt x="1467009" y="1580148"/>
                </a:lnTo>
                <a:close/>
                <a:lnTo>
                  <a:pt x="1471742" y="1560577"/>
                </a:lnTo>
                <a:close/>
                <a:lnTo>
                  <a:pt x="1476474" y="1539213"/>
                </a:lnTo>
                <a:close/>
                <a:lnTo>
                  <a:pt x="1481206" y="1516069"/>
                </a:lnTo>
                <a:close/>
                <a:lnTo>
                  <a:pt x="1485938" y="1491231"/>
                </a:lnTo>
                <a:close/>
                <a:lnTo>
                  <a:pt x="1490671" y="1464857"/>
                </a:lnTo>
                <a:close/>
                <a:lnTo>
                  <a:pt x="1495403" y="1437173"/>
                </a:lnTo>
                <a:close/>
                <a:lnTo>
                  <a:pt x="1500135" y="1408452"/>
                </a:lnTo>
                <a:close/>
                <a:lnTo>
                  <a:pt x="1504868" y="1378994"/>
                </a:lnTo>
                <a:close/>
                <a:lnTo>
                  <a:pt x="1509600" y="1349103"/>
                </a:lnTo>
                <a:close/>
                <a:lnTo>
                  <a:pt x="1514332" y="1319056"/>
                </a:lnTo>
                <a:close/>
                <a:lnTo>
                  <a:pt x="1519064" y="1289085"/>
                </a:lnTo>
                <a:close/>
                <a:lnTo>
                  <a:pt x="1523797" y="1259348"/>
                </a:lnTo>
                <a:close/>
                <a:lnTo>
                  <a:pt x="1528529" y="1229926"/>
                </a:lnTo>
                <a:close/>
                <a:lnTo>
                  <a:pt x="1533261" y="1200812"/>
                </a:lnTo>
                <a:close/>
                <a:lnTo>
                  <a:pt x="1537994" y="1171920"/>
                </a:lnTo>
                <a:close/>
                <a:lnTo>
                  <a:pt x="1542726" y="1143092"/>
                </a:lnTo>
                <a:close/>
                <a:lnTo>
                  <a:pt x="1547458" y="1114123"/>
                </a:lnTo>
                <a:close/>
                <a:lnTo>
                  <a:pt x="1552190" y="1084784"/>
                </a:lnTo>
                <a:close/>
                <a:lnTo>
                  <a:pt x="1556923" y="1054848"/>
                </a:lnTo>
                <a:close/>
                <a:lnTo>
                  <a:pt x="1561655" y="1024127"/>
                </a:lnTo>
                <a:close/>
                <a:lnTo>
                  <a:pt x="1566387" y="992498"/>
                </a:lnTo>
                <a:close/>
                <a:lnTo>
                  <a:pt x="1571120" y="959925"/>
                </a:lnTo>
                <a:close/>
                <a:lnTo>
                  <a:pt x="1575852" y="926472"/>
                </a:lnTo>
                <a:close/>
                <a:lnTo>
                  <a:pt x="1580584" y="892303"/>
                </a:lnTo>
                <a:close/>
                <a:lnTo>
                  <a:pt x="1585316" y="857655"/>
                </a:lnTo>
                <a:close/>
                <a:lnTo>
                  <a:pt x="1590049" y="822812"/>
                </a:lnTo>
                <a:close/>
                <a:lnTo>
                  <a:pt x="1594781" y="788059"/>
                </a:lnTo>
                <a:close/>
                <a:lnTo>
                  <a:pt x="1599513" y="753637"/>
                </a:lnTo>
                <a:close/>
                <a:lnTo>
                  <a:pt x="1604246" y="719713"/>
                </a:lnTo>
                <a:close/>
                <a:lnTo>
                  <a:pt x="1608978" y="686359"/>
                </a:lnTo>
                <a:close/>
                <a:lnTo>
                  <a:pt x="1613710" y="653560"/>
                </a:lnTo>
                <a:close/>
                <a:lnTo>
                  <a:pt x="1618442" y="621239"/>
                </a:lnTo>
                <a:close/>
                <a:lnTo>
                  <a:pt x="1623175" y="589299"/>
                </a:lnTo>
                <a:close/>
                <a:lnTo>
                  <a:pt x="1627907" y="557674"/>
                </a:lnTo>
                <a:close/>
                <a:lnTo>
                  <a:pt x="1632639" y="526372"/>
                </a:lnTo>
                <a:close/>
                <a:lnTo>
                  <a:pt x="1637372" y="495509"/>
                </a:lnTo>
                <a:close/>
                <a:lnTo>
                  <a:pt x="1642104" y="465321"/>
                </a:lnTo>
                <a:close/>
                <a:lnTo>
                  <a:pt x="1646836" y="436157"/>
                </a:lnTo>
                <a:close/>
                <a:lnTo>
                  <a:pt x="1651568" y="408451"/>
                </a:lnTo>
                <a:close/>
                <a:lnTo>
                  <a:pt x="1656301" y="382688"/>
                </a:lnTo>
                <a:close/>
                <a:lnTo>
                  <a:pt x="1661033" y="359361"/>
                </a:lnTo>
                <a:close/>
                <a:lnTo>
                  <a:pt x="1665765" y="338929"/>
                </a:lnTo>
                <a:close/>
                <a:lnTo>
                  <a:pt x="1670498" y="321786"/>
                </a:lnTo>
                <a:close/>
                <a:lnTo>
                  <a:pt x="1675230" y="308227"/>
                </a:lnTo>
                <a:close/>
                <a:lnTo>
                  <a:pt x="1679962" y="298430"/>
                </a:lnTo>
                <a:close/>
                <a:lnTo>
                  <a:pt x="1684694" y="292426"/>
                </a:lnTo>
                <a:close/>
                <a:lnTo>
                  <a:pt x="1689427" y="290088"/>
                </a:lnTo>
                <a:close/>
                <a:lnTo>
                  <a:pt x="1694159" y="291108"/>
                </a:lnTo>
                <a:close/>
                <a:lnTo>
                  <a:pt x="1698891" y="294996"/>
                </a:lnTo>
                <a:close/>
                <a:lnTo>
                  <a:pt x="1703624" y="301084"/>
                </a:lnTo>
                <a:close/>
                <a:lnTo>
                  <a:pt x="1708356" y="308559"/>
                </a:lnTo>
                <a:close/>
                <a:lnTo>
                  <a:pt x="1713088" y="316512"/>
                </a:lnTo>
                <a:close/>
                <a:lnTo>
                  <a:pt x="1717820" y="324006"/>
                </a:lnTo>
                <a:close/>
                <a:lnTo>
                  <a:pt x="1722553" y="330158"/>
                </a:lnTo>
                <a:close/>
                <a:lnTo>
                  <a:pt x="1727285" y="334209"/>
                </a:lnTo>
                <a:close/>
                <a:lnTo>
                  <a:pt x="1732017" y="335585"/>
                </a:lnTo>
                <a:close/>
                <a:lnTo>
                  <a:pt x="1736750" y="333925"/>
                </a:lnTo>
                <a:close/>
                <a:lnTo>
                  <a:pt x="1741482" y="329077"/>
                </a:lnTo>
                <a:close/>
                <a:lnTo>
                  <a:pt x="1746214" y="321068"/>
                </a:lnTo>
                <a:close/>
                <a:lnTo>
                  <a:pt x="1750946" y="310052"/>
                </a:lnTo>
                <a:close/>
                <a:lnTo>
                  <a:pt x="1755679" y="296255"/>
                </a:lnTo>
                <a:close/>
                <a:lnTo>
                  <a:pt x="1760411" y="279928"/>
                </a:lnTo>
                <a:close/>
                <a:lnTo>
                  <a:pt x="1765143" y="261329"/>
                </a:lnTo>
                <a:close/>
                <a:lnTo>
                  <a:pt x="1769876" y="240717"/>
                </a:lnTo>
                <a:close/>
                <a:lnTo>
                  <a:pt x="1774608" y="218380"/>
                </a:lnTo>
                <a:close/>
                <a:lnTo>
                  <a:pt x="1779340" y="194664"/>
                </a:lnTo>
                <a:close/>
                <a:lnTo>
                  <a:pt x="1784072" y="170005"/>
                </a:lnTo>
                <a:close/>
                <a:lnTo>
                  <a:pt x="1788805" y="144941"/>
                </a:lnTo>
                <a:close/>
                <a:lnTo>
                  <a:pt x="1793537" y="120112"/>
                </a:lnTo>
                <a:close/>
                <a:lnTo>
                  <a:pt x="1798269" y="96226"/>
                </a:lnTo>
                <a:close/>
                <a:lnTo>
                  <a:pt x="1803002" y="74005"/>
                </a:lnTo>
                <a:close/>
                <a:lnTo>
                  <a:pt x="1807734" y="54125"/>
                </a:lnTo>
                <a:close/>
                <a:lnTo>
                  <a:pt x="1812466" y="37138"/>
                </a:lnTo>
                <a:close/>
                <a:lnTo>
                  <a:pt x="1817198" y="23412"/>
                </a:lnTo>
                <a:close/>
                <a:lnTo>
                  <a:pt x="1821931" y="13080"/>
                </a:lnTo>
                <a:close/>
                <a:lnTo>
                  <a:pt x="1826663" y="6022"/>
                </a:lnTo>
                <a:close/>
                <a:lnTo>
                  <a:pt x="1831395" y="1874"/>
                </a:lnTo>
                <a:close/>
                <a:lnTo>
                  <a:pt x="1836128" y="85"/>
                </a:lnTo>
                <a:close/>
                <a:lnTo>
                  <a:pt x="1840860" y="0"/>
                </a:lnTo>
                <a:close/>
                <a:lnTo>
                  <a:pt x="1845592" y="979"/>
                </a:lnTo>
                <a:close/>
                <a:lnTo>
                  <a:pt x="1850324" y="2517"/>
                </a:lnTo>
                <a:close/>
                <a:lnTo>
                  <a:pt x="1855057" y="4361"/>
                </a:lnTo>
                <a:close/>
                <a:lnTo>
                  <a:pt x="1859789" y="6591"/>
                </a:lnTo>
                <a:close/>
                <a:lnTo>
                  <a:pt x="1864521" y="9649"/>
                </a:lnTo>
                <a:close/>
                <a:lnTo>
                  <a:pt x="1869254" y="14307"/>
                </a:lnTo>
                <a:close/>
                <a:lnTo>
                  <a:pt x="1873986" y="21571"/>
                </a:lnTo>
                <a:close/>
                <a:lnTo>
                  <a:pt x="1878718" y="32540"/>
                </a:lnTo>
                <a:close/>
                <a:lnTo>
                  <a:pt x="1883450" y="48228"/>
                </a:lnTo>
                <a:close/>
                <a:lnTo>
                  <a:pt x="1888183" y="69408"/>
                </a:lnTo>
                <a:close/>
                <a:lnTo>
                  <a:pt x="1892915" y="96476"/>
                </a:lnTo>
                <a:close/>
                <a:lnTo>
                  <a:pt x="1897647" y="129386"/>
                </a:lnTo>
                <a:close/>
                <a:lnTo>
                  <a:pt x="1902380" y="167647"/>
                </a:lnTo>
                <a:close/>
                <a:lnTo>
                  <a:pt x="1907112" y="210411"/>
                </a:lnTo>
                <a:close/>
                <a:lnTo>
                  <a:pt x="1911844" y="256596"/>
                </a:lnTo>
                <a:close/>
                <a:lnTo>
                  <a:pt x="1916576" y="305058"/>
                </a:lnTo>
                <a:close/>
                <a:lnTo>
                  <a:pt x="1921309" y="354750"/>
                </a:lnTo>
                <a:close/>
                <a:lnTo>
                  <a:pt x="1926041" y="404856"/>
                </a:lnTo>
                <a:close/>
                <a:lnTo>
                  <a:pt x="1930773" y="454859"/>
                </a:lnTo>
                <a:close/>
                <a:lnTo>
                  <a:pt x="1935506" y="504556"/>
                </a:lnTo>
                <a:close/>
                <a:lnTo>
                  <a:pt x="1940238" y="554001"/>
                </a:lnTo>
                <a:close/>
                <a:lnTo>
                  <a:pt x="1944970" y="603411"/>
                </a:lnTo>
                <a:close/>
                <a:lnTo>
                  <a:pt x="1949702" y="653052"/>
                </a:lnTo>
                <a:close/>
                <a:lnTo>
                  <a:pt x="1954435" y="703134"/>
                </a:lnTo>
                <a:close/>
                <a:lnTo>
                  <a:pt x="1959167" y="753735"/>
                </a:lnTo>
                <a:close/>
                <a:lnTo>
                  <a:pt x="1963899" y="804770"/>
                </a:lnTo>
                <a:close/>
                <a:lnTo>
                  <a:pt x="1968632" y="856002"/>
                </a:lnTo>
                <a:close/>
                <a:lnTo>
                  <a:pt x="1973364" y="907087"/>
                </a:lnTo>
                <a:close/>
                <a:lnTo>
                  <a:pt x="1978096" y="957627"/>
                </a:lnTo>
                <a:close/>
                <a:lnTo>
                  <a:pt x="1982829" y="1007235"/>
                </a:lnTo>
                <a:close/>
                <a:lnTo>
                  <a:pt x="1987561" y="1055566"/>
                </a:lnTo>
                <a:close/>
                <a:lnTo>
                  <a:pt x="1992293" y="1102343"/>
                </a:lnTo>
                <a:close/>
                <a:lnTo>
                  <a:pt x="1997025" y="1147348"/>
                </a:lnTo>
                <a:close/>
                <a:lnTo>
                  <a:pt x="2001758" y="1190411"/>
                </a:lnTo>
                <a:close/>
                <a:lnTo>
                  <a:pt x="2006490" y="1231391"/>
                </a:lnTo>
                <a:close/>
                <a:lnTo>
                  <a:pt x="2011222" y="1270160"/>
                </a:lnTo>
                <a:close/>
                <a:lnTo>
                  <a:pt x="2015955" y="1306602"/>
                </a:lnTo>
                <a:close/>
                <a:lnTo>
                  <a:pt x="2020687" y="1340617"/>
                </a:lnTo>
                <a:close/>
                <a:lnTo>
                  <a:pt x="2025419" y="1372137"/>
                </a:lnTo>
                <a:close/>
                <a:lnTo>
                  <a:pt x="2030151" y="1401140"/>
                </a:lnTo>
                <a:close/>
                <a:lnTo>
                  <a:pt x="2034884" y="1427658"/>
                </a:lnTo>
                <a:close/>
                <a:lnTo>
                  <a:pt x="2039616" y="1451783"/>
                </a:lnTo>
                <a:close/>
                <a:lnTo>
                  <a:pt x="2044348" y="1473662"/>
                </a:lnTo>
                <a:close/>
                <a:lnTo>
                  <a:pt x="2049081" y="1493486"/>
                </a:lnTo>
                <a:close/>
                <a:lnTo>
                  <a:pt x="2053813" y="1511473"/>
                </a:lnTo>
                <a:close/>
                <a:lnTo>
                  <a:pt x="2058545" y="1527849"/>
                </a:lnTo>
                <a:close/>
                <a:lnTo>
                  <a:pt x="2063277" y="1542840"/>
                </a:lnTo>
                <a:close/>
                <a:lnTo>
                  <a:pt x="2068010" y="1556653"/>
                </a:lnTo>
                <a:close/>
                <a:lnTo>
                  <a:pt x="2072742" y="1569472"/>
                </a:lnTo>
                <a:close/>
                <a:lnTo>
                  <a:pt x="2077474" y="1581457"/>
                </a:lnTo>
                <a:close/>
                <a:lnTo>
                  <a:pt x="2082207" y="1592737"/>
                </a:lnTo>
                <a:close/>
                <a:lnTo>
                  <a:pt x="2086939" y="1603419"/>
                </a:lnTo>
                <a:close/>
                <a:lnTo>
                  <a:pt x="2091671" y="1613586"/>
                </a:lnTo>
                <a:close/>
                <a:lnTo>
                  <a:pt x="2096403" y="1623297"/>
                </a:lnTo>
                <a:close/>
                <a:lnTo>
                  <a:pt x="2101136" y="1632597"/>
                </a:lnTo>
                <a:close/>
                <a:lnTo>
                  <a:pt x="2105868" y="1641511"/>
                </a:lnTo>
                <a:close/>
                <a:lnTo>
                  <a:pt x="2110600" y="1650053"/>
                </a:lnTo>
                <a:close/>
                <a:lnTo>
                  <a:pt x="2115333" y="1658227"/>
                </a:lnTo>
                <a:close/>
                <a:lnTo>
                  <a:pt x="2120065" y="1666033"/>
                </a:lnTo>
                <a:close/>
                <a:lnTo>
                  <a:pt x="2124797" y="1673464"/>
                </a:lnTo>
                <a:close/>
                <a:lnTo>
                  <a:pt x="2129529" y="1680517"/>
                </a:lnTo>
                <a:close/>
                <a:lnTo>
                  <a:pt x="2134262" y="1687184"/>
                </a:lnTo>
                <a:close/>
                <a:lnTo>
                  <a:pt x="2138994" y="1693462"/>
                </a:lnTo>
                <a:close/>
                <a:lnTo>
                  <a:pt x="2143726" y="1699346"/>
                </a:lnTo>
                <a:close/>
                <a:lnTo>
                  <a:pt x="2148459" y="1704831"/>
                </a:lnTo>
                <a:close/>
                <a:lnTo>
                  <a:pt x="2153191" y="1709913"/>
                </a:lnTo>
                <a:close/>
                <a:lnTo>
                  <a:pt x="2157923" y="1714588"/>
                </a:lnTo>
                <a:close/>
                <a:lnTo>
                  <a:pt x="2162655" y="1718855"/>
                </a:lnTo>
                <a:close/>
                <a:lnTo>
                  <a:pt x="2167388" y="1722716"/>
                </a:lnTo>
                <a:close/>
                <a:lnTo>
                  <a:pt x="2172120" y="1726180"/>
                </a:lnTo>
                <a:close/>
                <a:lnTo>
                  <a:pt x="2176852" y="1729262"/>
                </a:lnTo>
                <a:close/>
                <a:lnTo>
                  <a:pt x="2181585" y="1731984"/>
                </a:lnTo>
                <a:close/>
                <a:lnTo>
                  <a:pt x="2186317" y="1734374"/>
                </a:lnTo>
                <a:close/>
                <a:lnTo>
                  <a:pt x="2191049" y="1736467"/>
                </a:lnTo>
                <a:close/>
                <a:lnTo>
                  <a:pt x="2195781" y="1738297"/>
                </a:lnTo>
                <a:close/>
                <a:lnTo>
                  <a:pt x="2200514" y="1739901"/>
                </a:lnTo>
                <a:close/>
                <a:lnTo>
                  <a:pt x="2205246" y="1741310"/>
                </a:lnTo>
                <a:close/>
                <a:lnTo>
                  <a:pt x="2209978" y="1742555"/>
                </a:lnTo>
                <a:close/>
                <a:lnTo>
                  <a:pt x="2214711" y="1743656"/>
                </a:lnTo>
                <a:close/>
                <a:lnTo>
                  <a:pt x="2219443" y="1744630"/>
                </a:lnTo>
                <a:close/>
                <a:lnTo>
                  <a:pt x="2224175" y="1745489"/>
                </a:lnTo>
                <a:close/>
                <a:lnTo>
                  <a:pt x="2228907" y="1746240"/>
                </a:lnTo>
                <a:close/>
                <a:lnTo>
                  <a:pt x="2233640" y="1746887"/>
                </a:lnTo>
                <a:close/>
                <a:lnTo>
                  <a:pt x="2238372" y="1747436"/>
                </a:lnTo>
                <a:close/>
                <a:lnTo>
                  <a:pt x="2243104" y="1747891"/>
                </a:lnTo>
                <a:close/>
                <a:lnTo>
                  <a:pt x="2247837" y="1748259"/>
                </a:lnTo>
                <a:close/>
                <a:lnTo>
                  <a:pt x="2252569" y="1748549"/>
                </a:lnTo>
                <a:close/>
                <a:lnTo>
                  <a:pt x="2257301" y="1748772"/>
                </a:lnTo>
                <a:close/>
                <a:lnTo>
                  <a:pt x="2262033" y="1748937"/>
                </a:lnTo>
                <a:close/>
                <a:lnTo>
                  <a:pt x="2266766" y="1749056"/>
                </a:lnTo>
                <a:close/>
                <a:lnTo>
                  <a:pt x="2271498" y="1749139"/>
                </a:lnTo>
                <a:close/>
                <a:lnTo>
                  <a:pt x="2276230" y="1749195"/>
                </a:lnTo>
                <a:close/>
                <a:lnTo>
                  <a:pt x="2280963" y="1749232"/>
                </a:lnTo>
                <a:close/>
                <a:lnTo>
                  <a:pt x="2285695" y="1749255"/>
                </a:lnTo>
                <a:close/>
                <a:lnTo>
                  <a:pt x="2290427" y="1749269"/>
                </a:lnTo>
                <a:close/>
                <a:lnTo>
                  <a:pt x="2295159" y="1749277"/>
                </a:lnTo>
                <a:close/>
                <a:lnTo>
                  <a:pt x="2299892" y="1749282"/>
                </a:lnTo>
                <a:close/>
                <a:lnTo>
                  <a:pt x="2304624" y="1749284"/>
                </a:lnTo>
                <a:close/>
                <a:lnTo>
                  <a:pt x="2309356" y="1749286"/>
                </a:lnTo>
                <a:close/>
                <a:lnTo>
                  <a:pt x="2314089" y="1749286"/>
                </a:lnTo>
                <a:close/>
                <a:lnTo>
                  <a:pt x="2318821" y="1749287"/>
                </a:lnTo>
                <a:close/>
                <a:lnTo>
                  <a:pt x="2323553" y="1749287"/>
                </a:lnTo>
                <a:close/>
                <a:lnTo>
                  <a:pt x="2328285" y="1749287"/>
                </a:lnTo>
                <a:close/>
                <a:lnTo>
                  <a:pt x="2333018" y="1749287"/>
                </a:lnTo>
                <a:close/>
                <a:lnTo>
                  <a:pt x="2337750" y="1749287"/>
                </a:lnTo>
                <a:close/>
                <a:lnTo>
                  <a:pt x="2342482" y="1749287"/>
                </a:lnTo>
                <a:close/>
                <a:lnTo>
                  <a:pt x="2347215" y="1749287"/>
                </a:lnTo>
                <a:close/>
                <a:lnTo>
                  <a:pt x="2351947" y="1749287"/>
                </a:lnTo>
                <a:close/>
                <a:lnTo>
                  <a:pt x="2356679" y="1749287"/>
                </a:lnTo>
                <a:close/>
                <a:lnTo>
                  <a:pt x="2361411" y="1749287"/>
                </a:lnTo>
                <a:close/>
                <a:lnTo>
                  <a:pt x="2366144" y="1749287"/>
                </a:lnTo>
                <a:close/>
                <a:lnTo>
                  <a:pt x="2370876" y="1749287"/>
                </a:lnTo>
                <a:close/>
                <a:lnTo>
                  <a:pt x="2375608" y="1749287"/>
                </a:lnTo>
                <a:close/>
                <a:lnTo>
                  <a:pt x="2380341" y="1749287"/>
                </a:lnTo>
                <a:close/>
                <a:lnTo>
                  <a:pt x="2385073" y="1749287"/>
                </a:lnTo>
                <a:close/>
                <a:lnTo>
                  <a:pt x="2389805" y="1749287"/>
                </a:lnTo>
                <a:close/>
                <a:lnTo>
                  <a:pt x="2394537" y="1749287"/>
                </a:lnTo>
                <a:close/>
                <a:lnTo>
                  <a:pt x="2399270" y="1749287"/>
                </a:lnTo>
                <a:close/>
                <a:lnTo>
                  <a:pt x="2404002" y="1749287"/>
                </a:lnTo>
                <a:close/>
                <a:lnTo>
                  <a:pt x="2408734" y="1749287"/>
                </a:lnTo>
                <a:close/>
                <a:lnTo>
                  <a:pt x="2413467" y="1749287"/>
                </a:lnTo>
                <a:close/>
                <a:lnTo>
                  <a:pt x="2418199" y="1749287"/>
                </a:lnTo>
                <a:close/>
                <a:lnTo>
                  <a:pt x="2422931" y="1749287"/>
                </a:lnTo>
                <a:close/>
                <a:lnTo>
                  <a:pt x="2427664" y="1749287"/>
                </a:lnTo>
                <a:close/>
                <a:lnTo>
                  <a:pt x="2432396" y="1749287"/>
                </a:lnTo>
                <a:close/>
                <a:lnTo>
                  <a:pt x="2437128" y="1749287"/>
                </a:lnTo>
                <a:close/>
                <a:lnTo>
                  <a:pt x="2441860" y="1749287"/>
                </a:lnTo>
                <a:close/>
                <a:lnTo>
                  <a:pt x="2446593" y="1749287"/>
                </a:lnTo>
                <a:close/>
                <a:lnTo>
                  <a:pt x="2451325" y="1749287"/>
                </a:lnTo>
                <a:close/>
                <a:lnTo>
                  <a:pt x="2456057" y="1749287"/>
                </a:lnTo>
                <a:close/>
                <a:lnTo>
                  <a:pt x="2460790" y="1749287"/>
                </a:lnTo>
                <a:close/>
                <a:lnTo>
                  <a:pt x="2465522" y="1749287"/>
                </a:lnTo>
                <a:close/>
                <a:lnTo>
                  <a:pt x="2470254" y="1749287"/>
                </a:lnTo>
                <a:close/>
                <a:lnTo>
                  <a:pt x="2474986" y="1749287"/>
                </a:lnTo>
                <a:close/>
                <a:lnTo>
                  <a:pt x="2479719" y="1749287"/>
                </a:lnTo>
                <a:close/>
                <a:lnTo>
                  <a:pt x="2484451" y="1749287"/>
                </a:lnTo>
                <a:close/>
                <a:lnTo>
                  <a:pt x="2489183" y="1749287"/>
                </a:lnTo>
                <a:close/>
                <a:lnTo>
                  <a:pt x="2493916" y="1749287"/>
                </a:lnTo>
                <a:close/>
                <a:lnTo>
                  <a:pt x="2498648" y="1749287"/>
                </a:lnTo>
                <a:close/>
                <a:lnTo>
                  <a:pt x="2503380" y="1749287"/>
                </a:lnTo>
                <a:close/>
                <a:lnTo>
                  <a:pt x="2508112" y="1749287"/>
                </a:lnTo>
                <a:close/>
                <a:lnTo>
                  <a:pt x="2512845" y="1749287"/>
                </a:lnTo>
                <a:close/>
                <a:lnTo>
                  <a:pt x="2517577" y="1749287"/>
                </a:lnTo>
                <a:close/>
                <a:lnTo>
                  <a:pt x="2522309" y="1749287"/>
                </a:lnTo>
                <a:close/>
                <a:lnTo>
                  <a:pt x="2527042" y="1749287"/>
                </a:lnTo>
                <a:close/>
                <a:lnTo>
                  <a:pt x="2531774" y="1749287"/>
                </a:lnTo>
                <a:close/>
                <a:lnTo>
                  <a:pt x="2536506" y="1749287"/>
                </a:lnTo>
                <a:close/>
                <a:lnTo>
                  <a:pt x="2541238" y="1749287"/>
                </a:lnTo>
                <a:close/>
                <a:lnTo>
                  <a:pt x="2545971" y="1749287"/>
                </a:lnTo>
                <a:close/>
                <a:lnTo>
                  <a:pt x="2550703" y="1749287"/>
                </a:lnTo>
                <a:close/>
                <a:lnTo>
                  <a:pt x="2555435" y="1749287"/>
                </a:lnTo>
                <a:close/>
                <a:lnTo>
                  <a:pt x="2560168" y="1749287"/>
                </a:lnTo>
                <a:close/>
                <a:lnTo>
                  <a:pt x="2564900" y="1749287"/>
                </a:lnTo>
                <a:close/>
                <a:lnTo>
                  <a:pt x="2569632" y="1749287"/>
                </a:lnTo>
                <a:close/>
                <a:lnTo>
                  <a:pt x="2574364" y="1749287"/>
                </a:lnTo>
                <a:close/>
                <a:lnTo>
                  <a:pt x="2579097" y="1749287"/>
                </a:lnTo>
                <a:close/>
                <a:lnTo>
                  <a:pt x="2583829" y="1749287"/>
                </a:lnTo>
                <a:close/>
                <a:lnTo>
                  <a:pt x="2588561" y="1749287"/>
                </a:lnTo>
                <a:close/>
                <a:lnTo>
                  <a:pt x="2593294" y="1749287"/>
                </a:lnTo>
                <a:close/>
                <a:lnTo>
                  <a:pt x="2598026" y="1749287"/>
                </a:lnTo>
                <a:close/>
                <a:lnTo>
                  <a:pt x="2602758" y="1749287"/>
                </a:lnTo>
                <a:close/>
                <a:lnTo>
                  <a:pt x="2607490" y="1749287"/>
                </a:lnTo>
                <a:close/>
                <a:lnTo>
                  <a:pt x="2612223" y="1749287"/>
                </a:lnTo>
                <a:close/>
                <a:lnTo>
                  <a:pt x="2616955" y="1749287"/>
                </a:lnTo>
                <a:close/>
                <a:lnTo>
                  <a:pt x="2621687" y="1749287"/>
                </a:lnTo>
                <a:close/>
                <a:lnTo>
                  <a:pt x="2626420" y="1749287"/>
                </a:lnTo>
                <a:close/>
                <a:lnTo>
                  <a:pt x="2631152" y="1749287"/>
                </a:lnTo>
                <a:close/>
                <a:lnTo>
                  <a:pt x="2635884" y="1749287"/>
                </a:lnTo>
                <a:close/>
                <a:lnTo>
                  <a:pt x="2640616" y="1749287"/>
                </a:lnTo>
                <a:close/>
                <a:lnTo>
                  <a:pt x="2645349" y="1749287"/>
                </a:lnTo>
                <a:close/>
                <a:lnTo>
                  <a:pt x="2650081" y="1749287"/>
                </a:lnTo>
                <a:close/>
                <a:lnTo>
                  <a:pt x="2654813" y="1749287"/>
                </a:lnTo>
                <a:close/>
                <a:lnTo>
                  <a:pt x="2659546" y="1749287"/>
                </a:lnTo>
                <a:close/>
                <a:lnTo>
                  <a:pt x="2664278" y="1749287"/>
                </a:lnTo>
                <a:close/>
                <a:lnTo>
                  <a:pt x="2669010" y="1749287"/>
                </a:lnTo>
                <a:close/>
                <a:lnTo>
                  <a:pt x="2673742" y="1749287"/>
                </a:lnTo>
                <a:close/>
                <a:lnTo>
                  <a:pt x="2678475" y="1749287"/>
                </a:lnTo>
                <a:close/>
                <a:lnTo>
                  <a:pt x="2683207" y="1749287"/>
                </a:lnTo>
                <a:close/>
                <a:lnTo>
                  <a:pt x="2687939" y="1749287"/>
                </a:lnTo>
                <a:close/>
                <a:lnTo>
                  <a:pt x="2692672" y="1749287"/>
                </a:lnTo>
                <a:close/>
                <a:lnTo>
                  <a:pt x="2697404" y="1749287"/>
                </a:lnTo>
                <a:close/>
                <a:lnTo>
                  <a:pt x="2702136" y="1749287"/>
                </a:lnTo>
                <a:close/>
                <a:lnTo>
                  <a:pt x="2706868" y="1749287"/>
                </a:lnTo>
                <a:close/>
                <a:lnTo>
                  <a:pt x="2711601" y="1749287"/>
                </a:lnTo>
                <a:close/>
                <a:lnTo>
                  <a:pt x="2716333" y="1749287"/>
                </a:lnTo>
                <a:close/>
                <a:lnTo>
                  <a:pt x="2721065" y="1749287"/>
                </a:lnTo>
                <a:close/>
                <a:lnTo>
                  <a:pt x="2725798" y="1749287"/>
                </a:lnTo>
                <a:close/>
                <a:lnTo>
                  <a:pt x="2730530" y="1749287"/>
                </a:lnTo>
                <a:close/>
                <a:lnTo>
                  <a:pt x="2735262" y="1749287"/>
                </a:lnTo>
                <a:close/>
                <a:lnTo>
                  <a:pt x="2739994" y="1749287"/>
                </a:lnTo>
                <a:close/>
                <a:lnTo>
                  <a:pt x="2744727" y="1749287"/>
                </a:lnTo>
                <a:close/>
                <a:lnTo>
                  <a:pt x="2749459" y="1749287"/>
                </a:lnTo>
                <a:close/>
                <a:lnTo>
                  <a:pt x="2754191" y="1749287"/>
                </a:lnTo>
                <a:close/>
                <a:lnTo>
                  <a:pt x="2758924" y="1749287"/>
                </a:lnTo>
                <a:close/>
                <a:lnTo>
                  <a:pt x="2763656" y="1749287"/>
                </a:lnTo>
                <a:close/>
                <a:lnTo>
                  <a:pt x="2768388" y="1749287"/>
                </a:lnTo>
                <a:close/>
                <a:lnTo>
                  <a:pt x="2773120" y="1749287"/>
                </a:lnTo>
                <a:close/>
                <a:lnTo>
                  <a:pt x="2777853" y="1749287"/>
                </a:lnTo>
                <a:close/>
                <a:lnTo>
                  <a:pt x="2782585" y="1749287"/>
                </a:lnTo>
                <a:close/>
                <a:lnTo>
                  <a:pt x="2787317" y="1749287"/>
                </a:lnTo>
                <a:close/>
                <a:lnTo>
                  <a:pt x="2792050" y="1749287"/>
                </a:lnTo>
                <a:close/>
                <a:lnTo>
                  <a:pt x="2796782" y="1749287"/>
                </a:lnTo>
                <a:close/>
                <a:lnTo>
                  <a:pt x="2801514" y="1749287"/>
                </a:lnTo>
                <a:close/>
                <a:lnTo>
                  <a:pt x="2806246" y="1749287"/>
                </a:lnTo>
                <a:close/>
                <a:lnTo>
                  <a:pt x="2810979" y="1749287"/>
                </a:lnTo>
                <a:close/>
                <a:lnTo>
                  <a:pt x="2815711" y="1749287"/>
                </a:lnTo>
                <a:close/>
                <a:lnTo>
                  <a:pt x="2820443" y="1749287"/>
                </a:lnTo>
                <a:close/>
                <a:lnTo>
                  <a:pt x="2825176" y="1749287"/>
                </a:lnTo>
                <a:close/>
                <a:lnTo>
                  <a:pt x="2829908" y="1749287"/>
                </a:lnTo>
                <a:close/>
                <a:lnTo>
                  <a:pt x="2834640" y="1749287"/>
                </a:lnTo>
                <a:close/>
                <a:lnTo>
                  <a:pt x="2834640" y="1749287"/>
                </a:lnTo>
                <a:close/>
                <a:lnTo>
                  <a:pt x="2834640" y="1749287"/>
                </a:lnTo>
                <a:close/>
                <a:lnTo>
                  <a:pt x="2829908" y="1749287"/>
                </a:lnTo>
                <a:close/>
                <a:lnTo>
                  <a:pt x="2825176" y="1749287"/>
                </a:lnTo>
                <a:close/>
                <a:lnTo>
                  <a:pt x="2820443" y="1749287"/>
                </a:lnTo>
                <a:close/>
                <a:lnTo>
                  <a:pt x="2815711" y="1749287"/>
                </a:lnTo>
                <a:close/>
                <a:lnTo>
                  <a:pt x="2810979" y="1749287"/>
                </a:lnTo>
                <a:close/>
                <a:lnTo>
                  <a:pt x="2806246" y="1749287"/>
                </a:lnTo>
                <a:close/>
                <a:lnTo>
                  <a:pt x="2801514" y="1749287"/>
                </a:lnTo>
                <a:close/>
                <a:lnTo>
                  <a:pt x="2796782" y="1749287"/>
                </a:lnTo>
                <a:close/>
                <a:lnTo>
                  <a:pt x="2792050" y="1749287"/>
                </a:lnTo>
                <a:close/>
                <a:lnTo>
                  <a:pt x="2787317" y="1749287"/>
                </a:lnTo>
                <a:close/>
                <a:lnTo>
                  <a:pt x="2782585" y="1749287"/>
                </a:lnTo>
                <a:close/>
                <a:lnTo>
                  <a:pt x="2777853" y="1749287"/>
                </a:lnTo>
                <a:close/>
                <a:lnTo>
                  <a:pt x="2773120" y="1749287"/>
                </a:lnTo>
                <a:close/>
                <a:lnTo>
                  <a:pt x="2768388" y="1749287"/>
                </a:lnTo>
                <a:close/>
                <a:lnTo>
                  <a:pt x="2763656" y="1749287"/>
                </a:lnTo>
                <a:close/>
                <a:lnTo>
                  <a:pt x="2758924" y="1749287"/>
                </a:lnTo>
                <a:close/>
                <a:lnTo>
                  <a:pt x="2754191" y="1749287"/>
                </a:lnTo>
                <a:close/>
                <a:lnTo>
                  <a:pt x="2749459" y="1749287"/>
                </a:lnTo>
                <a:close/>
                <a:lnTo>
                  <a:pt x="2744727" y="1749287"/>
                </a:lnTo>
                <a:close/>
                <a:lnTo>
                  <a:pt x="2739994" y="1749287"/>
                </a:lnTo>
                <a:close/>
                <a:lnTo>
                  <a:pt x="2735262" y="1749287"/>
                </a:lnTo>
                <a:close/>
                <a:lnTo>
                  <a:pt x="2730530" y="1749287"/>
                </a:lnTo>
                <a:close/>
                <a:lnTo>
                  <a:pt x="2725798" y="1749287"/>
                </a:lnTo>
                <a:close/>
                <a:lnTo>
                  <a:pt x="2721065" y="1749287"/>
                </a:lnTo>
                <a:close/>
                <a:lnTo>
                  <a:pt x="2716333" y="1749287"/>
                </a:lnTo>
                <a:close/>
                <a:lnTo>
                  <a:pt x="2711601" y="1749287"/>
                </a:lnTo>
                <a:close/>
                <a:lnTo>
                  <a:pt x="2706868" y="1749287"/>
                </a:lnTo>
                <a:close/>
                <a:lnTo>
                  <a:pt x="2702136" y="1749287"/>
                </a:lnTo>
                <a:close/>
                <a:lnTo>
                  <a:pt x="2697404" y="1749287"/>
                </a:lnTo>
                <a:close/>
                <a:lnTo>
                  <a:pt x="2692672" y="1749287"/>
                </a:lnTo>
                <a:close/>
                <a:lnTo>
                  <a:pt x="2687939" y="1749287"/>
                </a:lnTo>
                <a:close/>
                <a:lnTo>
                  <a:pt x="2683207" y="1749287"/>
                </a:lnTo>
                <a:close/>
                <a:lnTo>
                  <a:pt x="2678475" y="1749287"/>
                </a:lnTo>
                <a:close/>
                <a:lnTo>
                  <a:pt x="2673742" y="1749287"/>
                </a:lnTo>
                <a:close/>
                <a:lnTo>
                  <a:pt x="2669010" y="1749287"/>
                </a:lnTo>
                <a:close/>
                <a:lnTo>
                  <a:pt x="2664278" y="1749287"/>
                </a:lnTo>
                <a:close/>
                <a:lnTo>
                  <a:pt x="2659546" y="1749287"/>
                </a:lnTo>
                <a:close/>
                <a:lnTo>
                  <a:pt x="2654813" y="1749287"/>
                </a:lnTo>
                <a:close/>
                <a:lnTo>
                  <a:pt x="2650081" y="1749287"/>
                </a:lnTo>
                <a:close/>
                <a:lnTo>
                  <a:pt x="2645349" y="1749287"/>
                </a:lnTo>
                <a:close/>
                <a:lnTo>
                  <a:pt x="2640616" y="1749287"/>
                </a:lnTo>
                <a:close/>
                <a:lnTo>
                  <a:pt x="2635884" y="1749287"/>
                </a:lnTo>
                <a:close/>
                <a:lnTo>
                  <a:pt x="2631152" y="1749287"/>
                </a:lnTo>
                <a:close/>
                <a:lnTo>
                  <a:pt x="2626420" y="1749287"/>
                </a:lnTo>
                <a:close/>
                <a:lnTo>
                  <a:pt x="2621687" y="1749287"/>
                </a:lnTo>
                <a:close/>
                <a:lnTo>
                  <a:pt x="2616955" y="1749287"/>
                </a:lnTo>
                <a:close/>
                <a:lnTo>
                  <a:pt x="2612223" y="1749287"/>
                </a:lnTo>
                <a:close/>
                <a:lnTo>
                  <a:pt x="2607490" y="1749287"/>
                </a:lnTo>
                <a:close/>
                <a:lnTo>
                  <a:pt x="2602758" y="1749287"/>
                </a:lnTo>
                <a:close/>
                <a:lnTo>
                  <a:pt x="2598026" y="1749287"/>
                </a:lnTo>
                <a:close/>
                <a:lnTo>
                  <a:pt x="2593294" y="1749287"/>
                </a:lnTo>
                <a:close/>
                <a:lnTo>
                  <a:pt x="2588561" y="1749287"/>
                </a:lnTo>
                <a:close/>
                <a:lnTo>
                  <a:pt x="2583829" y="1749287"/>
                </a:lnTo>
                <a:close/>
                <a:lnTo>
                  <a:pt x="2579097" y="1749287"/>
                </a:lnTo>
                <a:close/>
                <a:lnTo>
                  <a:pt x="2574364" y="1749287"/>
                </a:lnTo>
                <a:close/>
                <a:lnTo>
                  <a:pt x="2569632" y="1749287"/>
                </a:lnTo>
                <a:close/>
                <a:lnTo>
                  <a:pt x="2564900" y="1749287"/>
                </a:lnTo>
                <a:close/>
                <a:lnTo>
                  <a:pt x="2560168" y="1749287"/>
                </a:lnTo>
                <a:close/>
                <a:lnTo>
                  <a:pt x="2555435" y="1749287"/>
                </a:lnTo>
                <a:close/>
                <a:lnTo>
                  <a:pt x="2550703" y="1749287"/>
                </a:lnTo>
                <a:close/>
                <a:lnTo>
                  <a:pt x="2545971" y="1749287"/>
                </a:lnTo>
                <a:close/>
                <a:lnTo>
                  <a:pt x="2541238" y="1749287"/>
                </a:lnTo>
                <a:close/>
                <a:lnTo>
                  <a:pt x="2536506" y="1749287"/>
                </a:lnTo>
                <a:close/>
                <a:lnTo>
                  <a:pt x="2531774" y="1749287"/>
                </a:lnTo>
                <a:close/>
                <a:lnTo>
                  <a:pt x="2527042" y="1749287"/>
                </a:lnTo>
                <a:close/>
                <a:lnTo>
                  <a:pt x="2522309" y="1749287"/>
                </a:lnTo>
                <a:close/>
                <a:lnTo>
                  <a:pt x="2517577" y="1749287"/>
                </a:lnTo>
                <a:close/>
                <a:lnTo>
                  <a:pt x="2512845" y="1749287"/>
                </a:lnTo>
                <a:close/>
                <a:lnTo>
                  <a:pt x="2508112" y="1749287"/>
                </a:lnTo>
                <a:close/>
                <a:lnTo>
                  <a:pt x="2503380" y="1749287"/>
                </a:lnTo>
                <a:close/>
                <a:lnTo>
                  <a:pt x="2498648" y="1749287"/>
                </a:lnTo>
                <a:close/>
                <a:lnTo>
                  <a:pt x="2493916" y="1749287"/>
                </a:lnTo>
                <a:close/>
                <a:lnTo>
                  <a:pt x="2489183" y="1749287"/>
                </a:lnTo>
                <a:close/>
                <a:lnTo>
                  <a:pt x="2484451" y="1749287"/>
                </a:lnTo>
                <a:close/>
                <a:lnTo>
                  <a:pt x="2479719" y="1749287"/>
                </a:lnTo>
                <a:close/>
                <a:lnTo>
                  <a:pt x="2474986" y="1749287"/>
                </a:lnTo>
                <a:close/>
                <a:lnTo>
                  <a:pt x="2470254" y="1749287"/>
                </a:lnTo>
                <a:close/>
                <a:lnTo>
                  <a:pt x="2465522" y="1749287"/>
                </a:lnTo>
                <a:close/>
                <a:lnTo>
                  <a:pt x="2460790" y="1749287"/>
                </a:lnTo>
                <a:close/>
                <a:lnTo>
                  <a:pt x="2456057" y="1749287"/>
                </a:lnTo>
                <a:close/>
                <a:lnTo>
                  <a:pt x="2451325" y="1749287"/>
                </a:lnTo>
                <a:close/>
                <a:lnTo>
                  <a:pt x="2446593" y="1749287"/>
                </a:lnTo>
                <a:close/>
                <a:lnTo>
                  <a:pt x="2441860" y="1749287"/>
                </a:lnTo>
                <a:close/>
                <a:lnTo>
                  <a:pt x="2437128" y="1749287"/>
                </a:lnTo>
                <a:close/>
                <a:lnTo>
                  <a:pt x="2432396" y="1749287"/>
                </a:lnTo>
                <a:close/>
                <a:lnTo>
                  <a:pt x="2427664" y="1749287"/>
                </a:lnTo>
                <a:close/>
                <a:lnTo>
                  <a:pt x="2422931" y="1749287"/>
                </a:lnTo>
                <a:close/>
                <a:lnTo>
                  <a:pt x="2418199" y="1749287"/>
                </a:lnTo>
                <a:close/>
                <a:lnTo>
                  <a:pt x="2413467" y="1749287"/>
                </a:lnTo>
                <a:close/>
                <a:lnTo>
                  <a:pt x="2408734" y="1749287"/>
                </a:lnTo>
                <a:close/>
                <a:lnTo>
                  <a:pt x="2404002" y="1749287"/>
                </a:lnTo>
                <a:close/>
                <a:lnTo>
                  <a:pt x="2399270" y="1749287"/>
                </a:lnTo>
                <a:close/>
                <a:lnTo>
                  <a:pt x="2394537" y="1749287"/>
                </a:lnTo>
                <a:close/>
                <a:lnTo>
                  <a:pt x="2389805" y="1749287"/>
                </a:lnTo>
                <a:close/>
                <a:lnTo>
                  <a:pt x="2385073" y="1749287"/>
                </a:lnTo>
                <a:close/>
                <a:lnTo>
                  <a:pt x="2380341" y="1749287"/>
                </a:lnTo>
                <a:close/>
                <a:lnTo>
                  <a:pt x="2375608" y="1749287"/>
                </a:lnTo>
                <a:close/>
                <a:lnTo>
                  <a:pt x="2370876" y="1749287"/>
                </a:lnTo>
                <a:close/>
                <a:lnTo>
                  <a:pt x="2366144" y="1749287"/>
                </a:lnTo>
                <a:close/>
                <a:lnTo>
                  <a:pt x="2361411" y="1749287"/>
                </a:lnTo>
                <a:close/>
                <a:lnTo>
                  <a:pt x="2356679" y="1749287"/>
                </a:lnTo>
                <a:close/>
                <a:lnTo>
                  <a:pt x="2351947" y="1749287"/>
                </a:lnTo>
                <a:close/>
                <a:lnTo>
                  <a:pt x="2347215" y="1749287"/>
                </a:lnTo>
                <a:close/>
                <a:lnTo>
                  <a:pt x="2342482" y="1749287"/>
                </a:lnTo>
                <a:close/>
                <a:lnTo>
                  <a:pt x="2337750" y="1749287"/>
                </a:lnTo>
                <a:close/>
                <a:lnTo>
                  <a:pt x="2333018" y="1749287"/>
                </a:lnTo>
                <a:close/>
                <a:lnTo>
                  <a:pt x="2328285" y="1749287"/>
                </a:lnTo>
                <a:close/>
                <a:lnTo>
                  <a:pt x="2323553" y="1749287"/>
                </a:lnTo>
                <a:close/>
                <a:lnTo>
                  <a:pt x="2318821" y="1749287"/>
                </a:lnTo>
                <a:close/>
                <a:lnTo>
                  <a:pt x="2314089" y="1749287"/>
                </a:lnTo>
                <a:close/>
                <a:lnTo>
                  <a:pt x="2309356" y="1749287"/>
                </a:lnTo>
                <a:close/>
                <a:lnTo>
                  <a:pt x="2304624" y="1749287"/>
                </a:lnTo>
                <a:close/>
                <a:lnTo>
                  <a:pt x="2299892" y="1749287"/>
                </a:lnTo>
                <a:close/>
                <a:lnTo>
                  <a:pt x="2295159" y="1749287"/>
                </a:lnTo>
                <a:close/>
                <a:lnTo>
                  <a:pt x="2290427" y="1749287"/>
                </a:lnTo>
                <a:close/>
                <a:lnTo>
                  <a:pt x="2285695" y="1749287"/>
                </a:lnTo>
                <a:close/>
                <a:lnTo>
                  <a:pt x="2280963" y="1749287"/>
                </a:lnTo>
                <a:close/>
                <a:lnTo>
                  <a:pt x="2276230" y="1749287"/>
                </a:lnTo>
                <a:close/>
                <a:lnTo>
                  <a:pt x="2271498" y="1749287"/>
                </a:lnTo>
                <a:close/>
                <a:lnTo>
                  <a:pt x="2266766" y="1749287"/>
                </a:lnTo>
                <a:close/>
                <a:lnTo>
                  <a:pt x="2262033" y="1749287"/>
                </a:lnTo>
                <a:close/>
                <a:lnTo>
                  <a:pt x="2257301" y="1749287"/>
                </a:lnTo>
                <a:close/>
                <a:lnTo>
                  <a:pt x="2252569" y="1749287"/>
                </a:lnTo>
                <a:close/>
                <a:lnTo>
                  <a:pt x="2247837" y="1749287"/>
                </a:lnTo>
                <a:close/>
                <a:lnTo>
                  <a:pt x="2243104" y="1749287"/>
                </a:lnTo>
                <a:close/>
                <a:lnTo>
                  <a:pt x="2238372" y="1749287"/>
                </a:lnTo>
                <a:close/>
                <a:lnTo>
                  <a:pt x="2233640" y="1749287"/>
                </a:lnTo>
                <a:close/>
                <a:lnTo>
                  <a:pt x="2228907" y="1749287"/>
                </a:lnTo>
                <a:close/>
                <a:lnTo>
                  <a:pt x="2224175" y="1749287"/>
                </a:lnTo>
                <a:close/>
                <a:lnTo>
                  <a:pt x="2219443" y="1749287"/>
                </a:lnTo>
                <a:close/>
                <a:lnTo>
                  <a:pt x="2214711" y="1749287"/>
                </a:lnTo>
                <a:close/>
                <a:lnTo>
                  <a:pt x="2209978" y="1749287"/>
                </a:lnTo>
                <a:close/>
                <a:lnTo>
                  <a:pt x="2205246" y="1749287"/>
                </a:lnTo>
                <a:close/>
                <a:lnTo>
                  <a:pt x="2200514" y="1749287"/>
                </a:lnTo>
                <a:close/>
                <a:lnTo>
                  <a:pt x="2195781" y="1749287"/>
                </a:lnTo>
                <a:close/>
                <a:lnTo>
                  <a:pt x="2191049" y="1749287"/>
                </a:lnTo>
                <a:close/>
                <a:lnTo>
                  <a:pt x="2186317" y="1749287"/>
                </a:lnTo>
                <a:close/>
                <a:lnTo>
                  <a:pt x="2181585" y="1749287"/>
                </a:lnTo>
                <a:close/>
                <a:lnTo>
                  <a:pt x="2176852" y="1749287"/>
                </a:lnTo>
                <a:close/>
                <a:lnTo>
                  <a:pt x="2172120" y="1749287"/>
                </a:lnTo>
                <a:close/>
                <a:lnTo>
                  <a:pt x="2167388" y="1749287"/>
                </a:lnTo>
                <a:close/>
                <a:lnTo>
                  <a:pt x="2162655" y="1749287"/>
                </a:lnTo>
                <a:close/>
                <a:lnTo>
                  <a:pt x="2157923" y="1749287"/>
                </a:lnTo>
                <a:close/>
                <a:lnTo>
                  <a:pt x="2153191" y="1749287"/>
                </a:lnTo>
                <a:close/>
                <a:lnTo>
                  <a:pt x="2148459" y="1749287"/>
                </a:lnTo>
                <a:close/>
                <a:lnTo>
                  <a:pt x="2143726" y="1749287"/>
                </a:lnTo>
                <a:close/>
                <a:lnTo>
                  <a:pt x="2138994" y="1749287"/>
                </a:lnTo>
                <a:close/>
                <a:lnTo>
                  <a:pt x="2134262" y="1749287"/>
                </a:lnTo>
                <a:close/>
                <a:lnTo>
                  <a:pt x="2129529" y="1749287"/>
                </a:lnTo>
                <a:close/>
                <a:lnTo>
                  <a:pt x="2124797" y="1749287"/>
                </a:lnTo>
                <a:close/>
                <a:lnTo>
                  <a:pt x="2120065" y="1749287"/>
                </a:lnTo>
                <a:close/>
                <a:lnTo>
                  <a:pt x="2115333" y="1749287"/>
                </a:lnTo>
                <a:close/>
                <a:lnTo>
                  <a:pt x="2110600" y="1749287"/>
                </a:lnTo>
                <a:close/>
                <a:lnTo>
                  <a:pt x="2105868" y="1749287"/>
                </a:lnTo>
                <a:close/>
                <a:lnTo>
                  <a:pt x="2101136" y="1749287"/>
                </a:lnTo>
                <a:close/>
                <a:lnTo>
                  <a:pt x="2096403" y="1749287"/>
                </a:lnTo>
                <a:close/>
                <a:lnTo>
                  <a:pt x="2091671" y="1749287"/>
                </a:lnTo>
                <a:close/>
                <a:lnTo>
                  <a:pt x="2086939" y="1749287"/>
                </a:lnTo>
                <a:close/>
                <a:lnTo>
                  <a:pt x="2082207" y="1749287"/>
                </a:lnTo>
                <a:close/>
                <a:lnTo>
                  <a:pt x="2077474" y="1749287"/>
                </a:lnTo>
                <a:close/>
                <a:lnTo>
                  <a:pt x="2072742" y="1749287"/>
                </a:lnTo>
                <a:close/>
                <a:lnTo>
                  <a:pt x="2068010" y="1749287"/>
                </a:lnTo>
                <a:close/>
                <a:lnTo>
                  <a:pt x="2063277" y="1749287"/>
                </a:lnTo>
                <a:close/>
                <a:lnTo>
                  <a:pt x="2058545" y="1749287"/>
                </a:lnTo>
                <a:close/>
                <a:lnTo>
                  <a:pt x="2053813" y="1749287"/>
                </a:lnTo>
                <a:close/>
                <a:lnTo>
                  <a:pt x="2049081" y="1749287"/>
                </a:lnTo>
                <a:close/>
                <a:lnTo>
                  <a:pt x="2044348" y="1749287"/>
                </a:lnTo>
                <a:close/>
                <a:lnTo>
                  <a:pt x="2039616" y="1749287"/>
                </a:lnTo>
                <a:close/>
                <a:lnTo>
                  <a:pt x="2034884" y="1749287"/>
                </a:lnTo>
                <a:close/>
                <a:lnTo>
                  <a:pt x="2030151" y="1749287"/>
                </a:lnTo>
                <a:close/>
                <a:lnTo>
                  <a:pt x="2025419" y="1749287"/>
                </a:lnTo>
                <a:close/>
                <a:lnTo>
                  <a:pt x="2020687" y="1749287"/>
                </a:lnTo>
                <a:close/>
                <a:lnTo>
                  <a:pt x="2015955" y="1749287"/>
                </a:lnTo>
                <a:close/>
                <a:lnTo>
                  <a:pt x="2011222" y="1749287"/>
                </a:lnTo>
                <a:close/>
                <a:lnTo>
                  <a:pt x="2006490" y="1749287"/>
                </a:lnTo>
                <a:close/>
                <a:lnTo>
                  <a:pt x="2001758" y="1749287"/>
                </a:lnTo>
                <a:close/>
                <a:lnTo>
                  <a:pt x="1997025" y="1749287"/>
                </a:lnTo>
                <a:close/>
                <a:lnTo>
                  <a:pt x="1992293" y="1749287"/>
                </a:lnTo>
                <a:close/>
                <a:lnTo>
                  <a:pt x="1987561" y="1749287"/>
                </a:lnTo>
                <a:close/>
                <a:lnTo>
                  <a:pt x="1982829" y="1749287"/>
                </a:lnTo>
                <a:close/>
                <a:lnTo>
                  <a:pt x="1978096" y="1749287"/>
                </a:lnTo>
                <a:close/>
                <a:lnTo>
                  <a:pt x="1973364" y="1749287"/>
                </a:lnTo>
                <a:close/>
                <a:lnTo>
                  <a:pt x="1968632" y="1749287"/>
                </a:lnTo>
                <a:close/>
                <a:lnTo>
                  <a:pt x="1963899" y="1749287"/>
                </a:lnTo>
                <a:close/>
                <a:lnTo>
                  <a:pt x="1959167" y="1749287"/>
                </a:lnTo>
                <a:close/>
                <a:lnTo>
                  <a:pt x="1954435" y="1749287"/>
                </a:lnTo>
                <a:close/>
                <a:lnTo>
                  <a:pt x="1949702" y="1749287"/>
                </a:lnTo>
                <a:close/>
                <a:lnTo>
                  <a:pt x="1944970" y="1749287"/>
                </a:lnTo>
                <a:close/>
                <a:lnTo>
                  <a:pt x="1940238" y="1749287"/>
                </a:lnTo>
                <a:close/>
                <a:lnTo>
                  <a:pt x="1935506" y="1749287"/>
                </a:lnTo>
                <a:close/>
                <a:lnTo>
                  <a:pt x="1930773" y="1749287"/>
                </a:lnTo>
                <a:close/>
                <a:lnTo>
                  <a:pt x="1926041" y="1749287"/>
                </a:lnTo>
                <a:close/>
                <a:lnTo>
                  <a:pt x="1921309" y="1749287"/>
                </a:lnTo>
                <a:close/>
                <a:lnTo>
                  <a:pt x="1916576" y="1749287"/>
                </a:lnTo>
                <a:close/>
                <a:lnTo>
                  <a:pt x="1911844" y="1749287"/>
                </a:lnTo>
                <a:close/>
                <a:lnTo>
                  <a:pt x="1907112" y="1749287"/>
                </a:lnTo>
                <a:close/>
                <a:lnTo>
                  <a:pt x="1902380" y="1749287"/>
                </a:lnTo>
                <a:close/>
                <a:lnTo>
                  <a:pt x="1897647" y="1749287"/>
                </a:lnTo>
                <a:close/>
                <a:lnTo>
                  <a:pt x="1892915" y="1749287"/>
                </a:lnTo>
                <a:close/>
                <a:lnTo>
                  <a:pt x="1888183" y="1749287"/>
                </a:lnTo>
                <a:close/>
                <a:lnTo>
                  <a:pt x="1883450" y="1749287"/>
                </a:lnTo>
                <a:close/>
                <a:lnTo>
                  <a:pt x="1878718" y="1749287"/>
                </a:lnTo>
                <a:close/>
                <a:lnTo>
                  <a:pt x="1873986" y="1749287"/>
                </a:lnTo>
                <a:close/>
                <a:lnTo>
                  <a:pt x="1869254" y="1749287"/>
                </a:lnTo>
                <a:close/>
                <a:lnTo>
                  <a:pt x="1864521" y="1749287"/>
                </a:lnTo>
                <a:close/>
                <a:lnTo>
                  <a:pt x="1859789" y="1749287"/>
                </a:lnTo>
                <a:close/>
                <a:lnTo>
                  <a:pt x="1855057" y="1749287"/>
                </a:lnTo>
                <a:close/>
                <a:lnTo>
                  <a:pt x="1850324" y="1749287"/>
                </a:lnTo>
                <a:close/>
                <a:lnTo>
                  <a:pt x="1845592" y="1749287"/>
                </a:lnTo>
                <a:close/>
                <a:lnTo>
                  <a:pt x="1840860" y="1749287"/>
                </a:lnTo>
                <a:close/>
                <a:lnTo>
                  <a:pt x="1836128" y="1749287"/>
                </a:lnTo>
                <a:close/>
                <a:lnTo>
                  <a:pt x="1831395" y="1749287"/>
                </a:lnTo>
                <a:close/>
                <a:lnTo>
                  <a:pt x="1826663" y="1749287"/>
                </a:lnTo>
                <a:close/>
                <a:lnTo>
                  <a:pt x="1821931" y="1749287"/>
                </a:lnTo>
                <a:close/>
                <a:lnTo>
                  <a:pt x="1817198" y="1749287"/>
                </a:lnTo>
                <a:close/>
                <a:lnTo>
                  <a:pt x="1812466" y="1749287"/>
                </a:lnTo>
                <a:close/>
                <a:lnTo>
                  <a:pt x="1807734" y="1749287"/>
                </a:lnTo>
                <a:close/>
                <a:lnTo>
                  <a:pt x="1803002" y="1749287"/>
                </a:lnTo>
                <a:close/>
                <a:lnTo>
                  <a:pt x="1798269" y="1749287"/>
                </a:lnTo>
                <a:close/>
                <a:lnTo>
                  <a:pt x="1793537" y="1749287"/>
                </a:lnTo>
                <a:close/>
                <a:lnTo>
                  <a:pt x="1788805" y="1749287"/>
                </a:lnTo>
                <a:close/>
                <a:lnTo>
                  <a:pt x="1784072" y="1749287"/>
                </a:lnTo>
                <a:close/>
                <a:lnTo>
                  <a:pt x="1779340" y="1749287"/>
                </a:lnTo>
                <a:close/>
                <a:lnTo>
                  <a:pt x="1774608" y="1749287"/>
                </a:lnTo>
                <a:close/>
                <a:lnTo>
                  <a:pt x="1769876" y="1749287"/>
                </a:lnTo>
                <a:close/>
                <a:lnTo>
                  <a:pt x="1765143" y="1749287"/>
                </a:lnTo>
                <a:close/>
                <a:lnTo>
                  <a:pt x="1760411" y="1749287"/>
                </a:lnTo>
                <a:close/>
                <a:lnTo>
                  <a:pt x="1755679" y="1749287"/>
                </a:lnTo>
                <a:close/>
                <a:lnTo>
                  <a:pt x="1750946" y="1749287"/>
                </a:lnTo>
                <a:close/>
                <a:lnTo>
                  <a:pt x="1746214" y="1749287"/>
                </a:lnTo>
                <a:close/>
                <a:lnTo>
                  <a:pt x="1741482" y="1749287"/>
                </a:lnTo>
                <a:close/>
                <a:lnTo>
                  <a:pt x="1736750" y="1749287"/>
                </a:lnTo>
                <a:close/>
                <a:lnTo>
                  <a:pt x="1732017" y="1749287"/>
                </a:lnTo>
                <a:close/>
                <a:lnTo>
                  <a:pt x="1727285" y="1749287"/>
                </a:lnTo>
                <a:close/>
                <a:lnTo>
                  <a:pt x="1722553" y="1749287"/>
                </a:lnTo>
                <a:close/>
                <a:lnTo>
                  <a:pt x="1717820" y="1749287"/>
                </a:lnTo>
                <a:close/>
                <a:lnTo>
                  <a:pt x="1713088" y="1749287"/>
                </a:lnTo>
                <a:close/>
                <a:lnTo>
                  <a:pt x="1708356" y="1749287"/>
                </a:lnTo>
                <a:close/>
                <a:lnTo>
                  <a:pt x="1703624" y="1749287"/>
                </a:lnTo>
                <a:close/>
                <a:lnTo>
                  <a:pt x="1698891" y="1749287"/>
                </a:lnTo>
                <a:close/>
                <a:lnTo>
                  <a:pt x="1694159" y="1749287"/>
                </a:lnTo>
                <a:close/>
                <a:lnTo>
                  <a:pt x="1689427" y="1749287"/>
                </a:lnTo>
                <a:close/>
                <a:lnTo>
                  <a:pt x="1684694" y="1749287"/>
                </a:lnTo>
                <a:close/>
                <a:lnTo>
                  <a:pt x="1679962" y="1749287"/>
                </a:lnTo>
                <a:close/>
                <a:lnTo>
                  <a:pt x="1675230" y="1749287"/>
                </a:lnTo>
                <a:close/>
                <a:lnTo>
                  <a:pt x="1670498" y="1749287"/>
                </a:lnTo>
                <a:close/>
                <a:lnTo>
                  <a:pt x="1665765" y="1749287"/>
                </a:lnTo>
                <a:close/>
                <a:lnTo>
                  <a:pt x="1661033" y="1749287"/>
                </a:lnTo>
                <a:close/>
                <a:lnTo>
                  <a:pt x="1656301" y="1749287"/>
                </a:lnTo>
                <a:close/>
                <a:lnTo>
                  <a:pt x="1651568" y="1749287"/>
                </a:lnTo>
                <a:close/>
                <a:lnTo>
                  <a:pt x="1646836" y="1749287"/>
                </a:lnTo>
                <a:close/>
                <a:lnTo>
                  <a:pt x="1642104" y="1749287"/>
                </a:lnTo>
                <a:close/>
                <a:lnTo>
                  <a:pt x="1637372" y="1749287"/>
                </a:lnTo>
                <a:close/>
                <a:lnTo>
                  <a:pt x="1632639" y="1749287"/>
                </a:lnTo>
                <a:close/>
                <a:lnTo>
                  <a:pt x="1627907" y="1749287"/>
                </a:lnTo>
                <a:close/>
                <a:lnTo>
                  <a:pt x="1623175" y="1749287"/>
                </a:lnTo>
                <a:close/>
                <a:lnTo>
                  <a:pt x="1618442" y="1749287"/>
                </a:lnTo>
                <a:close/>
                <a:lnTo>
                  <a:pt x="1613710" y="1749287"/>
                </a:lnTo>
                <a:close/>
                <a:lnTo>
                  <a:pt x="1608978" y="1749287"/>
                </a:lnTo>
                <a:close/>
                <a:lnTo>
                  <a:pt x="1604246" y="1749287"/>
                </a:lnTo>
                <a:close/>
                <a:lnTo>
                  <a:pt x="1599513" y="1749287"/>
                </a:lnTo>
                <a:close/>
                <a:lnTo>
                  <a:pt x="1594781" y="1749287"/>
                </a:lnTo>
                <a:close/>
                <a:lnTo>
                  <a:pt x="1590049" y="1749287"/>
                </a:lnTo>
                <a:close/>
                <a:lnTo>
                  <a:pt x="1585316" y="1749287"/>
                </a:lnTo>
                <a:close/>
                <a:lnTo>
                  <a:pt x="1580584" y="1749287"/>
                </a:lnTo>
                <a:close/>
                <a:lnTo>
                  <a:pt x="1575852" y="1749287"/>
                </a:lnTo>
                <a:close/>
                <a:lnTo>
                  <a:pt x="1571120" y="1749287"/>
                </a:lnTo>
                <a:close/>
                <a:lnTo>
                  <a:pt x="1566387" y="1749287"/>
                </a:lnTo>
                <a:close/>
                <a:lnTo>
                  <a:pt x="1561655" y="1749287"/>
                </a:lnTo>
                <a:close/>
                <a:lnTo>
                  <a:pt x="1556923" y="1749287"/>
                </a:lnTo>
                <a:close/>
                <a:lnTo>
                  <a:pt x="1552190" y="1749287"/>
                </a:lnTo>
                <a:close/>
                <a:lnTo>
                  <a:pt x="1547458" y="1749287"/>
                </a:lnTo>
                <a:close/>
                <a:lnTo>
                  <a:pt x="1542726" y="1749287"/>
                </a:lnTo>
                <a:close/>
                <a:lnTo>
                  <a:pt x="1537994" y="1749287"/>
                </a:lnTo>
                <a:close/>
                <a:lnTo>
                  <a:pt x="1533261" y="1749287"/>
                </a:lnTo>
                <a:close/>
                <a:lnTo>
                  <a:pt x="1528529" y="1749287"/>
                </a:lnTo>
                <a:close/>
                <a:lnTo>
                  <a:pt x="1523797" y="1749287"/>
                </a:lnTo>
                <a:close/>
                <a:lnTo>
                  <a:pt x="1519064" y="1749287"/>
                </a:lnTo>
                <a:close/>
                <a:lnTo>
                  <a:pt x="1514332" y="1749287"/>
                </a:lnTo>
                <a:close/>
                <a:lnTo>
                  <a:pt x="1509600" y="1749287"/>
                </a:lnTo>
                <a:close/>
                <a:lnTo>
                  <a:pt x="1504868" y="1749287"/>
                </a:lnTo>
                <a:close/>
                <a:lnTo>
                  <a:pt x="1500135" y="1749287"/>
                </a:lnTo>
                <a:close/>
                <a:lnTo>
                  <a:pt x="1495403" y="1749287"/>
                </a:lnTo>
                <a:close/>
                <a:lnTo>
                  <a:pt x="1490671" y="1749287"/>
                </a:lnTo>
                <a:close/>
                <a:lnTo>
                  <a:pt x="1485938" y="1749287"/>
                </a:lnTo>
                <a:close/>
                <a:lnTo>
                  <a:pt x="1481206" y="1749287"/>
                </a:lnTo>
                <a:close/>
                <a:lnTo>
                  <a:pt x="1476474" y="1749287"/>
                </a:lnTo>
                <a:close/>
                <a:lnTo>
                  <a:pt x="1471742" y="1749287"/>
                </a:lnTo>
                <a:close/>
                <a:lnTo>
                  <a:pt x="1467009" y="1749287"/>
                </a:lnTo>
                <a:close/>
                <a:lnTo>
                  <a:pt x="1462277" y="1749287"/>
                </a:lnTo>
                <a:close/>
                <a:lnTo>
                  <a:pt x="1457545" y="1749287"/>
                </a:lnTo>
                <a:close/>
                <a:lnTo>
                  <a:pt x="1452812" y="1749287"/>
                </a:lnTo>
                <a:close/>
                <a:lnTo>
                  <a:pt x="1448080" y="1749287"/>
                </a:lnTo>
                <a:close/>
                <a:lnTo>
                  <a:pt x="1443348" y="1749287"/>
                </a:lnTo>
                <a:close/>
                <a:lnTo>
                  <a:pt x="1438615" y="1749287"/>
                </a:lnTo>
                <a:close/>
                <a:lnTo>
                  <a:pt x="1433883" y="1749287"/>
                </a:lnTo>
                <a:close/>
                <a:lnTo>
                  <a:pt x="1429151" y="1749287"/>
                </a:lnTo>
                <a:close/>
                <a:lnTo>
                  <a:pt x="1424419" y="1749287"/>
                </a:lnTo>
                <a:close/>
                <a:lnTo>
                  <a:pt x="1419686" y="1749287"/>
                </a:lnTo>
                <a:close/>
                <a:lnTo>
                  <a:pt x="1414954" y="1749287"/>
                </a:lnTo>
                <a:close/>
                <a:lnTo>
                  <a:pt x="1410222" y="1749287"/>
                </a:lnTo>
                <a:close/>
                <a:lnTo>
                  <a:pt x="1405489" y="1749287"/>
                </a:lnTo>
                <a:close/>
                <a:lnTo>
                  <a:pt x="1400757" y="1749287"/>
                </a:lnTo>
                <a:close/>
                <a:lnTo>
                  <a:pt x="1396025" y="1749287"/>
                </a:lnTo>
                <a:close/>
                <a:lnTo>
                  <a:pt x="1391293" y="1749287"/>
                </a:lnTo>
                <a:close/>
                <a:lnTo>
                  <a:pt x="1386560" y="1749287"/>
                </a:lnTo>
                <a:close/>
                <a:lnTo>
                  <a:pt x="1381828" y="1749287"/>
                </a:lnTo>
                <a:close/>
                <a:lnTo>
                  <a:pt x="1377096" y="1749287"/>
                </a:lnTo>
                <a:close/>
                <a:lnTo>
                  <a:pt x="1372363" y="1749287"/>
                </a:lnTo>
                <a:close/>
                <a:lnTo>
                  <a:pt x="1367631" y="1749287"/>
                </a:lnTo>
                <a:close/>
                <a:lnTo>
                  <a:pt x="1362899" y="1749287"/>
                </a:lnTo>
                <a:close/>
                <a:lnTo>
                  <a:pt x="1358167" y="1749287"/>
                </a:lnTo>
                <a:close/>
                <a:lnTo>
                  <a:pt x="1353434" y="1749287"/>
                </a:lnTo>
                <a:close/>
                <a:lnTo>
                  <a:pt x="1348702" y="1749287"/>
                </a:lnTo>
                <a:close/>
                <a:lnTo>
                  <a:pt x="1343970" y="1749287"/>
                </a:lnTo>
                <a:close/>
                <a:lnTo>
                  <a:pt x="1339237" y="1749287"/>
                </a:lnTo>
                <a:close/>
                <a:lnTo>
                  <a:pt x="1334505" y="1749287"/>
                </a:lnTo>
                <a:close/>
                <a:lnTo>
                  <a:pt x="1329773" y="1749287"/>
                </a:lnTo>
                <a:close/>
                <a:lnTo>
                  <a:pt x="1325041" y="1749287"/>
                </a:lnTo>
                <a:close/>
                <a:lnTo>
                  <a:pt x="1320308" y="1749287"/>
                </a:lnTo>
                <a:close/>
                <a:lnTo>
                  <a:pt x="1315576" y="1749287"/>
                </a:lnTo>
                <a:close/>
                <a:lnTo>
                  <a:pt x="1310844" y="1749287"/>
                </a:lnTo>
                <a:close/>
                <a:lnTo>
                  <a:pt x="1306111" y="1749287"/>
                </a:lnTo>
                <a:close/>
                <a:lnTo>
                  <a:pt x="1301379" y="1749287"/>
                </a:lnTo>
                <a:close/>
                <a:lnTo>
                  <a:pt x="1296647" y="1749287"/>
                </a:lnTo>
                <a:close/>
                <a:lnTo>
                  <a:pt x="1291915" y="1749287"/>
                </a:lnTo>
                <a:close/>
                <a:lnTo>
                  <a:pt x="1287182" y="1749287"/>
                </a:lnTo>
                <a:close/>
                <a:lnTo>
                  <a:pt x="1282450" y="1749287"/>
                </a:lnTo>
                <a:close/>
                <a:lnTo>
                  <a:pt x="1277718" y="1749287"/>
                </a:lnTo>
                <a:close/>
                <a:lnTo>
                  <a:pt x="1272985" y="1749287"/>
                </a:lnTo>
                <a:close/>
                <a:lnTo>
                  <a:pt x="1268253" y="1749287"/>
                </a:lnTo>
                <a:close/>
                <a:lnTo>
                  <a:pt x="1263521" y="1749287"/>
                </a:lnTo>
                <a:close/>
                <a:lnTo>
                  <a:pt x="1258789" y="1749287"/>
                </a:lnTo>
                <a:close/>
                <a:lnTo>
                  <a:pt x="1254056" y="1749287"/>
                </a:lnTo>
                <a:close/>
                <a:lnTo>
                  <a:pt x="1249324" y="1749287"/>
                </a:lnTo>
                <a:close/>
                <a:lnTo>
                  <a:pt x="1244592" y="1749287"/>
                </a:lnTo>
                <a:close/>
                <a:lnTo>
                  <a:pt x="1239859" y="1749287"/>
                </a:lnTo>
                <a:close/>
                <a:lnTo>
                  <a:pt x="1235127" y="1749287"/>
                </a:lnTo>
                <a:close/>
                <a:lnTo>
                  <a:pt x="1230395" y="1749287"/>
                </a:lnTo>
                <a:close/>
                <a:lnTo>
                  <a:pt x="1225663" y="1749287"/>
                </a:lnTo>
                <a:close/>
                <a:lnTo>
                  <a:pt x="1220930" y="1749287"/>
                </a:lnTo>
                <a:close/>
                <a:lnTo>
                  <a:pt x="1216198" y="1749287"/>
                </a:lnTo>
                <a:close/>
                <a:lnTo>
                  <a:pt x="1211466" y="1749287"/>
                </a:lnTo>
                <a:close/>
                <a:lnTo>
                  <a:pt x="1206733" y="1749287"/>
                </a:lnTo>
                <a:close/>
                <a:lnTo>
                  <a:pt x="1202001" y="1749287"/>
                </a:lnTo>
                <a:close/>
                <a:lnTo>
                  <a:pt x="1197269" y="1749287"/>
                </a:lnTo>
                <a:close/>
                <a:lnTo>
                  <a:pt x="1192537" y="1749287"/>
                </a:lnTo>
                <a:close/>
                <a:lnTo>
                  <a:pt x="1187804" y="1749287"/>
                </a:lnTo>
                <a:close/>
                <a:lnTo>
                  <a:pt x="1183072" y="1749287"/>
                </a:lnTo>
                <a:close/>
                <a:lnTo>
                  <a:pt x="1178340" y="1749287"/>
                </a:lnTo>
                <a:close/>
                <a:lnTo>
                  <a:pt x="1173607" y="1749287"/>
                </a:lnTo>
                <a:close/>
                <a:lnTo>
                  <a:pt x="1168875" y="1749287"/>
                </a:lnTo>
                <a:close/>
                <a:lnTo>
                  <a:pt x="1164143" y="1749287"/>
                </a:lnTo>
                <a:close/>
                <a:lnTo>
                  <a:pt x="1159411" y="1749287"/>
                </a:lnTo>
                <a:close/>
                <a:lnTo>
                  <a:pt x="1154678" y="1749287"/>
                </a:lnTo>
                <a:close/>
                <a:lnTo>
                  <a:pt x="1149946" y="1749287"/>
                </a:lnTo>
                <a:close/>
                <a:lnTo>
                  <a:pt x="1145214" y="1749287"/>
                </a:lnTo>
                <a:close/>
                <a:lnTo>
                  <a:pt x="1140481" y="1749287"/>
                </a:lnTo>
                <a:close/>
                <a:lnTo>
                  <a:pt x="1135749" y="1749287"/>
                </a:lnTo>
                <a:close/>
                <a:lnTo>
                  <a:pt x="1131017" y="1749287"/>
                </a:lnTo>
                <a:close/>
                <a:lnTo>
                  <a:pt x="1126285" y="1749287"/>
                </a:lnTo>
                <a:close/>
                <a:lnTo>
                  <a:pt x="1121552" y="1749287"/>
                </a:lnTo>
                <a:close/>
                <a:lnTo>
                  <a:pt x="1116820" y="1749287"/>
                </a:lnTo>
                <a:close/>
                <a:lnTo>
                  <a:pt x="1112088" y="1749287"/>
                </a:lnTo>
                <a:close/>
                <a:lnTo>
                  <a:pt x="1107355" y="1749287"/>
                </a:lnTo>
                <a:close/>
                <a:lnTo>
                  <a:pt x="1102623" y="1749287"/>
                </a:lnTo>
                <a:close/>
                <a:lnTo>
                  <a:pt x="1097891" y="1749287"/>
                </a:lnTo>
                <a:close/>
                <a:lnTo>
                  <a:pt x="1093159" y="1749287"/>
                </a:lnTo>
                <a:close/>
                <a:lnTo>
                  <a:pt x="1088426" y="1749287"/>
                </a:lnTo>
                <a:close/>
                <a:lnTo>
                  <a:pt x="1083694" y="1749287"/>
                </a:lnTo>
                <a:close/>
                <a:lnTo>
                  <a:pt x="1078962" y="1749287"/>
                </a:lnTo>
                <a:close/>
                <a:lnTo>
                  <a:pt x="1074229" y="1749287"/>
                </a:lnTo>
                <a:close/>
                <a:lnTo>
                  <a:pt x="1069497" y="1749287"/>
                </a:lnTo>
                <a:close/>
                <a:lnTo>
                  <a:pt x="1064765" y="1749287"/>
                </a:lnTo>
                <a:close/>
                <a:lnTo>
                  <a:pt x="1060033" y="1749287"/>
                </a:lnTo>
                <a:close/>
                <a:lnTo>
                  <a:pt x="1055300" y="1749287"/>
                </a:lnTo>
                <a:close/>
                <a:lnTo>
                  <a:pt x="1050568" y="1749287"/>
                </a:lnTo>
                <a:close/>
                <a:lnTo>
                  <a:pt x="1045836" y="1749287"/>
                </a:lnTo>
                <a:close/>
                <a:lnTo>
                  <a:pt x="1041103" y="1749287"/>
                </a:lnTo>
                <a:close/>
                <a:lnTo>
                  <a:pt x="1036371" y="1749287"/>
                </a:lnTo>
                <a:close/>
                <a:lnTo>
                  <a:pt x="1031639" y="1749287"/>
                </a:lnTo>
                <a:close/>
                <a:lnTo>
                  <a:pt x="1026907" y="1749287"/>
                </a:lnTo>
                <a:close/>
                <a:lnTo>
                  <a:pt x="1022174" y="1749287"/>
                </a:lnTo>
                <a:close/>
                <a:lnTo>
                  <a:pt x="1017442" y="1749287"/>
                </a:lnTo>
                <a:close/>
                <a:lnTo>
                  <a:pt x="1012710" y="1749287"/>
                </a:lnTo>
                <a:close/>
                <a:lnTo>
                  <a:pt x="1007977" y="1749287"/>
                </a:lnTo>
                <a:close/>
                <a:lnTo>
                  <a:pt x="1003245" y="1749287"/>
                </a:lnTo>
                <a:close/>
                <a:lnTo>
                  <a:pt x="998513" y="1749287"/>
                </a:lnTo>
                <a:close/>
                <a:lnTo>
                  <a:pt x="993780" y="1749287"/>
                </a:lnTo>
                <a:close/>
                <a:lnTo>
                  <a:pt x="989048" y="1749287"/>
                </a:lnTo>
                <a:close/>
                <a:lnTo>
                  <a:pt x="984316" y="1749287"/>
                </a:lnTo>
                <a:close/>
                <a:lnTo>
                  <a:pt x="979584" y="1749287"/>
                </a:lnTo>
                <a:close/>
                <a:lnTo>
                  <a:pt x="974851" y="1749287"/>
                </a:lnTo>
                <a:close/>
                <a:lnTo>
                  <a:pt x="970119" y="1749287"/>
                </a:lnTo>
                <a:close/>
                <a:lnTo>
                  <a:pt x="965387" y="1749287"/>
                </a:lnTo>
                <a:close/>
                <a:lnTo>
                  <a:pt x="960654" y="1749287"/>
                </a:lnTo>
                <a:close/>
                <a:lnTo>
                  <a:pt x="955922" y="1749287"/>
                </a:lnTo>
                <a:close/>
                <a:lnTo>
                  <a:pt x="951190" y="1749287"/>
                </a:lnTo>
                <a:close/>
                <a:lnTo>
                  <a:pt x="946458" y="1749287"/>
                </a:lnTo>
                <a:close/>
                <a:lnTo>
                  <a:pt x="941725" y="1749287"/>
                </a:lnTo>
                <a:close/>
                <a:lnTo>
                  <a:pt x="936993" y="1749287"/>
                </a:lnTo>
                <a:close/>
                <a:lnTo>
                  <a:pt x="932261" y="1749287"/>
                </a:lnTo>
                <a:close/>
                <a:lnTo>
                  <a:pt x="927528" y="1749287"/>
                </a:lnTo>
                <a:close/>
                <a:lnTo>
                  <a:pt x="922796" y="1749287"/>
                </a:lnTo>
                <a:close/>
                <a:lnTo>
                  <a:pt x="918064" y="1749287"/>
                </a:lnTo>
                <a:close/>
                <a:lnTo>
                  <a:pt x="913332" y="1749287"/>
                </a:lnTo>
                <a:close/>
                <a:lnTo>
                  <a:pt x="908599" y="1749287"/>
                </a:lnTo>
                <a:close/>
                <a:lnTo>
                  <a:pt x="903867" y="1749287"/>
                </a:lnTo>
                <a:close/>
                <a:lnTo>
                  <a:pt x="899135" y="1749287"/>
                </a:lnTo>
                <a:close/>
                <a:lnTo>
                  <a:pt x="894402" y="1749287"/>
                </a:lnTo>
                <a:close/>
                <a:lnTo>
                  <a:pt x="889670" y="1749287"/>
                </a:lnTo>
                <a:close/>
                <a:lnTo>
                  <a:pt x="884938" y="1749287"/>
                </a:lnTo>
                <a:close/>
                <a:lnTo>
                  <a:pt x="880206" y="1749287"/>
                </a:lnTo>
                <a:close/>
                <a:lnTo>
                  <a:pt x="875473" y="1749287"/>
                </a:lnTo>
                <a:close/>
                <a:lnTo>
                  <a:pt x="870741" y="1749287"/>
                </a:lnTo>
                <a:close/>
                <a:lnTo>
                  <a:pt x="866009" y="1749287"/>
                </a:lnTo>
                <a:close/>
                <a:lnTo>
                  <a:pt x="861276" y="1749287"/>
                </a:lnTo>
                <a:close/>
                <a:lnTo>
                  <a:pt x="856544" y="1749287"/>
                </a:lnTo>
                <a:close/>
                <a:lnTo>
                  <a:pt x="851812" y="1749287"/>
                </a:lnTo>
                <a:close/>
                <a:lnTo>
                  <a:pt x="847080" y="1749287"/>
                </a:lnTo>
                <a:close/>
                <a:lnTo>
                  <a:pt x="842347" y="1749287"/>
                </a:lnTo>
                <a:close/>
                <a:lnTo>
                  <a:pt x="837615" y="1749287"/>
                </a:lnTo>
                <a:close/>
                <a:lnTo>
                  <a:pt x="832883" y="1749287"/>
                </a:lnTo>
                <a:close/>
                <a:lnTo>
                  <a:pt x="828150" y="1749287"/>
                </a:lnTo>
                <a:close/>
                <a:lnTo>
                  <a:pt x="823418" y="1749287"/>
                </a:lnTo>
                <a:close/>
                <a:lnTo>
                  <a:pt x="818686" y="1749287"/>
                </a:lnTo>
                <a:close/>
                <a:lnTo>
                  <a:pt x="813954" y="1749287"/>
                </a:lnTo>
                <a:close/>
                <a:lnTo>
                  <a:pt x="809221" y="1749287"/>
                </a:lnTo>
                <a:close/>
                <a:lnTo>
                  <a:pt x="804489" y="1749287"/>
                </a:lnTo>
                <a:close/>
                <a:lnTo>
                  <a:pt x="799757" y="1749287"/>
                </a:lnTo>
                <a:close/>
                <a:lnTo>
                  <a:pt x="795024" y="1749287"/>
                </a:lnTo>
                <a:close/>
                <a:lnTo>
                  <a:pt x="790292" y="1749287"/>
                </a:lnTo>
                <a:close/>
                <a:lnTo>
                  <a:pt x="785560" y="1749287"/>
                </a:lnTo>
                <a:close/>
                <a:lnTo>
                  <a:pt x="780828" y="1749287"/>
                </a:lnTo>
                <a:close/>
                <a:lnTo>
                  <a:pt x="776095" y="1749287"/>
                </a:lnTo>
                <a:close/>
                <a:lnTo>
                  <a:pt x="771363" y="1749287"/>
                </a:lnTo>
                <a:close/>
                <a:lnTo>
                  <a:pt x="766631" y="1749287"/>
                </a:lnTo>
                <a:close/>
                <a:lnTo>
                  <a:pt x="761898" y="1749287"/>
                </a:lnTo>
                <a:close/>
                <a:lnTo>
                  <a:pt x="757166" y="1749287"/>
                </a:lnTo>
                <a:close/>
                <a:lnTo>
                  <a:pt x="752434" y="1749287"/>
                </a:lnTo>
                <a:close/>
                <a:lnTo>
                  <a:pt x="747702" y="1749287"/>
                </a:lnTo>
                <a:close/>
                <a:lnTo>
                  <a:pt x="742969" y="1749287"/>
                </a:lnTo>
                <a:close/>
                <a:lnTo>
                  <a:pt x="738237" y="1749287"/>
                </a:lnTo>
                <a:close/>
                <a:lnTo>
                  <a:pt x="733505" y="1749287"/>
                </a:lnTo>
                <a:close/>
                <a:lnTo>
                  <a:pt x="728772" y="1749287"/>
                </a:lnTo>
                <a:close/>
                <a:lnTo>
                  <a:pt x="724040" y="1749287"/>
                </a:lnTo>
                <a:close/>
                <a:lnTo>
                  <a:pt x="719308" y="1749287"/>
                </a:lnTo>
                <a:close/>
                <a:lnTo>
                  <a:pt x="714576" y="1749287"/>
                </a:lnTo>
                <a:close/>
                <a:lnTo>
                  <a:pt x="709843" y="1749287"/>
                </a:lnTo>
                <a:close/>
                <a:lnTo>
                  <a:pt x="705111" y="1749287"/>
                </a:lnTo>
                <a:close/>
                <a:lnTo>
                  <a:pt x="700379" y="1749287"/>
                </a:lnTo>
                <a:close/>
                <a:lnTo>
                  <a:pt x="695646" y="1749287"/>
                </a:lnTo>
                <a:close/>
                <a:lnTo>
                  <a:pt x="690914" y="1749287"/>
                </a:lnTo>
                <a:close/>
                <a:lnTo>
                  <a:pt x="686182" y="1749287"/>
                </a:lnTo>
                <a:close/>
                <a:lnTo>
                  <a:pt x="681450" y="1749287"/>
                </a:lnTo>
                <a:close/>
                <a:lnTo>
                  <a:pt x="676717" y="1749287"/>
                </a:lnTo>
                <a:close/>
                <a:lnTo>
                  <a:pt x="671985" y="1749287"/>
                </a:lnTo>
                <a:close/>
                <a:lnTo>
                  <a:pt x="667253" y="1749287"/>
                </a:lnTo>
                <a:close/>
                <a:lnTo>
                  <a:pt x="662520" y="1749287"/>
                </a:lnTo>
                <a:close/>
                <a:lnTo>
                  <a:pt x="657788" y="1749287"/>
                </a:lnTo>
                <a:close/>
                <a:lnTo>
                  <a:pt x="653056" y="1749287"/>
                </a:lnTo>
                <a:close/>
                <a:lnTo>
                  <a:pt x="648324" y="1749287"/>
                </a:lnTo>
                <a:close/>
                <a:lnTo>
                  <a:pt x="643591" y="1749287"/>
                </a:lnTo>
                <a:close/>
                <a:lnTo>
                  <a:pt x="638859" y="1749287"/>
                </a:lnTo>
                <a:close/>
                <a:lnTo>
                  <a:pt x="634127" y="1749287"/>
                </a:lnTo>
                <a:close/>
                <a:lnTo>
                  <a:pt x="629394" y="1749287"/>
                </a:lnTo>
                <a:close/>
                <a:lnTo>
                  <a:pt x="624662" y="1749287"/>
                </a:lnTo>
                <a:close/>
                <a:lnTo>
                  <a:pt x="619930" y="1749287"/>
                </a:lnTo>
                <a:close/>
                <a:lnTo>
                  <a:pt x="615198" y="1749287"/>
                </a:lnTo>
                <a:close/>
                <a:lnTo>
                  <a:pt x="610465" y="1749287"/>
                </a:lnTo>
                <a:close/>
                <a:lnTo>
                  <a:pt x="605733" y="1749287"/>
                </a:lnTo>
                <a:close/>
                <a:lnTo>
                  <a:pt x="601001" y="1749287"/>
                </a:lnTo>
                <a:close/>
                <a:lnTo>
                  <a:pt x="596268" y="1749287"/>
                </a:lnTo>
                <a:close/>
                <a:lnTo>
                  <a:pt x="591536" y="1749287"/>
                </a:lnTo>
                <a:close/>
                <a:lnTo>
                  <a:pt x="586804" y="1749287"/>
                </a:lnTo>
                <a:close/>
                <a:lnTo>
                  <a:pt x="582072" y="1749287"/>
                </a:lnTo>
                <a:close/>
                <a:lnTo>
                  <a:pt x="577339" y="1749287"/>
                </a:lnTo>
                <a:close/>
                <a:lnTo>
                  <a:pt x="572607" y="1749287"/>
                </a:lnTo>
                <a:close/>
                <a:lnTo>
                  <a:pt x="567875" y="1749287"/>
                </a:lnTo>
                <a:close/>
                <a:lnTo>
                  <a:pt x="563142" y="1749287"/>
                </a:lnTo>
                <a:close/>
                <a:lnTo>
                  <a:pt x="558410" y="1749287"/>
                </a:lnTo>
                <a:close/>
                <a:lnTo>
                  <a:pt x="553678" y="1749287"/>
                </a:lnTo>
                <a:close/>
                <a:lnTo>
                  <a:pt x="548946" y="1749287"/>
                </a:lnTo>
                <a:close/>
                <a:lnTo>
                  <a:pt x="544213" y="1749287"/>
                </a:lnTo>
                <a:close/>
                <a:lnTo>
                  <a:pt x="539481" y="1749287"/>
                </a:lnTo>
                <a:close/>
                <a:lnTo>
                  <a:pt x="534749" y="1749287"/>
                </a:lnTo>
                <a:close/>
                <a:lnTo>
                  <a:pt x="530016" y="1749287"/>
                </a:lnTo>
                <a:close/>
                <a:lnTo>
                  <a:pt x="525284" y="1749287"/>
                </a:lnTo>
                <a:close/>
                <a:lnTo>
                  <a:pt x="520552" y="1749287"/>
                </a:lnTo>
                <a:close/>
                <a:lnTo>
                  <a:pt x="515820" y="1749287"/>
                </a:lnTo>
                <a:close/>
                <a:lnTo>
                  <a:pt x="511087" y="1749287"/>
                </a:lnTo>
                <a:close/>
                <a:lnTo>
                  <a:pt x="506355" y="1749287"/>
                </a:lnTo>
                <a:close/>
                <a:lnTo>
                  <a:pt x="501623" y="1749287"/>
                </a:lnTo>
                <a:close/>
                <a:lnTo>
                  <a:pt x="496890" y="1749287"/>
                </a:lnTo>
                <a:close/>
                <a:lnTo>
                  <a:pt x="492158" y="1749287"/>
                </a:lnTo>
                <a:close/>
                <a:lnTo>
                  <a:pt x="487426" y="1749287"/>
                </a:lnTo>
                <a:close/>
                <a:lnTo>
                  <a:pt x="482693" y="1749287"/>
                </a:lnTo>
                <a:close/>
                <a:lnTo>
                  <a:pt x="477961" y="1749287"/>
                </a:lnTo>
                <a:close/>
                <a:lnTo>
                  <a:pt x="473229" y="1749287"/>
                </a:lnTo>
                <a:close/>
                <a:lnTo>
                  <a:pt x="468497" y="1749287"/>
                </a:lnTo>
                <a:close/>
                <a:lnTo>
                  <a:pt x="463764" y="1749287"/>
                </a:lnTo>
                <a:close/>
                <a:lnTo>
                  <a:pt x="459032" y="1749287"/>
                </a:lnTo>
                <a:close/>
                <a:lnTo>
                  <a:pt x="454300" y="1749287"/>
                </a:lnTo>
                <a:close/>
                <a:lnTo>
                  <a:pt x="449567" y="1749287"/>
                </a:lnTo>
                <a:close/>
                <a:lnTo>
                  <a:pt x="444835" y="1749287"/>
                </a:lnTo>
                <a:close/>
                <a:lnTo>
                  <a:pt x="440103" y="1749287"/>
                </a:lnTo>
                <a:close/>
                <a:lnTo>
                  <a:pt x="435371" y="1749287"/>
                </a:lnTo>
                <a:close/>
                <a:lnTo>
                  <a:pt x="430638" y="1749287"/>
                </a:lnTo>
                <a:close/>
                <a:lnTo>
                  <a:pt x="425906" y="1749287"/>
                </a:lnTo>
                <a:close/>
                <a:lnTo>
                  <a:pt x="421174" y="1749287"/>
                </a:lnTo>
                <a:close/>
                <a:lnTo>
                  <a:pt x="416441" y="1749287"/>
                </a:lnTo>
                <a:close/>
                <a:lnTo>
                  <a:pt x="411709" y="1749287"/>
                </a:lnTo>
                <a:close/>
                <a:lnTo>
                  <a:pt x="406977" y="1749287"/>
                </a:lnTo>
                <a:close/>
                <a:lnTo>
                  <a:pt x="402245" y="1749287"/>
                </a:lnTo>
                <a:close/>
                <a:lnTo>
                  <a:pt x="397512" y="1749287"/>
                </a:lnTo>
                <a:close/>
                <a:lnTo>
                  <a:pt x="392780" y="1749287"/>
                </a:lnTo>
                <a:close/>
                <a:lnTo>
                  <a:pt x="388048" y="1749287"/>
                </a:lnTo>
                <a:close/>
                <a:lnTo>
                  <a:pt x="383315" y="1749287"/>
                </a:lnTo>
                <a:close/>
                <a:lnTo>
                  <a:pt x="378583" y="1749287"/>
                </a:lnTo>
                <a:close/>
                <a:lnTo>
                  <a:pt x="373851" y="1749287"/>
                </a:lnTo>
                <a:close/>
                <a:lnTo>
                  <a:pt x="369119" y="1749287"/>
                </a:lnTo>
                <a:close/>
                <a:lnTo>
                  <a:pt x="364386" y="1749287"/>
                </a:lnTo>
                <a:close/>
                <a:lnTo>
                  <a:pt x="359654" y="1749287"/>
                </a:lnTo>
                <a:close/>
                <a:lnTo>
                  <a:pt x="354922" y="1749287"/>
                </a:lnTo>
                <a:close/>
                <a:lnTo>
                  <a:pt x="350189" y="1749287"/>
                </a:lnTo>
                <a:close/>
                <a:lnTo>
                  <a:pt x="345457" y="1749287"/>
                </a:lnTo>
                <a:close/>
                <a:lnTo>
                  <a:pt x="340725" y="1749287"/>
                </a:lnTo>
                <a:close/>
                <a:lnTo>
                  <a:pt x="335993" y="1749287"/>
                </a:lnTo>
                <a:close/>
                <a:lnTo>
                  <a:pt x="331260" y="1749287"/>
                </a:lnTo>
                <a:close/>
                <a:lnTo>
                  <a:pt x="326528" y="1749287"/>
                </a:lnTo>
                <a:close/>
                <a:lnTo>
                  <a:pt x="321796" y="1749287"/>
                </a:lnTo>
                <a:close/>
                <a:lnTo>
                  <a:pt x="317063" y="1749287"/>
                </a:lnTo>
                <a:close/>
                <a:lnTo>
                  <a:pt x="312331" y="1749287"/>
                </a:lnTo>
                <a:close/>
                <a:lnTo>
                  <a:pt x="307599" y="1749287"/>
                </a:lnTo>
                <a:close/>
                <a:lnTo>
                  <a:pt x="302867" y="1749287"/>
                </a:lnTo>
                <a:close/>
                <a:lnTo>
                  <a:pt x="298134" y="1749287"/>
                </a:lnTo>
                <a:close/>
                <a:lnTo>
                  <a:pt x="293402" y="1749287"/>
                </a:lnTo>
                <a:close/>
                <a:lnTo>
                  <a:pt x="288670" y="1749287"/>
                </a:lnTo>
                <a:close/>
                <a:lnTo>
                  <a:pt x="283937" y="1749287"/>
                </a:lnTo>
                <a:close/>
                <a:lnTo>
                  <a:pt x="279205" y="1749287"/>
                </a:lnTo>
                <a:close/>
                <a:lnTo>
                  <a:pt x="274473" y="1749287"/>
                </a:lnTo>
                <a:close/>
                <a:lnTo>
                  <a:pt x="269741" y="1749287"/>
                </a:lnTo>
                <a:close/>
                <a:lnTo>
                  <a:pt x="265008" y="1749287"/>
                </a:lnTo>
                <a:close/>
                <a:lnTo>
                  <a:pt x="260276" y="1749287"/>
                </a:lnTo>
                <a:close/>
                <a:lnTo>
                  <a:pt x="255544" y="1749287"/>
                </a:lnTo>
                <a:close/>
                <a:lnTo>
                  <a:pt x="250811" y="1749287"/>
                </a:lnTo>
                <a:close/>
                <a:lnTo>
                  <a:pt x="246079" y="1749287"/>
                </a:lnTo>
                <a:close/>
                <a:lnTo>
                  <a:pt x="241347" y="1749287"/>
                </a:lnTo>
                <a:close/>
                <a:lnTo>
                  <a:pt x="236615" y="1749287"/>
                </a:lnTo>
                <a:close/>
                <a:lnTo>
                  <a:pt x="231882" y="1749287"/>
                </a:lnTo>
                <a:close/>
                <a:lnTo>
                  <a:pt x="227150" y="1749287"/>
                </a:lnTo>
                <a:close/>
                <a:lnTo>
                  <a:pt x="222418" y="1749287"/>
                </a:lnTo>
                <a:close/>
                <a:lnTo>
                  <a:pt x="217685" y="1749287"/>
                </a:lnTo>
                <a:close/>
                <a:lnTo>
                  <a:pt x="212953" y="1749287"/>
                </a:lnTo>
                <a:close/>
                <a:lnTo>
                  <a:pt x="208221" y="1749287"/>
                </a:lnTo>
                <a:close/>
                <a:lnTo>
                  <a:pt x="203489" y="1749287"/>
                </a:lnTo>
                <a:close/>
                <a:lnTo>
                  <a:pt x="198756" y="1749287"/>
                </a:lnTo>
                <a:close/>
                <a:lnTo>
                  <a:pt x="194024" y="1749287"/>
                </a:lnTo>
                <a:close/>
                <a:lnTo>
                  <a:pt x="189292" y="1749287"/>
                </a:lnTo>
                <a:close/>
                <a:lnTo>
                  <a:pt x="184559" y="1749287"/>
                </a:lnTo>
                <a:close/>
                <a:lnTo>
                  <a:pt x="179827" y="1749287"/>
                </a:lnTo>
                <a:close/>
                <a:lnTo>
                  <a:pt x="175095" y="1749287"/>
                </a:lnTo>
                <a:close/>
                <a:lnTo>
                  <a:pt x="170363" y="1749287"/>
                </a:lnTo>
                <a:close/>
                <a:lnTo>
                  <a:pt x="165630" y="1749287"/>
                </a:lnTo>
                <a:close/>
                <a:lnTo>
                  <a:pt x="160898" y="1749287"/>
                </a:lnTo>
                <a:close/>
                <a:lnTo>
                  <a:pt x="156166" y="1749287"/>
                </a:lnTo>
                <a:close/>
                <a:lnTo>
                  <a:pt x="151433" y="1749287"/>
                </a:lnTo>
                <a:close/>
                <a:lnTo>
                  <a:pt x="146701" y="1749287"/>
                </a:lnTo>
                <a:close/>
                <a:lnTo>
                  <a:pt x="141969" y="1749287"/>
                </a:lnTo>
                <a:close/>
                <a:lnTo>
                  <a:pt x="137237" y="1749287"/>
                </a:lnTo>
                <a:close/>
                <a:lnTo>
                  <a:pt x="132504" y="1749287"/>
                </a:lnTo>
                <a:close/>
                <a:lnTo>
                  <a:pt x="127772" y="1749287"/>
                </a:lnTo>
                <a:close/>
                <a:lnTo>
                  <a:pt x="123040" y="1749287"/>
                </a:lnTo>
                <a:close/>
                <a:lnTo>
                  <a:pt x="118307" y="1749287"/>
                </a:lnTo>
                <a:close/>
                <a:lnTo>
                  <a:pt x="113575" y="1749287"/>
                </a:lnTo>
                <a:close/>
                <a:lnTo>
                  <a:pt x="108843" y="1749287"/>
                </a:lnTo>
                <a:close/>
                <a:lnTo>
                  <a:pt x="104111" y="1749287"/>
                </a:lnTo>
                <a:close/>
                <a:lnTo>
                  <a:pt x="99378" y="1749287"/>
                </a:lnTo>
                <a:close/>
                <a:lnTo>
                  <a:pt x="94646" y="1749287"/>
                </a:lnTo>
                <a:close/>
                <a:lnTo>
                  <a:pt x="89914" y="1749287"/>
                </a:lnTo>
                <a:close/>
                <a:lnTo>
                  <a:pt x="85181" y="1749287"/>
                </a:lnTo>
                <a:close/>
                <a:lnTo>
                  <a:pt x="80449" y="1749287"/>
                </a:lnTo>
                <a:close/>
                <a:lnTo>
                  <a:pt x="75717" y="1749287"/>
                </a:lnTo>
                <a:close/>
                <a:lnTo>
                  <a:pt x="70985" y="1749287"/>
                </a:lnTo>
                <a:close/>
                <a:lnTo>
                  <a:pt x="66252" y="1749287"/>
                </a:lnTo>
                <a:close/>
                <a:lnTo>
                  <a:pt x="61520" y="1749287"/>
                </a:lnTo>
                <a:close/>
                <a:lnTo>
                  <a:pt x="56788" y="1749287"/>
                </a:lnTo>
                <a:close/>
                <a:lnTo>
                  <a:pt x="52055" y="1749287"/>
                </a:lnTo>
                <a:close/>
                <a:lnTo>
                  <a:pt x="47323" y="1749287"/>
                </a:lnTo>
                <a:close/>
                <a:lnTo>
                  <a:pt x="42591" y="1749287"/>
                </a:lnTo>
                <a:close/>
                <a:lnTo>
                  <a:pt x="37858" y="1749287"/>
                </a:lnTo>
                <a:close/>
                <a:lnTo>
                  <a:pt x="33126" y="1749287"/>
                </a:lnTo>
                <a:close/>
                <a:lnTo>
                  <a:pt x="28394" y="1749287"/>
                </a:lnTo>
                <a:close/>
                <a:lnTo>
                  <a:pt x="23662" y="1749287"/>
                </a:lnTo>
                <a:close/>
                <a:lnTo>
                  <a:pt x="18929" y="1749287"/>
                </a:lnTo>
                <a:close/>
                <a:lnTo>
                  <a:pt x="14197" y="1749287"/>
                </a:lnTo>
                <a:close/>
                <a:lnTo>
                  <a:pt x="9465" y="1749287"/>
                </a:lnTo>
                <a:close/>
                <a:lnTo>
                  <a:pt x="4732" y="1749287"/>
                </a:lnTo>
                <a:close/>
                <a:lnTo>
                  <a:pt x="0" y="1749287"/>
                </a:lnTo>
                <a:close/>
                <a:lnTo>
                  <a:pt x="0" y="1749287"/>
                </a:lnTo>
                <a:close/>
              </a:path>
            </a:pathLst>
          </a:custGeom>
          <a:solidFill>
            <a:srgbClr val="C5DAE9">
              <a:alpha val="45000"/>
            </a:srgbClr>
          </a:solidFill>
          <a:ln w="12700">
            <a:solidFill>
              <a:srgbClr val="C5DAE9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4743907" y="3712464"/>
            <a:ext cx="0" cy="2011680"/>
          </a:xfrm>
          <a:custGeom>
            <a:avLst/>
            <a:gdLst/>
            <a:ahLst/>
            <a:cxnLst/>
            <a:rect l="l" t="t" r="r" b="b"/>
            <a:pathLst>
              <a:path w="0" h="2011680">
                <a:moveTo>
                  <a:pt x="0" y="201168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4743907" y="5724144"/>
            <a:ext cx="2834640" cy="0"/>
          </a:xfrm>
          <a:custGeom>
            <a:avLst/>
            <a:gdLst/>
            <a:ahLst/>
            <a:cxnLst/>
            <a:rect l="l" t="t" r="r" b="b"/>
            <a:pathLst>
              <a:path w="2834640" h="0">
                <a:moveTo>
                  <a:pt x="0" y="0"/>
                </a:moveTo>
                <a:lnTo>
                  <a:pt x="283464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4743907" y="3974942"/>
            <a:ext cx="2834640" cy="1749202"/>
          </a:xfrm>
          <a:custGeom>
            <a:avLst/>
            <a:gdLst/>
            <a:ahLst/>
            <a:cxnLst/>
            <a:rect l="l" t="t" r="r" b="b"/>
            <a:pathLst>
              <a:path w="2834640" h="1749202">
                <a:moveTo>
                  <a:pt x="0" y="1749202"/>
                </a:moveTo>
                <a:lnTo>
                  <a:pt x="1287182" y="1748102"/>
                </a:lnTo>
                <a:close/>
                <a:lnTo>
                  <a:pt x="1367631" y="1741195"/>
                </a:lnTo>
                <a:close/>
                <a:lnTo>
                  <a:pt x="1381828" y="1736208"/>
                </a:lnTo>
                <a:close/>
                <a:lnTo>
                  <a:pt x="1396025" y="1727594"/>
                </a:lnTo>
                <a:close/>
                <a:lnTo>
                  <a:pt x="1405489" y="1719128"/>
                </a:lnTo>
                <a:close/>
                <a:lnTo>
                  <a:pt x="1414954" y="1707873"/>
                </a:lnTo>
                <a:close/>
                <a:lnTo>
                  <a:pt x="1429151" y="1685017"/>
                </a:lnTo>
                <a:close/>
                <a:lnTo>
                  <a:pt x="1443348" y="1654383"/>
                </a:lnTo>
                <a:close/>
                <a:lnTo>
                  <a:pt x="1457545" y="1614095"/>
                </a:lnTo>
                <a:close/>
                <a:lnTo>
                  <a:pt x="1471742" y="1560492"/>
                </a:lnTo>
                <a:close/>
                <a:lnTo>
                  <a:pt x="1485938" y="1491146"/>
                </a:lnTo>
                <a:close/>
                <a:lnTo>
                  <a:pt x="1504868" y="1378909"/>
                </a:lnTo>
                <a:close/>
                <a:lnTo>
                  <a:pt x="1580584" y="892218"/>
                </a:lnTo>
                <a:close/>
                <a:lnTo>
                  <a:pt x="1623175" y="589214"/>
                </a:lnTo>
                <a:close/>
                <a:lnTo>
                  <a:pt x="1651568" y="408366"/>
                </a:lnTo>
                <a:close/>
                <a:lnTo>
                  <a:pt x="1665765" y="338844"/>
                </a:lnTo>
                <a:close/>
                <a:lnTo>
                  <a:pt x="1675230" y="308142"/>
                </a:lnTo>
                <a:close/>
                <a:lnTo>
                  <a:pt x="1679962" y="298345"/>
                </a:lnTo>
                <a:close/>
                <a:lnTo>
                  <a:pt x="1684694" y="292341"/>
                </a:lnTo>
                <a:close/>
                <a:lnTo>
                  <a:pt x="1689427" y="290003"/>
                </a:lnTo>
                <a:close/>
                <a:lnTo>
                  <a:pt x="1694159" y="291023"/>
                </a:lnTo>
                <a:close/>
                <a:lnTo>
                  <a:pt x="1698891" y="294911"/>
                </a:lnTo>
                <a:close/>
                <a:lnTo>
                  <a:pt x="1708356" y="308474"/>
                </a:lnTo>
                <a:close/>
                <a:lnTo>
                  <a:pt x="1722553" y="330073"/>
                </a:lnTo>
                <a:close/>
                <a:lnTo>
                  <a:pt x="1727285" y="334124"/>
                </a:lnTo>
                <a:close/>
                <a:lnTo>
                  <a:pt x="1732017" y="335500"/>
                </a:lnTo>
                <a:close/>
                <a:lnTo>
                  <a:pt x="1736750" y="333840"/>
                </a:lnTo>
                <a:close/>
                <a:lnTo>
                  <a:pt x="1741482" y="328992"/>
                </a:lnTo>
                <a:close/>
                <a:lnTo>
                  <a:pt x="1746214" y="320983"/>
                </a:lnTo>
                <a:close/>
                <a:lnTo>
                  <a:pt x="1755679" y="296170"/>
                </a:lnTo>
                <a:close/>
                <a:lnTo>
                  <a:pt x="1765143" y="261244"/>
                </a:lnTo>
                <a:close/>
                <a:lnTo>
                  <a:pt x="1779340" y="194579"/>
                </a:lnTo>
                <a:close/>
                <a:lnTo>
                  <a:pt x="1807734" y="54040"/>
                </a:lnTo>
                <a:close/>
                <a:lnTo>
                  <a:pt x="1817198" y="23327"/>
                </a:lnTo>
                <a:close/>
                <a:lnTo>
                  <a:pt x="1826663" y="5937"/>
                </a:lnTo>
                <a:close/>
                <a:lnTo>
                  <a:pt x="1831395" y="1789"/>
                </a:lnTo>
                <a:close/>
                <a:lnTo>
                  <a:pt x="1836128" y="0"/>
                </a:lnTo>
                <a:close/>
                <a:lnTo>
                  <a:pt x="1845592" y="894"/>
                </a:lnTo>
                <a:close/>
                <a:lnTo>
                  <a:pt x="1859789" y="6506"/>
                </a:lnTo>
                <a:close/>
                <a:lnTo>
                  <a:pt x="1869254" y="14222"/>
                </a:lnTo>
                <a:close/>
                <a:lnTo>
                  <a:pt x="1873986" y="21486"/>
                </a:lnTo>
                <a:close/>
                <a:lnTo>
                  <a:pt x="1878718" y="32455"/>
                </a:lnTo>
                <a:close/>
                <a:lnTo>
                  <a:pt x="1883450" y="48143"/>
                </a:lnTo>
                <a:close/>
                <a:lnTo>
                  <a:pt x="1892915" y="96391"/>
                </a:lnTo>
                <a:close/>
                <a:lnTo>
                  <a:pt x="1902380" y="167562"/>
                </a:lnTo>
                <a:close/>
                <a:lnTo>
                  <a:pt x="1916576" y="304973"/>
                </a:lnTo>
                <a:close/>
                <a:lnTo>
                  <a:pt x="2001758" y="1190326"/>
                </a:lnTo>
                <a:close/>
                <a:lnTo>
                  <a:pt x="2015955" y="1306517"/>
                </a:lnTo>
                <a:close/>
                <a:lnTo>
                  <a:pt x="2030151" y="1401055"/>
                </a:lnTo>
                <a:close/>
                <a:lnTo>
                  <a:pt x="2044348" y="1473577"/>
                </a:lnTo>
                <a:close/>
                <a:lnTo>
                  <a:pt x="2058545" y="1527764"/>
                </a:lnTo>
                <a:close/>
                <a:lnTo>
                  <a:pt x="2072742" y="1569387"/>
                </a:lnTo>
                <a:close/>
                <a:lnTo>
                  <a:pt x="2091671" y="1613501"/>
                </a:lnTo>
                <a:close/>
                <a:lnTo>
                  <a:pt x="2110600" y="1649968"/>
                </a:lnTo>
                <a:close/>
                <a:lnTo>
                  <a:pt x="2129529" y="1680432"/>
                </a:lnTo>
                <a:close/>
                <a:lnTo>
                  <a:pt x="2148459" y="1704746"/>
                </a:lnTo>
                <a:close/>
                <a:lnTo>
                  <a:pt x="2162655" y="1718770"/>
                </a:lnTo>
                <a:close/>
                <a:lnTo>
                  <a:pt x="2176852" y="1729177"/>
                </a:lnTo>
                <a:close/>
                <a:lnTo>
                  <a:pt x="2191049" y="1736382"/>
                </a:lnTo>
                <a:close/>
                <a:lnTo>
                  <a:pt x="2209978" y="1742470"/>
                </a:lnTo>
                <a:close/>
                <a:lnTo>
                  <a:pt x="2233640" y="1746802"/>
                </a:lnTo>
                <a:close/>
                <a:lnTo>
                  <a:pt x="2262033" y="1748852"/>
                </a:lnTo>
                <a:close/>
                <a:lnTo>
                  <a:pt x="2328285" y="1749202"/>
                </a:lnTo>
                <a:close/>
                <a:lnTo>
                  <a:pt x="2834640" y="1749202"/>
                </a:lnTo>
                <a:close/>
                <a:lnTo>
                  <a:pt x="2834640" y="1749202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799849" y="3509264"/>
            <a:ext cx="1498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k ref−1−1 (WmK) ⋅⋅</a:t>
            </a:r>
          </a:p>
        </p:txBody>
      </p:sp>
      <p:sp>
        <p:nvSpPr>
          <p:cNvPr id="160" name="Freeform 159"/>
          <p:cNvSpPr/>
          <p:nvPr/>
        </p:nvSpPr>
        <p:spPr>
          <a:xfrm>
            <a:off x="6471184" y="3712464"/>
            <a:ext cx="0" cy="2011680"/>
          </a:xfrm>
          <a:custGeom>
            <a:avLst/>
            <a:gdLst/>
            <a:ahLst/>
            <a:cxnLst/>
            <a:rect l="l" t="t" r="r" b="b"/>
            <a:pathLst>
              <a:path w="0" h="2011680">
                <a:moveTo>
                  <a:pt x="0" y="201168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78910" y="5309564"/>
            <a:ext cx="177800" cy="62230"/>
          </a:xfrm>
          <a:prstGeom prst="rect">
            <a:avLst/>
          </a:prstGeom>
          <a:solidFill>
            <a:srgbClr val="E8E8E8">
              <a:alpha val="85000"/>
            </a:srgbClr>
          </a:solidFill>
          <a:ln w="12700">
            <a:solidFill>
              <a:srgbClr val="B0B0B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727830" y="5244794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Prior (uniform)</a:t>
            </a:r>
          </a:p>
        </p:txBody>
      </p:sp>
      <p:sp>
        <p:nvSpPr>
          <p:cNvPr id="163" name="Freeform 162"/>
          <p:cNvSpPr/>
          <p:nvPr/>
        </p:nvSpPr>
        <p:spPr>
          <a:xfrm>
            <a:off x="6478910" y="5468556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88900" y="0"/>
                </a:lnTo>
                <a:close/>
                <a:lnTo>
                  <a:pt x="177800" y="0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727830" y="5372672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Posterior (Case 12)</a:t>
            </a:r>
          </a:p>
        </p:txBody>
      </p:sp>
      <p:sp>
        <p:nvSpPr>
          <p:cNvPr id="165" name="Freeform 164"/>
          <p:cNvSpPr/>
          <p:nvPr/>
        </p:nvSpPr>
        <p:spPr>
          <a:xfrm>
            <a:off x="6478910" y="5595350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88900" y="0"/>
                </a:lnTo>
                <a:close/>
                <a:lnTo>
                  <a:pt x="177800" y="0"/>
                </a:lnTo>
                <a:close/>
              </a:path>
            </a:pathLst>
          </a:custGeom>
          <a:noFill/>
          <a:ln w="1524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727830" y="5499465"/>
            <a:ext cx="889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True value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1440" y="92456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213555" y="47647"/>
            <a:ext cx="408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Prior vs. posterior marginals (Case 12: high stress)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