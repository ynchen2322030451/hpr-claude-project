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5: Posterior calibration.</a:t>
            </a:r>
          </a:p>
          <a:p>
            <a:r>
              <a:t>Panel A: marginals, Panel B: joint, Panel C: predictive.</a:t>
            </a:r>
          </a:p>
          <a:p>
            <a:r>
              <a:t>All text on last slide is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5 | Observation-conditioned posterior calibration</a:t>
            </a:r>
          </a:p>
        </p:txBody>
      </p:sp>
      <p:pic>
        <p:nvPicPr>
          <p:cNvPr id="3" name="Picture 2" descr="figure5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24" y="1280160"/>
            <a:ext cx="8083246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5A | Marginal posterior distributions</a:t>
            </a:r>
          </a:p>
        </p:txBody>
      </p:sp>
      <p:pic>
        <p:nvPicPr>
          <p:cNvPr id="3" name="Picture 2" descr="figure5_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6" y="1280160"/>
            <a:ext cx="6624821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5B | Joint posterior (E intercept vs α_base)</a:t>
            </a:r>
          </a:p>
        </p:txBody>
      </p:sp>
      <p:pic>
        <p:nvPicPr>
          <p:cNvPr id="3" name="Picture 2" descr="figure5_pane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302" y="1280160"/>
            <a:ext cx="6701089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5C | Posterior predictive stress agreement</a:t>
            </a:r>
          </a:p>
        </p:txBody>
      </p:sp>
      <p:pic>
        <p:nvPicPr>
          <p:cNvPr id="3" name="Picture 2" descr="figure5_pane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921864"/>
            <a:ext cx="9144000" cy="40201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7A7A"/>
                </a:solidFill>
                <a:latin typeface="Arial"/>
              </a:rPr>
              <a:t>Figure 5 — Editable text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A.  Marginal posterior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B.  Joint posterior (E intercept vs α_base)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C.  Posterior predictive stress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Key annotations (editable):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A: Prior (gray) vs Posterior (blue) KDE densities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  Parameters: E_intercept (GPa), α_base (×10⁻⁶ K⁻¹), α_slope (×10⁻⁹ K⁻²), SS316_k_ref (W/m·K)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B: 2D KDE contours for joint posterior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  E_intercept vs α_base, showing prior → posterior contraction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C: Posterior predictive stress vs observed (18 benchmark cases)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  Background bands: Low / Near-threshold / High stress categories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  131 MPa threshold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Benchmark statistics (editable):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18 test-split benchmark cases (6 low / 6 near / 6 high stress)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Acceptance rate: 0.58–0.67 across cases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90% CI coverage: 0.89–0.92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Posterior predictive stress tracks observations within ±10 MPa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