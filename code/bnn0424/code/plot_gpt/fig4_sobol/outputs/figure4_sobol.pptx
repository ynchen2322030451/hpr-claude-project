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4: Sobol variance decomposition.</a:t>
            </a:r>
          </a:p>
          <a:p>
            <a:r>
              <a:t>Panel A: stress, Panel B: k_eff, Panel C: summary.</a:t>
            </a:r>
          </a:p>
          <a:p>
            <a:r>
              <a:t>Panel C on slide 4 is fully native — every box and text is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4 | Sobol variance decomposition</a:t>
            </a:r>
          </a:p>
        </p:txBody>
      </p:sp>
      <p:pic>
        <p:nvPicPr>
          <p:cNvPr id="3" name="Picture 2" descr="figure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213" y="1280160"/>
            <a:ext cx="664726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4A | Coupled steady-state max stress — Sobol indices</a:t>
            </a:r>
          </a:p>
        </p:txBody>
      </p:sp>
      <p:pic>
        <p:nvPicPr>
          <p:cNvPr id="3" name="Picture 2" descr="panel_A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532" y="1280160"/>
            <a:ext cx="563262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4B | k_eff (coupled) — Sobol indices</a:t>
            </a:r>
          </a:p>
        </p:txBody>
      </p:sp>
      <p:pic>
        <p:nvPicPr>
          <p:cNvPr id="3" name="Picture 2" descr="panel_B_k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532" y="1280160"/>
            <a:ext cx="563262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4C | Dominant-factor separation (native editable)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C.  Dominant-factor separation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292608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Stress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Dominant factor: E intercept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S₁ ≈ 0.54–0.58 (first-order)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S_T ≈ 0.60–0.65 (total-order)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Elastic modulus governs coupled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  steady-state peak stress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Secondary: α_base (thermal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  expansion, via coupling)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572000" cy="2926080"/>
          </a:xfrm>
          <a:prstGeom prst="roundRect">
            <a:avLst/>
          </a:prstGeom>
          <a:solidFill>
            <a:srgbClr val="FDF5E6"/>
          </a:solidFill>
          <a:ln w="1905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4713B"/>
                </a:solidFill>
                <a:latin typeface="Arial"/>
              </a:rPr>
              <a:t>k_eff pathway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Dominant factor: α_base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S₁ ≈ 0.74–0.78 (first-order)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S_T ≈ 0.78–0.84 (total-order)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Thermal expansion base drives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  temperature-dependent k_eff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Secondary: SS316_k_ref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•    (conductivity reference)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2011680"/>
            <a:ext cx="0" cy="2560320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5029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7A7A7A"/>
                </a:solidFill>
                <a:latin typeface="Arial"/>
              </a:rPr>
              <a:t>Different material parameters dominate each output pathway, enabling targeted uncertainty reduction strategies.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7A7A"/>
                </a:solidFill>
                <a:latin typeface="Arial"/>
              </a:rPr>
              <a:t>Figure 4 — Editable text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A.  Coupled steady-state max stress — Sobol indices (S₁ / S_T)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B.  k_eff (coupled) — Sobol indices (S₁ / S_T)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C.  Dominant-factor separation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Key findings (editable):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E intercept dominates stress (S₁ ≈ 0.54–0.58)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α_base dominates k_eff (S₁ ≈ 0.74–0.78)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Distinct sensitivity pathways enable targeted uncertainty reduction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95% bootstrap CI from 4 independent BNN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7A7A7A"/>
                </a:solidFill>
                <a:latin typeface="Arial"/>
              </a:rPr>
              <a:t>Caption: Sobol variance decomposition reveals distinct dominant factors for stress (elastic modulus) and k_eff (thermal expansion), suggesting that targeted experimental characterization of these material properties would most effectively reduce response uncertainty.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