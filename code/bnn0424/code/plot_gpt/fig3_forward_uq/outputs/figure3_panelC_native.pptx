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15103" cy="512815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15103" cy="51281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370" y="451917"/>
            <a:ext cx="3842294" cy="4268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56019" y="645938"/>
            <a:ext cx="3492994" cy="3880409"/>
          </a:xfrm>
          <a:custGeom>
            <a:avLst/>
            <a:gdLst/>
            <a:ahLst/>
            <a:cxnLst/>
            <a:rect l="l" t="t" r="r" b="b"/>
            <a:pathLst>
              <a:path w="3492994" h="3880409">
                <a:moveTo>
                  <a:pt x="0" y="3880409"/>
                </a:moveTo>
                <a:lnTo>
                  <a:pt x="0" y="3879107"/>
                </a:lnTo>
                <a:close/>
                <a:lnTo>
                  <a:pt x="4372" y="3879054"/>
                </a:lnTo>
                <a:close/>
                <a:lnTo>
                  <a:pt x="8744" y="3878999"/>
                </a:lnTo>
                <a:close/>
                <a:lnTo>
                  <a:pt x="13115" y="3878941"/>
                </a:lnTo>
                <a:close/>
                <a:lnTo>
                  <a:pt x="17487" y="3878882"/>
                </a:lnTo>
                <a:close/>
                <a:lnTo>
                  <a:pt x="21859" y="3878820"/>
                </a:lnTo>
                <a:close/>
                <a:lnTo>
                  <a:pt x="26230" y="3878756"/>
                </a:lnTo>
                <a:close/>
                <a:lnTo>
                  <a:pt x="30602" y="3878690"/>
                </a:lnTo>
                <a:close/>
                <a:lnTo>
                  <a:pt x="34974" y="3878621"/>
                </a:lnTo>
                <a:close/>
                <a:lnTo>
                  <a:pt x="39346" y="3878549"/>
                </a:lnTo>
                <a:close/>
                <a:lnTo>
                  <a:pt x="43717" y="3878475"/>
                </a:lnTo>
                <a:close/>
                <a:lnTo>
                  <a:pt x="48089" y="3878398"/>
                </a:lnTo>
                <a:close/>
                <a:lnTo>
                  <a:pt x="52461" y="3878319"/>
                </a:lnTo>
                <a:close/>
                <a:lnTo>
                  <a:pt x="56832" y="3878236"/>
                </a:lnTo>
                <a:close/>
                <a:lnTo>
                  <a:pt x="61204" y="3878150"/>
                </a:lnTo>
                <a:close/>
                <a:lnTo>
                  <a:pt x="65576" y="3878061"/>
                </a:lnTo>
                <a:close/>
                <a:lnTo>
                  <a:pt x="69948" y="3877969"/>
                </a:lnTo>
                <a:close/>
                <a:lnTo>
                  <a:pt x="74319" y="3877874"/>
                </a:lnTo>
                <a:close/>
                <a:lnTo>
                  <a:pt x="78691" y="3877775"/>
                </a:lnTo>
                <a:close/>
                <a:lnTo>
                  <a:pt x="83063" y="3877672"/>
                </a:lnTo>
                <a:close/>
                <a:lnTo>
                  <a:pt x="87434" y="3877566"/>
                </a:lnTo>
                <a:close/>
                <a:lnTo>
                  <a:pt x="91806" y="3877456"/>
                </a:lnTo>
                <a:close/>
                <a:lnTo>
                  <a:pt x="96178" y="3877342"/>
                </a:lnTo>
                <a:close/>
                <a:lnTo>
                  <a:pt x="100549" y="3877224"/>
                </a:lnTo>
                <a:close/>
                <a:lnTo>
                  <a:pt x="104921" y="3877102"/>
                </a:lnTo>
                <a:close/>
                <a:lnTo>
                  <a:pt x="109293" y="3876975"/>
                </a:lnTo>
                <a:close/>
                <a:lnTo>
                  <a:pt x="113665" y="3876844"/>
                </a:lnTo>
                <a:close/>
                <a:lnTo>
                  <a:pt x="118036" y="3876708"/>
                </a:lnTo>
                <a:close/>
                <a:lnTo>
                  <a:pt x="122408" y="3876567"/>
                </a:lnTo>
                <a:close/>
                <a:lnTo>
                  <a:pt x="126780" y="3876422"/>
                </a:lnTo>
                <a:close/>
                <a:lnTo>
                  <a:pt x="131151" y="3876271"/>
                </a:lnTo>
                <a:close/>
                <a:lnTo>
                  <a:pt x="135523" y="3876115"/>
                </a:lnTo>
                <a:close/>
                <a:lnTo>
                  <a:pt x="139895" y="3875954"/>
                </a:lnTo>
                <a:close/>
                <a:lnTo>
                  <a:pt x="144267" y="3875787"/>
                </a:lnTo>
                <a:close/>
                <a:lnTo>
                  <a:pt x="148638" y="3875614"/>
                </a:lnTo>
                <a:close/>
                <a:lnTo>
                  <a:pt x="153010" y="3875435"/>
                </a:lnTo>
                <a:close/>
                <a:lnTo>
                  <a:pt x="157382" y="3875251"/>
                </a:lnTo>
                <a:close/>
                <a:lnTo>
                  <a:pt x="161753" y="3875059"/>
                </a:lnTo>
                <a:close/>
                <a:lnTo>
                  <a:pt x="166125" y="3874862"/>
                </a:lnTo>
                <a:close/>
                <a:lnTo>
                  <a:pt x="170497" y="3874657"/>
                </a:lnTo>
                <a:close/>
                <a:lnTo>
                  <a:pt x="174869" y="3874446"/>
                </a:lnTo>
                <a:close/>
                <a:lnTo>
                  <a:pt x="179240" y="3874227"/>
                </a:lnTo>
                <a:close/>
                <a:lnTo>
                  <a:pt x="183612" y="3874002"/>
                </a:lnTo>
                <a:close/>
                <a:lnTo>
                  <a:pt x="187984" y="3873768"/>
                </a:lnTo>
                <a:close/>
                <a:lnTo>
                  <a:pt x="192355" y="3873527"/>
                </a:lnTo>
                <a:close/>
                <a:lnTo>
                  <a:pt x="196727" y="3873277"/>
                </a:lnTo>
                <a:close/>
                <a:lnTo>
                  <a:pt x="201099" y="3873020"/>
                </a:lnTo>
                <a:close/>
                <a:lnTo>
                  <a:pt x="205470" y="3872754"/>
                </a:lnTo>
                <a:close/>
                <a:lnTo>
                  <a:pt x="209842" y="3872479"/>
                </a:lnTo>
                <a:close/>
                <a:lnTo>
                  <a:pt x="214214" y="3872195"/>
                </a:lnTo>
                <a:close/>
                <a:lnTo>
                  <a:pt x="218586" y="3871901"/>
                </a:lnTo>
                <a:close/>
                <a:lnTo>
                  <a:pt x="222957" y="3871599"/>
                </a:lnTo>
                <a:close/>
                <a:lnTo>
                  <a:pt x="227329" y="3871286"/>
                </a:lnTo>
                <a:close/>
                <a:lnTo>
                  <a:pt x="231701" y="3870963"/>
                </a:lnTo>
                <a:close/>
                <a:lnTo>
                  <a:pt x="236072" y="3870629"/>
                </a:lnTo>
                <a:close/>
                <a:lnTo>
                  <a:pt x="240444" y="3870285"/>
                </a:lnTo>
                <a:close/>
                <a:lnTo>
                  <a:pt x="244816" y="3869930"/>
                </a:lnTo>
                <a:close/>
                <a:lnTo>
                  <a:pt x="249188" y="3869564"/>
                </a:lnTo>
                <a:close/>
                <a:lnTo>
                  <a:pt x="253559" y="3869185"/>
                </a:lnTo>
                <a:close/>
                <a:lnTo>
                  <a:pt x="257931" y="3868795"/>
                </a:lnTo>
                <a:close/>
                <a:lnTo>
                  <a:pt x="262303" y="3868392"/>
                </a:lnTo>
                <a:close/>
                <a:lnTo>
                  <a:pt x="266674" y="3867977"/>
                </a:lnTo>
                <a:close/>
                <a:lnTo>
                  <a:pt x="271046" y="3867548"/>
                </a:lnTo>
                <a:close/>
                <a:lnTo>
                  <a:pt x="275418" y="3867107"/>
                </a:lnTo>
                <a:close/>
                <a:lnTo>
                  <a:pt x="279789" y="3866651"/>
                </a:lnTo>
                <a:close/>
                <a:lnTo>
                  <a:pt x="284161" y="3866181"/>
                </a:lnTo>
                <a:close/>
                <a:lnTo>
                  <a:pt x="288533" y="3865696"/>
                </a:lnTo>
                <a:close/>
                <a:lnTo>
                  <a:pt x="292905" y="3865197"/>
                </a:lnTo>
                <a:close/>
                <a:lnTo>
                  <a:pt x="297276" y="3864682"/>
                </a:lnTo>
                <a:close/>
                <a:lnTo>
                  <a:pt x="301648" y="3864152"/>
                </a:lnTo>
                <a:close/>
                <a:lnTo>
                  <a:pt x="306020" y="3863605"/>
                </a:lnTo>
                <a:close/>
                <a:lnTo>
                  <a:pt x="310391" y="3863041"/>
                </a:lnTo>
                <a:close/>
                <a:lnTo>
                  <a:pt x="314763" y="3862461"/>
                </a:lnTo>
                <a:close/>
                <a:lnTo>
                  <a:pt x="319135" y="3861863"/>
                </a:lnTo>
                <a:close/>
                <a:lnTo>
                  <a:pt x="323507" y="3861247"/>
                </a:lnTo>
                <a:close/>
                <a:lnTo>
                  <a:pt x="327878" y="3860612"/>
                </a:lnTo>
                <a:close/>
                <a:lnTo>
                  <a:pt x="332250" y="3859958"/>
                </a:lnTo>
                <a:close/>
                <a:lnTo>
                  <a:pt x="336622" y="3859285"/>
                </a:lnTo>
                <a:close/>
                <a:lnTo>
                  <a:pt x="340993" y="3858592"/>
                </a:lnTo>
                <a:close/>
                <a:lnTo>
                  <a:pt x="345365" y="3857879"/>
                </a:lnTo>
                <a:close/>
                <a:lnTo>
                  <a:pt x="349737" y="3857144"/>
                </a:lnTo>
                <a:close/>
                <a:lnTo>
                  <a:pt x="354109" y="3856388"/>
                </a:lnTo>
                <a:close/>
                <a:lnTo>
                  <a:pt x="358480" y="3855610"/>
                </a:lnTo>
                <a:close/>
                <a:lnTo>
                  <a:pt x="362852" y="3854810"/>
                </a:lnTo>
                <a:close/>
                <a:lnTo>
                  <a:pt x="367224" y="3853986"/>
                </a:lnTo>
                <a:close/>
                <a:lnTo>
                  <a:pt x="371595" y="3853138"/>
                </a:lnTo>
                <a:close/>
                <a:lnTo>
                  <a:pt x="375967" y="3852266"/>
                </a:lnTo>
                <a:close/>
                <a:lnTo>
                  <a:pt x="380339" y="3851369"/>
                </a:lnTo>
                <a:close/>
                <a:lnTo>
                  <a:pt x="384710" y="3850446"/>
                </a:lnTo>
                <a:close/>
                <a:lnTo>
                  <a:pt x="389082" y="3849497"/>
                </a:lnTo>
                <a:close/>
                <a:lnTo>
                  <a:pt x="393454" y="3848521"/>
                </a:lnTo>
                <a:close/>
                <a:lnTo>
                  <a:pt x="397826" y="3847518"/>
                </a:lnTo>
                <a:close/>
                <a:lnTo>
                  <a:pt x="402197" y="3846487"/>
                </a:lnTo>
                <a:close/>
                <a:lnTo>
                  <a:pt x="406569" y="3845427"/>
                </a:lnTo>
                <a:close/>
                <a:lnTo>
                  <a:pt x="410941" y="3844337"/>
                </a:lnTo>
                <a:close/>
                <a:lnTo>
                  <a:pt x="415312" y="3843217"/>
                </a:lnTo>
                <a:close/>
                <a:lnTo>
                  <a:pt x="419684" y="3842066"/>
                </a:lnTo>
                <a:close/>
                <a:lnTo>
                  <a:pt x="424056" y="3840883"/>
                </a:lnTo>
                <a:close/>
                <a:lnTo>
                  <a:pt x="428428" y="3839668"/>
                </a:lnTo>
                <a:close/>
                <a:lnTo>
                  <a:pt x="432799" y="3838420"/>
                </a:lnTo>
                <a:close/>
                <a:lnTo>
                  <a:pt x="437171" y="3837138"/>
                </a:lnTo>
                <a:close/>
                <a:lnTo>
                  <a:pt x="441543" y="3835822"/>
                </a:lnTo>
                <a:close/>
                <a:lnTo>
                  <a:pt x="445914" y="3834470"/>
                </a:lnTo>
                <a:close/>
                <a:lnTo>
                  <a:pt x="450286" y="3833081"/>
                </a:lnTo>
                <a:close/>
                <a:lnTo>
                  <a:pt x="454658" y="3831656"/>
                </a:lnTo>
                <a:close/>
                <a:lnTo>
                  <a:pt x="459029" y="3830193"/>
                </a:lnTo>
                <a:close/>
                <a:lnTo>
                  <a:pt x="463401" y="3828690"/>
                </a:lnTo>
                <a:close/>
                <a:lnTo>
                  <a:pt x="467773" y="3827149"/>
                </a:lnTo>
                <a:close/>
                <a:lnTo>
                  <a:pt x="472145" y="3825567"/>
                </a:lnTo>
                <a:close/>
                <a:lnTo>
                  <a:pt x="476516" y="3823943"/>
                </a:lnTo>
                <a:close/>
                <a:lnTo>
                  <a:pt x="480888" y="3822277"/>
                </a:lnTo>
                <a:close/>
                <a:lnTo>
                  <a:pt x="485260" y="3820569"/>
                </a:lnTo>
                <a:close/>
                <a:lnTo>
                  <a:pt x="489631" y="3818816"/>
                </a:lnTo>
                <a:close/>
                <a:lnTo>
                  <a:pt x="494003" y="3817018"/>
                </a:lnTo>
                <a:close/>
                <a:lnTo>
                  <a:pt x="498375" y="3815174"/>
                </a:lnTo>
                <a:close/>
                <a:lnTo>
                  <a:pt x="502747" y="3813283"/>
                </a:lnTo>
                <a:close/>
                <a:lnTo>
                  <a:pt x="507118" y="3811345"/>
                </a:lnTo>
                <a:close/>
                <a:lnTo>
                  <a:pt x="511490" y="3809357"/>
                </a:lnTo>
                <a:close/>
                <a:lnTo>
                  <a:pt x="515862" y="3807320"/>
                </a:lnTo>
                <a:close/>
                <a:lnTo>
                  <a:pt x="520233" y="3805232"/>
                </a:lnTo>
                <a:close/>
                <a:lnTo>
                  <a:pt x="524605" y="3803092"/>
                </a:lnTo>
                <a:close/>
                <a:lnTo>
                  <a:pt x="528977" y="3800899"/>
                </a:lnTo>
                <a:close/>
                <a:lnTo>
                  <a:pt x="533349" y="3798651"/>
                </a:lnTo>
                <a:close/>
                <a:lnTo>
                  <a:pt x="537720" y="3796349"/>
                </a:lnTo>
                <a:close/>
                <a:lnTo>
                  <a:pt x="542092" y="3793991"/>
                </a:lnTo>
                <a:close/>
                <a:lnTo>
                  <a:pt x="546464" y="3791575"/>
                </a:lnTo>
                <a:close/>
                <a:lnTo>
                  <a:pt x="550835" y="3789101"/>
                </a:lnTo>
                <a:close/>
                <a:lnTo>
                  <a:pt x="555207" y="3786568"/>
                </a:lnTo>
                <a:close/>
                <a:lnTo>
                  <a:pt x="559579" y="3783974"/>
                </a:lnTo>
                <a:close/>
                <a:lnTo>
                  <a:pt x="563950" y="3781318"/>
                </a:lnTo>
                <a:close/>
                <a:lnTo>
                  <a:pt x="568322" y="3778599"/>
                </a:lnTo>
                <a:close/>
                <a:lnTo>
                  <a:pt x="572694" y="3775817"/>
                </a:lnTo>
                <a:close/>
                <a:lnTo>
                  <a:pt x="577066" y="3772968"/>
                </a:lnTo>
                <a:close/>
                <a:lnTo>
                  <a:pt x="581437" y="3770054"/>
                </a:lnTo>
                <a:close/>
                <a:lnTo>
                  <a:pt x="585809" y="3767071"/>
                </a:lnTo>
                <a:close/>
                <a:lnTo>
                  <a:pt x="590181" y="3764020"/>
                </a:lnTo>
                <a:close/>
                <a:lnTo>
                  <a:pt x="594552" y="3760898"/>
                </a:lnTo>
                <a:close/>
                <a:lnTo>
                  <a:pt x="598924" y="3757706"/>
                </a:lnTo>
                <a:close/>
                <a:lnTo>
                  <a:pt x="603296" y="3754440"/>
                </a:lnTo>
                <a:close/>
                <a:lnTo>
                  <a:pt x="607668" y="3751101"/>
                </a:lnTo>
                <a:close/>
                <a:lnTo>
                  <a:pt x="612039" y="3747686"/>
                </a:lnTo>
                <a:close/>
                <a:lnTo>
                  <a:pt x="616411" y="3744195"/>
                </a:lnTo>
                <a:close/>
                <a:lnTo>
                  <a:pt x="620783" y="3740625"/>
                </a:lnTo>
                <a:close/>
                <a:lnTo>
                  <a:pt x="625154" y="3736977"/>
                </a:lnTo>
                <a:close/>
                <a:lnTo>
                  <a:pt x="629526" y="3733249"/>
                </a:lnTo>
                <a:close/>
                <a:lnTo>
                  <a:pt x="633898" y="3729438"/>
                </a:lnTo>
                <a:close/>
                <a:lnTo>
                  <a:pt x="638269" y="3725544"/>
                </a:lnTo>
                <a:close/>
                <a:lnTo>
                  <a:pt x="642641" y="3721566"/>
                </a:lnTo>
                <a:close/>
                <a:lnTo>
                  <a:pt x="647013" y="3717502"/>
                </a:lnTo>
                <a:close/>
                <a:lnTo>
                  <a:pt x="651385" y="3713351"/>
                </a:lnTo>
                <a:close/>
                <a:lnTo>
                  <a:pt x="655756" y="3709111"/>
                </a:lnTo>
                <a:close/>
                <a:lnTo>
                  <a:pt x="660128" y="3704782"/>
                </a:lnTo>
                <a:close/>
                <a:lnTo>
                  <a:pt x="664500" y="3700360"/>
                </a:lnTo>
                <a:close/>
                <a:lnTo>
                  <a:pt x="668871" y="3695846"/>
                </a:lnTo>
                <a:close/>
                <a:lnTo>
                  <a:pt x="673243" y="3691238"/>
                </a:lnTo>
                <a:close/>
                <a:lnTo>
                  <a:pt x="677615" y="3686534"/>
                </a:lnTo>
                <a:close/>
                <a:lnTo>
                  <a:pt x="681987" y="3681734"/>
                </a:lnTo>
                <a:close/>
                <a:lnTo>
                  <a:pt x="686358" y="3676834"/>
                </a:lnTo>
                <a:close/>
                <a:lnTo>
                  <a:pt x="690730" y="3671835"/>
                </a:lnTo>
                <a:close/>
                <a:lnTo>
                  <a:pt x="695102" y="3666734"/>
                </a:lnTo>
                <a:close/>
                <a:lnTo>
                  <a:pt x="699473" y="3661531"/>
                </a:lnTo>
                <a:close/>
                <a:lnTo>
                  <a:pt x="703845" y="3656223"/>
                </a:lnTo>
                <a:close/>
                <a:lnTo>
                  <a:pt x="708217" y="3650810"/>
                </a:lnTo>
                <a:close/>
                <a:lnTo>
                  <a:pt x="712589" y="3645290"/>
                </a:lnTo>
                <a:close/>
                <a:lnTo>
                  <a:pt x="716960" y="3639661"/>
                </a:lnTo>
                <a:close/>
                <a:lnTo>
                  <a:pt x="721332" y="3633922"/>
                </a:lnTo>
                <a:close/>
                <a:lnTo>
                  <a:pt x="725704" y="3628071"/>
                </a:lnTo>
                <a:close/>
                <a:lnTo>
                  <a:pt x="730075" y="3622107"/>
                </a:lnTo>
                <a:close/>
                <a:lnTo>
                  <a:pt x="734447" y="3616029"/>
                </a:lnTo>
                <a:close/>
                <a:lnTo>
                  <a:pt x="738819" y="3609835"/>
                </a:lnTo>
                <a:close/>
                <a:lnTo>
                  <a:pt x="743190" y="3603524"/>
                </a:lnTo>
                <a:close/>
                <a:lnTo>
                  <a:pt x="747562" y="3597094"/>
                </a:lnTo>
                <a:close/>
                <a:lnTo>
                  <a:pt x="751934" y="3590544"/>
                </a:lnTo>
                <a:close/>
                <a:lnTo>
                  <a:pt x="756306" y="3583872"/>
                </a:lnTo>
                <a:close/>
                <a:lnTo>
                  <a:pt x="760677" y="3577077"/>
                </a:lnTo>
                <a:close/>
                <a:lnTo>
                  <a:pt x="765049" y="3570157"/>
                </a:lnTo>
                <a:close/>
                <a:lnTo>
                  <a:pt x="769421" y="3563111"/>
                </a:lnTo>
                <a:close/>
                <a:lnTo>
                  <a:pt x="773792" y="3555938"/>
                </a:lnTo>
                <a:close/>
                <a:lnTo>
                  <a:pt x="778164" y="3548635"/>
                </a:lnTo>
                <a:close/>
                <a:lnTo>
                  <a:pt x="782536" y="3541203"/>
                </a:lnTo>
                <a:close/>
                <a:lnTo>
                  <a:pt x="786908" y="3533638"/>
                </a:lnTo>
                <a:close/>
                <a:lnTo>
                  <a:pt x="791279" y="3525941"/>
                </a:lnTo>
                <a:close/>
                <a:lnTo>
                  <a:pt x="795651" y="3518109"/>
                </a:lnTo>
                <a:close/>
                <a:lnTo>
                  <a:pt x="800023" y="3510141"/>
                </a:lnTo>
                <a:close/>
                <a:lnTo>
                  <a:pt x="804394" y="3502036"/>
                </a:lnTo>
                <a:close/>
                <a:lnTo>
                  <a:pt x="808766" y="3493792"/>
                </a:lnTo>
                <a:close/>
                <a:lnTo>
                  <a:pt x="813138" y="3485408"/>
                </a:lnTo>
                <a:close/>
                <a:lnTo>
                  <a:pt x="817509" y="3476883"/>
                </a:lnTo>
                <a:close/>
                <a:lnTo>
                  <a:pt x="821881" y="3468215"/>
                </a:lnTo>
                <a:close/>
                <a:lnTo>
                  <a:pt x="826253" y="3459403"/>
                </a:lnTo>
                <a:close/>
                <a:lnTo>
                  <a:pt x="830625" y="3450445"/>
                </a:lnTo>
                <a:close/>
                <a:lnTo>
                  <a:pt x="834996" y="3441342"/>
                </a:lnTo>
                <a:close/>
                <a:lnTo>
                  <a:pt x="839368" y="3432090"/>
                </a:lnTo>
                <a:close/>
                <a:lnTo>
                  <a:pt x="843740" y="3422689"/>
                </a:lnTo>
                <a:close/>
                <a:lnTo>
                  <a:pt x="848111" y="3413139"/>
                </a:lnTo>
                <a:close/>
                <a:lnTo>
                  <a:pt x="852483" y="3403436"/>
                </a:lnTo>
                <a:close/>
                <a:lnTo>
                  <a:pt x="856855" y="3393581"/>
                </a:lnTo>
                <a:close/>
                <a:lnTo>
                  <a:pt x="861227" y="3383572"/>
                </a:lnTo>
                <a:close/>
                <a:lnTo>
                  <a:pt x="865598" y="3373409"/>
                </a:lnTo>
                <a:close/>
                <a:lnTo>
                  <a:pt x="869970" y="3363089"/>
                </a:lnTo>
                <a:close/>
                <a:lnTo>
                  <a:pt x="874342" y="3352612"/>
                </a:lnTo>
                <a:close/>
                <a:lnTo>
                  <a:pt x="878713" y="3341976"/>
                </a:lnTo>
                <a:close/>
                <a:lnTo>
                  <a:pt x="883085" y="3331182"/>
                </a:lnTo>
                <a:close/>
                <a:lnTo>
                  <a:pt x="887457" y="3320227"/>
                </a:lnTo>
                <a:close/>
                <a:lnTo>
                  <a:pt x="891829" y="3309111"/>
                </a:lnTo>
                <a:close/>
                <a:lnTo>
                  <a:pt x="896200" y="3297833"/>
                </a:lnTo>
                <a:close/>
                <a:lnTo>
                  <a:pt x="900572" y="3286392"/>
                </a:lnTo>
                <a:close/>
                <a:lnTo>
                  <a:pt x="904944" y="3274787"/>
                </a:lnTo>
                <a:close/>
                <a:lnTo>
                  <a:pt x="909315" y="3263017"/>
                </a:lnTo>
                <a:close/>
                <a:lnTo>
                  <a:pt x="913687" y="3251081"/>
                </a:lnTo>
                <a:close/>
                <a:lnTo>
                  <a:pt x="918059" y="3238979"/>
                </a:lnTo>
                <a:close/>
                <a:lnTo>
                  <a:pt x="922430" y="3226710"/>
                </a:lnTo>
                <a:close/>
                <a:lnTo>
                  <a:pt x="926802" y="3214273"/>
                </a:lnTo>
                <a:close/>
                <a:lnTo>
                  <a:pt x="931174" y="3201667"/>
                </a:lnTo>
                <a:close/>
                <a:lnTo>
                  <a:pt x="935546" y="3188892"/>
                </a:lnTo>
                <a:close/>
                <a:lnTo>
                  <a:pt x="939917" y="3175948"/>
                </a:lnTo>
                <a:close/>
                <a:lnTo>
                  <a:pt x="944289" y="3162833"/>
                </a:lnTo>
                <a:close/>
                <a:lnTo>
                  <a:pt x="948661" y="3149546"/>
                </a:lnTo>
                <a:close/>
                <a:lnTo>
                  <a:pt x="953032" y="3136089"/>
                </a:lnTo>
                <a:close/>
                <a:lnTo>
                  <a:pt x="957404" y="3122460"/>
                </a:lnTo>
                <a:close/>
                <a:lnTo>
                  <a:pt x="961776" y="3108658"/>
                </a:lnTo>
                <a:close/>
                <a:lnTo>
                  <a:pt x="966148" y="3094685"/>
                </a:lnTo>
                <a:close/>
                <a:lnTo>
                  <a:pt x="970519" y="3080538"/>
                </a:lnTo>
                <a:close/>
                <a:lnTo>
                  <a:pt x="974891" y="3066218"/>
                </a:lnTo>
                <a:close/>
                <a:lnTo>
                  <a:pt x="979263" y="3051725"/>
                </a:lnTo>
                <a:close/>
                <a:lnTo>
                  <a:pt x="983634" y="3037058"/>
                </a:lnTo>
                <a:close/>
                <a:lnTo>
                  <a:pt x="988006" y="3022218"/>
                </a:lnTo>
                <a:close/>
                <a:lnTo>
                  <a:pt x="992378" y="3007204"/>
                </a:lnTo>
                <a:close/>
                <a:lnTo>
                  <a:pt x="996749" y="2992017"/>
                </a:lnTo>
                <a:close/>
                <a:lnTo>
                  <a:pt x="1001121" y="2976656"/>
                </a:lnTo>
                <a:close/>
                <a:lnTo>
                  <a:pt x="1005493" y="2961122"/>
                </a:lnTo>
                <a:close/>
                <a:lnTo>
                  <a:pt x="1009865" y="2945414"/>
                </a:lnTo>
                <a:close/>
                <a:lnTo>
                  <a:pt x="1014236" y="2929534"/>
                </a:lnTo>
                <a:close/>
                <a:lnTo>
                  <a:pt x="1018608" y="2913481"/>
                </a:lnTo>
                <a:close/>
                <a:lnTo>
                  <a:pt x="1022980" y="2897255"/>
                </a:lnTo>
                <a:close/>
                <a:lnTo>
                  <a:pt x="1027351" y="2880857"/>
                </a:lnTo>
                <a:close/>
                <a:lnTo>
                  <a:pt x="1031723" y="2864287"/>
                </a:lnTo>
                <a:close/>
                <a:lnTo>
                  <a:pt x="1036095" y="2847547"/>
                </a:lnTo>
                <a:close/>
                <a:lnTo>
                  <a:pt x="1040467" y="2830635"/>
                </a:lnTo>
                <a:close/>
                <a:lnTo>
                  <a:pt x="1044838" y="2813554"/>
                </a:lnTo>
                <a:close/>
                <a:lnTo>
                  <a:pt x="1049210" y="2796304"/>
                </a:lnTo>
                <a:close/>
                <a:lnTo>
                  <a:pt x="1053582" y="2778885"/>
                </a:lnTo>
                <a:close/>
                <a:lnTo>
                  <a:pt x="1057953" y="2761298"/>
                </a:lnTo>
                <a:close/>
                <a:lnTo>
                  <a:pt x="1062325" y="2743545"/>
                </a:lnTo>
                <a:close/>
                <a:lnTo>
                  <a:pt x="1066697" y="2725626"/>
                </a:lnTo>
                <a:close/>
                <a:lnTo>
                  <a:pt x="1071069" y="2707542"/>
                </a:lnTo>
                <a:close/>
                <a:lnTo>
                  <a:pt x="1075440" y="2689294"/>
                </a:lnTo>
                <a:close/>
                <a:lnTo>
                  <a:pt x="1079812" y="2670883"/>
                </a:lnTo>
                <a:close/>
                <a:lnTo>
                  <a:pt x="1084184" y="2652311"/>
                </a:lnTo>
                <a:close/>
                <a:lnTo>
                  <a:pt x="1088555" y="2633579"/>
                </a:lnTo>
                <a:close/>
                <a:lnTo>
                  <a:pt x="1092927" y="2614688"/>
                </a:lnTo>
                <a:close/>
                <a:lnTo>
                  <a:pt x="1097299" y="2595640"/>
                </a:lnTo>
                <a:close/>
                <a:lnTo>
                  <a:pt x="1101670" y="2576435"/>
                </a:lnTo>
                <a:close/>
                <a:lnTo>
                  <a:pt x="1106042" y="2557077"/>
                </a:lnTo>
                <a:close/>
                <a:lnTo>
                  <a:pt x="1110414" y="2537565"/>
                </a:lnTo>
                <a:close/>
                <a:lnTo>
                  <a:pt x="1114786" y="2517903"/>
                </a:lnTo>
                <a:close/>
                <a:lnTo>
                  <a:pt x="1119157" y="2498091"/>
                </a:lnTo>
                <a:close/>
                <a:lnTo>
                  <a:pt x="1123529" y="2478131"/>
                </a:lnTo>
                <a:close/>
                <a:lnTo>
                  <a:pt x="1127901" y="2458026"/>
                </a:lnTo>
                <a:close/>
                <a:lnTo>
                  <a:pt x="1132272" y="2437778"/>
                </a:lnTo>
                <a:close/>
                <a:lnTo>
                  <a:pt x="1136644" y="2417388"/>
                </a:lnTo>
                <a:close/>
                <a:lnTo>
                  <a:pt x="1141016" y="2396858"/>
                </a:lnTo>
                <a:close/>
                <a:lnTo>
                  <a:pt x="1145388" y="2376191"/>
                </a:lnTo>
                <a:close/>
                <a:lnTo>
                  <a:pt x="1149759" y="2355389"/>
                </a:lnTo>
                <a:close/>
                <a:lnTo>
                  <a:pt x="1154131" y="2334454"/>
                </a:lnTo>
                <a:close/>
                <a:lnTo>
                  <a:pt x="1158503" y="2313390"/>
                </a:lnTo>
                <a:close/>
                <a:lnTo>
                  <a:pt x="1162874" y="2292197"/>
                </a:lnTo>
                <a:close/>
                <a:lnTo>
                  <a:pt x="1167246" y="2270879"/>
                </a:lnTo>
                <a:close/>
                <a:lnTo>
                  <a:pt x="1171618" y="2249438"/>
                </a:lnTo>
                <a:close/>
                <a:lnTo>
                  <a:pt x="1175989" y="2227878"/>
                </a:lnTo>
                <a:close/>
                <a:lnTo>
                  <a:pt x="1180361" y="2206200"/>
                </a:lnTo>
                <a:close/>
                <a:lnTo>
                  <a:pt x="1184733" y="2184408"/>
                </a:lnTo>
                <a:close/>
                <a:lnTo>
                  <a:pt x="1189105" y="2162505"/>
                </a:lnTo>
                <a:close/>
                <a:lnTo>
                  <a:pt x="1193476" y="2140493"/>
                </a:lnTo>
                <a:close/>
                <a:lnTo>
                  <a:pt x="1197848" y="2118376"/>
                </a:lnTo>
                <a:close/>
                <a:lnTo>
                  <a:pt x="1202220" y="2096156"/>
                </a:lnTo>
                <a:close/>
                <a:lnTo>
                  <a:pt x="1206591" y="2073838"/>
                </a:lnTo>
                <a:close/>
                <a:lnTo>
                  <a:pt x="1210963" y="2051423"/>
                </a:lnTo>
                <a:close/>
                <a:lnTo>
                  <a:pt x="1215335" y="2028916"/>
                </a:lnTo>
                <a:close/>
                <a:lnTo>
                  <a:pt x="1219707" y="2006321"/>
                </a:lnTo>
                <a:close/>
                <a:lnTo>
                  <a:pt x="1224078" y="1983639"/>
                </a:lnTo>
                <a:close/>
                <a:lnTo>
                  <a:pt x="1228450" y="1960875"/>
                </a:lnTo>
                <a:close/>
                <a:lnTo>
                  <a:pt x="1232822" y="1938033"/>
                </a:lnTo>
                <a:close/>
                <a:lnTo>
                  <a:pt x="1237193" y="1915116"/>
                </a:lnTo>
                <a:close/>
                <a:lnTo>
                  <a:pt x="1241565" y="1892129"/>
                </a:lnTo>
                <a:close/>
                <a:lnTo>
                  <a:pt x="1245937" y="1869073"/>
                </a:lnTo>
                <a:close/>
                <a:lnTo>
                  <a:pt x="1250309" y="1845955"/>
                </a:lnTo>
                <a:close/>
                <a:lnTo>
                  <a:pt x="1254680" y="1822777"/>
                </a:lnTo>
                <a:close/>
                <a:lnTo>
                  <a:pt x="1259052" y="1799544"/>
                </a:lnTo>
                <a:close/>
                <a:lnTo>
                  <a:pt x="1263424" y="1776259"/>
                </a:lnTo>
                <a:close/>
                <a:lnTo>
                  <a:pt x="1267795" y="1752927"/>
                </a:lnTo>
                <a:close/>
                <a:lnTo>
                  <a:pt x="1272167" y="1729552"/>
                </a:lnTo>
                <a:close/>
                <a:lnTo>
                  <a:pt x="1276539" y="1706138"/>
                </a:lnTo>
                <a:close/>
                <a:lnTo>
                  <a:pt x="1280910" y="1682689"/>
                </a:lnTo>
                <a:close/>
                <a:lnTo>
                  <a:pt x="1285282" y="1659211"/>
                </a:lnTo>
                <a:close/>
                <a:lnTo>
                  <a:pt x="1289654" y="1635706"/>
                </a:lnTo>
                <a:close/>
                <a:lnTo>
                  <a:pt x="1294026" y="1612180"/>
                </a:lnTo>
                <a:close/>
                <a:lnTo>
                  <a:pt x="1298397" y="1588638"/>
                </a:lnTo>
                <a:close/>
                <a:lnTo>
                  <a:pt x="1302769" y="1565083"/>
                </a:lnTo>
                <a:close/>
                <a:lnTo>
                  <a:pt x="1307141" y="1541520"/>
                </a:lnTo>
                <a:close/>
                <a:lnTo>
                  <a:pt x="1311512" y="1517955"/>
                </a:lnTo>
                <a:close/>
                <a:lnTo>
                  <a:pt x="1315884" y="1494391"/>
                </a:lnTo>
                <a:close/>
                <a:lnTo>
                  <a:pt x="1320256" y="1470834"/>
                </a:lnTo>
                <a:close/>
                <a:lnTo>
                  <a:pt x="1324628" y="1447289"/>
                </a:lnTo>
                <a:close/>
                <a:lnTo>
                  <a:pt x="1328999" y="1423759"/>
                </a:lnTo>
                <a:close/>
                <a:lnTo>
                  <a:pt x="1333371" y="1400251"/>
                </a:lnTo>
                <a:close/>
                <a:lnTo>
                  <a:pt x="1337743" y="1376768"/>
                </a:lnTo>
                <a:close/>
                <a:lnTo>
                  <a:pt x="1342114" y="1353317"/>
                </a:lnTo>
                <a:close/>
                <a:lnTo>
                  <a:pt x="1346486" y="1329902"/>
                </a:lnTo>
                <a:close/>
                <a:lnTo>
                  <a:pt x="1350858" y="1306528"/>
                </a:lnTo>
                <a:close/>
                <a:lnTo>
                  <a:pt x="1355229" y="1283200"/>
                </a:lnTo>
                <a:close/>
                <a:lnTo>
                  <a:pt x="1359601" y="1259923"/>
                </a:lnTo>
                <a:close/>
                <a:lnTo>
                  <a:pt x="1363973" y="1236702"/>
                </a:lnTo>
                <a:close/>
                <a:lnTo>
                  <a:pt x="1368345" y="1213544"/>
                </a:lnTo>
                <a:close/>
                <a:lnTo>
                  <a:pt x="1372716" y="1190452"/>
                </a:lnTo>
                <a:close/>
                <a:lnTo>
                  <a:pt x="1377088" y="1167432"/>
                </a:lnTo>
                <a:close/>
                <a:lnTo>
                  <a:pt x="1381460" y="1144490"/>
                </a:lnTo>
                <a:close/>
                <a:lnTo>
                  <a:pt x="1385831" y="1121630"/>
                </a:lnTo>
                <a:close/>
                <a:lnTo>
                  <a:pt x="1390203" y="1098857"/>
                </a:lnTo>
                <a:close/>
                <a:lnTo>
                  <a:pt x="1394575" y="1076178"/>
                </a:lnTo>
                <a:close/>
                <a:lnTo>
                  <a:pt x="1398947" y="1053598"/>
                </a:lnTo>
                <a:close/>
                <a:lnTo>
                  <a:pt x="1403318" y="1031121"/>
                </a:lnTo>
                <a:close/>
                <a:lnTo>
                  <a:pt x="1407690" y="1008754"/>
                </a:lnTo>
                <a:close/>
                <a:lnTo>
                  <a:pt x="1412062" y="986501"/>
                </a:lnTo>
                <a:close/>
                <a:lnTo>
                  <a:pt x="1416433" y="964368"/>
                </a:lnTo>
                <a:close/>
                <a:lnTo>
                  <a:pt x="1420805" y="942360"/>
                </a:lnTo>
                <a:close/>
                <a:lnTo>
                  <a:pt x="1425177" y="920483"/>
                </a:lnTo>
                <a:close/>
                <a:lnTo>
                  <a:pt x="1429549" y="898742"/>
                </a:lnTo>
                <a:close/>
                <a:lnTo>
                  <a:pt x="1433920" y="877143"/>
                </a:lnTo>
                <a:close/>
                <a:lnTo>
                  <a:pt x="1438292" y="855690"/>
                </a:lnTo>
                <a:close/>
                <a:lnTo>
                  <a:pt x="1442664" y="834389"/>
                </a:lnTo>
                <a:close/>
                <a:lnTo>
                  <a:pt x="1447035" y="813246"/>
                </a:lnTo>
                <a:close/>
                <a:lnTo>
                  <a:pt x="1451407" y="792265"/>
                </a:lnTo>
                <a:close/>
                <a:lnTo>
                  <a:pt x="1455779" y="771453"/>
                </a:lnTo>
                <a:close/>
                <a:lnTo>
                  <a:pt x="1460150" y="750815"/>
                </a:lnTo>
                <a:close/>
                <a:lnTo>
                  <a:pt x="1464522" y="730355"/>
                </a:lnTo>
                <a:close/>
                <a:lnTo>
                  <a:pt x="1468894" y="710079"/>
                </a:lnTo>
                <a:close/>
                <a:lnTo>
                  <a:pt x="1473266" y="689992"/>
                </a:lnTo>
                <a:close/>
                <a:lnTo>
                  <a:pt x="1477637" y="670100"/>
                </a:lnTo>
                <a:close/>
                <a:lnTo>
                  <a:pt x="1482009" y="650408"/>
                </a:lnTo>
                <a:close/>
                <a:lnTo>
                  <a:pt x="1486381" y="630921"/>
                </a:lnTo>
                <a:close/>
                <a:lnTo>
                  <a:pt x="1490752" y="611644"/>
                </a:lnTo>
                <a:close/>
                <a:lnTo>
                  <a:pt x="1495124" y="592583"/>
                </a:lnTo>
                <a:close/>
                <a:lnTo>
                  <a:pt x="1499496" y="573741"/>
                </a:lnTo>
                <a:close/>
                <a:lnTo>
                  <a:pt x="1503868" y="555125"/>
                </a:lnTo>
                <a:close/>
                <a:lnTo>
                  <a:pt x="1508239" y="536740"/>
                </a:lnTo>
                <a:close/>
                <a:lnTo>
                  <a:pt x="1512611" y="518590"/>
                </a:lnTo>
                <a:close/>
                <a:lnTo>
                  <a:pt x="1516983" y="500680"/>
                </a:lnTo>
                <a:close/>
                <a:lnTo>
                  <a:pt x="1521354" y="483015"/>
                </a:lnTo>
                <a:close/>
                <a:lnTo>
                  <a:pt x="1525726" y="465601"/>
                </a:lnTo>
                <a:close/>
                <a:lnTo>
                  <a:pt x="1530098" y="448441"/>
                </a:lnTo>
                <a:close/>
                <a:lnTo>
                  <a:pt x="1534469" y="431541"/>
                </a:lnTo>
                <a:close/>
                <a:lnTo>
                  <a:pt x="1538841" y="414905"/>
                </a:lnTo>
                <a:close/>
                <a:lnTo>
                  <a:pt x="1543213" y="398538"/>
                </a:lnTo>
                <a:close/>
                <a:lnTo>
                  <a:pt x="1547585" y="382444"/>
                </a:lnTo>
                <a:close/>
                <a:lnTo>
                  <a:pt x="1551956" y="366628"/>
                </a:lnTo>
                <a:close/>
                <a:lnTo>
                  <a:pt x="1556328" y="351094"/>
                </a:lnTo>
                <a:close/>
                <a:lnTo>
                  <a:pt x="1560700" y="335847"/>
                </a:lnTo>
                <a:close/>
                <a:lnTo>
                  <a:pt x="1565071" y="320891"/>
                </a:lnTo>
                <a:close/>
                <a:lnTo>
                  <a:pt x="1569443" y="306231"/>
                </a:lnTo>
                <a:close/>
                <a:lnTo>
                  <a:pt x="1573815" y="291869"/>
                </a:lnTo>
                <a:close/>
                <a:lnTo>
                  <a:pt x="1578187" y="277812"/>
                </a:lnTo>
                <a:close/>
                <a:lnTo>
                  <a:pt x="1582558" y="264061"/>
                </a:lnTo>
                <a:close/>
                <a:lnTo>
                  <a:pt x="1586930" y="250622"/>
                </a:lnTo>
                <a:close/>
                <a:lnTo>
                  <a:pt x="1591302" y="237499"/>
                </a:lnTo>
                <a:close/>
                <a:lnTo>
                  <a:pt x="1595673" y="224694"/>
                </a:lnTo>
                <a:close/>
                <a:lnTo>
                  <a:pt x="1600045" y="212212"/>
                </a:lnTo>
                <a:close/>
                <a:lnTo>
                  <a:pt x="1604417" y="200057"/>
                </a:lnTo>
                <a:close/>
                <a:lnTo>
                  <a:pt x="1608789" y="188231"/>
                </a:lnTo>
                <a:close/>
                <a:lnTo>
                  <a:pt x="1613160" y="176739"/>
                </a:lnTo>
                <a:close/>
                <a:lnTo>
                  <a:pt x="1617532" y="165583"/>
                </a:lnTo>
                <a:close/>
                <a:lnTo>
                  <a:pt x="1621904" y="154768"/>
                </a:lnTo>
                <a:close/>
                <a:lnTo>
                  <a:pt x="1626275" y="144295"/>
                </a:lnTo>
                <a:close/>
                <a:lnTo>
                  <a:pt x="1630647" y="134169"/>
                </a:lnTo>
                <a:close/>
                <a:lnTo>
                  <a:pt x="1635019" y="124391"/>
                </a:lnTo>
                <a:close/>
                <a:lnTo>
                  <a:pt x="1639390" y="114966"/>
                </a:lnTo>
                <a:close/>
                <a:lnTo>
                  <a:pt x="1643762" y="105895"/>
                </a:lnTo>
                <a:close/>
                <a:lnTo>
                  <a:pt x="1648134" y="97182"/>
                </a:lnTo>
                <a:close/>
                <a:lnTo>
                  <a:pt x="1652506" y="88829"/>
                </a:lnTo>
                <a:close/>
                <a:lnTo>
                  <a:pt x="1656877" y="80838"/>
                </a:lnTo>
                <a:close/>
                <a:lnTo>
                  <a:pt x="1661249" y="73213"/>
                </a:lnTo>
                <a:close/>
                <a:lnTo>
                  <a:pt x="1665621" y="65954"/>
                </a:lnTo>
                <a:close/>
                <a:lnTo>
                  <a:pt x="1669992" y="59064"/>
                </a:lnTo>
                <a:close/>
                <a:lnTo>
                  <a:pt x="1674364" y="52546"/>
                </a:lnTo>
                <a:close/>
                <a:lnTo>
                  <a:pt x="1678736" y="46401"/>
                </a:lnTo>
                <a:close/>
                <a:lnTo>
                  <a:pt x="1683108" y="40632"/>
                </a:lnTo>
                <a:close/>
                <a:lnTo>
                  <a:pt x="1687479" y="35239"/>
                </a:lnTo>
                <a:close/>
                <a:lnTo>
                  <a:pt x="1691851" y="30224"/>
                </a:lnTo>
                <a:close/>
                <a:lnTo>
                  <a:pt x="1696223" y="25590"/>
                </a:lnTo>
                <a:close/>
                <a:lnTo>
                  <a:pt x="1700594" y="21336"/>
                </a:lnTo>
                <a:close/>
                <a:lnTo>
                  <a:pt x="1704966" y="17466"/>
                </a:lnTo>
                <a:close/>
                <a:lnTo>
                  <a:pt x="1709338" y="13979"/>
                </a:lnTo>
                <a:close/>
                <a:lnTo>
                  <a:pt x="1713709" y="10877"/>
                </a:lnTo>
                <a:close/>
                <a:lnTo>
                  <a:pt x="1718081" y="8160"/>
                </a:lnTo>
                <a:close/>
                <a:lnTo>
                  <a:pt x="1722453" y="5830"/>
                </a:lnTo>
                <a:close/>
                <a:lnTo>
                  <a:pt x="1726825" y="3888"/>
                </a:lnTo>
                <a:close/>
                <a:lnTo>
                  <a:pt x="1731196" y="2333"/>
                </a:lnTo>
                <a:close/>
                <a:lnTo>
                  <a:pt x="1735568" y="1166"/>
                </a:lnTo>
                <a:close/>
                <a:lnTo>
                  <a:pt x="1739940" y="389"/>
                </a:lnTo>
                <a:close/>
                <a:lnTo>
                  <a:pt x="1744311" y="0"/>
                </a:lnTo>
                <a:close/>
                <a:lnTo>
                  <a:pt x="1748683" y="0"/>
                </a:lnTo>
                <a:close/>
                <a:lnTo>
                  <a:pt x="1753055" y="389"/>
                </a:lnTo>
                <a:close/>
                <a:lnTo>
                  <a:pt x="1757427" y="1166"/>
                </a:lnTo>
                <a:close/>
                <a:lnTo>
                  <a:pt x="1761798" y="2333"/>
                </a:lnTo>
                <a:close/>
                <a:lnTo>
                  <a:pt x="1766170" y="3888"/>
                </a:lnTo>
                <a:close/>
                <a:lnTo>
                  <a:pt x="1770542" y="5830"/>
                </a:lnTo>
                <a:close/>
                <a:lnTo>
                  <a:pt x="1774913" y="8160"/>
                </a:lnTo>
                <a:close/>
                <a:lnTo>
                  <a:pt x="1779285" y="10877"/>
                </a:lnTo>
                <a:close/>
                <a:lnTo>
                  <a:pt x="1783657" y="13979"/>
                </a:lnTo>
                <a:close/>
                <a:lnTo>
                  <a:pt x="1788029" y="17466"/>
                </a:lnTo>
                <a:close/>
                <a:lnTo>
                  <a:pt x="1792400" y="21336"/>
                </a:lnTo>
                <a:close/>
                <a:lnTo>
                  <a:pt x="1796772" y="25590"/>
                </a:lnTo>
                <a:close/>
                <a:lnTo>
                  <a:pt x="1801144" y="30224"/>
                </a:lnTo>
                <a:close/>
                <a:lnTo>
                  <a:pt x="1805515" y="35239"/>
                </a:lnTo>
                <a:close/>
                <a:lnTo>
                  <a:pt x="1809887" y="40632"/>
                </a:lnTo>
                <a:close/>
                <a:lnTo>
                  <a:pt x="1814259" y="46401"/>
                </a:lnTo>
                <a:close/>
                <a:lnTo>
                  <a:pt x="1818630" y="52546"/>
                </a:lnTo>
                <a:close/>
                <a:lnTo>
                  <a:pt x="1823002" y="59064"/>
                </a:lnTo>
                <a:close/>
                <a:lnTo>
                  <a:pt x="1827374" y="65954"/>
                </a:lnTo>
                <a:close/>
                <a:lnTo>
                  <a:pt x="1831746" y="73213"/>
                </a:lnTo>
                <a:close/>
                <a:lnTo>
                  <a:pt x="1836117" y="80838"/>
                </a:lnTo>
                <a:close/>
                <a:lnTo>
                  <a:pt x="1840489" y="88829"/>
                </a:lnTo>
                <a:close/>
                <a:lnTo>
                  <a:pt x="1844861" y="97182"/>
                </a:lnTo>
                <a:close/>
                <a:lnTo>
                  <a:pt x="1849232" y="105895"/>
                </a:lnTo>
                <a:close/>
                <a:lnTo>
                  <a:pt x="1853604" y="114966"/>
                </a:lnTo>
                <a:close/>
                <a:lnTo>
                  <a:pt x="1857976" y="124391"/>
                </a:lnTo>
                <a:close/>
                <a:lnTo>
                  <a:pt x="1862348" y="134169"/>
                </a:lnTo>
                <a:close/>
                <a:lnTo>
                  <a:pt x="1866719" y="144295"/>
                </a:lnTo>
                <a:close/>
                <a:lnTo>
                  <a:pt x="1871091" y="154768"/>
                </a:lnTo>
                <a:close/>
                <a:lnTo>
                  <a:pt x="1875463" y="165583"/>
                </a:lnTo>
                <a:close/>
                <a:lnTo>
                  <a:pt x="1879834" y="176739"/>
                </a:lnTo>
                <a:close/>
                <a:lnTo>
                  <a:pt x="1884206" y="188231"/>
                </a:lnTo>
                <a:close/>
                <a:lnTo>
                  <a:pt x="1888578" y="200057"/>
                </a:lnTo>
                <a:close/>
                <a:lnTo>
                  <a:pt x="1892949" y="212212"/>
                </a:lnTo>
                <a:close/>
                <a:lnTo>
                  <a:pt x="1897321" y="224694"/>
                </a:lnTo>
                <a:close/>
                <a:lnTo>
                  <a:pt x="1901693" y="237499"/>
                </a:lnTo>
                <a:close/>
                <a:lnTo>
                  <a:pt x="1906065" y="250622"/>
                </a:lnTo>
                <a:close/>
                <a:lnTo>
                  <a:pt x="1910436" y="264061"/>
                </a:lnTo>
                <a:close/>
                <a:lnTo>
                  <a:pt x="1914808" y="277812"/>
                </a:lnTo>
                <a:close/>
                <a:lnTo>
                  <a:pt x="1919180" y="291869"/>
                </a:lnTo>
                <a:close/>
                <a:lnTo>
                  <a:pt x="1923551" y="306231"/>
                </a:lnTo>
                <a:close/>
                <a:lnTo>
                  <a:pt x="1927923" y="320891"/>
                </a:lnTo>
                <a:close/>
                <a:lnTo>
                  <a:pt x="1932295" y="335847"/>
                </a:lnTo>
                <a:close/>
                <a:lnTo>
                  <a:pt x="1936667" y="351094"/>
                </a:lnTo>
                <a:close/>
                <a:lnTo>
                  <a:pt x="1941038" y="366628"/>
                </a:lnTo>
                <a:close/>
                <a:lnTo>
                  <a:pt x="1945410" y="382444"/>
                </a:lnTo>
                <a:close/>
                <a:lnTo>
                  <a:pt x="1949782" y="398538"/>
                </a:lnTo>
                <a:close/>
                <a:lnTo>
                  <a:pt x="1954153" y="414905"/>
                </a:lnTo>
                <a:close/>
                <a:lnTo>
                  <a:pt x="1958525" y="431541"/>
                </a:lnTo>
                <a:close/>
                <a:lnTo>
                  <a:pt x="1962897" y="448441"/>
                </a:lnTo>
                <a:close/>
                <a:lnTo>
                  <a:pt x="1967269" y="465601"/>
                </a:lnTo>
                <a:close/>
                <a:lnTo>
                  <a:pt x="1971640" y="483015"/>
                </a:lnTo>
                <a:close/>
                <a:lnTo>
                  <a:pt x="1976012" y="500680"/>
                </a:lnTo>
                <a:close/>
                <a:lnTo>
                  <a:pt x="1980384" y="518590"/>
                </a:lnTo>
                <a:close/>
                <a:lnTo>
                  <a:pt x="1984755" y="536740"/>
                </a:lnTo>
                <a:close/>
                <a:lnTo>
                  <a:pt x="1989127" y="555125"/>
                </a:lnTo>
                <a:close/>
                <a:lnTo>
                  <a:pt x="1993499" y="573741"/>
                </a:lnTo>
                <a:close/>
                <a:lnTo>
                  <a:pt x="1997870" y="592583"/>
                </a:lnTo>
                <a:close/>
                <a:lnTo>
                  <a:pt x="2002242" y="611644"/>
                </a:lnTo>
                <a:close/>
                <a:lnTo>
                  <a:pt x="2006614" y="630921"/>
                </a:lnTo>
                <a:close/>
                <a:lnTo>
                  <a:pt x="2010986" y="650408"/>
                </a:lnTo>
                <a:close/>
                <a:lnTo>
                  <a:pt x="2015357" y="670100"/>
                </a:lnTo>
                <a:close/>
                <a:lnTo>
                  <a:pt x="2019729" y="689992"/>
                </a:lnTo>
                <a:close/>
                <a:lnTo>
                  <a:pt x="2024101" y="710079"/>
                </a:lnTo>
                <a:close/>
                <a:lnTo>
                  <a:pt x="2028472" y="730355"/>
                </a:lnTo>
                <a:close/>
                <a:lnTo>
                  <a:pt x="2032844" y="750815"/>
                </a:lnTo>
                <a:close/>
                <a:lnTo>
                  <a:pt x="2037216" y="771453"/>
                </a:lnTo>
                <a:close/>
                <a:lnTo>
                  <a:pt x="2041588" y="792265"/>
                </a:lnTo>
                <a:close/>
                <a:lnTo>
                  <a:pt x="2045959" y="813246"/>
                </a:lnTo>
                <a:close/>
                <a:lnTo>
                  <a:pt x="2050331" y="834389"/>
                </a:lnTo>
                <a:close/>
                <a:lnTo>
                  <a:pt x="2054703" y="855690"/>
                </a:lnTo>
                <a:close/>
                <a:lnTo>
                  <a:pt x="2059074" y="877143"/>
                </a:lnTo>
                <a:close/>
                <a:lnTo>
                  <a:pt x="2063446" y="898742"/>
                </a:lnTo>
                <a:close/>
                <a:lnTo>
                  <a:pt x="2067818" y="920483"/>
                </a:lnTo>
                <a:close/>
                <a:lnTo>
                  <a:pt x="2072189" y="942360"/>
                </a:lnTo>
                <a:close/>
                <a:lnTo>
                  <a:pt x="2076561" y="964368"/>
                </a:lnTo>
                <a:close/>
                <a:lnTo>
                  <a:pt x="2080933" y="986501"/>
                </a:lnTo>
                <a:close/>
                <a:lnTo>
                  <a:pt x="2085305" y="1008754"/>
                </a:lnTo>
                <a:close/>
                <a:lnTo>
                  <a:pt x="2089676" y="1031121"/>
                </a:lnTo>
                <a:close/>
                <a:lnTo>
                  <a:pt x="2094048" y="1053598"/>
                </a:lnTo>
                <a:close/>
                <a:lnTo>
                  <a:pt x="2098420" y="1076178"/>
                </a:lnTo>
                <a:close/>
                <a:lnTo>
                  <a:pt x="2102791" y="1098857"/>
                </a:lnTo>
                <a:close/>
                <a:lnTo>
                  <a:pt x="2107163" y="1121630"/>
                </a:lnTo>
                <a:close/>
                <a:lnTo>
                  <a:pt x="2111535" y="1144490"/>
                </a:lnTo>
                <a:close/>
                <a:lnTo>
                  <a:pt x="2115907" y="1167432"/>
                </a:lnTo>
                <a:close/>
                <a:lnTo>
                  <a:pt x="2120278" y="1190452"/>
                </a:lnTo>
                <a:close/>
                <a:lnTo>
                  <a:pt x="2124650" y="1213544"/>
                </a:lnTo>
                <a:close/>
                <a:lnTo>
                  <a:pt x="2129022" y="1236702"/>
                </a:lnTo>
                <a:close/>
                <a:lnTo>
                  <a:pt x="2133393" y="1259923"/>
                </a:lnTo>
                <a:close/>
                <a:lnTo>
                  <a:pt x="2137765" y="1283200"/>
                </a:lnTo>
                <a:close/>
                <a:lnTo>
                  <a:pt x="2142137" y="1306528"/>
                </a:lnTo>
                <a:close/>
                <a:lnTo>
                  <a:pt x="2146509" y="1329902"/>
                </a:lnTo>
                <a:close/>
                <a:lnTo>
                  <a:pt x="2150880" y="1353317"/>
                </a:lnTo>
                <a:close/>
                <a:lnTo>
                  <a:pt x="2155252" y="1376768"/>
                </a:lnTo>
                <a:close/>
                <a:lnTo>
                  <a:pt x="2159624" y="1400251"/>
                </a:lnTo>
                <a:close/>
                <a:lnTo>
                  <a:pt x="2163995" y="1423759"/>
                </a:lnTo>
                <a:close/>
                <a:lnTo>
                  <a:pt x="2168367" y="1447289"/>
                </a:lnTo>
                <a:close/>
                <a:lnTo>
                  <a:pt x="2172739" y="1470834"/>
                </a:lnTo>
                <a:close/>
                <a:lnTo>
                  <a:pt x="2177110" y="1494391"/>
                </a:lnTo>
                <a:close/>
                <a:lnTo>
                  <a:pt x="2181482" y="1517955"/>
                </a:lnTo>
                <a:close/>
                <a:lnTo>
                  <a:pt x="2185854" y="1541520"/>
                </a:lnTo>
                <a:close/>
                <a:lnTo>
                  <a:pt x="2190226" y="1565083"/>
                </a:lnTo>
                <a:close/>
                <a:lnTo>
                  <a:pt x="2194597" y="1588638"/>
                </a:lnTo>
                <a:close/>
                <a:lnTo>
                  <a:pt x="2198969" y="1612180"/>
                </a:lnTo>
                <a:close/>
                <a:lnTo>
                  <a:pt x="2203341" y="1635706"/>
                </a:lnTo>
                <a:close/>
                <a:lnTo>
                  <a:pt x="2207712" y="1659211"/>
                </a:lnTo>
                <a:close/>
                <a:lnTo>
                  <a:pt x="2212084" y="1682689"/>
                </a:lnTo>
                <a:close/>
                <a:lnTo>
                  <a:pt x="2216456" y="1706138"/>
                </a:lnTo>
                <a:close/>
                <a:lnTo>
                  <a:pt x="2220828" y="1729552"/>
                </a:lnTo>
                <a:close/>
                <a:lnTo>
                  <a:pt x="2225199" y="1752927"/>
                </a:lnTo>
                <a:close/>
                <a:lnTo>
                  <a:pt x="2229571" y="1776259"/>
                </a:lnTo>
                <a:close/>
                <a:lnTo>
                  <a:pt x="2233943" y="1799544"/>
                </a:lnTo>
                <a:close/>
                <a:lnTo>
                  <a:pt x="2238314" y="1822777"/>
                </a:lnTo>
                <a:close/>
                <a:lnTo>
                  <a:pt x="2242686" y="1845955"/>
                </a:lnTo>
                <a:close/>
                <a:lnTo>
                  <a:pt x="2247058" y="1869073"/>
                </a:lnTo>
                <a:close/>
                <a:lnTo>
                  <a:pt x="2251429" y="1892129"/>
                </a:lnTo>
                <a:close/>
                <a:lnTo>
                  <a:pt x="2255801" y="1915116"/>
                </a:lnTo>
                <a:close/>
                <a:lnTo>
                  <a:pt x="2260173" y="1938033"/>
                </a:lnTo>
                <a:close/>
                <a:lnTo>
                  <a:pt x="2264545" y="1960875"/>
                </a:lnTo>
                <a:close/>
                <a:lnTo>
                  <a:pt x="2268916" y="1983639"/>
                </a:lnTo>
                <a:close/>
                <a:lnTo>
                  <a:pt x="2273288" y="2006321"/>
                </a:lnTo>
                <a:close/>
                <a:lnTo>
                  <a:pt x="2277660" y="2028916"/>
                </a:lnTo>
                <a:close/>
                <a:lnTo>
                  <a:pt x="2282031" y="2051423"/>
                </a:lnTo>
                <a:close/>
                <a:lnTo>
                  <a:pt x="2286403" y="2073838"/>
                </a:lnTo>
                <a:close/>
                <a:lnTo>
                  <a:pt x="2290775" y="2096156"/>
                </a:lnTo>
                <a:close/>
                <a:lnTo>
                  <a:pt x="2295147" y="2118376"/>
                </a:lnTo>
                <a:close/>
                <a:lnTo>
                  <a:pt x="2299518" y="2140493"/>
                </a:lnTo>
                <a:close/>
                <a:lnTo>
                  <a:pt x="2303890" y="2162505"/>
                </a:lnTo>
                <a:close/>
                <a:lnTo>
                  <a:pt x="2308262" y="2184408"/>
                </a:lnTo>
                <a:close/>
                <a:lnTo>
                  <a:pt x="2312633" y="2206200"/>
                </a:lnTo>
                <a:close/>
                <a:lnTo>
                  <a:pt x="2317005" y="2227878"/>
                </a:lnTo>
                <a:close/>
                <a:lnTo>
                  <a:pt x="2321377" y="2249438"/>
                </a:lnTo>
                <a:close/>
                <a:lnTo>
                  <a:pt x="2325749" y="2270879"/>
                </a:lnTo>
                <a:close/>
                <a:lnTo>
                  <a:pt x="2330120" y="2292197"/>
                </a:lnTo>
                <a:close/>
                <a:lnTo>
                  <a:pt x="2334492" y="2313390"/>
                </a:lnTo>
                <a:close/>
                <a:lnTo>
                  <a:pt x="2338864" y="2334454"/>
                </a:lnTo>
                <a:close/>
                <a:lnTo>
                  <a:pt x="2343235" y="2355389"/>
                </a:lnTo>
                <a:close/>
                <a:lnTo>
                  <a:pt x="2347607" y="2376191"/>
                </a:lnTo>
                <a:close/>
                <a:lnTo>
                  <a:pt x="2351979" y="2396858"/>
                </a:lnTo>
                <a:close/>
                <a:lnTo>
                  <a:pt x="2356350" y="2417388"/>
                </a:lnTo>
                <a:close/>
                <a:lnTo>
                  <a:pt x="2360722" y="2437778"/>
                </a:lnTo>
                <a:close/>
                <a:lnTo>
                  <a:pt x="2365094" y="2458026"/>
                </a:lnTo>
                <a:close/>
                <a:lnTo>
                  <a:pt x="2369466" y="2478131"/>
                </a:lnTo>
                <a:close/>
                <a:lnTo>
                  <a:pt x="2373837" y="2498091"/>
                </a:lnTo>
                <a:close/>
                <a:lnTo>
                  <a:pt x="2378209" y="2517903"/>
                </a:lnTo>
                <a:close/>
                <a:lnTo>
                  <a:pt x="2382581" y="2537565"/>
                </a:lnTo>
                <a:close/>
                <a:lnTo>
                  <a:pt x="2386952" y="2557077"/>
                </a:lnTo>
                <a:close/>
                <a:lnTo>
                  <a:pt x="2391324" y="2576435"/>
                </a:lnTo>
                <a:close/>
                <a:lnTo>
                  <a:pt x="2395696" y="2595640"/>
                </a:lnTo>
                <a:close/>
                <a:lnTo>
                  <a:pt x="2400068" y="2614688"/>
                </a:lnTo>
                <a:close/>
                <a:lnTo>
                  <a:pt x="2404439" y="2633579"/>
                </a:lnTo>
                <a:close/>
                <a:lnTo>
                  <a:pt x="2408811" y="2652311"/>
                </a:lnTo>
                <a:close/>
                <a:lnTo>
                  <a:pt x="2413183" y="2670883"/>
                </a:lnTo>
                <a:close/>
                <a:lnTo>
                  <a:pt x="2417554" y="2689294"/>
                </a:lnTo>
                <a:close/>
                <a:lnTo>
                  <a:pt x="2421926" y="2707542"/>
                </a:lnTo>
                <a:close/>
                <a:lnTo>
                  <a:pt x="2426298" y="2725626"/>
                </a:lnTo>
                <a:close/>
                <a:lnTo>
                  <a:pt x="2430669" y="2743545"/>
                </a:lnTo>
                <a:close/>
                <a:lnTo>
                  <a:pt x="2435041" y="2761298"/>
                </a:lnTo>
                <a:close/>
                <a:lnTo>
                  <a:pt x="2439413" y="2778885"/>
                </a:lnTo>
                <a:close/>
                <a:lnTo>
                  <a:pt x="2443785" y="2796304"/>
                </a:lnTo>
                <a:close/>
                <a:lnTo>
                  <a:pt x="2448156" y="2813554"/>
                </a:lnTo>
                <a:close/>
                <a:lnTo>
                  <a:pt x="2452528" y="2830635"/>
                </a:lnTo>
                <a:close/>
                <a:lnTo>
                  <a:pt x="2456900" y="2847547"/>
                </a:lnTo>
                <a:close/>
                <a:lnTo>
                  <a:pt x="2461271" y="2864287"/>
                </a:lnTo>
                <a:close/>
                <a:lnTo>
                  <a:pt x="2465643" y="2880857"/>
                </a:lnTo>
                <a:close/>
                <a:lnTo>
                  <a:pt x="2470015" y="2897255"/>
                </a:lnTo>
                <a:close/>
                <a:lnTo>
                  <a:pt x="2474387" y="2913481"/>
                </a:lnTo>
                <a:close/>
                <a:lnTo>
                  <a:pt x="2478758" y="2929534"/>
                </a:lnTo>
                <a:close/>
                <a:lnTo>
                  <a:pt x="2483130" y="2945414"/>
                </a:lnTo>
                <a:close/>
                <a:lnTo>
                  <a:pt x="2487502" y="2961122"/>
                </a:lnTo>
                <a:close/>
                <a:lnTo>
                  <a:pt x="2491873" y="2976656"/>
                </a:lnTo>
                <a:close/>
                <a:lnTo>
                  <a:pt x="2496245" y="2992017"/>
                </a:lnTo>
                <a:close/>
                <a:lnTo>
                  <a:pt x="2500617" y="3007204"/>
                </a:lnTo>
                <a:close/>
                <a:lnTo>
                  <a:pt x="2504989" y="3022218"/>
                </a:lnTo>
                <a:close/>
                <a:lnTo>
                  <a:pt x="2509360" y="3037058"/>
                </a:lnTo>
                <a:close/>
                <a:lnTo>
                  <a:pt x="2513732" y="3051725"/>
                </a:lnTo>
                <a:close/>
                <a:lnTo>
                  <a:pt x="2518104" y="3066218"/>
                </a:lnTo>
                <a:close/>
                <a:lnTo>
                  <a:pt x="2522475" y="3080538"/>
                </a:lnTo>
                <a:close/>
                <a:lnTo>
                  <a:pt x="2526847" y="3094685"/>
                </a:lnTo>
                <a:close/>
                <a:lnTo>
                  <a:pt x="2531219" y="3108658"/>
                </a:lnTo>
                <a:close/>
                <a:lnTo>
                  <a:pt x="2535590" y="3122460"/>
                </a:lnTo>
                <a:close/>
                <a:lnTo>
                  <a:pt x="2539962" y="3136089"/>
                </a:lnTo>
                <a:close/>
                <a:lnTo>
                  <a:pt x="2544334" y="3149546"/>
                </a:lnTo>
                <a:close/>
                <a:lnTo>
                  <a:pt x="2548706" y="3162833"/>
                </a:lnTo>
                <a:close/>
                <a:lnTo>
                  <a:pt x="2553077" y="3175948"/>
                </a:lnTo>
                <a:close/>
                <a:lnTo>
                  <a:pt x="2557449" y="3188892"/>
                </a:lnTo>
                <a:close/>
                <a:lnTo>
                  <a:pt x="2561821" y="3201667"/>
                </a:lnTo>
                <a:close/>
                <a:lnTo>
                  <a:pt x="2566192" y="3214273"/>
                </a:lnTo>
                <a:close/>
                <a:lnTo>
                  <a:pt x="2570564" y="3226710"/>
                </a:lnTo>
                <a:close/>
                <a:lnTo>
                  <a:pt x="2574936" y="3238979"/>
                </a:lnTo>
                <a:close/>
                <a:lnTo>
                  <a:pt x="2579308" y="3251081"/>
                </a:lnTo>
                <a:close/>
                <a:lnTo>
                  <a:pt x="2583679" y="3263017"/>
                </a:lnTo>
                <a:close/>
                <a:lnTo>
                  <a:pt x="2588051" y="3274787"/>
                </a:lnTo>
                <a:close/>
                <a:lnTo>
                  <a:pt x="2592423" y="3286392"/>
                </a:lnTo>
                <a:close/>
                <a:lnTo>
                  <a:pt x="2596794" y="3297833"/>
                </a:lnTo>
                <a:close/>
                <a:lnTo>
                  <a:pt x="2601166" y="3309111"/>
                </a:lnTo>
                <a:close/>
                <a:lnTo>
                  <a:pt x="2605538" y="3320227"/>
                </a:lnTo>
                <a:close/>
                <a:lnTo>
                  <a:pt x="2609909" y="3331182"/>
                </a:lnTo>
                <a:close/>
                <a:lnTo>
                  <a:pt x="2614281" y="3341976"/>
                </a:lnTo>
                <a:close/>
                <a:lnTo>
                  <a:pt x="2618653" y="3352612"/>
                </a:lnTo>
                <a:close/>
                <a:lnTo>
                  <a:pt x="2623025" y="3363089"/>
                </a:lnTo>
                <a:close/>
                <a:lnTo>
                  <a:pt x="2627396" y="3373409"/>
                </a:lnTo>
                <a:close/>
                <a:lnTo>
                  <a:pt x="2631768" y="3383572"/>
                </a:lnTo>
                <a:close/>
                <a:lnTo>
                  <a:pt x="2636140" y="3393581"/>
                </a:lnTo>
                <a:close/>
                <a:lnTo>
                  <a:pt x="2640511" y="3403436"/>
                </a:lnTo>
                <a:close/>
                <a:lnTo>
                  <a:pt x="2644883" y="3413139"/>
                </a:lnTo>
                <a:close/>
                <a:lnTo>
                  <a:pt x="2649255" y="3422689"/>
                </a:lnTo>
                <a:close/>
                <a:lnTo>
                  <a:pt x="2653627" y="3432090"/>
                </a:lnTo>
                <a:close/>
                <a:lnTo>
                  <a:pt x="2657998" y="3441342"/>
                </a:lnTo>
                <a:close/>
                <a:lnTo>
                  <a:pt x="2662370" y="3450445"/>
                </a:lnTo>
                <a:close/>
                <a:lnTo>
                  <a:pt x="2666742" y="3459403"/>
                </a:lnTo>
                <a:close/>
                <a:lnTo>
                  <a:pt x="2671113" y="3468215"/>
                </a:lnTo>
                <a:close/>
                <a:lnTo>
                  <a:pt x="2675485" y="3476883"/>
                </a:lnTo>
                <a:close/>
                <a:lnTo>
                  <a:pt x="2679857" y="3485408"/>
                </a:lnTo>
                <a:close/>
                <a:lnTo>
                  <a:pt x="2684229" y="3493792"/>
                </a:lnTo>
                <a:close/>
                <a:lnTo>
                  <a:pt x="2688600" y="3502036"/>
                </a:lnTo>
                <a:close/>
                <a:lnTo>
                  <a:pt x="2692972" y="3510141"/>
                </a:lnTo>
                <a:close/>
                <a:lnTo>
                  <a:pt x="2697344" y="3518109"/>
                </a:lnTo>
                <a:close/>
                <a:lnTo>
                  <a:pt x="2701715" y="3525941"/>
                </a:lnTo>
                <a:close/>
                <a:lnTo>
                  <a:pt x="2706087" y="3533638"/>
                </a:lnTo>
                <a:close/>
                <a:lnTo>
                  <a:pt x="2710459" y="3541203"/>
                </a:lnTo>
                <a:close/>
                <a:lnTo>
                  <a:pt x="2714830" y="3548635"/>
                </a:lnTo>
                <a:close/>
                <a:lnTo>
                  <a:pt x="2719202" y="3555938"/>
                </a:lnTo>
                <a:close/>
                <a:lnTo>
                  <a:pt x="2723574" y="3563111"/>
                </a:lnTo>
                <a:close/>
                <a:lnTo>
                  <a:pt x="2727946" y="3570157"/>
                </a:lnTo>
                <a:close/>
                <a:lnTo>
                  <a:pt x="2732317" y="3577077"/>
                </a:lnTo>
                <a:close/>
                <a:lnTo>
                  <a:pt x="2736689" y="3583872"/>
                </a:lnTo>
                <a:close/>
                <a:lnTo>
                  <a:pt x="2741061" y="3590544"/>
                </a:lnTo>
                <a:close/>
                <a:lnTo>
                  <a:pt x="2745432" y="3597094"/>
                </a:lnTo>
                <a:close/>
                <a:lnTo>
                  <a:pt x="2749804" y="3603524"/>
                </a:lnTo>
                <a:close/>
                <a:lnTo>
                  <a:pt x="2754176" y="3609835"/>
                </a:lnTo>
                <a:close/>
                <a:lnTo>
                  <a:pt x="2758548" y="3616029"/>
                </a:lnTo>
                <a:close/>
                <a:lnTo>
                  <a:pt x="2762919" y="3622107"/>
                </a:lnTo>
                <a:close/>
                <a:lnTo>
                  <a:pt x="2767291" y="3628071"/>
                </a:lnTo>
                <a:close/>
                <a:lnTo>
                  <a:pt x="2771663" y="3633922"/>
                </a:lnTo>
                <a:close/>
                <a:lnTo>
                  <a:pt x="2776034" y="3639661"/>
                </a:lnTo>
                <a:close/>
                <a:lnTo>
                  <a:pt x="2780406" y="3645290"/>
                </a:lnTo>
                <a:close/>
                <a:lnTo>
                  <a:pt x="2784778" y="3650810"/>
                </a:lnTo>
                <a:close/>
                <a:lnTo>
                  <a:pt x="2789149" y="3656223"/>
                </a:lnTo>
                <a:close/>
                <a:lnTo>
                  <a:pt x="2793521" y="3661531"/>
                </a:lnTo>
                <a:close/>
                <a:lnTo>
                  <a:pt x="2797893" y="3666734"/>
                </a:lnTo>
                <a:close/>
                <a:lnTo>
                  <a:pt x="2802265" y="3671835"/>
                </a:lnTo>
                <a:close/>
                <a:lnTo>
                  <a:pt x="2806636" y="3676834"/>
                </a:lnTo>
                <a:close/>
                <a:lnTo>
                  <a:pt x="2811008" y="3681734"/>
                </a:lnTo>
                <a:close/>
                <a:lnTo>
                  <a:pt x="2815380" y="3686534"/>
                </a:lnTo>
                <a:close/>
                <a:lnTo>
                  <a:pt x="2819751" y="3691238"/>
                </a:lnTo>
                <a:close/>
                <a:lnTo>
                  <a:pt x="2824123" y="3695846"/>
                </a:lnTo>
                <a:close/>
                <a:lnTo>
                  <a:pt x="2828495" y="3700360"/>
                </a:lnTo>
                <a:close/>
                <a:lnTo>
                  <a:pt x="2832867" y="3704782"/>
                </a:lnTo>
                <a:close/>
                <a:lnTo>
                  <a:pt x="2837238" y="3709111"/>
                </a:lnTo>
                <a:close/>
                <a:lnTo>
                  <a:pt x="2841610" y="3713351"/>
                </a:lnTo>
                <a:close/>
                <a:lnTo>
                  <a:pt x="2845982" y="3717502"/>
                </a:lnTo>
                <a:close/>
                <a:lnTo>
                  <a:pt x="2850353" y="3721566"/>
                </a:lnTo>
                <a:close/>
                <a:lnTo>
                  <a:pt x="2854725" y="3725544"/>
                </a:lnTo>
                <a:close/>
                <a:lnTo>
                  <a:pt x="2859097" y="3729438"/>
                </a:lnTo>
                <a:close/>
                <a:lnTo>
                  <a:pt x="2863469" y="3733249"/>
                </a:lnTo>
                <a:close/>
                <a:lnTo>
                  <a:pt x="2867840" y="3736977"/>
                </a:lnTo>
                <a:close/>
                <a:lnTo>
                  <a:pt x="2872212" y="3740625"/>
                </a:lnTo>
                <a:close/>
                <a:lnTo>
                  <a:pt x="2876584" y="3744195"/>
                </a:lnTo>
                <a:close/>
                <a:lnTo>
                  <a:pt x="2880955" y="3747686"/>
                </a:lnTo>
                <a:close/>
                <a:lnTo>
                  <a:pt x="2885327" y="3751101"/>
                </a:lnTo>
                <a:close/>
                <a:lnTo>
                  <a:pt x="2889699" y="3754440"/>
                </a:lnTo>
                <a:close/>
                <a:lnTo>
                  <a:pt x="2894070" y="3757706"/>
                </a:lnTo>
                <a:close/>
                <a:lnTo>
                  <a:pt x="2898442" y="3760898"/>
                </a:lnTo>
                <a:close/>
                <a:lnTo>
                  <a:pt x="2902814" y="3764020"/>
                </a:lnTo>
                <a:close/>
                <a:lnTo>
                  <a:pt x="2907186" y="3767071"/>
                </a:lnTo>
                <a:close/>
                <a:lnTo>
                  <a:pt x="2911557" y="3770054"/>
                </a:lnTo>
                <a:close/>
                <a:lnTo>
                  <a:pt x="2915929" y="3772968"/>
                </a:lnTo>
                <a:close/>
                <a:lnTo>
                  <a:pt x="2920301" y="3775817"/>
                </a:lnTo>
                <a:close/>
                <a:lnTo>
                  <a:pt x="2924672" y="3778599"/>
                </a:lnTo>
                <a:close/>
                <a:lnTo>
                  <a:pt x="2929044" y="3781318"/>
                </a:lnTo>
                <a:close/>
                <a:lnTo>
                  <a:pt x="2933416" y="3783974"/>
                </a:lnTo>
                <a:close/>
                <a:lnTo>
                  <a:pt x="2937788" y="3786568"/>
                </a:lnTo>
                <a:close/>
                <a:lnTo>
                  <a:pt x="2942159" y="3789101"/>
                </a:lnTo>
                <a:close/>
                <a:lnTo>
                  <a:pt x="2946531" y="3791575"/>
                </a:lnTo>
                <a:close/>
                <a:lnTo>
                  <a:pt x="2950903" y="3793991"/>
                </a:lnTo>
                <a:close/>
                <a:lnTo>
                  <a:pt x="2955274" y="3796349"/>
                </a:lnTo>
                <a:close/>
                <a:lnTo>
                  <a:pt x="2959646" y="3798651"/>
                </a:lnTo>
                <a:close/>
                <a:lnTo>
                  <a:pt x="2964018" y="3800899"/>
                </a:lnTo>
                <a:close/>
                <a:lnTo>
                  <a:pt x="2968389" y="3803092"/>
                </a:lnTo>
                <a:close/>
                <a:lnTo>
                  <a:pt x="2972761" y="3805232"/>
                </a:lnTo>
                <a:close/>
                <a:lnTo>
                  <a:pt x="2977133" y="3807320"/>
                </a:lnTo>
                <a:close/>
                <a:lnTo>
                  <a:pt x="2981505" y="3809357"/>
                </a:lnTo>
                <a:close/>
                <a:lnTo>
                  <a:pt x="2985876" y="3811345"/>
                </a:lnTo>
                <a:close/>
                <a:lnTo>
                  <a:pt x="2990248" y="3813283"/>
                </a:lnTo>
                <a:close/>
                <a:lnTo>
                  <a:pt x="2994620" y="3815174"/>
                </a:lnTo>
                <a:close/>
                <a:lnTo>
                  <a:pt x="2998991" y="3817018"/>
                </a:lnTo>
                <a:close/>
                <a:lnTo>
                  <a:pt x="3003363" y="3818816"/>
                </a:lnTo>
                <a:close/>
                <a:lnTo>
                  <a:pt x="3007735" y="3820569"/>
                </a:lnTo>
                <a:close/>
                <a:lnTo>
                  <a:pt x="3012107" y="3822277"/>
                </a:lnTo>
                <a:close/>
                <a:lnTo>
                  <a:pt x="3016478" y="3823943"/>
                </a:lnTo>
                <a:close/>
                <a:lnTo>
                  <a:pt x="3020850" y="3825567"/>
                </a:lnTo>
                <a:close/>
                <a:lnTo>
                  <a:pt x="3025222" y="3827149"/>
                </a:lnTo>
                <a:close/>
                <a:lnTo>
                  <a:pt x="3029593" y="3828690"/>
                </a:lnTo>
                <a:close/>
                <a:lnTo>
                  <a:pt x="3033965" y="3830193"/>
                </a:lnTo>
                <a:close/>
                <a:lnTo>
                  <a:pt x="3038337" y="3831656"/>
                </a:lnTo>
                <a:close/>
                <a:lnTo>
                  <a:pt x="3042709" y="3833081"/>
                </a:lnTo>
                <a:close/>
                <a:lnTo>
                  <a:pt x="3047080" y="3834470"/>
                </a:lnTo>
                <a:close/>
                <a:lnTo>
                  <a:pt x="3051452" y="3835822"/>
                </a:lnTo>
                <a:close/>
                <a:lnTo>
                  <a:pt x="3055824" y="3837138"/>
                </a:lnTo>
                <a:close/>
                <a:lnTo>
                  <a:pt x="3060195" y="3838420"/>
                </a:lnTo>
                <a:close/>
                <a:lnTo>
                  <a:pt x="3064567" y="3839668"/>
                </a:lnTo>
                <a:close/>
                <a:lnTo>
                  <a:pt x="3068939" y="3840883"/>
                </a:lnTo>
                <a:close/>
                <a:lnTo>
                  <a:pt x="3073310" y="3842066"/>
                </a:lnTo>
                <a:close/>
                <a:lnTo>
                  <a:pt x="3077682" y="3843217"/>
                </a:lnTo>
                <a:close/>
                <a:lnTo>
                  <a:pt x="3082054" y="3844337"/>
                </a:lnTo>
                <a:close/>
                <a:lnTo>
                  <a:pt x="3086426" y="3845427"/>
                </a:lnTo>
                <a:close/>
                <a:lnTo>
                  <a:pt x="3090797" y="3846487"/>
                </a:lnTo>
                <a:close/>
                <a:lnTo>
                  <a:pt x="3095169" y="3847518"/>
                </a:lnTo>
                <a:close/>
                <a:lnTo>
                  <a:pt x="3099541" y="3848521"/>
                </a:lnTo>
                <a:close/>
                <a:lnTo>
                  <a:pt x="3103912" y="3849497"/>
                </a:lnTo>
                <a:close/>
                <a:lnTo>
                  <a:pt x="3108284" y="3850446"/>
                </a:lnTo>
                <a:close/>
                <a:lnTo>
                  <a:pt x="3112656" y="3851369"/>
                </a:lnTo>
                <a:close/>
                <a:lnTo>
                  <a:pt x="3117028" y="3852266"/>
                </a:lnTo>
                <a:close/>
                <a:lnTo>
                  <a:pt x="3121399" y="3853138"/>
                </a:lnTo>
                <a:close/>
                <a:lnTo>
                  <a:pt x="3125771" y="3853986"/>
                </a:lnTo>
                <a:close/>
                <a:lnTo>
                  <a:pt x="3130143" y="3854810"/>
                </a:lnTo>
                <a:close/>
                <a:lnTo>
                  <a:pt x="3134514" y="3855610"/>
                </a:lnTo>
                <a:close/>
                <a:lnTo>
                  <a:pt x="3138886" y="3856388"/>
                </a:lnTo>
                <a:close/>
                <a:lnTo>
                  <a:pt x="3143258" y="3857144"/>
                </a:lnTo>
                <a:close/>
                <a:lnTo>
                  <a:pt x="3147629" y="3857879"/>
                </a:lnTo>
                <a:close/>
                <a:lnTo>
                  <a:pt x="3152001" y="3858592"/>
                </a:lnTo>
                <a:close/>
                <a:lnTo>
                  <a:pt x="3156373" y="3859285"/>
                </a:lnTo>
                <a:close/>
                <a:lnTo>
                  <a:pt x="3160745" y="3859958"/>
                </a:lnTo>
                <a:close/>
                <a:lnTo>
                  <a:pt x="3165116" y="3860612"/>
                </a:lnTo>
                <a:close/>
                <a:lnTo>
                  <a:pt x="3169488" y="3861247"/>
                </a:lnTo>
                <a:close/>
                <a:lnTo>
                  <a:pt x="3173860" y="3861863"/>
                </a:lnTo>
                <a:close/>
                <a:lnTo>
                  <a:pt x="3178231" y="3862461"/>
                </a:lnTo>
                <a:close/>
                <a:lnTo>
                  <a:pt x="3182603" y="3863041"/>
                </a:lnTo>
                <a:close/>
                <a:lnTo>
                  <a:pt x="3186975" y="3863605"/>
                </a:lnTo>
                <a:close/>
                <a:lnTo>
                  <a:pt x="3191347" y="3864152"/>
                </a:lnTo>
                <a:close/>
                <a:lnTo>
                  <a:pt x="3195718" y="3864682"/>
                </a:lnTo>
                <a:close/>
                <a:lnTo>
                  <a:pt x="3200090" y="3865197"/>
                </a:lnTo>
                <a:close/>
                <a:lnTo>
                  <a:pt x="3204462" y="3865696"/>
                </a:lnTo>
                <a:close/>
                <a:lnTo>
                  <a:pt x="3208833" y="3866181"/>
                </a:lnTo>
                <a:close/>
                <a:lnTo>
                  <a:pt x="3213205" y="3866651"/>
                </a:lnTo>
                <a:close/>
                <a:lnTo>
                  <a:pt x="3217577" y="3867107"/>
                </a:lnTo>
                <a:close/>
                <a:lnTo>
                  <a:pt x="3221949" y="3867548"/>
                </a:lnTo>
                <a:close/>
                <a:lnTo>
                  <a:pt x="3226320" y="3867977"/>
                </a:lnTo>
                <a:close/>
                <a:lnTo>
                  <a:pt x="3230692" y="3868392"/>
                </a:lnTo>
                <a:close/>
                <a:lnTo>
                  <a:pt x="3235064" y="3868795"/>
                </a:lnTo>
                <a:close/>
                <a:lnTo>
                  <a:pt x="3239435" y="3869185"/>
                </a:lnTo>
                <a:close/>
                <a:lnTo>
                  <a:pt x="3243807" y="3869564"/>
                </a:lnTo>
                <a:close/>
                <a:lnTo>
                  <a:pt x="3248179" y="3869930"/>
                </a:lnTo>
                <a:close/>
                <a:lnTo>
                  <a:pt x="3252550" y="3870285"/>
                </a:lnTo>
                <a:close/>
                <a:lnTo>
                  <a:pt x="3256922" y="3870629"/>
                </a:lnTo>
                <a:close/>
                <a:lnTo>
                  <a:pt x="3261294" y="3870963"/>
                </a:lnTo>
                <a:close/>
                <a:lnTo>
                  <a:pt x="3265666" y="3871286"/>
                </a:lnTo>
                <a:close/>
                <a:lnTo>
                  <a:pt x="3270037" y="3871599"/>
                </a:lnTo>
                <a:close/>
                <a:lnTo>
                  <a:pt x="3274409" y="3871901"/>
                </a:lnTo>
                <a:close/>
                <a:lnTo>
                  <a:pt x="3278781" y="3872195"/>
                </a:lnTo>
                <a:close/>
                <a:lnTo>
                  <a:pt x="3283152" y="3872479"/>
                </a:lnTo>
                <a:close/>
                <a:lnTo>
                  <a:pt x="3287524" y="3872754"/>
                </a:lnTo>
                <a:close/>
                <a:lnTo>
                  <a:pt x="3291896" y="3873020"/>
                </a:lnTo>
                <a:close/>
                <a:lnTo>
                  <a:pt x="3296268" y="3873277"/>
                </a:lnTo>
                <a:close/>
                <a:lnTo>
                  <a:pt x="3300639" y="3873527"/>
                </a:lnTo>
                <a:close/>
                <a:lnTo>
                  <a:pt x="3305011" y="3873768"/>
                </a:lnTo>
                <a:close/>
                <a:lnTo>
                  <a:pt x="3309383" y="3874002"/>
                </a:lnTo>
                <a:close/>
                <a:lnTo>
                  <a:pt x="3313754" y="3874227"/>
                </a:lnTo>
                <a:close/>
                <a:lnTo>
                  <a:pt x="3318126" y="3874446"/>
                </a:lnTo>
                <a:close/>
                <a:lnTo>
                  <a:pt x="3322498" y="3874657"/>
                </a:lnTo>
                <a:close/>
                <a:lnTo>
                  <a:pt x="3326869" y="3874862"/>
                </a:lnTo>
                <a:close/>
                <a:lnTo>
                  <a:pt x="3331241" y="3875059"/>
                </a:lnTo>
                <a:close/>
                <a:lnTo>
                  <a:pt x="3335613" y="3875251"/>
                </a:lnTo>
                <a:close/>
                <a:lnTo>
                  <a:pt x="3339985" y="3875435"/>
                </a:lnTo>
                <a:close/>
                <a:lnTo>
                  <a:pt x="3344356" y="3875614"/>
                </a:lnTo>
                <a:close/>
                <a:lnTo>
                  <a:pt x="3348728" y="3875787"/>
                </a:lnTo>
                <a:close/>
                <a:lnTo>
                  <a:pt x="3353100" y="3875954"/>
                </a:lnTo>
                <a:close/>
                <a:lnTo>
                  <a:pt x="3357471" y="3876115"/>
                </a:lnTo>
                <a:close/>
                <a:lnTo>
                  <a:pt x="3361843" y="3876271"/>
                </a:lnTo>
                <a:close/>
                <a:lnTo>
                  <a:pt x="3366215" y="3876422"/>
                </a:lnTo>
                <a:close/>
                <a:lnTo>
                  <a:pt x="3370587" y="3876567"/>
                </a:lnTo>
                <a:close/>
                <a:lnTo>
                  <a:pt x="3374958" y="3876708"/>
                </a:lnTo>
                <a:close/>
                <a:lnTo>
                  <a:pt x="3379330" y="3876844"/>
                </a:lnTo>
                <a:close/>
                <a:lnTo>
                  <a:pt x="3383702" y="3876975"/>
                </a:lnTo>
                <a:close/>
                <a:lnTo>
                  <a:pt x="3388073" y="3877102"/>
                </a:lnTo>
                <a:close/>
                <a:lnTo>
                  <a:pt x="3392445" y="3877224"/>
                </a:lnTo>
                <a:close/>
                <a:lnTo>
                  <a:pt x="3396817" y="3877342"/>
                </a:lnTo>
                <a:close/>
                <a:lnTo>
                  <a:pt x="3401189" y="3877456"/>
                </a:lnTo>
                <a:close/>
                <a:lnTo>
                  <a:pt x="3405560" y="3877566"/>
                </a:lnTo>
                <a:close/>
                <a:lnTo>
                  <a:pt x="3409932" y="3877672"/>
                </a:lnTo>
                <a:close/>
                <a:lnTo>
                  <a:pt x="3414304" y="3877775"/>
                </a:lnTo>
                <a:close/>
                <a:lnTo>
                  <a:pt x="3418675" y="3877874"/>
                </a:lnTo>
                <a:close/>
                <a:lnTo>
                  <a:pt x="3423047" y="3877969"/>
                </a:lnTo>
                <a:close/>
                <a:lnTo>
                  <a:pt x="3427419" y="3878061"/>
                </a:lnTo>
                <a:close/>
                <a:lnTo>
                  <a:pt x="3431790" y="3878150"/>
                </a:lnTo>
                <a:close/>
                <a:lnTo>
                  <a:pt x="3436162" y="3878236"/>
                </a:lnTo>
                <a:close/>
                <a:lnTo>
                  <a:pt x="3440534" y="3878319"/>
                </a:lnTo>
                <a:close/>
                <a:lnTo>
                  <a:pt x="3444906" y="3878398"/>
                </a:lnTo>
                <a:close/>
                <a:lnTo>
                  <a:pt x="3449277" y="3878475"/>
                </a:lnTo>
                <a:close/>
                <a:lnTo>
                  <a:pt x="3453649" y="3878549"/>
                </a:lnTo>
                <a:close/>
                <a:lnTo>
                  <a:pt x="3458021" y="3878621"/>
                </a:lnTo>
                <a:close/>
                <a:lnTo>
                  <a:pt x="3462392" y="3878690"/>
                </a:lnTo>
                <a:close/>
                <a:lnTo>
                  <a:pt x="3466764" y="3878756"/>
                </a:lnTo>
                <a:close/>
                <a:lnTo>
                  <a:pt x="3471136" y="3878820"/>
                </a:lnTo>
                <a:close/>
                <a:lnTo>
                  <a:pt x="3475508" y="3878882"/>
                </a:lnTo>
                <a:close/>
                <a:lnTo>
                  <a:pt x="3479879" y="3878941"/>
                </a:lnTo>
                <a:close/>
                <a:lnTo>
                  <a:pt x="3484251" y="3878999"/>
                </a:lnTo>
                <a:close/>
                <a:lnTo>
                  <a:pt x="3488623" y="3879054"/>
                </a:lnTo>
                <a:close/>
                <a:lnTo>
                  <a:pt x="3492994" y="3879107"/>
                </a:lnTo>
                <a:close/>
                <a:lnTo>
                  <a:pt x="3492994" y="3880409"/>
                </a:lnTo>
                <a:close/>
                <a:lnTo>
                  <a:pt x="3492994" y="3880409"/>
                </a:lnTo>
                <a:close/>
                <a:lnTo>
                  <a:pt x="3488623" y="3880409"/>
                </a:lnTo>
                <a:close/>
                <a:lnTo>
                  <a:pt x="3484251" y="3880409"/>
                </a:lnTo>
                <a:close/>
                <a:lnTo>
                  <a:pt x="3479879" y="3880409"/>
                </a:lnTo>
                <a:close/>
                <a:lnTo>
                  <a:pt x="3475508" y="3880409"/>
                </a:lnTo>
                <a:close/>
                <a:lnTo>
                  <a:pt x="3471136" y="3880409"/>
                </a:lnTo>
                <a:close/>
                <a:lnTo>
                  <a:pt x="3466764" y="3880409"/>
                </a:lnTo>
                <a:close/>
                <a:lnTo>
                  <a:pt x="3462392" y="3880409"/>
                </a:lnTo>
                <a:close/>
                <a:lnTo>
                  <a:pt x="3458021" y="3880409"/>
                </a:lnTo>
                <a:close/>
                <a:lnTo>
                  <a:pt x="3453649" y="3880409"/>
                </a:lnTo>
                <a:close/>
                <a:lnTo>
                  <a:pt x="3449277" y="3880409"/>
                </a:lnTo>
                <a:close/>
                <a:lnTo>
                  <a:pt x="3444906" y="3880409"/>
                </a:lnTo>
                <a:close/>
                <a:lnTo>
                  <a:pt x="3440534" y="3880409"/>
                </a:lnTo>
                <a:close/>
                <a:lnTo>
                  <a:pt x="3436162" y="3880409"/>
                </a:lnTo>
                <a:close/>
                <a:lnTo>
                  <a:pt x="3431790" y="3880409"/>
                </a:lnTo>
                <a:close/>
                <a:lnTo>
                  <a:pt x="3427419" y="3880409"/>
                </a:lnTo>
                <a:close/>
                <a:lnTo>
                  <a:pt x="3423047" y="3880409"/>
                </a:lnTo>
                <a:close/>
                <a:lnTo>
                  <a:pt x="3418675" y="3880409"/>
                </a:lnTo>
                <a:close/>
                <a:lnTo>
                  <a:pt x="3414304" y="3880409"/>
                </a:lnTo>
                <a:close/>
                <a:lnTo>
                  <a:pt x="3409932" y="3880409"/>
                </a:lnTo>
                <a:close/>
                <a:lnTo>
                  <a:pt x="3405560" y="3880409"/>
                </a:lnTo>
                <a:close/>
                <a:lnTo>
                  <a:pt x="3401189" y="3880409"/>
                </a:lnTo>
                <a:close/>
                <a:lnTo>
                  <a:pt x="3396817" y="3880409"/>
                </a:lnTo>
                <a:close/>
                <a:lnTo>
                  <a:pt x="3392445" y="3880409"/>
                </a:lnTo>
                <a:close/>
                <a:lnTo>
                  <a:pt x="3388073" y="3880409"/>
                </a:lnTo>
                <a:close/>
                <a:lnTo>
                  <a:pt x="3383702" y="3880409"/>
                </a:lnTo>
                <a:close/>
                <a:lnTo>
                  <a:pt x="3379330" y="3880409"/>
                </a:lnTo>
                <a:close/>
                <a:lnTo>
                  <a:pt x="3374958" y="3880409"/>
                </a:lnTo>
                <a:close/>
                <a:lnTo>
                  <a:pt x="3370587" y="3880409"/>
                </a:lnTo>
                <a:close/>
                <a:lnTo>
                  <a:pt x="3366215" y="3880409"/>
                </a:lnTo>
                <a:close/>
                <a:lnTo>
                  <a:pt x="3361843" y="3880409"/>
                </a:lnTo>
                <a:close/>
                <a:lnTo>
                  <a:pt x="3357471" y="3880409"/>
                </a:lnTo>
                <a:close/>
                <a:lnTo>
                  <a:pt x="3353100" y="3880409"/>
                </a:lnTo>
                <a:close/>
                <a:lnTo>
                  <a:pt x="3348728" y="3880409"/>
                </a:lnTo>
                <a:close/>
                <a:lnTo>
                  <a:pt x="3344356" y="3880409"/>
                </a:lnTo>
                <a:close/>
                <a:lnTo>
                  <a:pt x="3339985" y="3880409"/>
                </a:lnTo>
                <a:close/>
                <a:lnTo>
                  <a:pt x="3335613" y="3880409"/>
                </a:lnTo>
                <a:close/>
                <a:lnTo>
                  <a:pt x="3331241" y="3880409"/>
                </a:lnTo>
                <a:close/>
                <a:lnTo>
                  <a:pt x="3326869" y="3880409"/>
                </a:lnTo>
                <a:close/>
                <a:lnTo>
                  <a:pt x="3322498" y="3880409"/>
                </a:lnTo>
                <a:close/>
                <a:lnTo>
                  <a:pt x="3318126" y="3880409"/>
                </a:lnTo>
                <a:close/>
                <a:lnTo>
                  <a:pt x="3313754" y="3880409"/>
                </a:lnTo>
                <a:close/>
                <a:lnTo>
                  <a:pt x="3309383" y="3880409"/>
                </a:lnTo>
                <a:close/>
                <a:lnTo>
                  <a:pt x="3305011" y="3880409"/>
                </a:lnTo>
                <a:close/>
                <a:lnTo>
                  <a:pt x="3300639" y="3880409"/>
                </a:lnTo>
                <a:close/>
                <a:lnTo>
                  <a:pt x="3296268" y="3880409"/>
                </a:lnTo>
                <a:close/>
                <a:lnTo>
                  <a:pt x="3291896" y="3880409"/>
                </a:lnTo>
                <a:close/>
                <a:lnTo>
                  <a:pt x="3287524" y="3880409"/>
                </a:lnTo>
                <a:close/>
                <a:lnTo>
                  <a:pt x="3283152" y="3880409"/>
                </a:lnTo>
                <a:close/>
                <a:lnTo>
                  <a:pt x="3278781" y="3880409"/>
                </a:lnTo>
                <a:close/>
                <a:lnTo>
                  <a:pt x="3274409" y="3880409"/>
                </a:lnTo>
                <a:close/>
                <a:lnTo>
                  <a:pt x="3270037" y="3880409"/>
                </a:lnTo>
                <a:close/>
                <a:lnTo>
                  <a:pt x="3265666" y="3880409"/>
                </a:lnTo>
                <a:close/>
                <a:lnTo>
                  <a:pt x="3261294" y="3880409"/>
                </a:lnTo>
                <a:close/>
                <a:lnTo>
                  <a:pt x="3256922" y="3880409"/>
                </a:lnTo>
                <a:close/>
                <a:lnTo>
                  <a:pt x="3252550" y="3880409"/>
                </a:lnTo>
                <a:close/>
                <a:lnTo>
                  <a:pt x="3248179" y="3880409"/>
                </a:lnTo>
                <a:close/>
                <a:lnTo>
                  <a:pt x="3243807" y="3880409"/>
                </a:lnTo>
                <a:close/>
                <a:lnTo>
                  <a:pt x="3239435" y="3880409"/>
                </a:lnTo>
                <a:close/>
                <a:lnTo>
                  <a:pt x="3235064" y="3880409"/>
                </a:lnTo>
                <a:close/>
                <a:lnTo>
                  <a:pt x="3230692" y="3880409"/>
                </a:lnTo>
                <a:close/>
                <a:lnTo>
                  <a:pt x="3226320" y="3880409"/>
                </a:lnTo>
                <a:close/>
                <a:lnTo>
                  <a:pt x="3221949" y="3880409"/>
                </a:lnTo>
                <a:close/>
                <a:lnTo>
                  <a:pt x="3217577" y="3880409"/>
                </a:lnTo>
                <a:close/>
                <a:lnTo>
                  <a:pt x="3213205" y="3880409"/>
                </a:lnTo>
                <a:close/>
                <a:lnTo>
                  <a:pt x="3208833" y="3880409"/>
                </a:lnTo>
                <a:close/>
                <a:lnTo>
                  <a:pt x="3204462" y="3880409"/>
                </a:lnTo>
                <a:close/>
                <a:lnTo>
                  <a:pt x="3200090" y="3880409"/>
                </a:lnTo>
                <a:close/>
                <a:lnTo>
                  <a:pt x="3195718" y="3880409"/>
                </a:lnTo>
                <a:close/>
                <a:lnTo>
                  <a:pt x="3191347" y="3880409"/>
                </a:lnTo>
                <a:close/>
                <a:lnTo>
                  <a:pt x="3186975" y="3880409"/>
                </a:lnTo>
                <a:close/>
                <a:lnTo>
                  <a:pt x="3182603" y="3880409"/>
                </a:lnTo>
                <a:close/>
                <a:lnTo>
                  <a:pt x="3178231" y="3880409"/>
                </a:lnTo>
                <a:close/>
                <a:lnTo>
                  <a:pt x="3173860" y="3880409"/>
                </a:lnTo>
                <a:close/>
                <a:lnTo>
                  <a:pt x="3169488" y="3880409"/>
                </a:lnTo>
                <a:close/>
                <a:lnTo>
                  <a:pt x="3165116" y="3880409"/>
                </a:lnTo>
                <a:close/>
                <a:lnTo>
                  <a:pt x="3160745" y="3880409"/>
                </a:lnTo>
                <a:close/>
                <a:lnTo>
                  <a:pt x="3156373" y="3880409"/>
                </a:lnTo>
                <a:close/>
                <a:lnTo>
                  <a:pt x="3152001" y="3880409"/>
                </a:lnTo>
                <a:close/>
                <a:lnTo>
                  <a:pt x="3147629" y="3880409"/>
                </a:lnTo>
                <a:close/>
                <a:lnTo>
                  <a:pt x="3143258" y="3880409"/>
                </a:lnTo>
                <a:close/>
                <a:lnTo>
                  <a:pt x="3138886" y="3880409"/>
                </a:lnTo>
                <a:close/>
                <a:lnTo>
                  <a:pt x="3134514" y="3880409"/>
                </a:lnTo>
                <a:close/>
                <a:lnTo>
                  <a:pt x="3130143" y="3880409"/>
                </a:lnTo>
                <a:close/>
                <a:lnTo>
                  <a:pt x="3125771" y="3880409"/>
                </a:lnTo>
                <a:close/>
                <a:lnTo>
                  <a:pt x="3121399" y="3880409"/>
                </a:lnTo>
                <a:close/>
                <a:lnTo>
                  <a:pt x="3117028" y="3880409"/>
                </a:lnTo>
                <a:close/>
                <a:lnTo>
                  <a:pt x="3112656" y="3880409"/>
                </a:lnTo>
                <a:close/>
                <a:lnTo>
                  <a:pt x="3108284" y="3880409"/>
                </a:lnTo>
                <a:close/>
                <a:lnTo>
                  <a:pt x="3103912" y="3880409"/>
                </a:lnTo>
                <a:close/>
                <a:lnTo>
                  <a:pt x="3099541" y="3880409"/>
                </a:lnTo>
                <a:close/>
                <a:lnTo>
                  <a:pt x="3095169" y="3880409"/>
                </a:lnTo>
                <a:close/>
                <a:lnTo>
                  <a:pt x="3090797" y="3880409"/>
                </a:lnTo>
                <a:close/>
                <a:lnTo>
                  <a:pt x="3086426" y="3880409"/>
                </a:lnTo>
                <a:close/>
                <a:lnTo>
                  <a:pt x="3082054" y="3880409"/>
                </a:lnTo>
                <a:close/>
                <a:lnTo>
                  <a:pt x="3077682" y="3880409"/>
                </a:lnTo>
                <a:close/>
                <a:lnTo>
                  <a:pt x="3073310" y="3880409"/>
                </a:lnTo>
                <a:close/>
                <a:lnTo>
                  <a:pt x="3068939" y="3880409"/>
                </a:lnTo>
                <a:close/>
                <a:lnTo>
                  <a:pt x="3064567" y="3880409"/>
                </a:lnTo>
                <a:close/>
                <a:lnTo>
                  <a:pt x="3060195" y="3880409"/>
                </a:lnTo>
                <a:close/>
                <a:lnTo>
                  <a:pt x="3055824" y="3880409"/>
                </a:lnTo>
                <a:close/>
                <a:lnTo>
                  <a:pt x="3051452" y="3880409"/>
                </a:lnTo>
                <a:close/>
                <a:lnTo>
                  <a:pt x="3047080" y="3880409"/>
                </a:lnTo>
                <a:close/>
                <a:lnTo>
                  <a:pt x="3042709" y="3880409"/>
                </a:lnTo>
                <a:close/>
                <a:lnTo>
                  <a:pt x="3038337" y="3880409"/>
                </a:lnTo>
                <a:close/>
                <a:lnTo>
                  <a:pt x="3033965" y="3880409"/>
                </a:lnTo>
                <a:close/>
                <a:lnTo>
                  <a:pt x="3029593" y="3880409"/>
                </a:lnTo>
                <a:close/>
                <a:lnTo>
                  <a:pt x="3025222" y="3880409"/>
                </a:lnTo>
                <a:close/>
                <a:lnTo>
                  <a:pt x="3020850" y="3880409"/>
                </a:lnTo>
                <a:close/>
                <a:lnTo>
                  <a:pt x="3016478" y="3880409"/>
                </a:lnTo>
                <a:close/>
                <a:lnTo>
                  <a:pt x="3012107" y="3880409"/>
                </a:lnTo>
                <a:close/>
                <a:lnTo>
                  <a:pt x="3007735" y="3880409"/>
                </a:lnTo>
                <a:close/>
                <a:lnTo>
                  <a:pt x="3003363" y="3880409"/>
                </a:lnTo>
                <a:close/>
                <a:lnTo>
                  <a:pt x="2998991" y="3880409"/>
                </a:lnTo>
                <a:close/>
                <a:lnTo>
                  <a:pt x="2994620" y="3880409"/>
                </a:lnTo>
                <a:close/>
                <a:lnTo>
                  <a:pt x="2990248" y="3880409"/>
                </a:lnTo>
                <a:close/>
                <a:lnTo>
                  <a:pt x="2985876" y="3880409"/>
                </a:lnTo>
                <a:close/>
                <a:lnTo>
                  <a:pt x="2981505" y="3880409"/>
                </a:lnTo>
                <a:close/>
                <a:lnTo>
                  <a:pt x="2977133" y="3880409"/>
                </a:lnTo>
                <a:close/>
                <a:lnTo>
                  <a:pt x="2972761" y="3880409"/>
                </a:lnTo>
                <a:close/>
                <a:lnTo>
                  <a:pt x="2968389" y="3880409"/>
                </a:lnTo>
                <a:close/>
                <a:lnTo>
                  <a:pt x="2964018" y="3880409"/>
                </a:lnTo>
                <a:close/>
                <a:lnTo>
                  <a:pt x="2959646" y="3880409"/>
                </a:lnTo>
                <a:close/>
                <a:lnTo>
                  <a:pt x="2955274" y="3880409"/>
                </a:lnTo>
                <a:close/>
                <a:lnTo>
                  <a:pt x="2950903" y="3880409"/>
                </a:lnTo>
                <a:close/>
                <a:lnTo>
                  <a:pt x="2946531" y="3880409"/>
                </a:lnTo>
                <a:close/>
                <a:lnTo>
                  <a:pt x="2942159" y="3880409"/>
                </a:lnTo>
                <a:close/>
                <a:lnTo>
                  <a:pt x="2937788" y="3880409"/>
                </a:lnTo>
                <a:close/>
                <a:lnTo>
                  <a:pt x="2933416" y="3880409"/>
                </a:lnTo>
                <a:close/>
                <a:lnTo>
                  <a:pt x="2929044" y="3880409"/>
                </a:lnTo>
                <a:close/>
                <a:lnTo>
                  <a:pt x="2924672" y="3880409"/>
                </a:lnTo>
                <a:close/>
                <a:lnTo>
                  <a:pt x="2920301" y="3880409"/>
                </a:lnTo>
                <a:close/>
                <a:lnTo>
                  <a:pt x="2915929" y="3880409"/>
                </a:lnTo>
                <a:close/>
                <a:lnTo>
                  <a:pt x="2911557" y="3880409"/>
                </a:lnTo>
                <a:close/>
                <a:lnTo>
                  <a:pt x="2907186" y="3880409"/>
                </a:lnTo>
                <a:close/>
                <a:lnTo>
                  <a:pt x="2902814" y="3880409"/>
                </a:lnTo>
                <a:close/>
                <a:lnTo>
                  <a:pt x="2898442" y="3880409"/>
                </a:lnTo>
                <a:close/>
                <a:lnTo>
                  <a:pt x="2894070" y="3880409"/>
                </a:lnTo>
                <a:close/>
                <a:lnTo>
                  <a:pt x="2889699" y="3880409"/>
                </a:lnTo>
                <a:close/>
                <a:lnTo>
                  <a:pt x="2885327" y="3880409"/>
                </a:lnTo>
                <a:close/>
                <a:lnTo>
                  <a:pt x="2880955" y="3880409"/>
                </a:lnTo>
                <a:close/>
                <a:lnTo>
                  <a:pt x="2876584" y="3880409"/>
                </a:lnTo>
                <a:close/>
                <a:lnTo>
                  <a:pt x="2872212" y="3880409"/>
                </a:lnTo>
                <a:close/>
                <a:lnTo>
                  <a:pt x="2867840" y="3880409"/>
                </a:lnTo>
                <a:close/>
                <a:lnTo>
                  <a:pt x="2863469" y="3880409"/>
                </a:lnTo>
                <a:close/>
                <a:lnTo>
                  <a:pt x="2859097" y="3880409"/>
                </a:lnTo>
                <a:close/>
                <a:lnTo>
                  <a:pt x="2854725" y="3880409"/>
                </a:lnTo>
                <a:close/>
                <a:lnTo>
                  <a:pt x="2850353" y="3880409"/>
                </a:lnTo>
                <a:close/>
                <a:lnTo>
                  <a:pt x="2845982" y="3880409"/>
                </a:lnTo>
                <a:close/>
                <a:lnTo>
                  <a:pt x="2841610" y="3880409"/>
                </a:lnTo>
                <a:close/>
                <a:lnTo>
                  <a:pt x="2837238" y="3880409"/>
                </a:lnTo>
                <a:close/>
                <a:lnTo>
                  <a:pt x="2832867" y="3880409"/>
                </a:lnTo>
                <a:close/>
                <a:lnTo>
                  <a:pt x="2828495" y="3880409"/>
                </a:lnTo>
                <a:close/>
                <a:lnTo>
                  <a:pt x="2824123" y="3880409"/>
                </a:lnTo>
                <a:close/>
                <a:lnTo>
                  <a:pt x="2819751" y="3880409"/>
                </a:lnTo>
                <a:close/>
                <a:lnTo>
                  <a:pt x="2815380" y="3880409"/>
                </a:lnTo>
                <a:close/>
                <a:lnTo>
                  <a:pt x="2811008" y="3880409"/>
                </a:lnTo>
                <a:close/>
                <a:lnTo>
                  <a:pt x="2806636" y="3880409"/>
                </a:lnTo>
                <a:close/>
                <a:lnTo>
                  <a:pt x="2802265" y="3880409"/>
                </a:lnTo>
                <a:close/>
                <a:lnTo>
                  <a:pt x="2797893" y="3880409"/>
                </a:lnTo>
                <a:close/>
                <a:lnTo>
                  <a:pt x="2793521" y="3880409"/>
                </a:lnTo>
                <a:close/>
                <a:lnTo>
                  <a:pt x="2789149" y="3880409"/>
                </a:lnTo>
                <a:close/>
                <a:lnTo>
                  <a:pt x="2784778" y="3880409"/>
                </a:lnTo>
                <a:close/>
                <a:lnTo>
                  <a:pt x="2780406" y="3880409"/>
                </a:lnTo>
                <a:close/>
                <a:lnTo>
                  <a:pt x="2776034" y="3880409"/>
                </a:lnTo>
                <a:close/>
                <a:lnTo>
                  <a:pt x="2771663" y="3880409"/>
                </a:lnTo>
                <a:close/>
                <a:lnTo>
                  <a:pt x="2767291" y="3880409"/>
                </a:lnTo>
                <a:close/>
                <a:lnTo>
                  <a:pt x="2762919" y="3880409"/>
                </a:lnTo>
                <a:close/>
                <a:lnTo>
                  <a:pt x="2758548" y="3880409"/>
                </a:lnTo>
                <a:close/>
                <a:lnTo>
                  <a:pt x="2754176" y="3880409"/>
                </a:lnTo>
                <a:close/>
                <a:lnTo>
                  <a:pt x="2749804" y="3880409"/>
                </a:lnTo>
                <a:close/>
                <a:lnTo>
                  <a:pt x="2745432" y="3880409"/>
                </a:lnTo>
                <a:close/>
                <a:lnTo>
                  <a:pt x="2741061" y="3880409"/>
                </a:lnTo>
                <a:close/>
                <a:lnTo>
                  <a:pt x="2736689" y="3880409"/>
                </a:lnTo>
                <a:close/>
                <a:lnTo>
                  <a:pt x="2732317" y="3880409"/>
                </a:lnTo>
                <a:close/>
                <a:lnTo>
                  <a:pt x="2727946" y="3880409"/>
                </a:lnTo>
                <a:close/>
                <a:lnTo>
                  <a:pt x="2723574" y="3880409"/>
                </a:lnTo>
                <a:close/>
                <a:lnTo>
                  <a:pt x="2719202" y="3880409"/>
                </a:lnTo>
                <a:close/>
                <a:lnTo>
                  <a:pt x="2714830" y="3880409"/>
                </a:lnTo>
                <a:close/>
                <a:lnTo>
                  <a:pt x="2710459" y="3880409"/>
                </a:lnTo>
                <a:close/>
                <a:lnTo>
                  <a:pt x="2706087" y="3880409"/>
                </a:lnTo>
                <a:close/>
                <a:lnTo>
                  <a:pt x="2701715" y="3880409"/>
                </a:lnTo>
                <a:close/>
                <a:lnTo>
                  <a:pt x="2697344" y="3880409"/>
                </a:lnTo>
                <a:close/>
                <a:lnTo>
                  <a:pt x="2692972" y="3880409"/>
                </a:lnTo>
                <a:close/>
                <a:lnTo>
                  <a:pt x="2688600" y="3880409"/>
                </a:lnTo>
                <a:close/>
                <a:lnTo>
                  <a:pt x="2684229" y="3880409"/>
                </a:lnTo>
                <a:close/>
                <a:lnTo>
                  <a:pt x="2679857" y="3880409"/>
                </a:lnTo>
                <a:close/>
                <a:lnTo>
                  <a:pt x="2675485" y="3880409"/>
                </a:lnTo>
                <a:close/>
                <a:lnTo>
                  <a:pt x="2671113" y="3880409"/>
                </a:lnTo>
                <a:close/>
                <a:lnTo>
                  <a:pt x="2666742" y="3880409"/>
                </a:lnTo>
                <a:close/>
                <a:lnTo>
                  <a:pt x="2662370" y="3880409"/>
                </a:lnTo>
                <a:close/>
                <a:lnTo>
                  <a:pt x="2657998" y="3880409"/>
                </a:lnTo>
                <a:close/>
                <a:lnTo>
                  <a:pt x="2653627" y="3880409"/>
                </a:lnTo>
                <a:close/>
                <a:lnTo>
                  <a:pt x="2649255" y="3880409"/>
                </a:lnTo>
                <a:close/>
                <a:lnTo>
                  <a:pt x="2644883" y="3880409"/>
                </a:lnTo>
                <a:close/>
                <a:lnTo>
                  <a:pt x="2640511" y="3880409"/>
                </a:lnTo>
                <a:close/>
                <a:lnTo>
                  <a:pt x="2636140" y="3880409"/>
                </a:lnTo>
                <a:close/>
                <a:lnTo>
                  <a:pt x="2631768" y="3880409"/>
                </a:lnTo>
                <a:close/>
                <a:lnTo>
                  <a:pt x="2627396" y="3880409"/>
                </a:lnTo>
                <a:close/>
                <a:lnTo>
                  <a:pt x="2623025" y="3880409"/>
                </a:lnTo>
                <a:close/>
                <a:lnTo>
                  <a:pt x="2618653" y="3880409"/>
                </a:lnTo>
                <a:close/>
                <a:lnTo>
                  <a:pt x="2614281" y="3880409"/>
                </a:lnTo>
                <a:close/>
                <a:lnTo>
                  <a:pt x="2609909" y="3880409"/>
                </a:lnTo>
                <a:close/>
                <a:lnTo>
                  <a:pt x="2605538" y="3880409"/>
                </a:lnTo>
                <a:close/>
                <a:lnTo>
                  <a:pt x="2601166" y="3880409"/>
                </a:lnTo>
                <a:close/>
                <a:lnTo>
                  <a:pt x="2596794" y="3880409"/>
                </a:lnTo>
                <a:close/>
                <a:lnTo>
                  <a:pt x="2592423" y="3880409"/>
                </a:lnTo>
                <a:close/>
                <a:lnTo>
                  <a:pt x="2588051" y="3880409"/>
                </a:lnTo>
                <a:close/>
                <a:lnTo>
                  <a:pt x="2583679" y="3880409"/>
                </a:lnTo>
                <a:close/>
                <a:lnTo>
                  <a:pt x="2579308" y="3880409"/>
                </a:lnTo>
                <a:close/>
                <a:lnTo>
                  <a:pt x="2574936" y="3880409"/>
                </a:lnTo>
                <a:close/>
                <a:lnTo>
                  <a:pt x="2570564" y="3880409"/>
                </a:lnTo>
                <a:close/>
                <a:lnTo>
                  <a:pt x="2566192" y="3880409"/>
                </a:lnTo>
                <a:close/>
                <a:lnTo>
                  <a:pt x="2561821" y="3880409"/>
                </a:lnTo>
                <a:close/>
                <a:lnTo>
                  <a:pt x="2557449" y="3880409"/>
                </a:lnTo>
                <a:close/>
                <a:lnTo>
                  <a:pt x="2553077" y="3880409"/>
                </a:lnTo>
                <a:close/>
                <a:lnTo>
                  <a:pt x="2548706" y="3880409"/>
                </a:lnTo>
                <a:close/>
                <a:lnTo>
                  <a:pt x="2544334" y="3880409"/>
                </a:lnTo>
                <a:close/>
                <a:lnTo>
                  <a:pt x="2539962" y="3880409"/>
                </a:lnTo>
                <a:close/>
                <a:lnTo>
                  <a:pt x="2535590" y="3880409"/>
                </a:lnTo>
                <a:close/>
                <a:lnTo>
                  <a:pt x="2531219" y="3880409"/>
                </a:lnTo>
                <a:close/>
                <a:lnTo>
                  <a:pt x="2526847" y="3880409"/>
                </a:lnTo>
                <a:close/>
                <a:lnTo>
                  <a:pt x="2522475" y="3880409"/>
                </a:lnTo>
                <a:close/>
                <a:lnTo>
                  <a:pt x="2518104" y="3880409"/>
                </a:lnTo>
                <a:close/>
                <a:lnTo>
                  <a:pt x="2513732" y="3880409"/>
                </a:lnTo>
                <a:close/>
                <a:lnTo>
                  <a:pt x="2509360" y="3880409"/>
                </a:lnTo>
                <a:close/>
                <a:lnTo>
                  <a:pt x="2504989" y="3880409"/>
                </a:lnTo>
                <a:close/>
                <a:lnTo>
                  <a:pt x="2500617" y="3880409"/>
                </a:lnTo>
                <a:close/>
                <a:lnTo>
                  <a:pt x="2496245" y="3880409"/>
                </a:lnTo>
                <a:close/>
                <a:lnTo>
                  <a:pt x="2491873" y="3880409"/>
                </a:lnTo>
                <a:close/>
                <a:lnTo>
                  <a:pt x="2487502" y="3880409"/>
                </a:lnTo>
                <a:close/>
                <a:lnTo>
                  <a:pt x="2483130" y="3880409"/>
                </a:lnTo>
                <a:close/>
                <a:lnTo>
                  <a:pt x="2478758" y="3880409"/>
                </a:lnTo>
                <a:close/>
                <a:lnTo>
                  <a:pt x="2474387" y="3880409"/>
                </a:lnTo>
                <a:close/>
                <a:lnTo>
                  <a:pt x="2470015" y="3880409"/>
                </a:lnTo>
                <a:close/>
                <a:lnTo>
                  <a:pt x="2465643" y="3880409"/>
                </a:lnTo>
                <a:close/>
                <a:lnTo>
                  <a:pt x="2461271" y="3880409"/>
                </a:lnTo>
                <a:close/>
                <a:lnTo>
                  <a:pt x="2456900" y="3880409"/>
                </a:lnTo>
                <a:close/>
                <a:lnTo>
                  <a:pt x="2452528" y="3880409"/>
                </a:lnTo>
                <a:close/>
                <a:lnTo>
                  <a:pt x="2448156" y="3880409"/>
                </a:lnTo>
                <a:close/>
                <a:lnTo>
                  <a:pt x="2443785" y="3880409"/>
                </a:lnTo>
                <a:close/>
                <a:lnTo>
                  <a:pt x="2439413" y="3880409"/>
                </a:lnTo>
                <a:close/>
                <a:lnTo>
                  <a:pt x="2435041" y="3880409"/>
                </a:lnTo>
                <a:close/>
                <a:lnTo>
                  <a:pt x="2430669" y="3880409"/>
                </a:lnTo>
                <a:close/>
                <a:lnTo>
                  <a:pt x="2426298" y="3880409"/>
                </a:lnTo>
                <a:close/>
                <a:lnTo>
                  <a:pt x="2421926" y="3880409"/>
                </a:lnTo>
                <a:close/>
                <a:lnTo>
                  <a:pt x="2417554" y="3880409"/>
                </a:lnTo>
                <a:close/>
                <a:lnTo>
                  <a:pt x="2413183" y="3880409"/>
                </a:lnTo>
                <a:close/>
                <a:lnTo>
                  <a:pt x="2408811" y="3880409"/>
                </a:lnTo>
                <a:close/>
                <a:lnTo>
                  <a:pt x="2404439" y="3880409"/>
                </a:lnTo>
                <a:close/>
                <a:lnTo>
                  <a:pt x="2400068" y="3880409"/>
                </a:lnTo>
                <a:close/>
                <a:lnTo>
                  <a:pt x="2395696" y="3880409"/>
                </a:lnTo>
                <a:close/>
                <a:lnTo>
                  <a:pt x="2391324" y="3880409"/>
                </a:lnTo>
                <a:close/>
                <a:lnTo>
                  <a:pt x="2386952" y="3880409"/>
                </a:lnTo>
                <a:close/>
                <a:lnTo>
                  <a:pt x="2382581" y="3880409"/>
                </a:lnTo>
                <a:close/>
                <a:lnTo>
                  <a:pt x="2378209" y="3880409"/>
                </a:lnTo>
                <a:close/>
                <a:lnTo>
                  <a:pt x="2373837" y="3880409"/>
                </a:lnTo>
                <a:close/>
                <a:lnTo>
                  <a:pt x="2369466" y="3880409"/>
                </a:lnTo>
                <a:close/>
                <a:lnTo>
                  <a:pt x="2365094" y="3880409"/>
                </a:lnTo>
                <a:close/>
                <a:lnTo>
                  <a:pt x="2360722" y="3880409"/>
                </a:lnTo>
                <a:close/>
                <a:lnTo>
                  <a:pt x="2356350" y="3880409"/>
                </a:lnTo>
                <a:close/>
                <a:lnTo>
                  <a:pt x="2351979" y="3880409"/>
                </a:lnTo>
                <a:close/>
                <a:lnTo>
                  <a:pt x="2347607" y="3880409"/>
                </a:lnTo>
                <a:close/>
                <a:lnTo>
                  <a:pt x="2343235" y="3880409"/>
                </a:lnTo>
                <a:close/>
                <a:lnTo>
                  <a:pt x="2338864" y="3880409"/>
                </a:lnTo>
                <a:close/>
                <a:lnTo>
                  <a:pt x="2334492" y="3880409"/>
                </a:lnTo>
                <a:close/>
                <a:lnTo>
                  <a:pt x="2330120" y="3880409"/>
                </a:lnTo>
                <a:close/>
                <a:lnTo>
                  <a:pt x="2325749" y="3880409"/>
                </a:lnTo>
                <a:close/>
                <a:lnTo>
                  <a:pt x="2321377" y="3880409"/>
                </a:lnTo>
                <a:close/>
                <a:lnTo>
                  <a:pt x="2317005" y="3880409"/>
                </a:lnTo>
                <a:close/>
                <a:lnTo>
                  <a:pt x="2312633" y="3880409"/>
                </a:lnTo>
                <a:close/>
                <a:lnTo>
                  <a:pt x="2308262" y="3880409"/>
                </a:lnTo>
                <a:close/>
                <a:lnTo>
                  <a:pt x="2303890" y="3880409"/>
                </a:lnTo>
                <a:close/>
                <a:lnTo>
                  <a:pt x="2299518" y="3880409"/>
                </a:lnTo>
                <a:close/>
                <a:lnTo>
                  <a:pt x="2295147" y="3880409"/>
                </a:lnTo>
                <a:close/>
                <a:lnTo>
                  <a:pt x="2290775" y="3880409"/>
                </a:lnTo>
                <a:close/>
                <a:lnTo>
                  <a:pt x="2286403" y="3880409"/>
                </a:lnTo>
                <a:close/>
                <a:lnTo>
                  <a:pt x="2282031" y="3880409"/>
                </a:lnTo>
                <a:close/>
                <a:lnTo>
                  <a:pt x="2277660" y="3880409"/>
                </a:lnTo>
                <a:close/>
                <a:lnTo>
                  <a:pt x="2273288" y="3880409"/>
                </a:lnTo>
                <a:close/>
                <a:lnTo>
                  <a:pt x="2268916" y="3880409"/>
                </a:lnTo>
                <a:close/>
                <a:lnTo>
                  <a:pt x="2264545" y="3880409"/>
                </a:lnTo>
                <a:close/>
                <a:lnTo>
                  <a:pt x="2260173" y="3880409"/>
                </a:lnTo>
                <a:close/>
                <a:lnTo>
                  <a:pt x="2255801" y="3880409"/>
                </a:lnTo>
                <a:close/>
                <a:lnTo>
                  <a:pt x="2251429" y="3880409"/>
                </a:lnTo>
                <a:close/>
                <a:lnTo>
                  <a:pt x="2247058" y="3880409"/>
                </a:lnTo>
                <a:close/>
                <a:lnTo>
                  <a:pt x="2242686" y="3880409"/>
                </a:lnTo>
                <a:close/>
                <a:lnTo>
                  <a:pt x="2238314" y="3880409"/>
                </a:lnTo>
                <a:close/>
                <a:lnTo>
                  <a:pt x="2233943" y="3880409"/>
                </a:lnTo>
                <a:close/>
                <a:lnTo>
                  <a:pt x="2229571" y="3880409"/>
                </a:lnTo>
                <a:close/>
                <a:lnTo>
                  <a:pt x="2225199" y="3880409"/>
                </a:lnTo>
                <a:close/>
                <a:lnTo>
                  <a:pt x="2220828" y="3880409"/>
                </a:lnTo>
                <a:close/>
                <a:lnTo>
                  <a:pt x="2216456" y="3880409"/>
                </a:lnTo>
                <a:close/>
                <a:lnTo>
                  <a:pt x="2212084" y="3880409"/>
                </a:lnTo>
                <a:close/>
                <a:lnTo>
                  <a:pt x="2207712" y="3880409"/>
                </a:lnTo>
                <a:close/>
                <a:lnTo>
                  <a:pt x="2203341" y="3880409"/>
                </a:lnTo>
                <a:close/>
                <a:lnTo>
                  <a:pt x="2198969" y="3880409"/>
                </a:lnTo>
                <a:close/>
                <a:lnTo>
                  <a:pt x="2194597" y="3880409"/>
                </a:lnTo>
                <a:close/>
                <a:lnTo>
                  <a:pt x="2190226" y="3880409"/>
                </a:lnTo>
                <a:close/>
                <a:lnTo>
                  <a:pt x="2185854" y="3880409"/>
                </a:lnTo>
                <a:close/>
                <a:lnTo>
                  <a:pt x="2181482" y="3880409"/>
                </a:lnTo>
                <a:close/>
                <a:lnTo>
                  <a:pt x="2177110" y="3880409"/>
                </a:lnTo>
                <a:close/>
                <a:lnTo>
                  <a:pt x="2172739" y="3880409"/>
                </a:lnTo>
                <a:close/>
                <a:lnTo>
                  <a:pt x="2168367" y="3880409"/>
                </a:lnTo>
                <a:close/>
                <a:lnTo>
                  <a:pt x="2163995" y="3880409"/>
                </a:lnTo>
                <a:close/>
                <a:lnTo>
                  <a:pt x="2159624" y="3880409"/>
                </a:lnTo>
                <a:close/>
                <a:lnTo>
                  <a:pt x="2155252" y="3880409"/>
                </a:lnTo>
                <a:close/>
                <a:lnTo>
                  <a:pt x="2150880" y="3880409"/>
                </a:lnTo>
                <a:close/>
                <a:lnTo>
                  <a:pt x="2146509" y="3880409"/>
                </a:lnTo>
                <a:close/>
                <a:lnTo>
                  <a:pt x="2142137" y="3880409"/>
                </a:lnTo>
                <a:close/>
                <a:lnTo>
                  <a:pt x="2137765" y="3880409"/>
                </a:lnTo>
                <a:close/>
                <a:lnTo>
                  <a:pt x="2133393" y="3880409"/>
                </a:lnTo>
                <a:close/>
                <a:lnTo>
                  <a:pt x="2129022" y="3880409"/>
                </a:lnTo>
                <a:close/>
                <a:lnTo>
                  <a:pt x="2124650" y="3880409"/>
                </a:lnTo>
                <a:close/>
                <a:lnTo>
                  <a:pt x="2120278" y="3880409"/>
                </a:lnTo>
                <a:close/>
                <a:lnTo>
                  <a:pt x="2115907" y="3880409"/>
                </a:lnTo>
                <a:close/>
                <a:lnTo>
                  <a:pt x="2111535" y="3880409"/>
                </a:lnTo>
                <a:close/>
                <a:lnTo>
                  <a:pt x="2107163" y="3880409"/>
                </a:lnTo>
                <a:close/>
                <a:lnTo>
                  <a:pt x="2102791" y="3880409"/>
                </a:lnTo>
                <a:close/>
                <a:lnTo>
                  <a:pt x="2098420" y="3880409"/>
                </a:lnTo>
                <a:close/>
                <a:lnTo>
                  <a:pt x="2094048" y="3880409"/>
                </a:lnTo>
                <a:close/>
                <a:lnTo>
                  <a:pt x="2089676" y="3880409"/>
                </a:lnTo>
                <a:close/>
                <a:lnTo>
                  <a:pt x="2085305" y="3880409"/>
                </a:lnTo>
                <a:close/>
                <a:lnTo>
                  <a:pt x="2080933" y="3880409"/>
                </a:lnTo>
                <a:close/>
                <a:lnTo>
                  <a:pt x="2076561" y="3880409"/>
                </a:lnTo>
                <a:close/>
                <a:lnTo>
                  <a:pt x="2072189" y="3880409"/>
                </a:lnTo>
                <a:close/>
                <a:lnTo>
                  <a:pt x="2067818" y="3880409"/>
                </a:lnTo>
                <a:close/>
                <a:lnTo>
                  <a:pt x="2063446" y="3880409"/>
                </a:lnTo>
                <a:close/>
                <a:lnTo>
                  <a:pt x="2059074" y="3880409"/>
                </a:lnTo>
                <a:close/>
                <a:lnTo>
                  <a:pt x="2054703" y="3880409"/>
                </a:lnTo>
                <a:close/>
                <a:lnTo>
                  <a:pt x="2050331" y="3880409"/>
                </a:lnTo>
                <a:close/>
                <a:lnTo>
                  <a:pt x="2045959" y="3880409"/>
                </a:lnTo>
                <a:close/>
                <a:lnTo>
                  <a:pt x="2041588" y="3880409"/>
                </a:lnTo>
                <a:close/>
                <a:lnTo>
                  <a:pt x="2037216" y="3880409"/>
                </a:lnTo>
                <a:close/>
                <a:lnTo>
                  <a:pt x="2032844" y="3880409"/>
                </a:lnTo>
                <a:close/>
                <a:lnTo>
                  <a:pt x="2028472" y="3880409"/>
                </a:lnTo>
                <a:close/>
                <a:lnTo>
                  <a:pt x="2024101" y="3880409"/>
                </a:lnTo>
                <a:close/>
                <a:lnTo>
                  <a:pt x="2019729" y="3880409"/>
                </a:lnTo>
                <a:close/>
                <a:lnTo>
                  <a:pt x="2015357" y="3880409"/>
                </a:lnTo>
                <a:close/>
                <a:lnTo>
                  <a:pt x="2010986" y="3880409"/>
                </a:lnTo>
                <a:close/>
                <a:lnTo>
                  <a:pt x="2006614" y="3880409"/>
                </a:lnTo>
                <a:close/>
                <a:lnTo>
                  <a:pt x="2002242" y="3880409"/>
                </a:lnTo>
                <a:close/>
                <a:lnTo>
                  <a:pt x="1997870" y="3880409"/>
                </a:lnTo>
                <a:close/>
                <a:lnTo>
                  <a:pt x="1993499" y="3880409"/>
                </a:lnTo>
                <a:close/>
                <a:lnTo>
                  <a:pt x="1989127" y="3880409"/>
                </a:lnTo>
                <a:close/>
                <a:lnTo>
                  <a:pt x="1984755" y="3880409"/>
                </a:lnTo>
                <a:close/>
                <a:lnTo>
                  <a:pt x="1980384" y="3880409"/>
                </a:lnTo>
                <a:close/>
                <a:lnTo>
                  <a:pt x="1976012" y="3880409"/>
                </a:lnTo>
                <a:close/>
                <a:lnTo>
                  <a:pt x="1971640" y="3880409"/>
                </a:lnTo>
                <a:close/>
                <a:lnTo>
                  <a:pt x="1967269" y="3880409"/>
                </a:lnTo>
                <a:close/>
                <a:lnTo>
                  <a:pt x="1962897" y="3880409"/>
                </a:lnTo>
                <a:close/>
                <a:lnTo>
                  <a:pt x="1958525" y="3880409"/>
                </a:lnTo>
                <a:close/>
                <a:lnTo>
                  <a:pt x="1954153" y="3880409"/>
                </a:lnTo>
                <a:close/>
                <a:lnTo>
                  <a:pt x="1949782" y="3880409"/>
                </a:lnTo>
                <a:close/>
                <a:lnTo>
                  <a:pt x="1945410" y="3880409"/>
                </a:lnTo>
                <a:close/>
                <a:lnTo>
                  <a:pt x="1941038" y="3880409"/>
                </a:lnTo>
                <a:close/>
                <a:lnTo>
                  <a:pt x="1936667" y="3880409"/>
                </a:lnTo>
                <a:close/>
                <a:lnTo>
                  <a:pt x="1932295" y="3880409"/>
                </a:lnTo>
                <a:close/>
                <a:lnTo>
                  <a:pt x="1927923" y="3880409"/>
                </a:lnTo>
                <a:close/>
                <a:lnTo>
                  <a:pt x="1923551" y="3880409"/>
                </a:lnTo>
                <a:close/>
                <a:lnTo>
                  <a:pt x="1919180" y="3880409"/>
                </a:lnTo>
                <a:close/>
                <a:lnTo>
                  <a:pt x="1914808" y="3880409"/>
                </a:lnTo>
                <a:close/>
                <a:lnTo>
                  <a:pt x="1910436" y="3880409"/>
                </a:lnTo>
                <a:close/>
                <a:lnTo>
                  <a:pt x="1906065" y="3880409"/>
                </a:lnTo>
                <a:close/>
                <a:lnTo>
                  <a:pt x="1901693" y="3880409"/>
                </a:lnTo>
                <a:close/>
                <a:lnTo>
                  <a:pt x="1897321" y="3880409"/>
                </a:lnTo>
                <a:close/>
                <a:lnTo>
                  <a:pt x="1892949" y="3880409"/>
                </a:lnTo>
                <a:close/>
                <a:lnTo>
                  <a:pt x="1888578" y="3880409"/>
                </a:lnTo>
                <a:close/>
                <a:lnTo>
                  <a:pt x="1884206" y="3880409"/>
                </a:lnTo>
                <a:close/>
                <a:lnTo>
                  <a:pt x="1879834" y="3880409"/>
                </a:lnTo>
                <a:close/>
                <a:lnTo>
                  <a:pt x="1875463" y="3880409"/>
                </a:lnTo>
                <a:close/>
                <a:lnTo>
                  <a:pt x="1871091" y="3880409"/>
                </a:lnTo>
                <a:close/>
                <a:lnTo>
                  <a:pt x="1866719" y="3880409"/>
                </a:lnTo>
                <a:close/>
                <a:lnTo>
                  <a:pt x="1862348" y="3880409"/>
                </a:lnTo>
                <a:close/>
                <a:lnTo>
                  <a:pt x="1857976" y="3880409"/>
                </a:lnTo>
                <a:close/>
                <a:lnTo>
                  <a:pt x="1853604" y="3880409"/>
                </a:lnTo>
                <a:close/>
                <a:lnTo>
                  <a:pt x="1849232" y="3880409"/>
                </a:lnTo>
                <a:close/>
                <a:lnTo>
                  <a:pt x="1844861" y="3880409"/>
                </a:lnTo>
                <a:close/>
                <a:lnTo>
                  <a:pt x="1840489" y="3880409"/>
                </a:lnTo>
                <a:close/>
                <a:lnTo>
                  <a:pt x="1836117" y="3880409"/>
                </a:lnTo>
                <a:close/>
                <a:lnTo>
                  <a:pt x="1831746" y="3880409"/>
                </a:lnTo>
                <a:close/>
                <a:lnTo>
                  <a:pt x="1827374" y="3880409"/>
                </a:lnTo>
                <a:close/>
                <a:lnTo>
                  <a:pt x="1823002" y="3880409"/>
                </a:lnTo>
                <a:close/>
                <a:lnTo>
                  <a:pt x="1818630" y="3880409"/>
                </a:lnTo>
                <a:close/>
                <a:lnTo>
                  <a:pt x="1814259" y="3880409"/>
                </a:lnTo>
                <a:close/>
                <a:lnTo>
                  <a:pt x="1809887" y="3880409"/>
                </a:lnTo>
                <a:close/>
                <a:lnTo>
                  <a:pt x="1805515" y="3880409"/>
                </a:lnTo>
                <a:close/>
                <a:lnTo>
                  <a:pt x="1801144" y="3880409"/>
                </a:lnTo>
                <a:close/>
                <a:lnTo>
                  <a:pt x="1796772" y="3880409"/>
                </a:lnTo>
                <a:close/>
                <a:lnTo>
                  <a:pt x="1792400" y="3880409"/>
                </a:lnTo>
                <a:close/>
                <a:lnTo>
                  <a:pt x="1788029" y="3880409"/>
                </a:lnTo>
                <a:close/>
                <a:lnTo>
                  <a:pt x="1783657" y="3880409"/>
                </a:lnTo>
                <a:close/>
                <a:lnTo>
                  <a:pt x="1779285" y="3880409"/>
                </a:lnTo>
                <a:close/>
                <a:lnTo>
                  <a:pt x="1774913" y="3880409"/>
                </a:lnTo>
                <a:close/>
                <a:lnTo>
                  <a:pt x="1770542" y="3880409"/>
                </a:lnTo>
                <a:close/>
                <a:lnTo>
                  <a:pt x="1766170" y="3880409"/>
                </a:lnTo>
                <a:close/>
                <a:lnTo>
                  <a:pt x="1761798" y="3880409"/>
                </a:lnTo>
                <a:close/>
                <a:lnTo>
                  <a:pt x="1757427" y="3880409"/>
                </a:lnTo>
                <a:close/>
                <a:lnTo>
                  <a:pt x="1753055" y="3880409"/>
                </a:lnTo>
                <a:close/>
                <a:lnTo>
                  <a:pt x="1748683" y="3880409"/>
                </a:lnTo>
                <a:close/>
                <a:lnTo>
                  <a:pt x="1744311" y="3880409"/>
                </a:lnTo>
                <a:close/>
                <a:lnTo>
                  <a:pt x="1739940" y="3880409"/>
                </a:lnTo>
                <a:close/>
                <a:lnTo>
                  <a:pt x="1735568" y="3880409"/>
                </a:lnTo>
                <a:close/>
                <a:lnTo>
                  <a:pt x="1731196" y="3880409"/>
                </a:lnTo>
                <a:close/>
                <a:lnTo>
                  <a:pt x="1726825" y="3880409"/>
                </a:lnTo>
                <a:close/>
                <a:lnTo>
                  <a:pt x="1722453" y="3880409"/>
                </a:lnTo>
                <a:close/>
                <a:lnTo>
                  <a:pt x="1718081" y="3880409"/>
                </a:lnTo>
                <a:close/>
                <a:lnTo>
                  <a:pt x="1713709" y="3880409"/>
                </a:lnTo>
                <a:close/>
                <a:lnTo>
                  <a:pt x="1709338" y="3880409"/>
                </a:lnTo>
                <a:close/>
                <a:lnTo>
                  <a:pt x="1704966" y="3880409"/>
                </a:lnTo>
                <a:close/>
                <a:lnTo>
                  <a:pt x="1700594" y="3880409"/>
                </a:lnTo>
                <a:close/>
                <a:lnTo>
                  <a:pt x="1696223" y="3880409"/>
                </a:lnTo>
                <a:close/>
                <a:lnTo>
                  <a:pt x="1691851" y="3880409"/>
                </a:lnTo>
                <a:close/>
                <a:lnTo>
                  <a:pt x="1687479" y="3880409"/>
                </a:lnTo>
                <a:close/>
                <a:lnTo>
                  <a:pt x="1683108" y="3880409"/>
                </a:lnTo>
                <a:close/>
                <a:lnTo>
                  <a:pt x="1678736" y="3880409"/>
                </a:lnTo>
                <a:close/>
                <a:lnTo>
                  <a:pt x="1674364" y="3880409"/>
                </a:lnTo>
                <a:close/>
                <a:lnTo>
                  <a:pt x="1669992" y="3880409"/>
                </a:lnTo>
                <a:close/>
                <a:lnTo>
                  <a:pt x="1665621" y="3880409"/>
                </a:lnTo>
                <a:close/>
                <a:lnTo>
                  <a:pt x="1661249" y="3880409"/>
                </a:lnTo>
                <a:close/>
                <a:lnTo>
                  <a:pt x="1656877" y="3880409"/>
                </a:lnTo>
                <a:close/>
                <a:lnTo>
                  <a:pt x="1652506" y="3880409"/>
                </a:lnTo>
                <a:close/>
                <a:lnTo>
                  <a:pt x="1648134" y="3880409"/>
                </a:lnTo>
                <a:close/>
                <a:lnTo>
                  <a:pt x="1643762" y="3880409"/>
                </a:lnTo>
                <a:close/>
                <a:lnTo>
                  <a:pt x="1639390" y="3880409"/>
                </a:lnTo>
                <a:close/>
                <a:lnTo>
                  <a:pt x="1635019" y="3880409"/>
                </a:lnTo>
                <a:close/>
                <a:lnTo>
                  <a:pt x="1630647" y="3880409"/>
                </a:lnTo>
                <a:close/>
                <a:lnTo>
                  <a:pt x="1626275" y="3880409"/>
                </a:lnTo>
                <a:close/>
                <a:lnTo>
                  <a:pt x="1621904" y="3880409"/>
                </a:lnTo>
                <a:close/>
                <a:lnTo>
                  <a:pt x="1617532" y="3880409"/>
                </a:lnTo>
                <a:close/>
                <a:lnTo>
                  <a:pt x="1613160" y="3880409"/>
                </a:lnTo>
                <a:close/>
                <a:lnTo>
                  <a:pt x="1608789" y="3880409"/>
                </a:lnTo>
                <a:close/>
                <a:lnTo>
                  <a:pt x="1604417" y="3880409"/>
                </a:lnTo>
                <a:close/>
                <a:lnTo>
                  <a:pt x="1600045" y="3880409"/>
                </a:lnTo>
                <a:close/>
                <a:lnTo>
                  <a:pt x="1595673" y="3880409"/>
                </a:lnTo>
                <a:close/>
                <a:lnTo>
                  <a:pt x="1591302" y="3880409"/>
                </a:lnTo>
                <a:close/>
                <a:lnTo>
                  <a:pt x="1586930" y="3880409"/>
                </a:lnTo>
                <a:close/>
                <a:lnTo>
                  <a:pt x="1582558" y="3880409"/>
                </a:lnTo>
                <a:close/>
                <a:lnTo>
                  <a:pt x="1578187" y="3880409"/>
                </a:lnTo>
                <a:close/>
                <a:lnTo>
                  <a:pt x="1573815" y="3880409"/>
                </a:lnTo>
                <a:close/>
                <a:lnTo>
                  <a:pt x="1569443" y="3880409"/>
                </a:lnTo>
                <a:close/>
                <a:lnTo>
                  <a:pt x="1565071" y="3880409"/>
                </a:lnTo>
                <a:close/>
                <a:lnTo>
                  <a:pt x="1560700" y="3880409"/>
                </a:lnTo>
                <a:close/>
                <a:lnTo>
                  <a:pt x="1556328" y="3880409"/>
                </a:lnTo>
                <a:close/>
                <a:lnTo>
                  <a:pt x="1551956" y="3880409"/>
                </a:lnTo>
                <a:close/>
                <a:lnTo>
                  <a:pt x="1547585" y="3880409"/>
                </a:lnTo>
                <a:close/>
                <a:lnTo>
                  <a:pt x="1543213" y="3880409"/>
                </a:lnTo>
                <a:close/>
                <a:lnTo>
                  <a:pt x="1538841" y="3880409"/>
                </a:lnTo>
                <a:close/>
                <a:lnTo>
                  <a:pt x="1534469" y="3880409"/>
                </a:lnTo>
                <a:close/>
                <a:lnTo>
                  <a:pt x="1530098" y="3880409"/>
                </a:lnTo>
                <a:close/>
                <a:lnTo>
                  <a:pt x="1525726" y="3880409"/>
                </a:lnTo>
                <a:close/>
                <a:lnTo>
                  <a:pt x="1521354" y="3880409"/>
                </a:lnTo>
                <a:close/>
                <a:lnTo>
                  <a:pt x="1516983" y="3880409"/>
                </a:lnTo>
                <a:close/>
                <a:lnTo>
                  <a:pt x="1512611" y="3880409"/>
                </a:lnTo>
                <a:close/>
                <a:lnTo>
                  <a:pt x="1508239" y="3880409"/>
                </a:lnTo>
                <a:close/>
                <a:lnTo>
                  <a:pt x="1503868" y="3880409"/>
                </a:lnTo>
                <a:close/>
                <a:lnTo>
                  <a:pt x="1499496" y="3880409"/>
                </a:lnTo>
                <a:close/>
                <a:lnTo>
                  <a:pt x="1495124" y="3880409"/>
                </a:lnTo>
                <a:close/>
                <a:lnTo>
                  <a:pt x="1490752" y="3880409"/>
                </a:lnTo>
                <a:close/>
                <a:lnTo>
                  <a:pt x="1486381" y="3880409"/>
                </a:lnTo>
                <a:close/>
                <a:lnTo>
                  <a:pt x="1482009" y="3880409"/>
                </a:lnTo>
                <a:close/>
                <a:lnTo>
                  <a:pt x="1477637" y="3880409"/>
                </a:lnTo>
                <a:close/>
                <a:lnTo>
                  <a:pt x="1473266" y="3880409"/>
                </a:lnTo>
                <a:close/>
                <a:lnTo>
                  <a:pt x="1468894" y="3880409"/>
                </a:lnTo>
                <a:close/>
                <a:lnTo>
                  <a:pt x="1464522" y="3880409"/>
                </a:lnTo>
                <a:close/>
                <a:lnTo>
                  <a:pt x="1460150" y="3880409"/>
                </a:lnTo>
                <a:close/>
                <a:lnTo>
                  <a:pt x="1455779" y="3880409"/>
                </a:lnTo>
                <a:close/>
                <a:lnTo>
                  <a:pt x="1451407" y="3880409"/>
                </a:lnTo>
                <a:close/>
                <a:lnTo>
                  <a:pt x="1447035" y="3880409"/>
                </a:lnTo>
                <a:close/>
                <a:lnTo>
                  <a:pt x="1442664" y="3880409"/>
                </a:lnTo>
                <a:close/>
                <a:lnTo>
                  <a:pt x="1438292" y="3880409"/>
                </a:lnTo>
                <a:close/>
                <a:lnTo>
                  <a:pt x="1433920" y="3880409"/>
                </a:lnTo>
                <a:close/>
                <a:lnTo>
                  <a:pt x="1429549" y="3880409"/>
                </a:lnTo>
                <a:close/>
                <a:lnTo>
                  <a:pt x="1425177" y="3880409"/>
                </a:lnTo>
                <a:close/>
                <a:lnTo>
                  <a:pt x="1420805" y="3880409"/>
                </a:lnTo>
                <a:close/>
                <a:lnTo>
                  <a:pt x="1416433" y="3880409"/>
                </a:lnTo>
                <a:close/>
                <a:lnTo>
                  <a:pt x="1412062" y="3880409"/>
                </a:lnTo>
                <a:close/>
                <a:lnTo>
                  <a:pt x="1407690" y="3880409"/>
                </a:lnTo>
                <a:close/>
                <a:lnTo>
                  <a:pt x="1403318" y="3880409"/>
                </a:lnTo>
                <a:close/>
                <a:lnTo>
                  <a:pt x="1398947" y="3880409"/>
                </a:lnTo>
                <a:close/>
                <a:lnTo>
                  <a:pt x="1394575" y="3880409"/>
                </a:lnTo>
                <a:close/>
                <a:lnTo>
                  <a:pt x="1390203" y="3880409"/>
                </a:lnTo>
                <a:close/>
                <a:lnTo>
                  <a:pt x="1385831" y="3880409"/>
                </a:lnTo>
                <a:close/>
                <a:lnTo>
                  <a:pt x="1381460" y="3880409"/>
                </a:lnTo>
                <a:close/>
                <a:lnTo>
                  <a:pt x="1377088" y="3880409"/>
                </a:lnTo>
                <a:close/>
                <a:lnTo>
                  <a:pt x="1372716" y="3880409"/>
                </a:lnTo>
                <a:close/>
                <a:lnTo>
                  <a:pt x="1368345" y="3880409"/>
                </a:lnTo>
                <a:close/>
                <a:lnTo>
                  <a:pt x="1363973" y="3880409"/>
                </a:lnTo>
                <a:close/>
                <a:lnTo>
                  <a:pt x="1359601" y="3880409"/>
                </a:lnTo>
                <a:close/>
                <a:lnTo>
                  <a:pt x="1355229" y="3880409"/>
                </a:lnTo>
                <a:close/>
                <a:lnTo>
                  <a:pt x="1350858" y="3880409"/>
                </a:lnTo>
                <a:close/>
                <a:lnTo>
                  <a:pt x="1346486" y="3880409"/>
                </a:lnTo>
                <a:close/>
                <a:lnTo>
                  <a:pt x="1342114" y="3880409"/>
                </a:lnTo>
                <a:close/>
                <a:lnTo>
                  <a:pt x="1337743" y="3880409"/>
                </a:lnTo>
                <a:close/>
                <a:lnTo>
                  <a:pt x="1333371" y="3880409"/>
                </a:lnTo>
                <a:close/>
                <a:lnTo>
                  <a:pt x="1328999" y="3880409"/>
                </a:lnTo>
                <a:close/>
                <a:lnTo>
                  <a:pt x="1324628" y="3880409"/>
                </a:lnTo>
                <a:close/>
                <a:lnTo>
                  <a:pt x="1320256" y="3880409"/>
                </a:lnTo>
                <a:close/>
                <a:lnTo>
                  <a:pt x="1315884" y="3880409"/>
                </a:lnTo>
                <a:close/>
                <a:lnTo>
                  <a:pt x="1311512" y="3880409"/>
                </a:lnTo>
                <a:close/>
                <a:lnTo>
                  <a:pt x="1307141" y="3880409"/>
                </a:lnTo>
                <a:close/>
                <a:lnTo>
                  <a:pt x="1302769" y="3880409"/>
                </a:lnTo>
                <a:close/>
                <a:lnTo>
                  <a:pt x="1298397" y="3880409"/>
                </a:lnTo>
                <a:close/>
                <a:lnTo>
                  <a:pt x="1294026" y="3880409"/>
                </a:lnTo>
                <a:close/>
                <a:lnTo>
                  <a:pt x="1289654" y="3880409"/>
                </a:lnTo>
                <a:close/>
                <a:lnTo>
                  <a:pt x="1285282" y="3880409"/>
                </a:lnTo>
                <a:close/>
                <a:lnTo>
                  <a:pt x="1280910" y="3880409"/>
                </a:lnTo>
                <a:close/>
                <a:lnTo>
                  <a:pt x="1276539" y="3880409"/>
                </a:lnTo>
                <a:close/>
                <a:lnTo>
                  <a:pt x="1272167" y="3880409"/>
                </a:lnTo>
                <a:close/>
                <a:lnTo>
                  <a:pt x="1267795" y="3880409"/>
                </a:lnTo>
                <a:close/>
                <a:lnTo>
                  <a:pt x="1263424" y="3880409"/>
                </a:lnTo>
                <a:close/>
                <a:lnTo>
                  <a:pt x="1259052" y="3880409"/>
                </a:lnTo>
                <a:close/>
                <a:lnTo>
                  <a:pt x="1254680" y="3880409"/>
                </a:lnTo>
                <a:close/>
                <a:lnTo>
                  <a:pt x="1250309" y="3880409"/>
                </a:lnTo>
                <a:close/>
                <a:lnTo>
                  <a:pt x="1245937" y="3880409"/>
                </a:lnTo>
                <a:close/>
                <a:lnTo>
                  <a:pt x="1241565" y="3880409"/>
                </a:lnTo>
                <a:close/>
                <a:lnTo>
                  <a:pt x="1237193" y="3880409"/>
                </a:lnTo>
                <a:close/>
                <a:lnTo>
                  <a:pt x="1232822" y="3880409"/>
                </a:lnTo>
                <a:close/>
                <a:lnTo>
                  <a:pt x="1228450" y="3880409"/>
                </a:lnTo>
                <a:close/>
                <a:lnTo>
                  <a:pt x="1224078" y="3880409"/>
                </a:lnTo>
                <a:close/>
                <a:lnTo>
                  <a:pt x="1219707" y="3880409"/>
                </a:lnTo>
                <a:close/>
                <a:lnTo>
                  <a:pt x="1215335" y="3880409"/>
                </a:lnTo>
                <a:close/>
                <a:lnTo>
                  <a:pt x="1210963" y="3880409"/>
                </a:lnTo>
                <a:close/>
                <a:lnTo>
                  <a:pt x="1206591" y="3880409"/>
                </a:lnTo>
                <a:close/>
                <a:lnTo>
                  <a:pt x="1202220" y="3880409"/>
                </a:lnTo>
                <a:close/>
                <a:lnTo>
                  <a:pt x="1197848" y="3880409"/>
                </a:lnTo>
                <a:close/>
                <a:lnTo>
                  <a:pt x="1193476" y="3880409"/>
                </a:lnTo>
                <a:close/>
                <a:lnTo>
                  <a:pt x="1189105" y="3880409"/>
                </a:lnTo>
                <a:close/>
                <a:lnTo>
                  <a:pt x="1184733" y="3880409"/>
                </a:lnTo>
                <a:close/>
                <a:lnTo>
                  <a:pt x="1180361" y="3880409"/>
                </a:lnTo>
                <a:close/>
                <a:lnTo>
                  <a:pt x="1175989" y="3880409"/>
                </a:lnTo>
                <a:close/>
                <a:lnTo>
                  <a:pt x="1171618" y="3880409"/>
                </a:lnTo>
                <a:close/>
                <a:lnTo>
                  <a:pt x="1167246" y="3880409"/>
                </a:lnTo>
                <a:close/>
                <a:lnTo>
                  <a:pt x="1162874" y="3880409"/>
                </a:lnTo>
                <a:close/>
                <a:lnTo>
                  <a:pt x="1158503" y="3880409"/>
                </a:lnTo>
                <a:close/>
                <a:lnTo>
                  <a:pt x="1154131" y="3880409"/>
                </a:lnTo>
                <a:close/>
                <a:lnTo>
                  <a:pt x="1149759" y="3880409"/>
                </a:lnTo>
                <a:close/>
                <a:lnTo>
                  <a:pt x="1145388" y="3880409"/>
                </a:lnTo>
                <a:close/>
                <a:lnTo>
                  <a:pt x="1141016" y="3880409"/>
                </a:lnTo>
                <a:close/>
                <a:lnTo>
                  <a:pt x="1136644" y="3880409"/>
                </a:lnTo>
                <a:close/>
                <a:lnTo>
                  <a:pt x="1132272" y="3880409"/>
                </a:lnTo>
                <a:close/>
                <a:lnTo>
                  <a:pt x="1127901" y="3880409"/>
                </a:lnTo>
                <a:close/>
                <a:lnTo>
                  <a:pt x="1123529" y="3880409"/>
                </a:lnTo>
                <a:close/>
                <a:lnTo>
                  <a:pt x="1119157" y="3880409"/>
                </a:lnTo>
                <a:close/>
                <a:lnTo>
                  <a:pt x="1114786" y="3880409"/>
                </a:lnTo>
                <a:close/>
                <a:lnTo>
                  <a:pt x="1110414" y="3880409"/>
                </a:lnTo>
                <a:close/>
                <a:lnTo>
                  <a:pt x="1106042" y="3880409"/>
                </a:lnTo>
                <a:close/>
                <a:lnTo>
                  <a:pt x="1101670" y="3880409"/>
                </a:lnTo>
                <a:close/>
                <a:lnTo>
                  <a:pt x="1097299" y="3880409"/>
                </a:lnTo>
                <a:close/>
                <a:lnTo>
                  <a:pt x="1092927" y="3880409"/>
                </a:lnTo>
                <a:close/>
                <a:lnTo>
                  <a:pt x="1088555" y="3880409"/>
                </a:lnTo>
                <a:close/>
                <a:lnTo>
                  <a:pt x="1084184" y="3880409"/>
                </a:lnTo>
                <a:close/>
                <a:lnTo>
                  <a:pt x="1079812" y="3880409"/>
                </a:lnTo>
                <a:close/>
                <a:lnTo>
                  <a:pt x="1075440" y="3880409"/>
                </a:lnTo>
                <a:close/>
                <a:lnTo>
                  <a:pt x="1071069" y="3880409"/>
                </a:lnTo>
                <a:close/>
                <a:lnTo>
                  <a:pt x="1066697" y="3880409"/>
                </a:lnTo>
                <a:close/>
                <a:lnTo>
                  <a:pt x="1062325" y="3880409"/>
                </a:lnTo>
                <a:close/>
                <a:lnTo>
                  <a:pt x="1057953" y="3880409"/>
                </a:lnTo>
                <a:close/>
                <a:lnTo>
                  <a:pt x="1053582" y="3880409"/>
                </a:lnTo>
                <a:close/>
                <a:lnTo>
                  <a:pt x="1049210" y="3880409"/>
                </a:lnTo>
                <a:close/>
                <a:lnTo>
                  <a:pt x="1044838" y="3880409"/>
                </a:lnTo>
                <a:close/>
                <a:lnTo>
                  <a:pt x="1040467" y="3880409"/>
                </a:lnTo>
                <a:close/>
                <a:lnTo>
                  <a:pt x="1036095" y="3880409"/>
                </a:lnTo>
                <a:close/>
                <a:lnTo>
                  <a:pt x="1031723" y="3880409"/>
                </a:lnTo>
                <a:close/>
                <a:lnTo>
                  <a:pt x="1027351" y="3880409"/>
                </a:lnTo>
                <a:close/>
                <a:lnTo>
                  <a:pt x="1022980" y="3880409"/>
                </a:lnTo>
                <a:close/>
                <a:lnTo>
                  <a:pt x="1018608" y="3880409"/>
                </a:lnTo>
                <a:close/>
                <a:lnTo>
                  <a:pt x="1014236" y="3880409"/>
                </a:lnTo>
                <a:close/>
                <a:lnTo>
                  <a:pt x="1009865" y="3880409"/>
                </a:lnTo>
                <a:close/>
                <a:lnTo>
                  <a:pt x="1005493" y="3880409"/>
                </a:lnTo>
                <a:close/>
                <a:lnTo>
                  <a:pt x="1001121" y="3880409"/>
                </a:lnTo>
                <a:close/>
                <a:lnTo>
                  <a:pt x="996749" y="3880409"/>
                </a:lnTo>
                <a:close/>
                <a:lnTo>
                  <a:pt x="992378" y="3880409"/>
                </a:lnTo>
                <a:close/>
                <a:lnTo>
                  <a:pt x="988006" y="3880409"/>
                </a:lnTo>
                <a:close/>
                <a:lnTo>
                  <a:pt x="983634" y="3880409"/>
                </a:lnTo>
                <a:close/>
                <a:lnTo>
                  <a:pt x="979263" y="3880409"/>
                </a:lnTo>
                <a:close/>
                <a:lnTo>
                  <a:pt x="974891" y="3880409"/>
                </a:lnTo>
                <a:close/>
                <a:lnTo>
                  <a:pt x="970519" y="3880409"/>
                </a:lnTo>
                <a:close/>
                <a:lnTo>
                  <a:pt x="966148" y="3880409"/>
                </a:lnTo>
                <a:close/>
                <a:lnTo>
                  <a:pt x="961776" y="3880409"/>
                </a:lnTo>
                <a:close/>
                <a:lnTo>
                  <a:pt x="957404" y="3880409"/>
                </a:lnTo>
                <a:close/>
                <a:lnTo>
                  <a:pt x="953032" y="3880409"/>
                </a:lnTo>
                <a:close/>
                <a:lnTo>
                  <a:pt x="948661" y="3880409"/>
                </a:lnTo>
                <a:close/>
                <a:lnTo>
                  <a:pt x="944289" y="3880409"/>
                </a:lnTo>
                <a:close/>
                <a:lnTo>
                  <a:pt x="939917" y="3880409"/>
                </a:lnTo>
                <a:close/>
                <a:lnTo>
                  <a:pt x="935546" y="3880409"/>
                </a:lnTo>
                <a:close/>
                <a:lnTo>
                  <a:pt x="931174" y="3880409"/>
                </a:lnTo>
                <a:close/>
                <a:lnTo>
                  <a:pt x="926802" y="3880409"/>
                </a:lnTo>
                <a:close/>
                <a:lnTo>
                  <a:pt x="922430" y="3880409"/>
                </a:lnTo>
                <a:close/>
                <a:lnTo>
                  <a:pt x="918059" y="3880409"/>
                </a:lnTo>
                <a:close/>
                <a:lnTo>
                  <a:pt x="913687" y="3880409"/>
                </a:lnTo>
                <a:close/>
                <a:lnTo>
                  <a:pt x="909315" y="3880409"/>
                </a:lnTo>
                <a:close/>
                <a:lnTo>
                  <a:pt x="904944" y="3880409"/>
                </a:lnTo>
                <a:close/>
                <a:lnTo>
                  <a:pt x="900572" y="3880409"/>
                </a:lnTo>
                <a:close/>
                <a:lnTo>
                  <a:pt x="896200" y="3880409"/>
                </a:lnTo>
                <a:close/>
                <a:lnTo>
                  <a:pt x="891829" y="3880409"/>
                </a:lnTo>
                <a:close/>
                <a:lnTo>
                  <a:pt x="887457" y="3880409"/>
                </a:lnTo>
                <a:close/>
                <a:lnTo>
                  <a:pt x="883085" y="3880409"/>
                </a:lnTo>
                <a:close/>
                <a:lnTo>
                  <a:pt x="878713" y="3880409"/>
                </a:lnTo>
                <a:close/>
                <a:lnTo>
                  <a:pt x="874342" y="3880409"/>
                </a:lnTo>
                <a:close/>
                <a:lnTo>
                  <a:pt x="869970" y="3880409"/>
                </a:lnTo>
                <a:close/>
                <a:lnTo>
                  <a:pt x="865598" y="3880409"/>
                </a:lnTo>
                <a:close/>
                <a:lnTo>
                  <a:pt x="861227" y="3880409"/>
                </a:lnTo>
                <a:close/>
                <a:lnTo>
                  <a:pt x="856855" y="3880409"/>
                </a:lnTo>
                <a:close/>
                <a:lnTo>
                  <a:pt x="852483" y="3880409"/>
                </a:lnTo>
                <a:close/>
                <a:lnTo>
                  <a:pt x="848111" y="3880409"/>
                </a:lnTo>
                <a:close/>
                <a:lnTo>
                  <a:pt x="843740" y="3880409"/>
                </a:lnTo>
                <a:close/>
                <a:lnTo>
                  <a:pt x="839368" y="3880409"/>
                </a:lnTo>
                <a:close/>
                <a:lnTo>
                  <a:pt x="834996" y="3880409"/>
                </a:lnTo>
                <a:close/>
                <a:lnTo>
                  <a:pt x="830625" y="3880409"/>
                </a:lnTo>
                <a:close/>
                <a:lnTo>
                  <a:pt x="826253" y="3880409"/>
                </a:lnTo>
                <a:close/>
                <a:lnTo>
                  <a:pt x="821881" y="3880409"/>
                </a:lnTo>
                <a:close/>
                <a:lnTo>
                  <a:pt x="817509" y="3880409"/>
                </a:lnTo>
                <a:close/>
                <a:lnTo>
                  <a:pt x="813138" y="3880409"/>
                </a:lnTo>
                <a:close/>
                <a:lnTo>
                  <a:pt x="808766" y="3880409"/>
                </a:lnTo>
                <a:close/>
                <a:lnTo>
                  <a:pt x="804394" y="3880409"/>
                </a:lnTo>
                <a:close/>
                <a:lnTo>
                  <a:pt x="800023" y="3880409"/>
                </a:lnTo>
                <a:close/>
                <a:lnTo>
                  <a:pt x="795651" y="3880409"/>
                </a:lnTo>
                <a:close/>
                <a:lnTo>
                  <a:pt x="791279" y="3880409"/>
                </a:lnTo>
                <a:close/>
                <a:lnTo>
                  <a:pt x="786908" y="3880409"/>
                </a:lnTo>
                <a:close/>
                <a:lnTo>
                  <a:pt x="782536" y="3880409"/>
                </a:lnTo>
                <a:close/>
                <a:lnTo>
                  <a:pt x="778164" y="3880409"/>
                </a:lnTo>
                <a:close/>
                <a:lnTo>
                  <a:pt x="773792" y="3880409"/>
                </a:lnTo>
                <a:close/>
                <a:lnTo>
                  <a:pt x="769421" y="3880409"/>
                </a:lnTo>
                <a:close/>
                <a:lnTo>
                  <a:pt x="765049" y="3880409"/>
                </a:lnTo>
                <a:close/>
                <a:lnTo>
                  <a:pt x="760677" y="3880409"/>
                </a:lnTo>
                <a:close/>
                <a:lnTo>
                  <a:pt x="756306" y="3880409"/>
                </a:lnTo>
                <a:close/>
                <a:lnTo>
                  <a:pt x="751934" y="3880409"/>
                </a:lnTo>
                <a:close/>
                <a:lnTo>
                  <a:pt x="747562" y="3880409"/>
                </a:lnTo>
                <a:close/>
                <a:lnTo>
                  <a:pt x="743190" y="3880409"/>
                </a:lnTo>
                <a:close/>
                <a:lnTo>
                  <a:pt x="738819" y="3880409"/>
                </a:lnTo>
                <a:close/>
                <a:lnTo>
                  <a:pt x="734447" y="3880409"/>
                </a:lnTo>
                <a:close/>
                <a:lnTo>
                  <a:pt x="730075" y="3880409"/>
                </a:lnTo>
                <a:close/>
                <a:lnTo>
                  <a:pt x="725704" y="3880409"/>
                </a:lnTo>
                <a:close/>
                <a:lnTo>
                  <a:pt x="721332" y="3880409"/>
                </a:lnTo>
                <a:close/>
                <a:lnTo>
                  <a:pt x="716960" y="3880409"/>
                </a:lnTo>
                <a:close/>
                <a:lnTo>
                  <a:pt x="712589" y="3880409"/>
                </a:lnTo>
                <a:close/>
                <a:lnTo>
                  <a:pt x="708217" y="3880409"/>
                </a:lnTo>
                <a:close/>
                <a:lnTo>
                  <a:pt x="703845" y="3880409"/>
                </a:lnTo>
                <a:close/>
                <a:lnTo>
                  <a:pt x="699473" y="3880409"/>
                </a:lnTo>
                <a:close/>
                <a:lnTo>
                  <a:pt x="695102" y="3880409"/>
                </a:lnTo>
                <a:close/>
                <a:lnTo>
                  <a:pt x="690730" y="3880409"/>
                </a:lnTo>
                <a:close/>
                <a:lnTo>
                  <a:pt x="686358" y="3880409"/>
                </a:lnTo>
                <a:close/>
                <a:lnTo>
                  <a:pt x="681987" y="3880409"/>
                </a:lnTo>
                <a:close/>
                <a:lnTo>
                  <a:pt x="677615" y="3880409"/>
                </a:lnTo>
                <a:close/>
                <a:lnTo>
                  <a:pt x="673243" y="3880409"/>
                </a:lnTo>
                <a:close/>
                <a:lnTo>
                  <a:pt x="668871" y="3880409"/>
                </a:lnTo>
                <a:close/>
                <a:lnTo>
                  <a:pt x="664500" y="3880409"/>
                </a:lnTo>
                <a:close/>
                <a:lnTo>
                  <a:pt x="660128" y="3880409"/>
                </a:lnTo>
                <a:close/>
                <a:lnTo>
                  <a:pt x="655756" y="3880409"/>
                </a:lnTo>
                <a:close/>
                <a:lnTo>
                  <a:pt x="651385" y="3880409"/>
                </a:lnTo>
                <a:close/>
                <a:lnTo>
                  <a:pt x="647013" y="3880409"/>
                </a:lnTo>
                <a:close/>
                <a:lnTo>
                  <a:pt x="642641" y="3880409"/>
                </a:lnTo>
                <a:close/>
                <a:lnTo>
                  <a:pt x="638269" y="3880409"/>
                </a:lnTo>
                <a:close/>
                <a:lnTo>
                  <a:pt x="633898" y="3880409"/>
                </a:lnTo>
                <a:close/>
                <a:lnTo>
                  <a:pt x="629526" y="3880409"/>
                </a:lnTo>
                <a:close/>
                <a:lnTo>
                  <a:pt x="625154" y="3880409"/>
                </a:lnTo>
                <a:close/>
                <a:lnTo>
                  <a:pt x="620783" y="3880409"/>
                </a:lnTo>
                <a:close/>
                <a:lnTo>
                  <a:pt x="616411" y="3880409"/>
                </a:lnTo>
                <a:close/>
                <a:lnTo>
                  <a:pt x="612039" y="3880409"/>
                </a:lnTo>
                <a:close/>
                <a:lnTo>
                  <a:pt x="607668" y="3880409"/>
                </a:lnTo>
                <a:close/>
                <a:lnTo>
                  <a:pt x="603296" y="3880409"/>
                </a:lnTo>
                <a:close/>
                <a:lnTo>
                  <a:pt x="598924" y="3880409"/>
                </a:lnTo>
                <a:close/>
                <a:lnTo>
                  <a:pt x="594552" y="3880409"/>
                </a:lnTo>
                <a:close/>
                <a:lnTo>
                  <a:pt x="590181" y="3880409"/>
                </a:lnTo>
                <a:close/>
                <a:lnTo>
                  <a:pt x="585809" y="3880409"/>
                </a:lnTo>
                <a:close/>
                <a:lnTo>
                  <a:pt x="581437" y="3880409"/>
                </a:lnTo>
                <a:close/>
                <a:lnTo>
                  <a:pt x="577066" y="3880409"/>
                </a:lnTo>
                <a:close/>
                <a:lnTo>
                  <a:pt x="572694" y="3880409"/>
                </a:lnTo>
                <a:close/>
                <a:lnTo>
                  <a:pt x="568322" y="3880409"/>
                </a:lnTo>
                <a:close/>
                <a:lnTo>
                  <a:pt x="563950" y="3880409"/>
                </a:lnTo>
                <a:close/>
                <a:lnTo>
                  <a:pt x="559579" y="3880409"/>
                </a:lnTo>
                <a:close/>
                <a:lnTo>
                  <a:pt x="555207" y="3880409"/>
                </a:lnTo>
                <a:close/>
                <a:lnTo>
                  <a:pt x="550835" y="3880409"/>
                </a:lnTo>
                <a:close/>
                <a:lnTo>
                  <a:pt x="546464" y="3880409"/>
                </a:lnTo>
                <a:close/>
                <a:lnTo>
                  <a:pt x="542092" y="3880409"/>
                </a:lnTo>
                <a:close/>
                <a:lnTo>
                  <a:pt x="537720" y="3880409"/>
                </a:lnTo>
                <a:close/>
                <a:lnTo>
                  <a:pt x="533349" y="3880409"/>
                </a:lnTo>
                <a:close/>
                <a:lnTo>
                  <a:pt x="528977" y="3880409"/>
                </a:lnTo>
                <a:close/>
                <a:lnTo>
                  <a:pt x="524605" y="3880409"/>
                </a:lnTo>
                <a:close/>
                <a:lnTo>
                  <a:pt x="520233" y="3880409"/>
                </a:lnTo>
                <a:close/>
                <a:lnTo>
                  <a:pt x="515862" y="3880409"/>
                </a:lnTo>
                <a:close/>
                <a:lnTo>
                  <a:pt x="511490" y="3880409"/>
                </a:lnTo>
                <a:close/>
                <a:lnTo>
                  <a:pt x="507118" y="3880409"/>
                </a:lnTo>
                <a:close/>
                <a:lnTo>
                  <a:pt x="502747" y="3880409"/>
                </a:lnTo>
                <a:close/>
                <a:lnTo>
                  <a:pt x="498375" y="3880409"/>
                </a:lnTo>
                <a:close/>
                <a:lnTo>
                  <a:pt x="494003" y="3880409"/>
                </a:lnTo>
                <a:close/>
                <a:lnTo>
                  <a:pt x="489631" y="3880409"/>
                </a:lnTo>
                <a:close/>
                <a:lnTo>
                  <a:pt x="485260" y="3880409"/>
                </a:lnTo>
                <a:close/>
                <a:lnTo>
                  <a:pt x="480888" y="3880409"/>
                </a:lnTo>
                <a:close/>
                <a:lnTo>
                  <a:pt x="476516" y="3880409"/>
                </a:lnTo>
                <a:close/>
                <a:lnTo>
                  <a:pt x="472145" y="3880409"/>
                </a:lnTo>
                <a:close/>
                <a:lnTo>
                  <a:pt x="467773" y="3880409"/>
                </a:lnTo>
                <a:close/>
                <a:lnTo>
                  <a:pt x="463401" y="3880409"/>
                </a:lnTo>
                <a:close/>
                <a:lnTo>
                  <a:pt x="459029" y="3880409"/>
                </a:lnTo>
                <a:close/>
                <a:lnTo>
                  <a:pt x="454658" y="3880409"/>
                </a:lnTo>
                <a:close/>
                <a:lnTo>
                  <a:pt x="450286" y="3880409"/>
                </a:lnTo>
                <a:close/>
                <a:lnTo>
                  <a:pt x="445914" y="3880409"/>
                </a:lnTo>
                <a:close/>
                <a:lnTo>
                  <a:pt x="441543" y="3880409"/>
                </a:lnTo>
                <a:close/>
                <a:lnTo>
                  <a:pt x="437171" y="3880409"/>
                </a:lnTo>
                <a:close/>
                <a:lnTo>
                  <a:pt x="432799" y="3880409"/>
                </a:lnTo>
                <a:close/>
                <a:lnTo>
                  <a:pt x="428428" y="3880409"/>
                </a:lnTo>
                <a:close/>
                <a:lnTo>
                  <a:pt x="424056" y="3880409"/>
                </a:lnTo>
                <a:close/>
                <a:lnTo>
                  <a:pt x="419684" y="3880409"/>
                </a:lnTo>
                <a:close/>
                <a:lnTo>
                  <a:pt x="415312" y="3880409"/>
                </a:lnTo>
                <a:close/>
                <a:lnTo>
                  <a:pt x="410941" y="3880409"/>
                </a:lnTo>
                <a:close/>
                <a:lnTo>
                  <a:pt x="406569" y="3880409"/>
                </a:lnTo>
                <a:close/>
                <a:lnTo>
                  <a:pt x="402197" y="3880409"/>
                </a:lnTo>
                <a:close/>
                <a:lnTo>
                  <a:pt x="397826" y="3880409"/>
                </a:lnTo>
                <a:close/>
                <a:lnTo>
                  <a:pt x="393454" y="3880409"/>
                </a:lnTo>
                <a:close/>
                <a:lnTo>
                  <a:pt x="389082" y="3880409"/>
                </a:lnTo>
                <a:close/>
                <a:lnTo>
                  <a:pt x="384710" y="3880409"/>
                </a:lnTo>
                <a:close/>
                <a:lnTo>
                  <a:pt x="380339" y="3880409"/>
                </a:lnTo>
                <a:close/>
                <a:lnTo>
                  <a:pt x="375967" y="3880409"/>
                </a:lnTo>
                <a:close/>
                <a:lnTo>
                  <a:pt x="371595" y="3880409"/>
                </a:lnTo>
                <a:close/>
                <a:lnTo>
                  <a:pt x="367224" y="3880409"/>
                </a:lnTo>
                <a:close/>
                <a:lnTo>
                  <a:pt x="362852" y="3880409"/>
                </a:lnTo>
                <a:close/>
                <a:lnTo>
                  <a:pt x="358480" y="3880409"/>
                </a:lnTo>
                <a:close/>
                <a:lnTo>
                  <a:pt x="354109" y="3880409"/>
                </a:lnTo>
                <a:close/>
                <a:lnTo>
                  <a:pt x="349737" y="3880409"/>
                </a:lnTo>
                <a:close/>
                <a:lnTo>
                  <a:pt x="345365" y="3880409"/>
                </a:lnTo>
                <a:close/>
                <a:lnTo>
                  <a:pt x="340993" y="3880409"/>
                </a:lnTo>
                <a:close/>
                <a:lnTo>
                  <a:pt x="336622" y="3880409"/>
                </a:lnTo>
                <a:close/>
                <a:lnTo>
                  <a:pt x="332250" y="3880409"/>
                </a:lnTo>
                <a:close/>
                <a:lnTo>
                  <a:pt x="327878" y="3880409"/>
                </a:lnTo>
                <a:close/>
                <a:lnTo>
                  <a:pt x="323507" y="3880409"/>
                </a:lnTo>
                <a:close/>
                <a:lnTo>
                  <a:pt x="319135" y="3880409"/>
                </a:lnTo>
                <a:close/>
                <a:lnTo>
                  <a:pt x="314763" y="3880409"/>
                </a:lnTo>
                <a:close/>
                <a:lnTo>
                  <a:pt x="310391" y="3880409"/>
                </a:lnTo>
                <a:close/>
                <a:lnTo>
                  <a:pt x="306020" y="3880409"/>
                </a:lnTo>
                <a:close/>
                <a:lnTo>
                  <a:pt x="301648" y="3880409"/>
                </a:lnTo>
                <a:close/>
                <a:lnTo>
                  <a:pt x="297276" y="3880409"/>
                </a:lnTo>
                <a:close/>
                <a:lnTo>
                  <a:pt x="292905" y="3880409"/>
                </a:lnTo>
                <a:close/>
                <a:lnTo>
                  <a:pt x="288533" y="3880409"/>
                </a:lnTo>
                <a:close/>
                <a:lnTo>
                  <a:pt x="284161" y="3880409"/>
                </a:lnTo>
                <a:close/>
                <a:lnTo>
                  <a:pt x="279789" y="3880409"/>
                </a:lnTo>
                <a:close/>
                <a:lnTo>
                  <a:pt x="275418" y="3880409"/>
                </a:lnTo>
                <a:close/>
                <a:lnTo>
                  <a:pt x="271046" y="3880409"/>
                </a:lnTo>
                <a:close/>
                <a:lnTo>
                  <a:pt x="266674" y="3880409"/>
                </a:lnTo>
                <a:close/>
                <a:lnTo>
                  <a:pt x="262303" y="3880409"/>
                </a:lnTo>
                <a:close/>
                <a:lnTo>
                  <a:pt x="257931" y="3880409"/>
                </a:lnTo>
                <a:close/>
                <a:lnTo>
                  <a:pt x="253559" y="3880409"/>
                </a:lnTo>
                <a:close/>
                <a:lnTo>
                  <a:pt x="249188" y="3880409"/>
                </a:lnTo>
                <a:close/>
                <a:lnTo>
                  <a:pt x="244816" y="3880409"/>
                </a:lnTo>
                <a:close/>
                <a:lnTo>
                  <a:pt x="240444" y="3880409"/>
                </a:lnTo>
                <a:close/>
                <a:lnTo>
                  <a:pt x="236072" y="3880409"/>
                </a:lnTo>
                <a:close/>
                <a:lnTo>
                  <a:pt x="231701" y="3880409"/>
                </a:lnTo>
                <a:close/>
                <a:lnTo>
                  <a:pt x="227329" y="3880409"/>
                </a:lnTo>
                <a:close/>
                <a:lnTo>
                  <a:pt x="222957" y="3880409"/>
                </a:lnTo>
                <a:close/>
                <a:lnTo>
                  <a:pt x="218586" y="3880409"/>
                </a:lnTo>
                <a:close/>
                <a:lnTo>
                  <a:pt x="214214" y="3880409"/>
                </a:lnTo>
                <a:close/>
                <a:lnTo>
                  <a:pt x="209842" y="3880409"/>
                </a:lnTo>
                <a:close/>
                <a:lnTo>
                  <a:pt x="205470" y="3880409"/>
                </a:lnTo>
                <a:close/>
                <a:lnTo>
                  <a:pt x="201099" y="3880409"/>
                </a:lnTo>
                <a:close/>
                <a:lnTo>
                  <a:pt x="196727" y="3880409"/>
                </a:lnTo>
                <a:close/>
                <a:lnTo>
                  <a:pt x="192355" y="3880409"/>
                </a:lnTo>
                <a:close/>
                <a:lnTo>
                  <a:pt x="187984" y="3880409"/>
                </a:lnTo>
                <a:close/>
                <a:lnTo>
                  <a:pt x="183612" y="3880409"/>
                </a:lnTo>
                <a:close/>
                <a:lnTo>
                  <a:pt x="179240" y="3880409"/>
                </a:lnTo>
                <a:close/>
                <a:lnTo>
                  <a:pt x="174869" y="3880409"/>
                </a:lnTo>
                <a:close/>
                <a:lnTo>
                  <a:pt x="170497" y="3880409"/>
                </a:lnTo>
                <a:close/>
                <a:lnTo>
                  <a:pt x="166125" y="3880409"/>
                </a:lnTo>
                <a:close/>
                <a:lnTo>
                  <a:pt x="161753" y="3880409"/>
                </a:lnTo>
                <a:close/>
                <a:lnTo>
                  <a:pt x="157382" y="3880409"/>
                </a:lnTo>
                <a:close/>
                <a:lnTo>
                  <a:pt x="153010" y="3880409"/>
                </a:lnTo>
                <a:close/>
                <a:lnTo>
                  <a:pt x="148638" y="3880409"/>
                </a:lnTo>
                <a:close/>
                <a:lnTo>
                  <a:pt x="144267" y="3880409"/>
                </a:lnTo>
                <a:close/>
                <a:lnTo>
                  <a:pt x="139895" y="3880409"/>
                </a:lnTo>
                <a:close/>
                <a:lnTo>
                  <a:pt x="135523" y="3880409"/>
                </a:lnTo>
                <a:close/>
                <a:lnTo>
                  <a:pt x="131151" y="3880409"/>
                </a:lnTo>
                <a:close/>
                <a:lnTo>
                  <a:pt x="126780" y="3880409"/>
                </a:lnTo>
                <a:close/>
                <a:lnTo>
                  <a:pt x="122408" y="3880409"/>
                </a:lnTo>
                <a:close/>
                <a:lnTo>
                  <a:pt x="118036" y="3880409"/>
                </a:lnTo>
                <a:close/>
                <a:lnTo>
                  <a:pt x="113665" y="3880409"/>
                </a:lnTo>
                <a:close/>
                <a:lnTo>
                  <a:pt x="109293" y="3880409"/>
                </a:lnTo>
                <a:close/>
                <a:lnTo>
                  <a:pt x="104921" y="3880409"/>
                </a:lnTo>
                <a:close/>
                <a:lnTo>
                  <a:pt x="100549" y="3880409"/>
                </a:lnTo>
                <a:close/>
                <a:lnTo>
                  <a:pt x="96178" y="3880409"/>
                </a:lnTo>
                <a:close/>
                <a:lnTo>
                  <a:pt x="91806" y="3880409"/>
                </a:lnTo>
                <a:close/>
                <a:lnTo>
                  <a:pt x="87434" y="3880409"/>
                </a:lnTo>
                <a:close/>
                <a:lnTo>
                  <a:pt x="83063" y="3880409"/>
                </a:lnTo>
                <a:close/>
                <a:lnTo>
                  <a:pt x="78691" y="3880409"/>
                </a:lnTo>
                <a:close/>
                <a:lnTo>
                  <a:pt x="74319" y="3880409"/>
                </a:lnTo>
                <a:close/>
                <a:lnTo>
                  <a:pt x="69948" y="3880409"/>
                </a:lnTo>
                <a:close/>
                <a:lnTo>
                  <a:pt x="65576" y="3880409"/>
                </a:lnTo>
                <a:close/>
                <a:lnTo>
                  <a:pt x="61204" y="3880409"/>
                </a:lnTo>
                <a:close/>
                <a:lnTo>
                  <a:pt x="56832" y="3880409"/>
                </a:lnTo>
                <a:close/>
                <a:lnTo>
                  <a:pt x="52461" y="3880409"/>
                </a:lnTo>
                <a:close/>
                <a:lnTo>
                  <a:pt x="48089" y="3880409"/>
                </a:lnTo>
                <a:close/>
                <a:lnTo>
                  <a:pt x="43717" y="3880409"/>
                </a:lnTo>
                <a:close/>
                <a:lnTo>
                  <a:pt x="39346" y="3880409"/>
                </a:lnTo>
                <a:close/>
                <a:lnTo>
                  <a:pt x="34974" y="3880409"/>
                </a:lnTo>
                <a:close/>
                <a:lnTo>
                  <a:pt x="30602" y="3880409"/>
                </a:lnTo>
                <a:close/>
                <a:lnTo>
                  <a:pt x="26230" y="3880409"/>
                </a:lnTo>
                <a:close/>
                <a:lnTo>
                  <a:pt x="21859" y="3880409"/>
                </a:lnTo>
                <a:close/>
                <a:lnTo>
                  <a:pt x="17487" y="3880409"/>
                </a:lnTo>
                <a:close/>
                <a:lnTo>
                  <a:pt x="13115" y="3880409"/>
                </a:lnTo>
                <a:close/>
                <a:lnTo>
                  <a:pt x="8744" y="3880409"/>
                </a:lnTo>
                <a:close/>
                <a:lnTo>
                  <a:pt x="4372" y="3880409"/>
                </a:lnTo>
                <a:close/>
                <a:lnTo>
                  <a:pt x="0" y="3880409"/>
                </a:lnTo>
                <a:close/>
                <a:lnTo>
                  <a:pt x="0" y="3880409"/>
                </a:lnTo>
                <a:close/>
              </a:path>
            </a:pathLst>
          </a:custGeom>
          <a:solidFill>
            <a:srgbClr val="A63D40">
              <a:alpha val="18000"/>
            </a:srgbClr>
          </a:solidFill>
          <a:ln w="12700">
            <a:solidFill>
              <a:srgbClr val="A63D4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38917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938917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8917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1050</a:t>
            </a:r>
          </a:p>
        </p:txBody>
      </p:sp>
      <p:sp>
        <p:nvSpPr>
          <p:cNvPr id="8" name="Freeform 7"/>
          <p:cNvSpPr/>
          <p:nvPr/>
        </p:nvSpPr>
        <p:spPr>
          <a:xfrm>
            <a:off x="1543611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543611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3611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1060</a:t>
            </a:r>
          </a:p>
        </p:txBody>
      </p:sp>
      <p:sp>
        <p:nvSpPr>
          <p:cNvPr id="11" name="Freeform 10"/>
          <p:cNvSpPr/>
          <p:nvPr/>
        </p:nvSpPr>
        <p:spPr>
          <a:xfrm>
            <a:off x="2148304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48304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304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1070</a:t>
            </a:r>
          </a:p>
        </p:txBody>
      </p:sp>
      <p:sp>
        <p:nvSpPr>
          <p:cNvPr id="14" name="Freeform 13"/>
          <p:cNvSpPr/>
          <p:nvPr/>
        </p:nvSpPr>
        <p:spPr>
          <a:xfrm>
            <a:off x="2752997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752997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997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1080</a:t>
            </a:r>
          </a:p>
        </p:txBody>
      </p:sp>
      <p:sp>
        <p:nvSpPr>
          <p:cNvPr id="17" name="Freeform 16"/>
          <p:cNvSpPr/>
          <p:nvPr/>
        </p:nvSpPr>
        <p:spPr>
          <a:xfrm>
            <a:off x="3357691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357691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7691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1090</a:t>
            </a:r>
          </a:p>
        </p:txBody>
      </p:sp>
      <p:sp>
        <p:nvSpPr>
          <p:cNvPr id="20" name="Freeform 19"/>
          <p:cNvSpPr/>
          <p:nvPr/>
        </p:nvSpPr>
        <p:spPr>
          <a:xfrm>
            <a:off x="3962384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5080">
            <a:solidFill>
              <a:srgbClr val="E8E8E8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962384" y="4720367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2384" y="47459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2516" y="4888330"/>
            <a:ext cx="1955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Max fuel temperature (K)</a:t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2490892" y="-1323586"/>
            <a:ext cx="1574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Probability density</a:t>
            </a:r>
          </a:p>
        </p:txBody>
      </p:sp>
      <p:sp>
        <p:nvSpPr>
          <p:cNvPr id="25" name="Freeform 24"/>
          <p:cNvSpPr/>
          <p:nvPr/>
        </p:nvSpPr>
        <p:spPr>
          <a:xfrm>
            <a:off x="656019" y="645938"/>
            <a:ext cx="3492994" cy="3879107"/>
          </a:xfrm>
          <a:custGeom>
            <a:avLst/>
            <a:gdLst/>
            <a:ahLst/>
            <a:cxnLst/>
            <a:rect l="l" t="t" r="r" b="b"/>
            <a:pathLst>
              <a:path w="3492994" h="3879107">
                <a:moveTo>
                  <a:pt x="0" y="3879107"/>
                </a:moveTo>
                <a:lnTo>
                  <a:pt x="135523" y="3876115"/>
                </a:lnTo>
                <a:close/>
                <a:lnTo>
                  <a:pt x="222957" y="3871599"/>
                </a:lnTo>
                <a:close/>
                <a:lnTo>
                  <a:pt x="292905" y="3865197"/>
                </a:lnTo>
                <a:close/>
                <a:lnTo>
                  <a:pt x="349737" y="3857144"/>
                </a:lnTo>
                <a:close/>
                <a:lnTo>
                  <a:pt x="397826" y="3847518"/>
                </a:lnTo>
                <a:close/>
                <a:lnTo>
                  <a:pt x="441543" y="3835822"/>
                </a:lnTo>
                <a:close/>
                <a:lnTo>
                  <a:pt x="480888" y="3822277"/>
                </a:lnTo>
                <a:close/>
                <a:lnTo>
                  <a:pt x="515862" y="3807320"/>
                </a:lnTo>
                <a:close/>
                <a:lnTo>
                  <a:pt x="550835" y="3789101"/>
                </a:lnTo>
                <a:close/>
                <a:lnTo>
                  <a:pt x="581437" y="3770054"/>
                </a:lnTo>
                <a:close/>
                <a:lnTo>
                  <a:pt x="612039" y="3747686"/>
                </a:lnTo>
                <a:close/>
                <a:lnTo>
                  <a:pt x="642641" y="3721566"/>
                </a:lnTo>
                <a:close/>
                <a:lnTo>
                  <a:pt x="673243" y="3691238"/>
                </a:lnTo>
                <a:close/>
                <a:lnTo>
                  <a:pt x="699473" y="3661531"/>
                </a:lnTo>
                <a:close/>
                <a:lnTo>
                  <a:pt x="725704" y="3628071"/>
                </a:lnTo>
                <a:close/>
                <a:lnTo>
                  <a:pt x="751934" y="3590544"/>
                </a:lnTo>
                <a:close/>
                <a:lnTo>
                  <a:pt x="778164" y="3548635"/>
                </a:lnTo>
                <a:close/>
                <a:lnTo>
                  <a:pt x="804394" y="3502036"/>
                </a:lnTo>
                <a:close/>
                <a:lnTo>
                  <a:pt x="834996" y="3441342"/>
                </a:lnTo>
                <a:close/>
                <a:lnTo>
                  <a:pt x="865598" y="3373409"/>
                </a:lnTo>
                <a:close/>
                <a:lnTo>
                  <a:pt x="896200" y="3297833"/>
                </a:lnTo>
                <a:close/>
                <a:lnTo>
                  <a:pt x="926802" y="3214273"/>
                </a:lnTo>
                <a:close/>
                <a:lnTo>
                  <a:pt x="957404" y="3122460"/>
                </a:lnTo>
                <a:close/>
                <a:lnTo>
                  <a:pt x="988006" y="3022218"/>
                </a:lnTo>
                <a:close/>
                <a:lnTo>
                  <a:pt x="1022980" y="2897255"/>
                </a:lnTo>
                <a:close/>
                <a:lnTo>
                  <a:pt x="1057953" y="2761298"/>
                </a:lnTo>
                <a:close/>
                <a:lnTo>
                  <a:pt x="1097299" y="2595640"/>
                </a:lnTo>
                <a:close/>
                <a:lnTo>
                  <a:pt x="1136644" y="2417388"/>
                </a:lnTo>
                <a:close/>
                <a:lnTo>
                  <a:pt x="1180361" y="2206200"/>
                </a:lnTo>
                <a:close/>
                <a:lnTo>
                  <a:pt x="1232822" y="1938033"/>
                </a:lnTo>
                <a:close/>
                <a:lnTo>
                  <a:pt x="1307141" y="1541520"/>
                </a:lnTo>
                <a:close/>
                <a:lnTo>
                  <a:pt x="1398947" y="1053598"/>
                </a:lnTo>
                <a:close/>
                <a:lnTo>
                  <a:pt x="1447035" y="813246"/>
                </a:lnTo>
                <a:close/>
                <a:lnTo>
                  <a:pt x="1486381" y="630921"/>
                </a:lnTo>
                <a:close/>
                <a:lnTo>
                  <a:pt x="1521354" y="483015"/>
                </a:lnTo>
                <a:close/>
                <a:lnTo>
                  <a:pt x="1551956" y="366628"/>
                </a:lnTo>
                <a:close/>
                <a:lnTo>
                  <a:pt x="1578187" y="277812"/>
                </a:lnTo>
                <a:close/>
                <a:lnTo>
                  <a:pt x="1600045" y="212212"/>
                </a:lnTo>
                <a:close/>
                <a:lnTo>
                  <a:pt x="1621904" y="154768"/>
                </a:lnTo>
                <a:close/>
                <a:lnTo>
                  <a:pt x="1643762" y="105895"/>
                </a:lnTo>
                <a:close/>
                <a:lnTo>
                  <a:pt x="1661249" y="73213"/>
                </a:lnTo>
                <a:close/>
                <a:lnTo>
                  <a:pt x="1678736" y="46401"/>
                </a:lnTo>
                <a:close/>
                <a:lnTo>
                  <a:pt x="1696223" y="25590"/>
                </a:lnTo>
                <a:close/>
                <a:lnTo>
                  <a:pt x="1709338" y="13979"/>
                </a:lnTo>
                <a:close/>
                <a:lnTo>
                  <a:pt x="1722453" y="5830"/>
                </a:lnTo>
                <a:close/>
                <a:lnTo>
                  <a:pt x="1735568" y="1166"/>
                </a:lnTo>
                <a:close/>
                <a:lnTo>
                  <a:pt x="1748683" y="0"/>
                </a:lnTo>
                <a:close/>
                <a:lnTo>
                  <a:pt x="1761798" y="2333"/>
                </a:lnTo>
                <a:close/>
                <a:lnTo>
                  <a:pt x="1774913" y="8160"/>
                </a:lnTo>
                <a:close/>
                <a:lnTo>
                  <a:pt x="1788029" y="17466"/>
                </a:lnTo>
                <a:close/>
                <a:lnTo>
                  <a:pt x="1801144" y="30224"/>
                </a:lnTo>
                <a:close/>
                <a:lnTo>
                  <a:pt x="1814259" y="46401"/>
                </a:lnTo>
                <a:close/>
                <a:lnTo>
                  <a:pt x="1831746" y="73213"/>
                </a:lnTo>
                <a:close/>
                <a:lnTo>
                  <a:pt x="1849232" y="105895"/>
                </a:lnTo>
                <a:close/>
                <a:lnTo>
                  <a:pt x="1866719" y="144295"/>
                </a:lnTo>
                <a:close/>
                <a:lnTo>
                  <a:pt x="1888578" y="200057"/>
                </a:lnTo>
                <a:close/>
                <a:lnTo>
                  <a:pt x="1910436" y="264061"/>
                </a:lnTo>
                <a:close/>
                <a:lnTo>
                  <a:pt x="1936667" y="351094"/>
                </a:lnTo>
                <a:close/>
                <a:lnTo>
                  <a:pt x="1962897" y="448441"/>
                </a:lnTo>
                <a:close/>
                <a:lnTo>
                  <a:pt x="1993499" y="573741"/>
                </a:lnTo>
                <a:close/>
                <a:lnTo>
                  <a:pt x="2028472" y="730355"/>
                </a:lnTo>
                <a:close/>
                <a:lnTo>
                  <a:pt x="2067818" y="920483"/>
                </a:lnTo>
                <a:close/>
                <a:lnTo>
                  <a:pt x="2115907" y="1167432"/>
                </a:lnTo>
                <a:close/>
                <a:lnTo>
                  <a:pt x="2198969" y="1612180"/>
                </a:lnTo>
                <a:close/>
                <a:lnTo>
                  <a:pt x="2277660" y="2028916"/>
                </a:lnTo>
                <a:close/>
                <a:lnTo>
                  <a:pt x="2330120" y="2292197"/>
                </a:lnTo>
                <a:close/>
                <a:lnTo>
                  <a:pt x="2373837" y="2498091"/>
                </a:lnTo>
                <a:close/>
                <a:lnTo>
                  <a:pt x="2413183" y="2670883"/>
                </a:lnTo>
                <a:close/>
                <a:lnTo>
                  <a:pt x="2452528" y="2830635"/>
                </a:lnTo>
                <a:close/>
                <a:lnTo>
                  <a:pt x="2487502" y="2961122"/>
                </a:lnTo>
                <a:close/>
                <a:lnTo>
                  <a:pt x="2522475" y="3080538"/>
                </a:lnTo>
                <a:close/>
                <a:lnTo>
                  <a:pt x="2553077" y="3175948"/>
                </a:lnTo>
                <a:close/>
                <a:lnTo>
                  <a:pt x="2583679" y="3263017"/>
                </a:lnTo>
                <a:close/>
                <a:lnTo>
                  <a:pt x="2614281" y="3341976"/>
                </a:lnTo>
                <a:close/>
                <a:lnTo>
                  <a:pt x="2644883" y="3413139"/>
                </a:lnTo>
                <a:close/>
                <a:lnTo>
                  <a:pt x="2675485" y="3476883"/>
                </a:lnTo>
                <a:close/>
                <a:lnTo>
                  <a:pt x="2706087" y="3533638"/>
                </a:lnTo>
                <a:close/>
                <a:lnTo>
                  <a:pt x="2736689" y="3583872"/>
                </a:lnTo>
                <a:close/>
                <a:lnTo>
                  <a:pt x="2767291" y="3628071"/>
                </a:lnTo>
                <a:close/>
                <a:lnTo>
                  <a:pt x="2797893" y="3666734"/>
                </a:lnTo>
                <a:close/>
                <a:lnTo>
                  <a:pt x="2828495" y="3700360"/>
                </a:lnTo>
                <a:close/>
                <a:lnTo>
                  <a:pt x="2859097" y="3729438"/>
                </a:lnTo>
                <a:close/>
                <a:lnTo>
                  <a:pt x="2889699" y="3754440"/>
                </a:lnTo>
                <a:close/>
                <a:lnTo>
                  <a:pt x="2920301" y="3775817"/>
                </a:lnTo>
                <a:close/>
                <a:lnTo>
                  <a:pt x="2950903" y="3793991"/>
                </a:lnTo>
                <a:close/>
                <a:lnTo>
                  <a:pt x="2985876" y="3811345"/>
                </a:lnTo>
                <a:close/>
                <a:lnTo>
                  <a:pt x="3020850" y="3825567"/>
                </a:lnTo>
                <a:close/>
                <a:lnTo>
                  <a:pt x="3060195" y="3838420"/>
                </a:lnTo>
                <a:close/>
                <a:lnTo>
                  <a:pt x="3103912" y="3849497"/>
                </a:lnTo>
                <a:close/>
                <a:lnTo>
                  <a:pt x="3152001" y="3858592"/>
                </a:lnTo>
                <a:close/>
                <a:lnTo>
                  <a:pt x="3208833" y="3866181"/>
                </a:lnTo>
                <a:close/>
                <a:lnTo>
                  <a:pt x="3274409" y="3871901"/>
                </a:lnTo>
                <a:close/>
                <a:lnTo>
                  <a:pt x="3357471" y="3876115"/>
                </a:lnTo>
                <a:close/>
                <a:lnTo>
                  <a:pt x="3471136" y="3878820"/>
                </a:lnTo>
                <a:close/>
                <a:lnTo>
                  <a:pt x="3492994" y="3879107"/>
                </a:lnTo>
                <a:close/>
                <a:lnTo>
                  <a:pt x="3492994" y="3879107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402516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1524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684269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120763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81370" y="451917"/>
            <a:ext cx="0" cy="4268450"/>
          </a:xfrm>
          <a:custGeom>
            <a:avLst/>
            <a:gdLst/>
            <a:ahLst/>
            <a:cxnLst/>
            <a:rect l="l" t="t" r="r" b="b"/>
            <a:pathLst>
              <a:path w="0" h="4268450">
                <a:moveTo>
                  <a:pt x="0" y="426845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81370" y="4720367"/>
            <a:ext cx="3842293" cy="0"/>
          </a:xfrm>
          <a:custGeom>
            <a:avLst/>
            <a:gdLst/>
            <a:ahLst/>
            <a:cxnLst/>
            <a:rect l="l" t="t" r="r" b="b"/>
            <a:pathLst>
              <a:path w="3842293" h="0">
                <a:moveTo>
                  <a:pt x="0" y="0"/>
                </a:moveTo>
                <a:lnTo>
                  <a:pt x="3842293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95478" y="893003"/>
            <a:ext cx="1117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Mean = 1074 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5478" y="987032"/>
            <a:ext cx="965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Std = 7.2 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5478" y="1082360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P5 – P95 (central 90%)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986" y="46254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