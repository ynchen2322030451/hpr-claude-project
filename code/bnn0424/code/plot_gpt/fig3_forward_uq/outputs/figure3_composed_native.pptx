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400385" cy="493248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400385" cy="49324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7227" y="440833"/>
            <a:ext cx="3790507" cy="40837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424853" y="4524543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24853" y="4550076"/>
            <a:ext cx="1193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Uncoupled pass</a:t>
            </a:r>
          </a:p>
        </p:txBody>
      </p:sp>
      <p:sp>
        <p:nvSpPr>
          <p:cNvPr id="6" name="Freeform 5"/>
          <p:cNvSpPr/>
          <p:nvPr/>
        </p:nvSpPr>
        <p:spPr>
          <a:xfrm>
            <a:off x="3320107" y="4524543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20107" y="4551160"/>
            <a:ext cx="1651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Coupled steady state</a:t>
            </a:r>
          </a:p>
        </p:txBody>
      </p:sp>
      <p:sp>
        <p:nvSpPr>
          <p:cNvPr id="8" name="Freeform 7"/>
          <p:cNvSpPr/>
          <p:nvPr/>
        </p:nvSpPr>
        <p:spPr>
          <a:xfrm>
            <a:off x="477227" y="3973237"/>
            <a:ext cx="3790507" cy="0"/>
          </a:xfrm>
          <a:custGeom>
            <a:avLst/>
            <a:gdLst/>
            <a:ahLst/>
            <a:cxnLst/>
            <a:rect l="l" t="t" r="r" b="b"/>
            <a:pathLst>
              <a:path w="3790507" h="0">
                <a:moveTo>
                  <a:pt x="0" y="0"/>
                </a:moveTo>
                <a:lnTo>
                  <a:pt x="3790507" y="0"/>
                </a:lnTo>
                <a:close/>
              </a:path>
            </a:pathLst>
          </a:custGeom>
          <a:noFill/>
          <a:ln w="5080">
            <a:solidFill>
              <a:srgbClr val="E8E8E8">
                <a:alpha val="7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432777" y="397323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327" y="3878054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50</a:t>
            </a:r>
          </a:p>
        </p:txBody>
      </p:sp>
      <p:sp>
        <p:nvSpPr>
          <p:cNvPr id="11" name="Freeform 10"/>
          <p:cNvSpPr/>
          <p:nvPr/>
        </p:nvSpPr>
        <p:spPr>
          <a:xfrm>
            <a:off x="477227" y="3417657"/>
            <a:ext cx="3790507" cy="0"/>
          </a:xfrm>
          <a:custGeom>
            <a:avLst/>
            <a:gdLst/>
            <a:ahLst/>
            <a:cxnLst/>
            <a:rect l="l" t="t" r="r" b="b"/>
            <a:pathLst>
              <a:path w="3790507" h="0">
                <a:moveTo>
                  <a:pt x="0" y="0"/>
                </a:moveTo>
                <a:lnTo>
                  <a:pt x="3790507" y="0"/>
                </a:lnTo>
                <a:close/>
              </a:path>
            </a:pathLst>
          </a:custGeom>
          <a:noFill/>
          <a:ln w="5080">
            <a:solidFill>
              <a:srgbClr val="E8E8E8">
                <a:alpha val="7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432777" y="341765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327" y="332247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100</a:t>
            </a:r>
          </a:p>
        </p:txBody>
      </p:sp>
      <p:sp>
        <p:nvSpPr>
          <p:cNvPr id="14" name="Freeform 13"/>
          <p:cNvSpPr/>
          <p:nvPr/>
        </p:nvSpPr>
        <p:spPr>
          <a:xfrm>
            <a:off x="477227" y="2862077"/>
            <a:ext cx="3790507" cy="0"/>
          </a:xfrm>
          <a:custGeom>
            <a:avLst/>
            <a:gdLst/>
            <a:ahLst/>
            <a:cxnLst/>
            <a:rect l="l" t="t" r="r" b="b"/>
            <a:pathLst>
              <a:path w="3790507" h="0">
                <a:moveTo>
                  <a:pt x="0" y="0"/>
                </a:moveTo>
                <a:lnTo>
                  <a:pt x="3790507" y="0"/>
                </a:lnTo>
                <a:close/>
              </a:path>
            </a:pathLst>
          </a:custGeom>
          <a:noFill/>
          <a:ln w="5080">
            <a:solidFill>
              <a:srgbClr val="E8E8E8">
                <a:alpha val="7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432777" y="286207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327" y="276689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150</a:t>
            </a:r>
          </a:p>
        </p:txBody>
      </p:sp>
      <p:sp>
        <p:nvSpPr>
          <p:cNvPr id="17" name="Freeform 16"/>
          <p:cNvSpPr/>
          <p:nvPr/>
        </p:nvSpPr>
        <p:spPr>
          <a:xfrm>
            <a:off x="477227" y="2306497"/>
            <a:ext cx="3790507" cy="0"/>
          </a:xfrm>
          <a:custGeom>
            <a:avLst/>
            <a:gdLst/>
            <a:ahLst/>
            <a:cxnLst/>
            <a:rect l="l" t="t" r="r" b="b"/>
            <a:pathLst>
              <a:path w="3790507" h="0">
                <a:moveTo>
                  <a:pt x="0" y="0"/>
                </a:moveTo>
                <a:lnTo>
                  <a:pt x="3790507" y="0"/>
                </a:lnTo>
                <a:close/>
              </a:path>
            </a:pathLst>
          </a:custGeom>
          <a:noFill/>
          <a:ln w="5080">
            <a:solidFill>
              <a:srgbClr val="E8E8E8">
                <a:alpha val="7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432777" y="230649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8327" y="221131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200</a:t>
            </a:r>
          </a:p>
        </p:txBody>
      </p:sp>
      <p:sp>
        <p:nvSpPr>
          <p:cNvPr id="20" name="Freeform 19"/>
          <p:cNvSpPr/>
          <p:nvPr/>
        </p:nvSpPr>
        <p:spPr>
          <a:xfrm>
            <a:off x="477227" y="1750917"/>
            <a:ext cx="3790507" cy="0"/>
          </a:xfrm>
          <a:custGeom>
            <a:avLst/>
            <a:gdLst/>
            <a:ahLst/>
            <a:cxnLst/>
            <a:rect l="l" t="t" r="r" b="b"/>
            <a:pathLst>
              <a:path w="3790507" h="0">
                <a:moveTo>
                  <a:pt x="0" y="0"/>
                </a:moveTo>
                <a:lnTo>
                  <a:pt x="3790507" y="0"/>
                </a:lnTo>
                <a:close/>
              </a:path>
            </a:pathLst>
          </a:custGeom>
          <a:noFill/>
          <a:ln w="5080">
            <a:solidFill>
              <a:srgbClr val="E8E8E8">
                <a:alpha val="7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432777" y="175091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8327" y="165573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250</a:t>
            </a:r>
          </a:p>
        </p:txBody>
      </p:sp>
      <p:sp>
        <p:nvSpPr>
          <p:cNvPr id="23" name="Freeform 22"/>
          <p:cNvSpPr/>
          <p:nvPr/>
        </p:nvSpPr>
        <p:spPr>
          <a:xfrm>
            <a:off x="477227" y="1195337"/>
            <a:ext cx="3790507" cy="0"/>
          </a:xfrm>
          <a:custGeom>
            <a:avLst/>
            <a:gdLst/>
            <a:ahLst/>
            <a:cxnLst/>
            <a:rect l="l" t="t" r="r" b="b"/>
            <a:pathLst>
              <a:path w="3790507" h="0">
                <a:moveTo>
                  <a:pt x="0" y="0"/>
                </a:moveTo>
                <a:lnTo>
                  <a:pt x="3790507" y="0"/>
                </a:lnTo>
                <a:close/>
              </a:path>
            </a:pathLst>
          </a:custGeom>
          <a:noFill/>
          <a:ln w="5080">
            <a:solidFill>
              <a:srgbClr val="E8E8E8">
                <a:alpha val="7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432777" y="119533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8327" y="110015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300</a:t>
            </a:r>
          </a:p>
        </p:txBody>
      </p:sp>
      <p:sp>
        <p:nvSpPr>
          <p:cNvPr id="26" name="Freeform 25"/>
          <p:cNvSpPr/>
          <p:nvPr/>
        </p:nvSpPr>
        <p:spPr>
          <a:xfrm>
            <a:off x="477227" y="639757"/>
            <a:ext cx="3790507" cy="0"/>
          </a:xfrm>
          <a:custGeom>
            <a:avLst/>
            <a:gdLst/>
            <a:ahLst/>
            <a:cxnLst/>
            <a:rect l="l" t="t" r="r" b="b"/>
            <a:pathLst>
              <a:path w="3790507" h="0">
                <a:moveTo>
                  <a:pt x="0" y="0"/>
                </a:moveTo>
                <a:lnTo>
                  <a:pt x="3790507" y="0"/>
                </a:lnTo>
                <a:close/>
              </a:path>
            </a:pathLst>
          </a:custGeom>
          <a:noFill/>
          <a:ln w="5080">
            <a:solidFill>
              <a:srgbClr val="E8E8E8">
                <a:alpha val="7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32777" y="63975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8327" y="54457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350</a:t>
            </a:r>
          </a:p>
        </p:txBody>
      </p:sp>
      <p:sp>
        <p:nvSpPr>
          <p:cNvPr id="29" name="TextBox 28"/>
          <p:cNvSpPr txBox="1"/>
          <p:nvPr/>
        </p:nvSpPr>
        <p:spPr>
          <a:xfrm rot="16200000">
            <a:off x="2387438" y="-967933"/>
            <a:ext cx="1346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Max stress (MPa)</a:t>
            </a:r>
          </a:p>
        </p:txBody>
      </p:sp>
      <p:sp>
        <p:nvSpPr>
          <p:cNvPr id="30" name="Freeform 29"/>
          <p:cNvSpPr/>
          <p:nvPr/>
        </p:nvSpPr>
        <p:spPr>
          <a:xfrm>
            <a:off x="1026850" y="626456"/>
            <a:ext cx="796007" cy="3473859"/>
          </a:xfrm>
          <a:custGeom>
            <a:avLst/>
            <a:gdLst/>
            <a:ahLst/>
            <a:cxnLst/>
            <a:rect l="l" t="t" r="r" b="b"/>
            <a:pathLst>
              <a:path w="796007" h="3473859">
                <a:moveTo>
                  <a:pt x="398536" y="3473859"/>
                </a:moveTo>
                <a:lnTo>
                  <a:pt x="397471" y="3473859"/>
                </a:lnTo>
                <a:close/>
                <a:lnTo>
                  <a:pt x="397482" y="3438770"/>
                </a:lnTo>
                <a:close/>
                <a:lnTo>
                  <a:pt x="397512" y="3403681"/>
                </a:lnTo>
                <a:close/>
                <a:lnTo>
                  <a:pt x="397496" y="3368591"/>
                </a:lnTo>
                <a:close/>
                <a:lnTo>
                  <a:pt x="397348" y="3333502"/>
                </a:lnTo>
                <a:close/>
                <a:lnTo>
                  <a:pt x="396982" y="3298412"/>
                </a:lnTo>
                <a:close/>
                <a:lnTo>
                  <a:pt x="396339" y="3263323"/>
                </a:lnTo>
                <a:close/>
                <a:lnTo>
                  <a:pt x="395406" y="3228233"/>
                </a:lnTo>
                <a:close/>
                <a:lnTo>
                  <a:pt x="394231" y="3193144"/>
                </a:lnTo>
                <a:close/>
                <a:lnTo>
                  <a:pt x="392911" y="3158054"/>
                </a:lnTo>
                <a:close/>
                <a:lnTo>
                  <a:pt x="391558" y="3122965"/>
                </a:lnTo>
                <a:close/>
                <a:lnTo>
                  <a:pt x="390240" y="3087875"/>
                </a:lnTo>
                <a:close/>
                <a:lnTo>
                  <a:pt x="388944" y="3052786"/>
                </a:lnTo>
                <a:close/>
                <a:lnTo>
                  <a:pt x="387543" y="3017696"/>
                </a:lnTo>
                <a:close/>
                <a:lnTo>
                  <a:pt x="385821" y="2982607"/>
                </a:lnTo>
                <a:close/>
                <a:lnTo>
                  <a:pt x="383528" y="2947517"/>
                </a:lnTo>
                <a:close/>
                <a:lnTo>
                  <a:pt x="380487" y="2912428"/>
                </a:lnTo>
                <a:close/>
                <a:lnTo>
                  <a:pt x="376681" y="2877338"/>
                </a:lnTo>
                <a:close/>
                <a:lnTo>
                  <a:pt x="372255" y="2842249"/>
                </a:lnTo>
                <a:close/>
                <a:lnTo>
                  <a:pt x="367412" y="2807159"/>
                </a:lnTo>
                <a:close/>
                <a:lnTo>
                  <a:pt x="362252" y="2772070"/>
                </a:lnTo>
                <a:close/>
                <a:lnTo>
                  <a:pt x="356674" y="2736980"/>
                </a:lnTo>
                <a:close/>
                <a:lnTo>
                  <a:pt x="350420" y="2701891"/>
                </a:lnTo>
                <a:close/>
                <a:lnTo>
                  <a:pt x="343228" y="2666801"/>
                </a:lnTo>
                <a:close/>
                <a:lnTo>
                  <a:pt x="335001" y="2631712"/>
                </a:lnTo>
                <a:close/>
                <a:lnTo>
                  <a:pt x="325864" y="2596622"/>
                </a:lnTo>
                <a:close/>
                <a:lnTo>
                  <a:pt x="316085" y="2561533"/>
                </a:lnTo>
                <a:close/>
                <a:lnTo>
                  <a:pt x="305924" y="2526443"/>
                </a:lnTo>
                <a:close/>
                <a:lnTo>
                  <a:pt x="295526" y="2491354"/>
                </a:lnTo>
                <a:close/>
                <a:lnTo>
                  <a:pt x="284888" y="2456264"/>
                </a:lnTo>
                <a:close/>
                <a:lnTo>
                  <a:pt x="273899" y="2421175"/>
                </a:lnTo>
                <a:close/>
                <a:lnTo>
                  <a:pt x="262392" y="2386085"/>
                </a:lnTo>
                <a:close/>
                <a:lnTo>
                  <a:pt x="250184" y="2350996"/>
                </a:lnTo>
                <a:close/>
                <a:lnTo>
                  <a:pt x="237127" y="2315906"/>
                </a:lnTo>
                <a:close/>
                <a:lnTo>
                  <a:pt x="223173" y="2280817"/>
                </a:lnTo>
                <a:close/>
                <a:lnTo>
                  <a:pt x="208428" y="2245727"/>
                </a:lnTo>
                <a:close/>
                <a:lnTo>
                  <a:pt x="193176" y="2210638"/>
                </a:lnTo>
                <a:close/>
                <a:lnTo>
                  <a:pt x="177814" y="2175548"/>
                </a:lnTo>
                <a:close/>
                <a:lnTo>
                  <a:pt x="162730" y="2140459"/>
                </a:lnTo>
                <a:close/>
                <a:lnTo>
                  <a:pt x="148196" y="2105369"/>
                </a:lnTo>
                <a:close/>
                <a:lnTo>
                  <a:pt x="134345" y="2070280"/>
                </a:lnTo>
                <a:close/>
                <a:lnTo>
                  <a:pt x="121179" y="2035190"/>
                </a:lnTo>
                <a:close/>
                <a:lnTo>
                  <a:pt x="108556" y="2000101"/>
                </a:lnTo>
                <a:close/>
                <a:lnTo>
                  <a:pt x="96155" y="1965011"/>
                </a:lnTo>
                <a:close/>
                <a:lnTo>
                  <a:pt x="83555" y="1929922"/>
                </a:lnTo>
                <a:close/>
                <a:lnTo>
                  <a:pt x="70478" y="1894832"/>
                </a:lnTo>
                <a:close/>
                <a:lnTo>
                  <a:pt x="57063" y="1859743"/>
                </a:lnTo>
                <a:close/>
                <a:lnTo>
                  <a:pt x="43941" y="1824653"/>
                </a:lnTo>
                <a:close/>
                <a:lnTo>
                  <a:pt x="31994" y="1789564"/>
                </a:lnTo>
                <a:close/>
                <a:lnTo>
                  <a:pt x="21943" y="1754475"/>
                </a:lnTo>
                <a:close/>
                <a:lnTo>
                  <a:pt x="14077" y="1719385"/>
                </a:lnTo>
                <a:close/>
                <a:lnTo>
                  <a:pt x="8263" y="1684296"/>
                </a:lnTo>
                <a:close/>
                <a:lnTo>
                  <a:pt x="4175" y="1649206"/>
                </a:lnTo>
                <a:close/>
                <a:lnTo>
                  <a:pt x="1500" y="1614117"/>
                </a:lnTo>
                <a:close/>
                <a:lnTo>
                  <a:pt x="77" y="1579027"/>
                </a:lnTo>
                <a:close/>
                <a:lnTo>
                  <a:pt x="0" y="1543938"/>
                </a:lnTo>
                <a:close/>
                <a:lnTo>
                  <a:pt x="1707" y="1508848"/>
                </a:lnTo>
                <a:close/>
                <a:lnTo>
                  <a:pt x="5922" y="1473759"/>
                </a:lnTo>
                <a:close/>
                <a:lnTo>
                  <a:pt x="13339" y="1438669"/>
                </a:lnTo>
                <a:close/>
                <a:lnTo>
                  <a:pt x="24200" y="1403580"/>
                </a:lnTo>
                <a:close/>
                <a:lnTo>
                  <a:pt x="38102" y="1368490"/>
                </a:lnTo>
                <a:close/>
                <a:lnTo>
                  <a:pt x="54177" y="1333401"/>
                </a:lnTo>
                <a:close/>
                <a:lnTo>
                  <a:pt x="71513" y="1298311"/>
                </a:lnTo>
                <a:close/>
                <a:lnTo>
                  <a:pt x="89465" y="1263222"/>
                </a:lnTo>
                <a:close/>
                <a:lnTo>
                  <a:pt x="107694" y="1228132"/>
                </a:lnTo>
                <a:close/>
                <a:lnTo>
                  <a:pt x="125993" y="1193043"/>
                </a:lnTo>
                <a:close/>
                <a:lnTo>
                  <a:pt x="144146" y="1157953"/>
                </a:lnTo>
                <a:close/>
                <a:lnTo>
                  <a:pt x="161903" y="1122864"/>
                </a:lnTo>
                <a:close/>
                <a:lnTo>
                  <a:pt x="179024" y="1087774"/>
                </a:lnTo>
                <a:close/>
                <a:lnTo>
                  <a:pt x="195307" y="1052685"/>
                </a:lnTo>
                <a:close/>
                <a:lnTo>
                  <a:pt x="210608" y="1017595"/>
                </a:lnTo>
                <a:close/>
                <a:lnTo>
                  <a:pt x="224894" y="982506"/>
                </a:lnTo>
                <a:close/>
                <a:lnTo>
                  <a:pt x="238334" y="947416"/>
                </a:lnTo>
                <a:close/>
                <a:lnTo>
                  <a:pt x="251278" y="912327"/>
                </a:lnTo>
                <a:close/>
                <a:lnTo>
                  <a:pt x="264088" y="877237"/>
                </a:lnTo>
                <a:close/>
                <a:lnTo>
                  <a:pt x="276899" y="842148"/>
                </a:lnTo>
                <a:close/>
                <a:lnTo>
                  <a:pt x="289513" y="807058"/>
                </a:lnTo>
                <a:close/>
                <a:lnTo>
                  <a:pt x="301512" y="771969"/>
                </a:lnTo>
                <a:close/>
                <a:lnTo>
                  <a:pt x="312530" y="736879"/>
                </a:lnTo>
                <a:close/>
                <a:lnTo>
                  <a:pt x="322452" y="701790"/>
                </a:lnTo>
                <a:close/>
                <a:lnTo>
                  <a:pt x="331407" y="666700"/>
                </a:lnTo>
                <a:close/>
                <a:lnTo>
                  <a:pt x="339595" y="631611"/>
                </a:lnTo>
                <a:close/>
                <a:lnTo>
                  <a:pt x="347097" y="596521"/>
                </a:lnTo>
                <a:close/>
                <a:lnTo>
                  <a:pt x="353818" y="561432"/>
                </a:lnTo>
                <a:close/>
                <a:lnTo>
                  <a:pt x="359583" y="526342"/>
                </a:lnTo>
                <a:close/>
                <a:lnTo>
                  <a:pt x="364317" y="491253"/>
                </a:lnTo>
                <a:close/>
                <a:lnTo>
                  <a:pt x="368147" y="456163"/>
                </a:lnTo>
                <a:close/>
                <a:lnTo>
                  <a:pt x="371366" y="421074"/>
                </a:lnTo>
                <a:close/>
                <a:lnTo>
                  <a:pt x="374265" y="385984"/>
                </a:lnTo>
                <a:close/>
                <a:lnTo>
                  <a:pt x="376996" y="350895"/>
                </a:lnTo>
                <a:close/>
                <a:lnTo>
                  <a:pt x="379540" y="315805"/>
                </a:lnTo>
                <a:close/>
                <a:lnTo>
                  <a:pt x="381804" y="280716"/>
                </a:lnTo>
                <a:close/>
                <a:lnTo>
                  <a:pt x="383753" y="245626"/>
                </a:lnTo>
                <a:close/>
                <a:lnTo>
                  <a:pt x="385464" y="210537"/>
                </a:lnTo>
                <a:close/>
                <a:lnTo>
                  <a:pt x="387077" y="175447"/>
                </a:lnTo>
                <a:close/>
                <a:lnTo>
                  <a:pt x="388705" y="140358"/>
                </a:lnTo>
                <a:close/>
                <a:lnTo>
                  <a:pt x="390365" y="105268"/>
                </a:lnTo>
                <a:close/>
                <a:lnTo>
                  <a:pt x="391992" y="70179"/>
                </a:lnTo>
                <a:close/>
                <a:lnTo>
                  <a:pt x="393494" y="35090"/>
                </a:lnTo>
                <a:close/>
                <a:lnTo>
                  <a:pt x="394793" y="0"/>
                </a:lnTo>
                <a:close/>
                <a:lnTo>
                  <a:pt x="401213" y="0"/>
                </a:lnTo>
                <a:close/>
                <a:lnTo>
                  <a:pt x="401213" y="0"/>
                </a:lnTo>
                <a:close/>
                <a:lnTo>
                  <a:pt x="402513" y="35090"/>
                </a:lnTo>
                <a:close/>
                <a:lnTo>
                  <a:pt x="404014" y="70179"/>
                </a:lnTo>
                <a:close/>
                <a:lnTo>
                  <a:pt x="405642" y="105268"/>
                </a:lnTo>
                <a:close/>
                <a:lnTo>
                  <a:pt x="407302" y="140358"/>
                </a:lnTo>
                <a:close/>
                <a:lnTo>
                  <a:pt x="408929" y="175447"/>
                </a:lnTo>
                <a:close/>
                <a:lnTo>
                  <a:pt x="410543" y="210537"/>
                </a:lnTo>
                <a:close/>
                <a:lnTo>
                  <a:pt x="412253" y="245626"/>
                </a:lnTo>
                <a:close/>
                <a:lnTo>
                  <a:pt x="414202" y="280716"/>
                </a:lnTo>
                <a:close/>
                <a:lnTo>
                  <a:pt x="416467" y="315805"/>
                </a:lnTo>
                <a:close/>
                <a:lnTo>
                  <a:pt x="419010" y="350895"/>
                </a:lnTo>
                <a:close/>
                <a:lnTo>
                  <a:pt x="421742" y="385984"/>
                </a:lnTo>
                <a:close/>
                <a:lnTo>
                  <a:pt x="424641" y="421074"/>
                </a:lnTo>
                <a:close/>
                <a:lnTo>
                  <a:pt x="427859" y="456163"/>
                </a:lnTo>
                <a:close/>
                <a:lnTo>
                  <a:pt x="431690" y="491253"/>
                </a:lnTo>
                <a:close/>
                <a:lnTo>
                  <a:pt x="436423" y="526342"/>
                </a:lnTo>
                <a:close/>
                <a:lnTo>
                  <a:pt x="442188" y="561432"/>
                </a:lnTo>
                <a:close/>
                <a:lnTo>
                  <a:pt x="448909" y="596521"/>
                </a:lnTo>
                <a:close/>
                <a:lnTo>
                  <a:pt x="456412" y="631611"/>
                </a:lnTo>
                <a:close/>
                <a:lnTo>
                  <a:pt x="464600" y="666700"/>
                </a:lnTo>
                <a:close/>
                <a:lnTo>
                  <a:pt x="473555" y="701790"/>
                </a:lnTo>
                <a:close/>
                <a:lnTo>
                  <a:pt x="483477" y="736879"/>
                </a:lnTo>
                <a:close/>
                <a:lnTo>
                  <a:pt x="494495" y="771969"/>
                </a:lnTo>
                <a:close/>
                <a:lnTo>
                  <a:pt x="506494" y="807058"/>
                </a:lnTo>
                <a:close/>
                <a:lnTo>
                  <a:pt x="519107" y="842148"/>
                </a:lnTo>
                <a:close/>
                <a:lnTo>
                  <a:pt x="531919" y="877237"/>
                </a:lnTo>
                <a:close/>
                <a:lnTo>
                  <a:pt x="544729" y="912327"/>
                </a:lnTo>
                <a:close/>
                <a:lnTo>
                  <a:pt x="557673" y="947416"/>
                </a:lnTo>
                <a:close/>
                <a:lnTo>
                  <a:pt x="571112" y="982506"/>
                </a:lnTo>
                <a:close/>
                <a:lnTo>
                  <a:pt x="585399" y="1017595"/>
                </a:lnTo>
                <a:close/>
                <a:lnTo>
                  <a:pt x="600699" y="1052685"/>
                </a:lnTo>
                <a:close/>
                <a:lnTo>
                  <a:pt x="616983" y="1087774"/>
                </a:lnTo>
                <a:close/>
                <a:lnTo>
                  <a:pt x="634104" y="1122864"/>
                </a:lnTo>
                <a:close/>
                <a:lnTo>
                  <a:pt x="651861" y="1157953"/>
                </a:lnTo>
                <a:close/>
                <a:lnTo>
                  <a:pt x="670014" y="1193043"/>
                </a:lnTo>
                <a:close/>
                <a:lnTo>
                  <a:pt x="688313" y="1228132"/>
                </a:lnTo>
                <a:close/>
                <a:lnTo>
                  <a:pt x="706541" y="1263222"/>
                </a:lnTo>
                <a:close/>
                <a:lnTo>
                  <a:pt x="724494" y="1298311"/>
                </a:lnTo>
                <a:close/>
                <a:lnTo>
                  <a:pt x="741830" y="1333401"/>
                </a:lnTo>
                <a:close/>
                <a:lnTo>
                  <a:pt x="757905" y="1368490"/>
                </a:lnTo>
                <a:close/>
                <a:lnTo>
                  <a:pt x="771806" y="1403580"/>
                </a:lnTo>
                <a:close/>
                <a:lnTo>
                  <a:pt x="782668" y="1438669"/>
                </a:lnTo>
                <a:close/>
                <a:lnTo>
                  <a:pt x="790084" y="1473759"/>
                </a:lnTo>
                <a:close/>
                <a:lnTo>
                  <a:pt x="794299" y="1508848"/>
                </a:lnTo>
                <a:close/>
                <a:lnTo>
                  <a:pt x="796007" y="1543938"/>
                </a:lnTo>
                <a:close/>
                <a:lnTo>
                  <a:pt x="795929" y="1579027"/>
                </a:lnTo>
                <a:close/>
                <a:lnTo>
                  <a:pt x="794507" y="1614117"/>
                </a:lnTo>
                <a:close/>
                <a:lnTo>
                  <a:pt x="791832" y="1649206"/>
                </a:lnTo>
                <a:close/>
                <a:lnTo>
                  <a:pt x="787743" y="1684296"/>
                </a:lnTo>
                <a:close/>
                <a:lnTo>
                  <a:pt x="781930" y="1719385"/>
                </a:lnTo>
                <a:close/>
                <a:lnTo>
                  <a:pt x="774063" y="1754475"/>
                </a:lnTo>
                <a:close/>
                <a:lnTo>
                  <a:pt x="764013" y="1789564"/>
                </a:lnTo>
                <a:close/>
                <a:lnTo>
                  <a:pt x="752066" y="1824653"/>
                </a:lnTo>
                <a:close/>
                <a:lnTo>
                  <a:pt x="738944" y="1859743"/>
                </a:lnTo>
                <a:close/>
                <a:lnTo>
                  <a:pt x="725528" y="1894832"/>
                </a:lnTo>
                <a:close/>
                <a:lnTo>
                  <a:pt x="712451" y="1929922"/>
                </a:lnTo>
                <a:close/>
                <a:lnTo>
                  <a:pt x="699852" y="1965011"/>
                </a:lnTo>
                <a:close/>
                <a:lnTo>
                  <a:pt x="687451" y="2000101"/>
                </a:lnTo>
                <a:close/>
                <a:lnTo>
                  <a:pt x="674827" y="2035190"/>
                </a:lnTo>
                <a:close/>
                <a:lnTo>
                  <a:pt x="661662" y="2070280"/>
                </a:lnTo>
                <a:close/>
                <a:lnTo>
                  <a:pt x="647811" y="2105369"/>
                </a:lnTo>
                <a:close/>
                <a:lnTo>
                  <a:pt x="633277" y="2140459"/>
                </a:lnTo>
                <a:close/>
                <a:lnTo>
                  <a:pt x="618192" y="2175548"/>
                </a:lnTo>
                <a:close/>
                <a:lnTo>
                  <a:pt x="602831" y="2210638"/>
                </a:lnTo>
                <a:close/>
                <a:lnTo>
                  <a:pt x="587579" y="2245727"/>
                </a:lnTo>
                <a:close/>
                <a:lnTo>
                  <a:pt x="572834" y="2280817"/>
                </a:lnTo>
                <a:close/>
                <a:lnTo>
                  <a:pt x="558880" y="2315906"/>
                </a:lnTo>
                <a:close/>
                <a:lnTo>
                  <a:pt x="545823" y="2350996"/>
                </a:lnTo>
                <a:close/>
                <a:lnTo>
                  <a:pt x="533615" y="2386085"/>
                </a:lnTo>
                <a:close/>
                <a:lnTo>
                  <a:pt x="522107" y="2421175"/>
                </a:lnTo>
                <a:close/>
                <a:lnTo>
                  <a:pt x="511119" y="2456264"/>
                </a:lnTo>
                <a:close/>
                <a:lnTo>
                  <a:pt x="500481" y="2491354"/>
                </a:lnTo>
                <a:close/>
                <a:lnTo>
                  <a:pt x="490082" y="2526443"/>
                </a:lnTo>
                <a:close/>
                <a:lnTo>
                  <a:pt x="479922" y="2561533"/>
                </a:lnTo>
                <a:close/>
                <a:lnTo>
                  <a:pt x="470143" y="2596622"/>
                </a:lnTo>
                <a:close/>
                <a:lnTo>
                  <a:pt x="461006" y="2631712"/>
                </a:lnTo>
                <a:close/>
                <a:lnTo>
                  <a:pt x="452779" y="2666801"/>
                </a:lnTo>
                <a:close/>
                <a:lnTo>
                  <a:pt x="445586" y="2701891"/>
                </a:lnTo>
                <a:close/>
                <a:lnTo>
                  <a:pt x="439332" y="2736980"/>
                </a:lnTo>
                <a:close/>
                <a:lnTo>
                  <a:pt x="433755" y="2772070"/>
                </a:lnTo>
                <a:close/>
                <a:lnTo>
                  <a:pt x="428594" y="2807159"/>
                </a:lnTo>
                <a:close/>
                <a:lnTo>
                  <a:pt x="423751" y="2842249"/>
                </a:lnTo>
                <a:close/>
                <a:lnTo>
                  <a:pt x="419326" y="2877338"/>
                </a:lnTo>
                <a:close/>
                <a:lnTo>
                  <a:pt x="415520" y="2912428"/>
                </a:lnTo>
                <a:close/>
                <a:lnTo>
                  <a:pt x="412479" y="2947517"/>
                </a:lnTo>
                <a:close/>
                <a:lnTo>
                  <a:pt x="410186" y="2982607"/>
                </a:lnTo>
                <a:close/>
                <a:lnTo>
                  <a:pt x="408463" y="3017696"/>
                </a:lnTo>
                <a:close/>
                <a:lnTo>
                  <a:pt x="407063" y="3052786"/>
                </a:lnTo>
                <a:close/>
                <a:lnTo>
                  <a:pt x="405766" y="3087875"/>
                </a:lnTo>
                <a:close/>
                <a:lnTo>
                  <a:pt x="404449" y="3122965"/>
                </a:lnTo>
                <a:close/>
                <a:lnTo>
                  <a:pt x="403095" y="3158054"/>
                </a:lnTo>
                <a:close/>
                <a:lnTo>
                  <a:pt x="401776" y="3193144"/>
                </a:lnTo>
                <a:close/>
                <a:lnTo>
                  <a:pt x="400601" y="3228233"/>
                </a:lnTo>
                <a:close/>
                <a:lnTo>
                  <a:pt x="399668" y="3263323"/>
                </a:lnTo>
                <a:close/>
                <a:lnTo>
                  <a:pt x="399024" y="3298412"/>
                </a:lnTo>
                <a:close/>
                <a:lnTo>
                  <a:pt x="398658" y="3333502"/>
                </a:lnTo>
                <a:close/>
                <a:lnTo>
                  <a:pt x="398510" y="3368591"/>
                </a:lnTo>
                <a:close/>
                <a:lnTo>
                  <a:pt x="398495" y="3403681"/>
                </a:lnTo>
                <a:close/>
                <a:lnTo>
                  <a:pt x="398525" y="3438770"/>
                </a:lnTo>
                <a:close/>
                <a:lnTo>
                  <a:pt x="398536" y="3473859"/>
                </a:lnTo>
                <a:close/>
                <a:lnTo>
                  <a:pt x="398536" y="3473859"/>
                </a:lnTo>
                <a:close/>
              </a:path>
            </a:pathLst>
          </a:custGeom>
          <a:solidFill>
            <a:srgbClr val="3B6B9A">
              <a:alpha val="18000"/>
            </a:srgbClr>
          </a:solidFill>
          <a:ln w="12700">
            <a:solidFill>
              <a:srgbClr val="3B6B9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2922104" y="1455281"/>
            <a:ext cx="796006" cy="2883639"/>
          </a:xfrm>
          <a:custGeom>
            <a:avLst/>
            <a:gdLst/>
            <a:ahLst/>
            <a:cxnLst/>
            <a:rect l="l" t="t" r="r" b="b"/>
            <a:pathLst>
              <a:path w="796006" h="2883639">
                <a:moveTo>
                  <a:pt x="398506" y="2883639"/>
                </a:moveTo>
                <a:lnTo>
                  <a:pt x="397500" y="2883639"/>
                </a:lnTo>
                <a:close/>
                <a:lnTo>
                  <a:pt x="397541" y="2854511"/>
                </a:lnTo>
                <a:close/>
                <a:lnTo>
                  <a:pt x="397646" y="2825384"/>
                </a:lnTo>
                <a:close/>
                <a:lnTo>
                  <a:pt x="397770" y="2796256"/>
                </a:lnTo>
                <a:close/>
                <a:lnTo>
                  <a:pt x="397874" y="2767128"/>
                </a:lnTo>
                <a:close/>
                <a:lnTo>
                  <a:pt x="397939" y="2738001"/>
                </a:lnTo>
                <a:close/>
                <a:lnTo>
                  <a:pt x="397964" y="2708873"/>
                </a:lnTo>
                <a:close/>
                <a:lnTo>
                  <a:pt x="397951" y="2679745"/>
                </a:lnTo>
                <a:close/>
                <a:lnTo>
                  <a:pt x="397894" y="2650618"/>
                </a:lnTo>
                <a:close/>
                <a:lnTo>
                  <a:pt x="397778" y="2621490"/>
                </a:lnTo>
                <a:close/>
                <a:lnTo>
                  <a:pt x="397581" y="2592362"/>
                </a:lnTo>
                <a:close/>
                <a:lnTo>
                  <a:pt x="397274" y="2563235"/>
                </a:lnTo>
                <a:close/>
                <a:lnTo>
                  <a:pt x="396811" y="2534107"/>
                </a:lnTo>
                <a:close/>
                <a:lnTo>
                  <a:pt x="396136" y="2504979"/>
                </a:lnTo>
                <a:close/>
                <a:lnTo>
                  <a:pt x="395215" y="2475852"/>
                </a:lnTo>
                <a:close/>
                <a:lnTo>
                  <a:pt x="394075" y="2446724"/>
                </a:lnTo>
                <a:close/>
                <a:lnTo>
                  <a:pt x="392782" y="2417596"/>
                </a:lnTo>
                <a:close/>
                <a:lnTo>
                  <a:pt x="391359" y="2388469"/>
                </a:lnTo>
                <a:close/>
                <a:lnTo>
                  <a:pt x="389732" y="2359341"/>
                </a:lnTo>
                <a:close/>
                <a:lnTo>
                  <a:pt x="387817" y="2330213"/>
                </a:lnTo>
                <a:close/>
                <a:lnTo>
                  <a:pt x="385665" y="2301086"/>
                </a:lnTo>
                <a:close/>
                <a:lnTo>
                  <a:pt x="383493" y="2271958"/>
                </a:lnTo>
                <a:close/>
                <a:lnTo>
                  <a:pt x="381515" y="2242830"/>
                </a:lnTo>
                <a:close/>
                <a:lnTo>
                  <a:pt x="379714" y="2213703"/>
                </a:lnTo>
                <a:close/>
                <a:lnTo>
                  <a:pt x="377792" y="2184575"/>
                </a:lnTo>
                <a:close/>
                <a:lnTo>
                  <a:pt x="375333" y="2155447"/>
                </a:lnTo>
                <a:close/>
                <a:lnTo>
                  <a:pt x="372041" y="2126320"/>
                </a:lnTo>
                <a:close/>
                <a:lnTo>
                  <a:pt x="367828" y="2097192"/>
                </a:lnTo>
                <a:close/>
                <a:lnTo>
                  <a:pt x="362702" y="2068064"/>
                </a:lnTo>
                <a:close/>
                <a:lnTo>
                  <a:pt x="356601" y="2038937"/>
                </a:lnTo>
                <a:close/>
                <a:lnTo>
                  <a:pt x="349380" y="2009809"/>
                </a:lnTo>
                <a:close/>
                <a:lnTo>
                  <a:pt x="340921" y="1980681"/>
                </a:lnTo>
                <a:close/>
                <a:lnTo>
                  <a:pt x="331208" y="1951554"/>
                </a:lnTo>
                <a:close/>
                <a:lnTo>
                  <a:pt x="320225" y="1922426"/>
                </a:lnTo>
                <a:close/>
                <a:lnTo>
                  <a:pt x="307874" y="1893298"/>
                </a:lnTo>
                <a:close/>
                <a:lnTo>
                  <a:pt x="294146" y="1864171"/>
                </a:lnTo>
                <a:close/>
                <a:lnTo>
                  <a:pt x="279399" y="1835043"/>
                </a:lnTo>
                <a:close/>
                <a:lnTo>
                  <a:pt x="264291" y="1805915"/>
                </a:lnTo>
                <a:close/>
                <a:lnTo>
                  <a:pt x="249252" y="1776788"/>
                </a:lnTo>
                <a:close/>
                <a:lnTo>
                  <a:pt x="234037" y="1747660"/>
                </a:lnTo>
                <a:close/>
                <a:lnTo>
                  <a:pt x="217977" y="1718532"/>
                </a:lnTo>
                <a:close/>
                <a:lnTo>
                  <a:pt x="200731" y="1689405"/>
                </a:lnTo>
                <a:close/>
                <a:lnTo>
                  <a:pt x="182637" y="1660277"/>
                </a:lnTo>
                <a:close/>
                <a:lnTo>
                  <a:pt x="164270" y="1631149"/>
                </a:lnTo>
                <a:close/>
                <a:lnTo>
                  <a:pt x="145857" y="1602022"/>
                </a:lnTo>
                <a:close/>
                <a:lnTo>
                  <a:pt x="127331" y="1572894"/>
                </a:lnTo>
                <a:close/>
                <a:lnTo>
                  <a:pt x="108837" y="1543766"/>
                </a:lnTo>
                <a:close/>
                <a:lnTo>
                  <a:pt x="90912" y="1514639"/>
                </a:lnTo>
                <a:close/>
                <a:lnTo>
                  <a:pt x="74051" y="1485511"/>
                </a:lnTo>
                <a:close/>
                <a:lnTo>
                  <a:pt x="58235" y="1456383"/>
                </a:lnTo>
                <a:close/>
                <a:lnTo>
                  <a:pt x="43031" y="1427256"/>
                </a:lnTo>
                <a:close/>
                <a:lnTo>
                  <a:pt x="28280" y="1398128"/>
                </a:lnTo>
                <a:close/>
                <a:lnTo>
                  <a:pt x="14824" y="1369000"/>
                </a:lnTo>
                <a:close/>
                <a:lnTo>
                  <a:pt x="4627" y="1339873"/>
                </a:lnTo>
                <a:close/>
                <a:lnTo>
                  <a:pt x="0" y="1310745"/>
                </a:lnTo>
                <a:close/>
                <a:lnTo>
                  <a:pt x="2208" y="1281617"/>
                </a:lnTo>
                <a:close/>
                <a:lnTo>
                  <a:pt x="10432" y="1252490"/>
                </a:lnTo>
                <a:close/>
                <a:lnTo>
                  <a:pt x="21976" y="1223362"/>
                </a:lnTo>
                <a:close/>
                <a:lnTo>
                  <a:pt x="33763" y="1194234"/>
                </a:lnTo>
                <a:close/>
                <a:lnTo>
                  <a:pt x="44038" y="1165107"/>
                </a:lnTo>
                <a:close/>
                <a:lnTo>
                  <a:pt x="53042" y="1135979"/>
                </a:lnTo>
                <a:close/>
                <a:lnTo>
                  <a:pt x="62352" y="1106851"/>
                </a:lnTo>
                <a:close/>
                <a:lnTo>
                  <a:pt x="73611" y="1077724"/>
                </a:lnTo>
                <a:close/>
                <a:lnTo>
                  <a:pt x="87584" y="1048596"/>
                </a:lnTo>
                <a:close/>
                <a:lnTo>
                  <a:pt x="103971" y="1019468"/>
                </a:lnTo>
                <a:close/>
                <a:lnTo>
                  <a:pt x="121770" y="990341"/>
                </a:lnTo>
                <a:close/>
                <a:lnTo>
                  <a:pt x="139809" y="961213"/>
                </a:lnTo>
                <a:close/>
                <a:lnTo>
                  <a:pt x="157212" y="932085"/>
                </a:lnTo>
                <a:close/>
                <a:lnTo>
                  <a:pt x="173723" y="902958"/>
                </a:lnTo>
                <a:close/>
                <a:lnTo>
                  <a:pt x="189695" y="873830"/>
                </a:lnTo>
                <a:close/>
                <a:lnTo>
                  <a:pt x="205616" y="844702"/>
                </a:lnTo>
                <a:close/>
                <a:lnTo>
                  <a:pt x="221498" y="815575"/>
                </a:lnTo>
                <a:close/>
                <a:lnTo>
                  <a:pt x="236767" y="786447"/>
                </a:lnTo>
                <a:close/>
                <a:lnTo>
                  <a:pt x="250781" y="757319"/>
                </a:lnTo>
                <a:close/>
                <a:lnTo>
                  <a:pt x="263417" y="728192"/>
                </a:lnTo>
                <a:close/>
                <a:lnTo>
                  <a:pt x="275124" y="699064"/>
                </a:lnTo>
                <a:close/>
                <a:lnTo>
                  <a:pt x="286502" y="669936"/>
                </a:lnTo>
                <a:close/>
                <a:lnTo>
                  <a:pt x="297892" y="640809"/>
                </a:lnTo>
                <a:close/>
                <a:lnTo>
                  <a:pt x="309282" y="611681"/>
                </a:lnTo>
                <a:close/>
                <a:lnTo>
                  <a:pt x="320489" y="582553"/>
                </a:lnTo>
                <a:close/>
                <a:lnTo>
                  <a:pt x="331374" y="553426"/>
                </a:lnTo>
                <a:close/>
                <a:lnTo>
                  <a:pt x="341862" y="524298"/>
                </a:lnTo>
                <a:close/>
                <a:lnTo>
                  <a:pt x="351774" y="495170"/>
                </a:lnTo>
                <a:close/>
                <a:lnTo>
                  <a:pt x="360685" y="466043"/>
                </a:lnTo>
                <a:close/>
                <a:lnTo>
                  <a:pt x="368076" y="436915"/>
                </a:lnTo>
                <a:close/>
                <a:lnTo>
                  <a:pt x="373694" y="407787"/>
                </a:lnTo>
                <a:close/>
                <a:lnTo>
                  <a:pt x="377795" y="378660"/>
                </a:lnTo>
                <a:close/>
                <a:lnTo>
                  <a:pt x="380990" y="349532"/>
                </a:lnTo>
                <a:close/>
                <a:lnTo>
                  <a:pt x="383852" y="320404"/>
                </a:lnTo>
                <a:close/>
                <a:lnTo>
                  <a:pt x="386597" y="291277"/>
                </a:lnTo>
                <a:close/>
                <a:lnTo>
                  <a:pt x="389082" y="262149"/>
                </a:lnTo>
                <a:close/>
                <a:lnTo>
                  <a:pt x="391041" y="233021"/>
                </a:lnTo>
                <a:close/>
                <a:lnTo>
                  <a:pt x="392316" y="203894"/>
                </a:lnTo>
                <a:close/>
                <a:lnTo>
                  <a:pt x="392960" y="174766"/>
                </a:lnTo>
                <a:close/>
                <a:lnTo>
                  <a:pt x="393203" y="145638"/>
                </a:lnTo>
                <a:close/>
                <a:lnTo>
                  <a:pt x="393352" y="116510"/>
                </a:lnTo>
                <a:close/>
                <a:lnTo>
                  <a:pt x="393662" y="87383"/>
                </a:lnTo>
                <a:close/>
                <a:lnTo>
                  <a:pt x="394241" y="58255"/>
                </a:lnTo>
                <a:close/>
                <a:lnTo>
                  <a:pt x="395031" y="29127"/>
                </a:lnTo>
                <a:close/>
                <a:lnTo>
                  <a:pt x="395880" y="0"/>
                </a:lnTo>
                <a:close/>
                <a:lnTo>
                  <a:pt x="400126" y="0"/>
                </a:lnTo>
                <a:close/>
                <a:lnTo>
                  <a:pt x="400126" y="0"/>
                </a:lnTo>
                <a:close/>
                <a:lnTo>
                  <a:pt x="400974" y="29127"/>
                </a:lnTo>
                <a:close/>
                <a:lnTo>
                  <a:pt x="401765" y="58255"/>
                </a:lnTo>
                <a:close/>
                <a:lnTo>
                  <a:pt x="402344" y="87383"/>
                </a:lnTo>
                <a:close/>
                <a:lnTo>
                  <a:pt x="402654" y="116510"/>
                </a:lnTo>
                <a:close/>
                <a:lnTo>
                  <a:pt x="402803" y="145638"/>
                </a:lnTo>
                <a:close/>
                <a:lnTo>
                  <a:pt x="403046" y="174766"/>
                </a:lnTo>
                <a:close/>
                <a:lnTo>
                  <a:pt x="403690" y="203894"/>
                </a:lnTo>
                <a:close/>
                <a:lnTo>
                  <a:pt x="404965" y="233021"/>
                </a:lnTo>
                <a:close/>
                <a:lnTo>
                  <a:pt x="406923" y="262149"/>
                </a:lnTo>
                <a:close/>
                <a:lnTo>
                  <a:pt x="409409" y="291277"/>
                </a:lnTo>
                <a:close/>
                <a:lnTo>
                  <a:pt x="412153" y="320404"/>
                </a:lnTo>
                <a:close/>
                <a:lnTo>
                  <a:pt x="415015" y="349532"/>
                </a:lnTo>
                <a:close/>
                <a:lnTo>
                  <a:pt x="418211" y="378660"/>
                </a:lnTo>
                <a:close/>
                <a:lnTo>
                  <a:pt x="422311" y="407787"/>
                </a:lnTo>
                <a:close/>
                <a:lnTo>
                  <a:pt x="427930" y="436915"/>
                </a:lnTo>
                <a:close/>
                <a:lnTo>
                  <a:pt x="435320" y="466043"/>
                </a:lnTo>
                <a:close/>
                <a:lnTo>
                  <a:pt x="444232" y="495170"/>
                </a:lnTo>
                <a:close/>
                <a:lnTo>
                  <a:pt x="454143" y="524298"/>
                </a:lnTo>
                <a:close/>
                <a:lnTo>
                  <a:pt x="464632" y="553426"/>
                </a:lnTo>
                <a:close/>
                <a:lnTo>
                  <a:pt x="475516" y="582553"/>
                </a:lnTo>
                <a:close/>
                <a:lnTo>
                  <a:pt x="486724" y="611681"/>
                </a:lnTo>
                <a:close/>
                <a:lnTo>
                  <a:pt x="498114" y="640809"/>
                </a:lnTo>
                <a:close/>
                <a:lnTo>
                  <a:pt x="509503" y="669936"/>
                </a:lnTo>
                <a:close/>
                <a:lnTo>
                  <a:pt x="520881" y="699064"/>
                </a:lnTo>
                <a:close/>
                <a:lnTo>
                  <a:pt x="532589" y="728192"/>
                </a:lnTo>
                <a:close/>
                <a:lnTo>
                  <a:pt x="545225" y="757319"/>
                </a:lnTo>
                <a:close/>
                <a:lnTo>
                  <a:pt x="559239" y="786447"/>
                </a:lnTo>
                <a:close/>
                <a:lnTo>
                  <a:pt x="574508" y="815575"/>
                </a:lnTo>
                <a:close/>
                <a:lnTo>
                  <a:pt x="590390" y="844702"/>
                </a:lnTo>
                <a:close/>
                <a:lnTo>
                  <a:pt x="606310" y="873830"/>
                </a:lnTo>
                <a:close/>
                <a:lnTo>
                  <a:pt x="622283" y="902958"/>
                </a:lnTo>
                <a:close/>
                <a:lnTo>
                  <a:pt x="638794" y="932085"/>
                </a:lnTo>
                <a:close/>
                <a:lnTo>
                  <a:pt x="656197" y="961213"/>
                </a:lnTo>
                <a:close/>
                <a:lnTo>
                  <a:pt x="674235" y="990341"/>
                </a:lnTo>
                <a:close/>
                <a:lnTo>
                  <a:pt x="692035" y="1019468"/>
                </a:lnTo>
                <a:close/>
                <a:lnTo>
                  <a:pt x="708422" y="1048596"/>
                </a:lnTo>
                <a:close/>
                <a:lnTo>
                  <a:pt x="722395" y="1077724"/>
                </a:lnTo>
                <a:close/>
                <a:lnTo>
                  <a:pt x="733653" y="1106851"/>
                </a:lnTo>
                <a:close/>
                <a:lnTo>
                  <a:pt x="742964" y="1135979"/>
                </a:lnTo>
                <a:close/>
                <a:lnTo>
                  <a:pt x="751967" y="1165107"/>
                </a:lnTo>
                <a:close/>
                <a:lnTo>
                  <a:pt x="762242" y="1194234"/>
                </a:lnTo>
                <a:close/>
                <a:lnTo>
                  <a:pt x="774029" y="1223362"/>
                </a:lnTo>
                <a:close/>
                <a:lnTo>
                  <a:pt x="785573" y="1252490"/>
                </a:lnTo>
                <a:close/>
                <a:lnTo>
                  <a:pt x="793798" y="1281617"/>
                </a:lnTo>
                <a:close/>
                <a:lnTo>
                  <a:pt x="796006" y="1310745"/>
                </a:lnTo>
                <a:close/>
                <a:lnTo>
                  <a:pt x="791378" y="1339873"/>
                </a:lnTo>
                <a:close/>
                <a:lnTo>
                  <a:pt x="781182" y="1369000"/>
                </a:lnTo>
                <a:close/>
                <a:lnTo>
                  <a:pt x="767725" y="1398128"/>
                </a:lnTo>
                <a:close/>
                <a:lnTo>
                  <a:pt x="752975" y="1427256"/>
                </a:lnTo>
                <a:close/>
                <a:lnTo>
                  <a:pt x="737771" y="1456383"/>
                </a:lnTo>
                <a:close/>
                <a:lnTo>
                  <a:pt x="721955" y="1485511"/>
                </a:lnTo>
                <a:close/>
                <a:lnTo>
                  <a:pt x="705094" y="1514639"/>
                </a:lnTo>
                <a:close/>
                <a:lnTo>
                  <a:pt x="687169" y="1543766"/>
                </a:lnTo>
                <a:close/>
                <a:lnTo>
                  <a:pt x="668675" y="1572894"/>
                </a:lnTo>
                <a:close/>
                <a:lnTo>
                  <a:pt x="650149" y="1602022"/>
                </a:lnTo>
                <a:close/>
                <a:lnTo>
                  <a:pt x="631736" y="1631149"/>
                </a:lnTo>
                <a:close/>
                <a:lnTo>
                  <a:pt x="613368" y="1660277"/>
                </a:lnTo>
                <a:close/>
                <a:lnTo>
                  <a:pt x="595274" y="1689405"/>
                </a:lnTo>
                <a:close/>
                <a:lnTo>
                  <a:pt x="578028" y="1718532"/>
                </a:lnTo>
                <a:close/>
                <a:lnTo>
                  <a:pt x="561968" y="1747660"/>
                </a:lnTo>
                <a:close/>
                <a:lnTo>
                  <a:pt x="546753" y="1776788"/>
                </a:lnTo>
                <a:close/>
                <a:lnTo>
                  <a:pt x="531715" y="1805915"/>
                </a:lnTo>
                <a:close/>
                <a:lnTo>
                  <a:pt x="516607" y="1835043"/>
                </a:lnTo>
                <a:close/>
                <a:lnTo>
                  <a:pt x="501859" y="1864171"/>
                </a:lnTo>
                <a:close/>
                <a:lnTo>
                  <a:pt x="488131" y="1893298"/>
                </a:lnTo>
                <a:close/>
                <a:lnTo>
                  <a:pt x="475780" y="1922426"/>
                </a:lnTo>
                <a:close/>
                <a:lnTo>
                  <a:pt x="464797" y="1951554"/>
                </a:lnTo>
                <a:close/>
                <a:lnTo>
                  <a:pt x="455085" y="1980681"/>
                </a:lnTo>
                <a:close/>
                <a:lnTo>
                  <a:pt x="446626" y="2009809"/>
                </a:lnTo>
                <a:close/>
                <a:lnTo>
                  <a:pt x="439404" y="2038937"/>
                </a:lnTo>
                <a:close/>
                <a:lnTo>
                  <a:pt x="433304" y="2068064"/>
                </a:lnTo>
                <a:close/>
                <a:lnTo>
                  <a:pt x="428177" y="2097192"/>
                </a:lnTo>
                <a:close/>
                <a:lnTo>
                  <a:pt x="423965" y="2126320"/>
                </a:lnTo>
                <a:close/>
                <a:lnTo>
                  <a:pt x="420673" y="2155447"/>
                </a:lnTo>
                <a:close/>
                <a:lnTo>
                  <a:pt x="418214" y="2184575"/>
                </a:lnTo>
                <a:close/>
                <a:lnTo>
                  <a:pt x="416291" y="2213703"/>
                </a:lnTo>
                <a:close/>
                <a:lnTo>
                  <a:pt x="414491" y="2242830"/>
                </a:lnTo>
                <a:close/>
                <a:lnTo>
                  <a:pt x="412512" y="2271958"/>
                </a:lnTo>
                <a:close/>
                <a:lnTo>
                  <a:pt x="410340" y="2301086"/>
                </a:lnTo>
                <a:close/>
                <a:lnTo>
                  <a:pt x="408188" y="2330213"/>
                </a:lnTo>
                <a:close/>
                <a:lnTo>
                  <a:pt x="406274" y="2359341"/>
                </a:lnTo>
                <a:close/>
                <a:lnTo>
                  <a:pt x="404647" y="2388469"/>
                </a:lnTo>
                <a:close/>
                <a:lnTo>
                  <a:pt x="403223" y="2417596"/>
                </a:lnTo>
                <a:close/>
                <a:lnTo>
                  <a:pt x="401931" y="2446724"/>
                </a:lnTo>
                <a:close/>
                <a:lnTo>
                  <a:pt x="400791" y="2475852"/>
                </a:lnTo>
                <a:close/>
                <a:lnTo>
                  <a:pt x="399870" y="2504979"/>
                </a:lnTo>
                <a:close/>
                <a:lnTo>
                  <a:pt x="399194" y="2534107"/>
                </a:lnTo>
                <a:close/>
                <a:lnTo>
                  <a:pt x="398731" y="2563235"/>
                </a:lnTo>
                <a:close/>
                <a:lnTo>
                  <a:pt x="398425" y="2592362"/>
                </a:lnTo>
                <a:close/>
                <a:lnTo>
                  <a:pt x="398228" y="2621490"/>
                </a:lnTo>
                <a:close/>
                <a:lnTo>
                  <a:pt x="398112" y="2650618"/>
                </a:lnTo>
                <a:close/>
                <a:lnTo>
                  <a:pt x="398055" y="2679745"/>
                </a:lnTo>
                <a:close/>
                <a:lnTo>
                  <a:pt x="398042" y="2708873"/>
                </a:lnTo>
                <a:close/>
                <a:lnTo>
                  <a:pt x="398067" y="2738001"/>
                </a:lnTo>
                <a:close/>
                <a:lnTo>
                  <a:pt x="398132" y="2767128"/>
                </a:lnTo>
                <a:close/>
                <a:lnTo>
                  <a:pt x="398236" y="2796256"/>
                </a:lnTo>
                <a:close/>
                <a:lnTo>
                  <a:pt x="398360" y="2825384"/>
                </a:lnTo>
                <a:close/>
                <a:lnTo>
                  <a:pt x="398465" y="2854511"/>
                </a:lnTo>
                <a:close/>
                <a:lnTo>
                  <a:pt x="398506" y="2883639"/>
                </a:lnTo>
                <a:close/>
                <a:lnTo>
                  <a:pt x="398506" y="2883639"/>
                </a:lnTo>
                <a:close/>
              </a:path>
            </a:pathLst>
          </a:custGeom>
          <a:solidFill>
            <a:srgbClr val="C4713B">
              <a:alpha val="18000"/>
            </a:srgbClr>
          </a:solidFill>
          <a:ln w="12700">
            <a:solidFill>
              <a:srgbClr val="C4713B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1065829" y="20709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1085564" y="27551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1047563" y="18441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1006671" y="17473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1035587" y="32186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999967" y="28885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069737" y="21609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1154649" y="23868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1033097" y="22345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1024589" y="26600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1098240" y="17785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1089421" y="18302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1072740" y="21923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1004026" y="16524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1063807" y="19880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111869" y="26631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976580" y="20383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1035392" y="27138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939632" y="17789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980207" y="22513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43578" y="23200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1050153" y="25724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81673" y="16039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1083741" y="23045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076145" y="24439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53347" y="24051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898801" y="19551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1030014" y="20400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062530" y="20159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1073263" y="20067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964247" y="11362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1034056" y="24327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000838" y="24866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1012094" y="26400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1136121" y="19125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1012180" y="16515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1063590" y="22839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1124412" y="26534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1027035" y="26454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1058338" y="18949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1073075" y="18477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1069978" y="19495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984484" y="256459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1070798" y="21078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1155883" y="21665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963119" y="21146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1122753" y="17825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1073664" y="21121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1023196" y="18805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1198443" y="21915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1116311" y="20788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986194" y="19047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1070690" y="2967396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1104001" y="23886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1053225" y="24653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1111047" y="25510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1061335" y="23659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Freeform 88"/>
          <p:cNvSpPr/>
          <p:nvPr/>
        </p:nvSpPr>
        <p:spPr>
          <a:xfrm>
            <a:off x="1110008" y="14653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1161170" y="26665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1020928" y="17332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1079222" y="30822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1035014" y="23963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1074189" y="21431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986996" y="19276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1027320" y="18640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1052733" y="18222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1125366" y="24034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1141714" y="24612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977952" y="17894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1013035" y="2323304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1108659" y="28750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933582" y="28026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1035023" y="26938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1059294" y="19729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1149130" y="21534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1111478" y="18746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1044042" y="24433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1041298" y="21452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1049151" y="19076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1166809" y="23833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1037355" y="19935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1045603" y="2562766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1089136" y="24106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1057736" y="24202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1052661" y="28344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991847" y="19781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1064983" y="24648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1036323" y="22196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1143101" y="19813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1109069" y="19987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1064146" y="18874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1110083" y="227607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1043202" y="24413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1135539" y="22665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1065389" y="30845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1104445" y="29622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980117" y="28989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1088744" y="27333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953762" y="20225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930736" y="26866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1045550" y="24183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1006052" y="15648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1076629" y="24072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1214651" y="18507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1010576" y="27010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1024359" y="23304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1079372" y="27093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1098451" y="23984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1054045" y="1798398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1052087" y="31048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1112344" y="20049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Freeform 142"/>
          <p:cNvSpPr/>
          <p:nvPr/>
        </p:nvSpPr>
        <p:spPr>
          <a:xfrm>
            <a:off x="1100235" y="21049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Freeform 143"/>
          <p:cNvSpPr/>
          <p:nvPr/>
        </p:nvSpPr>
        <p:spPr>
          <a:xfrm>
            <a:off x="997179" y="25282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1060495" y="29617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Freeform 145"/>
          <p:cNvSpPr/>
          <p:nvPr/>
        </p:nvSpPr>
        <p:spPr>
          <a:xfrm>
            <a:off x="1068088" y="21892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995799" y="24953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Freeform 147"/>
          <p:cNvSpPr/>
          <p:nvPr/>
        </p:nvSpPr>
        <p:spPr>
          <a:xfrm>
            <a:off x="1082983" y="21075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1008836" y="22148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xfrm>
            <a:off x="1130228" y="14109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Freeform 150"/>
          <p:cNvSpPr/>
          <p:nvPr/>
        </p:nvSpPr>
        <p:spPr>
          <a:xfrm>
            <a:off x="1078533" y="23477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Freeform 151"/>
          <p:cNvSpPr/>
          <p:nvPr/>
        </p:nvSpPr>
        <p:spPr>
          <a:xfrm>
            <a:off x="1071671" y="27467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Freeform 152"/>
          <p:cNvSpPr/>
          <p:nvPr/>
        </p:nvSpPr>
        <p:spPr>
          <a:xfrm>
            <a:off x="1026542" y="21347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Freeform 153"/>
          <p:cNvSpPr/>
          <p:nvPr/>
        </p:nvSpPr>
        <p:spPr>
          <a:xfrm>
            <a:off x="1057879" y="21140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Freeform 154"/>
          <p:cNvSpPr/>
          <p:nvPr/>
        </p:nvSpPr>
        <p:spPr>
          <a:xfrm>
            <a:off x="933229" y="15343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Freeform 155"/>
          <p:cNvSpPr/>
          <p:nvPr/>
        </p:nvSpPr>
        <p:spPr>
          <a:xfrm>
            <a:off x="990697" y="18010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Freeform 156"/>
          <p:cNvSpPr/>
          <p:nvPr/>
        </p:nvSpPr>
        <p:spPr>
          <a:xfrm>
            <a:off x="1089816" y="20443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924551" y="148140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1121906" y="283083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Freeform 159"/>
          <p:cNvSpPr/>
          <p:nvPr/>
        </p:nvSpPr>
        <p:spPr>
          <a:xfrm>
            <a:off x="949922" y="25514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1115945" y="26974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1009662" y="24243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Freeform 162"/>
          <p:cNvSpPr/>
          <p:nvPr/>
        </p:nvSpPr>
        <p:spPr>
          <a:xfrm>
            <a:off x="1117421" y="29264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Freeform 163"/>
          <p:cNvSpPr/>
          <p:nvPr/>
        </p:nvSpPr>
        <p:spPr>
          <a:xfrm>
            <a:off x="1074434" y="19027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963803" y="23390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xfrm>
            <a:off x="1148608" y="29743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1161381" y="27427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1061382" y="20664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1047577" y="17995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Freeform 169"/>
          <p:cNvSpPr/>
          <p:nvPr/>
        </p:nvSpPr>
        <p:spPr>
          <a:xfrm>
            <a:off x="1055143" y="12099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Freeform 170"/>
          <p:cNvSpPr/>
          <p:nvPr/>
        </p:nvSpPr>
        <p:spPr>
          <a:xfrm>
            <a:off x="1001062" y="7433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1138621" y="20151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Freeform 172"/>
          <p:cNvSpPr/>
          <p:nvPr/>
        </p:nvSpPr>
        <p:spPr>
          <a:xfrm>
            <a:off x="1029735" y="27294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Freeform 173"/>
          <p:cNvSpPr/>
          <p:nvPr/>
        </p:nvSpPr>
        <p:spPr>
          <a:xfrm>
            <a:off x="1062352" y="33107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Freeform 174"/>
          <p:cNvSpPr/>
          <p:nvPr/>
        </p:nvSpPr>
        <p:spPr>
          <a:xfrm>
            <a:off x="1013125" y="20897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1024217" y="26396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Freeform 176"/>
          <p:cNvSpPr/>
          <p:nvPr/>
        </p:nvSpPr>
        <p:spPr>
          <a:xfrm>
            <a:off x="980991" y="24373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Freeform 177"/>
          <p:cNvSpPr/>
          <p:nvPr/>
        </p:nvSpPr>
        <p:spPr>
          <a:xfrm>
            <a:off x="1149133" y="253741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1055526" y="22976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1129821" y="16835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1066631" y="21460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1019685" y="23066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Freeform 182"/>
          <p:cNvSpPr/>
          <p:nvPr/>
        </p:nvSpPr>
        <p:spPr>
          <a:xfrm>
            <a:off x="1044077" y="27529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1028585" y="30780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Freeform 184"/>
          <p:cNvSpPr/>
          <p:nvPr/>
        </p:nvSpPr>
        <p:spPr>
          <a:xfrm>
            <a:off x="1066275" y="24734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Freeform 185"/>
          <p:cNvSpPr/>
          <p:nvPr/>
        </p:nvSpPr>
        <p:spPr>
          <a:xfrm>
            <a:off x="1040854" y="22533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Freeform 186"/>
          <p:cNvSpPr/>
          <p:nvPr/>
        </p:nvSpPr>
        <p:spPr>
          <a:xfrm>
            <a:off x="1045852" y="13264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974301" y="21596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1012226" y="17259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1175467" y="24800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Freeform 190"/>
          <p:cNvSpPr/>
          <p:nvPr/>
        </p:nvSpPr>
        <p:spPr>
          <a:xfrm>
            <a:off x="1021222" y="28288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Freeform 191"/>
          <p:cNvSpPr/>
          <p:nvPr/>
        </p:nvSpPr>
        <p:spPr>
          <a:xfrm>
            <a:off x="995825" y="27170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Freeform 192"/>
          <p:cNvSpPr/>
          <p:nvPr/>
        </p:nvSpPr>
        <p:spPr>
          <a:xfrm>
            <a:off x="1088123" y="25949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Freeform 193"/>
          <p:cNvSpPr/>
          <p:nvPr/>
        </p:nvSpPr>
        <p:spPr>
          <a:xfrm>
            <a:off x="1159097" y="11429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969296" y="26439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1051915" y="17993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1023821" y="26853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Freeform 197"/>
          <p:cNvSpPr/>
          <p:nvPr/>
        </p:nvSpPr>
        <p:spPr>
          <a:xfrm>
            <a:off x="948932" y="17519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Freeform 198"/>
          <p:cNvSpPr/>
          <p:nvPr/>
        </p:nvSpPr>
        <p:spPr>
          <a:xfrm>
            <a:off x="1114498" y="20300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Freeform 199"/>
          <p:cNvSpPr/>
          <p:nvPr/>
        </p:nvSpPr>
        <p:spPr>
          <a:xfrm>
            <a:off x="1064192" y="23056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Freeform 200"/>
          <p:cNvSpPr/>
          <p:nvPr/>
        </p:nvSpPr>
        <p:spPr>
          <a:xfrm>
            <a:off x="1070486" y="22467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Freeform 201"/>
          <p:cNvSpPr/>
          <p:nvPr/>
        </p:nvSpPr>
        <p:spPr>
          <a:xfrm>
            <a:off x="1015843" y="25591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Freeform 202"/>
          <p:cNvSpPr/>
          <p:nvPr/>
        </p:nvSpPr>
        <p:spPr>
          <a:xfrm>
            <a:off x="1095915" y="19989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Freeform 203"/>
          <p:cNvSpPr/>
          <p:nvPr/>
        </p:nvSpPr>
        <p:spPr>
          <a:xfrm>
            <a:off x="1029974" y="24574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Freeform 204"/>
          <p:cNvSpPr/>
          <p:nvPr/>
        </p:nvSpPr>
        <p:spPr>
          <a:xfrm>
            <a:off x="1056268" y="28495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Freeform 205"/>
          <p:cNvSpPr/>
          <p:nvPr/>
        </p:nvSpPr>
        <p:spPr>
          <a:xfrm>
            <a:off x="992232" y="28762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Freeform 206"/>
          <p:cNvSpPr/>
          <p:nvPr/>
        </p:nvSpPr>
        <p:spPr>
          <a:xfrm>
            <a:off x="985078" y="21381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Freeform 207"/>
          <p:cNvSpPr/>
          <p:nvPr/>
        </p:nvSpPr>
        <p:spPr>
          <a:xfrm>
            <a:off x="1154338" y="14224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Freeform 208"/>
          <p:cNvSpPr/>
          <p:nvPr/>
        </p:nvSpPr>
        <p:spPr>
          <a:xfrm>
            <a:off x="1032109" y="21445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Freeform 209"/>
          <p:cNvSpPr/>
          <p:nvPr/>
        </p:nvSpPr>
        <p:spPr>
          <a:xfrm>
            <a:off x="1085095" y="228633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Freeform 210"/>
          <p:cNvSpPr/>
          <p:nvPr/>
        </p:nvSpPr>
        <p:spPr>
          <a:xfrm>
            <a:off x="1063506" y="20805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Freeform 211"/>
          <p:cNvSpPr/>
          <p:nvPr/>
        </p:nvSpPr>
        <p:spPr>
          <a:xfrm>
            <a:off x="1036484" y="15614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Freeform 212"/>
          <p:cNvSpPr/>
          <p:nvPr/>
        </p:nvSpPr>
        <p:spPr>
          <a:xfrm>
            <a:off x="1032052" y="21143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Freeform 213"/>
          <p:cNvSpPr/>
          <p:nvPr/>
        </p:nvSpPr>
        <p:spPr>
          <a:xfrm>
            <a:off x="1107543" y="24350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Freeform 214"/>
          <p:cNvSpPr/>
          <p:nvPr/>
        </p:nvSpPr>
        <p:spPr>
          <a:xfrm>
            <a:off x="1045723" y="16630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Freeform 215"/>
          <p:cNvSpPr/>
          <p:nvPr/>
        </p:nvSpPr>
        <p:spPr>
          <a:xfrm>
            <a:off x="1055701" y="20078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Freeform 216"/>
          <p:cNvSpPr/>
          <p:nvPr/>
        </p:nvSpPr>
        <p:spPr>
          <a:xfrm>
            <a:off x="1067221" y="14445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Freeform 217"/>
          <p:cNvSpPr/>
          <p:nvPr/>
        </p:nvSpPr>
        <p:spPr>
          <a:xfrm>
            <a:off x="1143790" y="21327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Freeform 218"/>
          <p:cNvSpPr/>
          <p:nvPr/>
        </p:nvSpPr>
        <p:spPr>
          <a:xfrm>
            <a:off x="1110888" y="28490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Freeform 219"/>
          <p:cNvSpPr/>
          <p:nvPr/>
        </p:nvSpPr>
        <p:spPr>
          <a:xfrm>
            <a:off x="1091127" y="29221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Freeform 220"/>
          <p:cNvSpPr/>
          <p:nvPr/>
        </p:nvSpPr>
        <p:spPr>
          <a:xfrm>
            <a:off x="1028363" y="13859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Freeform 221"/>
          <p:cNvSpPr/>
          <p:nvPr/>
        </p:nvSpPr>
        <p:spPr>
          <a:xfrm>
            <a:off x="974076" y="13489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Freeform 222"/>
          <p:cNvSpPr/>
          <p:nvPr/>
        </p:nvSpPr>
        <p:spPr>
          <a:xfrm>
            <a:off x="1128733" y="23173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Freeform 223"/>
          <p:cNvSpPr/>
          <p:nvPr/>
        </p:nvSpPr>
        <p:spPr>
          <a:xfrm>
            <a:off x="1129855" y="24209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Freeform 224"/>
          <p:cNvSpPr/>
          <p:nvPr/>
        </p:nvSpPr>
        <p:spPr>
          <a:xfrm>
            <a:off x="1056413" y="14823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Freeform 225"/>
          <p:cNvSpPr/>
          <p:nvPr/>
        </p:nvSpPr>
        <p:spPr>
          <a:xfrm>
            <a:off x="1101692" y="27892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Freeform 226"/>
          <p:cNvSpPr/>
          <p:nvPr/>
        </p:nvSpPr>
        <p:spPr>
          <a:xfrm>
            <a:off x="1117583" y="26812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Freeform 227"/>
          <p:cNvSpPr/>
          <p:nvPr/>
        </p:nvSpPr>
        <p:spPr>
          <a:xfrm>
            <a:off x="1120883" y="18986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Freeform 228"/>
          <p:cNvSpPr/>
          <p:nvPr/>
        </p:nvSpPr>
        <p:spPr>
          <a:xfrm>
            <a:off x="1126866" y="24267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Freeform 229"/>
          <p:cNvSpPr/>
          <p:nvPr/>
        </p:nvSpPr>
        <p:spPr>
          <a:xfrm>
            <a:off x="1035524" y="222857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Freeform 230"/>
          <p:cNvSpPr/>
          <p:nvPr/>
        </p:nvSpPr>
        <p:spPr>
          <a:xfrm>
            <a:off x="1166241" y="23091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Freeform 231"/>
          <p:cNvSpPr/>
          <p:nvPr/>
        </p:nvSpPr>
        <p:spPr>
          <a:xfrm>
            <a:off x="983056" y="20541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Freeform 232"/>
          <p:cNvSpPr/>
          <p:nvPr/>
        </p:nvSpPr>
        <p:spPr>
          <a:xfrm>
            <a:off x="1122909" y="15098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Freeform 233"/>
          <p:cNvSpPr/>
          <p:nvPr/>
        </p:nvSpPr>
        <p:spPr>
          <a:xfrm>
            <a:off x="1098512" y="21798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Freeform 234"/>
          <p:cNvSpPr/>
          <p:nvPr/>
        </p:nvSpPr>
        <p:spPr>
          <a:xfrm>
            <a:off x="1123698" y="18983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Freeform 235"/>
          <p:cNvSpPr/>
          <p:nvPr/>
        </p:nvSpPr>
        <p:spPr>
          <a:xfrm>
            <a:off x="1190389" y="32691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Freeform 236"/>
          <p:cNvSpPr/>
          <p:nvPr/>
        </p:nvSpPr>
        <p:spPr>
          <a:xfrm>
            <a:off x="1164216" y="22507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Freeform 237"/>
          <p:cNvSpPr/>
          <p:nvPr/>
        </p:nvSpPr>
        <p:spPr>
          <a:xfrm>
            <a:off x="989783" y="26550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Freeform 238"/>
          <p:cNvSpPr/>
          <p:nvPr/>
        </p:nvSpPr>
        <p:spPr>
          <a:xfrm>
            <a:off x="953731" y="28461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Freeform 239"/>
          <p:cNvSpPr/>
          <p:nvPr/>
        </p:nvSpPr>
        <p:spPr>
          <a:xfrm>
            <a:off x="1119935" y="26727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Freeform 240"/>
          <p:cNvSpPr/>
          <p:nvPr/>
        </p:nvSpPr>
        <p:spPr>
          <a:xfrm>
            <a:off x="998417" y="2395974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Freeform 241"/>
          <p:cNvSpPr/>
          <p:nvPr/>
        </p:nvSpPr>
        <p:spPr>
          <a:xfrm>
            <a:off x="1064924" y="17599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Freeform 242"/>
          <p:cNvSpPr/>
          <p:nvPr/>
        </p:nvSpPr>
        <p:spPr>
          <a:xfrm>
            <a:off x="1121450" y="29008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Freeform 243"/>
          <p:cNvSpPr/>
          <p:nvPr/>
        </p:nvSpPr>
        <p:spPr>
          <a:xfrm>
            <a:off x="956708" y="22103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Freeform 244"/>
          <p:cNvSpPr/>
          <p:nvPr/>
        </p:nvSpPr>
        <p:spPr>
          <a:xfrm>
            <a:off x="925784" y="24723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Freeform 245"/>
          <p:cNvSpPr/>
          <p:nvPr/>
        </p:nvSpPr>
        <p:spPr>
          <a:xfrm>
            <a:off x="1082947" y="2392691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Freeform 246"/>
          <p:cNvSpPr/>
          <p:nvPr/>
        </p:nvSpPr>
        <p:spPr>
          <a:xfrm>
            <a:off x="1068691" y="171574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Freeform 247"/>
          <p:cNvSpPr/>
          <p:nvPr/>
        </p:nvSpPr>
        <p:spPr>
          <a:xfrm>
            <a:off x="1049442" y="19521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Freeform 248"/>
          <p:cNvSpPr/>
          <p:nvPr/>
        </p:nvSpPr>
        <p:spPr>
          <a:xfrm>
            <a:off x="1068303" y="15454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Freeform 249"/>
          <p:cNvSpPr/>
          <p:nvPr/>
        </p:nvSpPr>
        <p:spPr>
          <a:xfrm>
            <a:off x="1008666" y="23045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Freeform 250"/>
          <p:cNvSpPr/>
          <p:nvPr/>
        </p:nvSpPr>
        <p:spPr>
          <a:xfrm>
            <a:off x="965351" y="25800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Freeform 251"/>
          <p:cNvSpPr/>
          <p:nvPr/>
        </p:nvSpPr>
        <p:spPr>
          <a:xfrm>
            <a:off x="1054692" y="23398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Freeform 252"/>
          <p:cNvSpPr/>
          <p:nvPr/>
        </p:nvSpPr>
        <p:spPr>
          <a:xfrm>
            <a:off x="1001290" y="21025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Freeform 253"/>
          <p:cNvSpPr/>
          <p:nvPr/>
        </p:nvSpPr>
        <p:spPr>
          <a:xfrm>
            <a:off x="956729" y="21361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Freeform 254"/>
          <p:cNvSpPr/>
          <p:nvPr/>
        </p:nvSpPr>
        <p:spPr>
          <a:xfrm>
            <a:off x="1099291" y="27777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Freeform 255"/>
          <p:cNvSpPr/>
          <p:nvPr/>
        </p:nvSpPr>
        <p:spPr>
          <a:xfrm>
            <a:off x="1061674" y="21799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Freeform 256"/>
          <p:cNvSpPr/>
          <p:nvPr/>
        </p:nvSpPr>
        <p:spPr>
          <a:xfrm>
            <a:off x="1092714" y="21098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Freeform 257"/>
          <p:cNvSpPr/>
          <p:nvPr/>
        </p:nvSpPr>
        <p:spPr>
          <a:xfrm>
            <a:off x="1000123" y="9450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Freeform 258"/>
          <p:cNvSpPr/>
          <p:nvPr/>
        </p:nvSpPr>
        <p:spPr>
          <a:xfrm>
            <a:off x="1022096" y="12709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Freeform 259"/>
          <p:cNvSpPr/>
          <p:nvPr/>
        </p:nvSpPr>
        <p:spPr>
          <a:xfrm>
            <a:off x="999477" y="26601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Freeform 260"/>
          <p:cNvSpPr/>
          <p:nvPr/>
        </p:nvSpPr>
        <p:spPr>
          <a:xfrm>
            <a:off x="1006933" y="23721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Freeform 261"/>
          <p:cNvSpPr/>
          <p:nvPr/>
        </p:nvSpPr>
        <p:spPr>
          <a:xfrm>
            <a:off x="1078709" y="29705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Freeform 262"/>
          <p:cNvSpPr/>
          <p:nvPr/>
        </p:nvSpPr>
        <p:spPr>
          <a:xfrm>
            <a:off x="1013809" y="25265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Freeform 263"/>
          <p:cNvSpPr/>
          <p:nvPr/>
        </p:nvSpPr>
        <p:spPr>
          <a:xfrm>
            <a:off x="1089366" y="20653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Freeform 264"/>
          <p:cNvSpPr/>
          <p:nvPr/>
        </p:nvSpPr>
        <p:spPr>
          <a:xfrm>
            <a:off x="1088285" y="16124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Freeform 265"/>
          <p:cNvSpPr/>
          <p:nvPr/>
        </p:nvSpPr>
        <p:spPr>
          <a:xfrm>
            <a:off x="1200084" y="25969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Freeform 266"/>
          <p:cNvSpPr/>
          <p:nvPr/>
        </p:nvSpPr>
        <p:spPr>
          <a:xfrm>
            <a:off x="973358" y="25588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Freeform 267"/>
          <p:cNvSpPr/>
          <p:nvPr/>
        </p:nvSpPr>
        <p:spPr>
          <a:xfrm>
            <a:off x="1124645" y="33185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Freeform 268"/>
          <p:cNvSpPr/>
          <p:nvPr/>
        </p:nvSpPr>
        <p:spPr>
          <a:xfrm>
            <a:off x="1059811" y="23087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Freeform 269"/>
          <p:cNvSpPr/>
          <p:nvPr/>
        </p:nvSpPr>
        <p:spPr>
          <a:xfrm>
            <a:off x="1064817" y="27665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Freeform 270"/>
          <p:cNvSpPr/>
          <p:nvPr/>
        </p:nvSpPr>
        <p:spPr>
          <a:xfrm>
            <a:off x="969572" y="249535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Freeform 271"/>
          <p:cNvSpPr/>
          <p:nvPr/>
        </p:nvSpPr>
        <p:spPr>
          <a:xfrm>
            <a:off x="1035221" y="26721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Freeform 272"/>
          <p:cNvSpPr/>
          <p:nvPr/>
        </p:nvSpPr>
        <p:spPr>
          <a:xfrm>
            <a:off x="1115046" y="22739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Freeform 273"/>
          <p:cNvSpPr/>
          <p:nvPr/>
        </p:nvSpPr>
        <p:spPr>
          <a:xfrm>
            <a:off x="1060276" y="31203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Freeform 274"/>
          <p:cNvSpPr/>
          <p:nvPr/>
        </p:nvSpPr>
        <p:spPr>
          <a:xfrm>
            <a:off x="1071124" y="29724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Freeform 275"/>
          <p:cNvSpPr/>
          <p:nvPr/>
        </p:nvSpPr>
        <p:spPr>
          <a:xfrm>
            <a:off x="1046463" y="11425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Freeform 276"/>
          <p:cNvSpPr/>
          <p:nvPr/>
        </p:nvSpPr>
        <p:spPr>
          <a:xfrm>
            <a:off x="1142334" y="28810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Freeform 277"/>
          <p:cNvSpPr/>
          <p:nvPr/>
        </p:nvSpPr>
        <p:spPr>
          <a:xfrm>
            <a:off x="1064323" y="27840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Freeform 278"/>
          <p:cNvSpPr/>
          <p:nvPr/>
        </p:nvSpPr>
        <p:spPr>
          <a:xfrm>
            <a:off x="919785" y="12913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Freeform 279"/>
          <p:cNvSpPr/>
          <p:nvPr/>
        </p:nvSpPr>
        <p:spPr>
          <a:xfrm>
            <a:off x="1019839" y="7478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Freeform 280"/>
          <p:cNvSpPr/>
          <p:nvPr/>
        </p:nvSpPr>
        <p:spPr>
          <a:xfrm>
            <a:off x="935149" y="28220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Freeform 281"/>
          <p:cNvSpPr/>
          <p:nvPr/>
        </p:nvSpPr>
        <p:spPr>
          <a:xfrm>
            <a:off x="850067" y="24133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Freeform 282"/>
          <p:cNvSpPr/>
          <p:nvPr/>
        </p:nvSpPr>
        <p:spPr>
          <a:xfrm>
            <a:off x="1030583" y="20521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Freeform 283"/>
          <p:cNvSpPr/>
          <p:nvPr/>
        </p:nvSpPr>
        <p:spPr>
          <a:xfrm>
            <a:off x="1154207" y="13463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Freeform 284"/>
          <p:cNvSpPr/>
          <p:nvPr/>
        </p:nvSpPr>
        <p:spPr>
          <a:xfrm>
            <a:off x="1068873" y="27280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Freeform 285"/>
          <p:cNvSpPr/>
          <p:nvPr/>
        </p:nvSpPr>
        <p:spPr>
          <a:xfrm>
            <a:off x="987968" y="23507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Freeform 286"/>
          <p:cNvSpPr/>
          <p:nvPr/>
        </p:nvSpPr>
        <p:spPr>
          <a:xfrm>
            <a:off x="1003347" y="18304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Freeform 287"/>
          <p:cNvSpPr/>
          <p:nvPr/>
        </p:nvSpPr>
        <p:spPr>
          <a:xfrm>
            <a:off x="1140745" y="20047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Freeform 288"/>
          <p:cNvSpPr/>
          <p:nvPr/>
        </p:nvSpPr>
        <p:spPr>
          <a:xfrm>
            <a:off x="1076203" y="24173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Freeform 289"/>
          <p:cNvSpPr/>
          <p:nvPr/>
        </p:nvSpPr>
        <p:spPr>
          <a:xfrm>
            <a:off x="1068931" y="22940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Freeform 290"/>
          <p:cNvSpPr/>
          <p:nvPr/>
        </p:nvSpPr>
        <p:spPr>
          <a:xfrm>
            <a:off x="1062201" y="29255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Freeform 291"/>
          <p:cNvSpPr/>
          <p:nvPr/>
        </p:nvSpPr>
        <p:spPr>
          <a:xfrm>
            <a:off x="1068294" y="23471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Freeform 292"/>
          <p:cNvSpPr/>
          <p:nvPr/>
        </p:nvSpPr>
        <p:spPr>
          <a:xfrm>
            <a:off x="1119173" y="23615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Freeform 293"/>
          <p:cNvSpPr/>
          <p:nvPr/>
        </p:nvSpPr>
        <p:spPr>
          <a:xfrm>
            <a:off x="1102401" y="21078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Freeform 294"/>
          <p:cNvSpPr/>
          <p:nvPr/>
        </p:nvSpPr>
        <p:spPr>
          <a:xfrm>
            <a:off x="1080056" y="25085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Freeform 295"/>
          <p:cNvSpPr/>
          <p:nvPr/>
        </p:nvSpPr>
        <p:spPr>
          <a:xfrm>
            <a:off x="996570" y="19860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Freeform 296"/>
          <p:cNvSpPr/>
          <p:nvPr/>
        </p:nvSpPr>
        <p:spPr>
          <a:xfrm>
            <a:off x="1099651" y="17106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Freeform 297"/>
          <p:cNvSpPr/>
          <p:nvPr/>
        </p:nvSpPr>
        <p:spPr>
          <a:xfrm>
            <a:off x="1020358" y="21468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Freeform 298"/>
          <p:cNvSpPr/>
          <p:nvPr/>
        </p:nvSpPr>
        <p:spPr>
          <a:xfrm>
            <a:off x="1138306" y="20469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Freeform 299"/>
          <p:cNvSpPr/>
          <p:nvPr/>
        </p:nvSpPr>
        <p:spPr>
          <a:xfrm>
            <a:off x="981433" y="2198918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Freeform 300"/>
          <p:cNvSpPr/>
          <p:nvPr/>
        </p:nvSpPr>
        <p:spPr>
          <a:xfrm>
            <a:off x="1056618" y="22259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Freeform 301"/>
          <p:cNvSpPr/>
          <p:nvPr/>
        </p:nvSpPr>
        <p:spPr>
          <a:xfrm>
            <a:off x="1065259" y="25931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Freeform 302"/>
          <p:cNvSpPr/>
          <p:nvPr/>
        </p:nvSpPr>
        <p:spPr>
          <a:xfrm>
            <a:off x="977878" y="20649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Freeform 303"/>
          <p:cNvSpPr/>
          <p:nvPr/>
        </p:nvSpPr>
        <p:spPr>
          <a:xfrm>
            <a:off x="1179972" y="22754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Freeform 304"/>
          <p:cNvSpPr/>
          <p:nvPr/>
        </p:nvSpPr>
        <p:spPr>
          <a:xfrm>
            <a:off x="1162622" y="1160915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Freeform 305"/>
          <p:cNvSpPr/>
          <p:nvPr/>
        </p:nvSpPr>
        <p:spPr>
          <a:xfrm>
            <a:off x="1034996" y="14254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Freeform 306"/>
          <p:cNvSpPr/>
          <p:nvPr/>
        </p:nvSpPr>
        <p:spPr>
          <a:xfrm>
            <a:off x="1116938" y="20296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Freeform 307"/>
          <p:cNvSpPr/>
          <p:nvPr/>
        </p:nvSpPr>
        <p:spPr>
          <a:xfrm>
            <a:off x="1090866" y="26142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Freeform 308"/>
          <p:cNvSpPr/>
          <p:nvPr/>
        </p:nvSpPr>
        <p:spPr>
          <a:xfrm>
            <a:off x="892380" y="27919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Freeform 309"/>
          <p:cNvSpPr/>
          <p:nvPr/>
        </p:nvSpPr>
        <p:spPr>
          <a:xfrm>
            <a:off x="1082357" y="16198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Freeform 310"/>
          <p:cNvSpPr/>
          <p:nvPr/>
        </p:nvSpPr>
        <p:spPr>
          <a:xfrm>
            <a:off x="1061678" y="20922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Freeform 311"/>
          <p:cNvSpPr/>
          <p:nvPr/>
        </p:nvSpPr>
        <p:spPr>
          <a:xfrm>
            <a:off x="1071267" y="19816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Freeform 312"/>
          <p:cNvSpPr/>
          <p:nvPr/>
        </p:nvSpPr>
        <p:spPr>
          <a:xfrm>
            <a:off x="994314" y="31136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Freeform 313"/>
          <p:cNvSpPr/>
          <p:nvPr/>
        </p:nvSpPr>
        <p:spPr>
          <a:xfrm>
            <a:off x="1047880" y="17540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Freeform 314"/>
          <p:cNvSpPr/>
          <p:nvPr/>
        </p:nvSpPr>
        <p:spPr>
          <a:xfrm>
            <a:off x="1053923" y="19947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Freeform 315"/>
          <p:cNvSpPr/>
          <p:nvPr/>
        </p:nvSpPr>
        <p:spPr>
          <a:xfrm>
            <a:off x="1144558" y="27909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Freeform 316"/>
          <p:cNvSpPr/>
          <p:nvPr/>
        </p:nvSpPr>
        <p:spPr>
          <a:xfrm>
            <a:off x="1087931" y="24658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Freeform 317"/>
          <p:cNvSpPr/>
          <p:nvPr/>
        </p:nvSpPr>
        <p:spPr>
          <a:xfrm>
            <a:off x="1065379" y="20917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Freeform 318"/>
          <p:cNvSpPr/>
          <p:nvPr/>
        </p:nvSpPr>
        <p:spPr>
          <a:xfrm>
            <a:off x="1167170" y="21992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Freeform 319"/>
          <p:cNvSpPr/>
          <p:nvPr/>
        </p:nvSpPr>
        <p:spPr>
          <a:xfrm>
            <a:off x="1028915" y="23746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Freeform 320"/>
          <p:cNvSpPr/>
          <p:nvPr/>
        </p:nvSpPr>
        <p:spPr>
          <a:xfrm>
            <a:off x="1039915" y="22786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Freeform 321"/>
          <p:cNvSpPr/>
          <p:nvPr/>
        </p:nvSpPr>
        <p:spPr>
          <a:xfrm>
            <a:off x="945235" y="23541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Freeform 322"/>
          <p:cNvSpPr/>
          <p:nvPr/>
        </p:nvSpPr>
        <p:spPr>
          <a:xfrm>
            <a:off x="1169832" y="21483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Freeform 323"/>
          <p:cNvSpPr/>
          <p:nvPr/>
        </p:nvSpPr>
        <p:spPr>
          <a:xfrm>
            <a:off x="1129715" y="14772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Freeform 324"/>
          <p:cNvSpPr/>
          <p:nvPr/>
        </p:nvSpPr>
        <p:spPr>
          <a:xfrm>
            <a:off x="1126565" y="35319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Freeform 325"/>
          <p:cNvSpPr/>
          <p:nvPr/>
        </p:nvSpPr>
        <p:spPr>
          <a:xfrm>
            <a:off x="1110118" y="23464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Freeform 326"/>
          <p:cNvSpPr/>
          <p:nvPr/>
        </p:nvSpPr>
        <p:spPr>
          <a:xfrm>
            <a:off x="1073054" y="21361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Freeform 327"/>
          <p:cNvSpPr/>
          <p:nvPr/>
        </p:nvSpPr>
        <p:spPr>
          <a:xfrm>
            <a:off x="1080041" y="20753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Freeform 328"/>
          <p:cNvSpPr/>
          <p:nvPr/>
        </p:nvSpPr>
        <p:spPr>
          <a:xfrm>
            <a:off x="1049031" y="241520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Freeform 329"/>
          <p:cNvSpPr/>
          <p:nvPr/>
        </p:nvSpPr>
        <p:spPr>
          <a:xfrm>
            <a:off x="1052242" y="31198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Freeform 330"/>
          <p:cNvSpPr/>
          <p:nvPr/>
        </p:nvSpPr>
        <p:spPr>
          <a:xfrm>
            <a:off x="1069349" y="20590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Freeform 331"/>
          <p:cNvSpPr/>
          <p:nvPr/>
        </p:nvSpPr>
        <p:spPr>
          <a:xfrm>
            <a:off x="1166033" y="13470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Freeform 332"/>
          <p:cNvSpPr/>
          <p:nvPr/>
        </p:nvSpPr>
        <p:spPr>
          <a:xfrm>
            <a:off x="1102608" y="30064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Freeform 333"/>
          <p:cNvSpPr/>
          <p:nvPr/>
        </p:nvSpPr>
        <p:spPr>
          <a:xfrm>
            <a:off x="1061869" y="17864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Freeform 334"/>
          <p:cNvSpPr/>
          <p:nvPr/>
        </p:nvSpPr>
        <p:spPr>
          <a:xfrm>
            <a:off x="1027314" y="23931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Freeform 335"/>
          <p:cNvSpPr/>
          <p:nvPr/>
        </p:nvSpPr>
        <p:spPr>
          <a:xfrm>
            <a:off x="1023625" y="22571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Freeform 336"/>
          <p:cNvSpPr/>
          <p:nvPr/>
        </p:nvSpPr>
        <p:spPr>
          <a:xfrm>
            <a:off x="1172061" y="27617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Freeform 337"/>
          <p:cNvSpPr/>
          <p:nvPr/>
        </p:nvSpPr>
        <p:spPr>
          <a:xfrm>
            <a:off x="1099358" y="23961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Freeform 338"/>
          <p:cNvSpPr/>
          <p:nvPr/>
        </p:nvSpPr>
        <p:spPr>
          <a:xfrm>
            <a:off x="1070228" y="15644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Freeform 339"/>
          <p:cNvSpPr/>
          <p:nvPr/>
        </p:nvSpPr>
        <p:spPr>
          <a:xfrm>
            <a:off x="1042784" y="19294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Freeform 340"/>
          <p:cNvSpPr/>
          <p:nvPr/>
        </p:nvSpPr>
        <p:spPr>
          <a:xfrm>
            <a:off x="992179" y="13445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Freeform 341"/>
          <p:cNvSpPr/>
          <p:nvPr/>
        </p:nvSpPr>
        <p:spPr>
          <a:xfrm>
            <a:off x="1061312" y="16268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Freeform 342"/>
          <p:cNvSpPr/>
          <p:nvPr/>
        </p:nvSpPr>
        <p:spPr>
          <a:xfrm>
            <a:off x="1123700" y="20025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Freeform 343"/>
          <p:cNvSpPr/>
          <p:nvPr/>
        </p:nvSpPr>
        <p:spPr>
          <a:xfrm>
            <a:off x="1039709" y="13386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Freeform 344"/>
          <p:cNvSpPr/>
          <p:nvPr/>
        </p:nvSpPr>
        <p:spPr>
          <a:xfrm>
            <a:off x="1050673" y="20025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Freeform 345"/>
          <p:cNvSpPr/>
          <p:nvPr/>
        </p:nvSpPr>
        <p:spPr>
          <a:xfrm>
            <a:off x="1051085" y="18046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Freeform 346"/>
          <p:cNvSpPr/>
          <p:nvPr/>
        </p:nvSpPr>
        <p:spPr>
          <a:xfrm>
            <a:off x="1073017" y="23768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Freeform 347"/>
          <p:cNvSpPr/>
          <p:nvPr/>
        </p:nvSpPr>
        <p:spPr>
          <a:xfrm>
            <a:off x="960077" y="21921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Freeform 348"/>
          <p:cNvSpPr/>
          <p:nvPr/>
        </p:nvSpPr>
        <p:spPr>
          <a:xfrm>
            <a:off x="1050132" y="25808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Freeform 349"/>
          <p:cNvSpPr/>
          <p:nvPr/>
        </p:nvSpPr>
        <p:spPr>
          <a:xfrm>
            <a:off x="1009072" y="17224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Freeform 350"/>
          <p:cNvSpPr/>
          <p:nvPr/>
        </p:nvSpPr>
        <p:spPr>
          <a:xfrm>
            <a:off x="1124425" y="282551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Freeform 351"/>
          <p:cNvSpPr/>
          <p:nvPr/>
        </p:nvSpPr>
        <p:spPr>
          <a:xfrm>
            <a:off x="1014630" y="18278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Freeform 352"/>
          <p:cNvSpPr/>
          <p:nvPr/>
        </p:nvSpPr>
        <p:spPr>
          <a:xfrm>
            <a:off x="1104025" y="23229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Freeform 353"/>
          <p:cNvSpPr/>
          <p:nvPr/>
        </p:nvSpPr>
        <p:spPr>
          <a:xfrm>
            <a:off x="1166869" y="16300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Freeform 354"/>
          <p:cNvSpPr/>
          <p:nvPr/>
        </p:nvSpPr>
        <p:spPr>
          <a:xfrm>
            <a:off x="1044945" y="18439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Freeform 355"/>
          <p:cNvSpPr/>
          <p:nvPr/>
        </p:nvSpPr>
        <p:spPr>
          <a:xfrm>
            <a:off x="1025842" y="12995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Freeform 356"/>
          <p:cNvSpPr/>
          <p:nvPr/>
        </p:nvSpPr>
        <p:spPr>
          <a:xfrm>
            <a:off x="1078446" y="18541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Freeform 357"/>
          <p:cNvSpPr/>
          <p:nvPr/>
        </p:nvSpPr>
        <p:spPr>
          <a:xfrm>
            <a:off x="1065613" y="30258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Freeform 358"/>
          <p:cNvSpPr/>
          <p:nvPr/>
        </p:nvSpPr>
        <p:spPr>
          <a:xfrm>
            <a:off x="999837" y="22600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Freeform 359"/>
          <p:cNvSpPr/>
          <p:nvPr/>
        </p:nvSpPr>
        <p:spPr>
          <a:xfrm>
            <a:off x="1096322" y="28223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Freeform 360"/>
          <p:cNvSpPr/>
          <p:nvPr/>
        </p:nvSpPr>
        <p:spPr>
          <a:xfrm>
            <a:off x="1199444" y="24896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Freeform 361"/>
          <p:cNvSpPr/>
          <p:nvPr/>
        </p:nvSpPr>
        <p:spPr>
          <a:xfrm>
            <a:off x="1048626" y="14570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Freeform 362"/>
          <p:cNvSpPr/>
          <p:nvPr/>
        </p:nvSpPr>
        <p:spPr>
          <a:xfrm>
            <a:off x="1052290" y="19015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Freeform 363"/>
          <p:cNvSpPr/>
          <p:nvPr/>
        </p:nvSpPr>
        <p:spPr>
          <a:xfrm>
            <a:off x="996433" y="25815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Freeform 364"/>
          <p:cNvSpPr/>
          <p:nvPr/>
        </p:nvSpPr>
        <p:spPr>
          <a:xfrm>
            <a:off x="1086914" y="2741765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Freeform 365"/>
          <p:cNvSpPr/>
          <p:nvPr/>
        </p:nvSpPr>
        <p:spPr>
          <a:xfrm>
            <a:off x="983030" y="22092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Freeform 366"/>
          <p:cNvSpPr/>
          <p:nvPr/>
        </p:nvSpPr>
        <p:spPr>
          <a:xfrm>
            <a:off x="992320" y="28449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Freeform 367"/>
          <p:cNvSpPr/>
          <p:nvPr/>
        </p:nvSpPr>
        <p:spPr>
          <a:xfrm>
            <a:off x="1150632" y="256745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Freeform 368"/>
          <p:cNvSpPr/>
          <p:nvPr/>
        </p:nvSpPr>
        <p:spPr>
          <a:xfrm>
            <a:off x="1005685" y="20672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Freeform 369"/>
          <p:cNvSpPr/>
          <p:nvPr/>
        </p:nvSpPr>
        <p:spPr>
          <a:xfrm>
            <a:off x="1137478" y="16381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Freeform 370"/>
          <p:cNvSpPr/>
          <p:nvPr/>
        </p:nvSpPr>
        <p:spPr>
          <a:xfrm>
            <a:off x="1166864" y="191621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Freeform 371"/>
          <p:cNvSpPr/>
          <p:nvPr/>
        </p:nvSpPr>
        <p:spPr>
          <a:xfrm>
            <a:off x="1082949" y="33918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Freeform 372"/>
          <p:cNvSpPr/>
          <p:nvPr/>
        </p:nvSpPr>
        <p:spPr>
          <a:xfrm>
            <a:off x="1102456" y="20710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Freeform 373"/>
          <p:cNvSpPr/>
          <p:nvPr/>
        </p:nvSpPr>
        <p:spPr>
          <a:xfrm>
            <a:off x="1195248" y="21893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Freeform 374"/>
          <p:cNvSpPr/>
          <p:nvPr/>
        </p:nvSpPr>
        <p:spPr>
          <a:xfrm>
            <a:off x="1052697" y="20153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Freeform 375"/>
          <p:cNvSpPr/>
          <p:nvPr/>
        </p:nvSpPr>
        <p:spPr>
          <a:xfrm>
            <a:off x="1026411" y="14036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Freeform 376"/>
          <p:cNvSpPr/>
          <p:nvPr/>
        </p:nvSpPr>
        <p:spPr>
          <a:xfrm>
            <a:off x="975982" y="32757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Freeform 377"/>
          <p:cNvSpPr/>
          <p:nvPr/>
        </p:nvSpPr>
        <p:spPr>
          <a:xfrm>
            <a:off x="1068514" y="25267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Freeform 378"/>
          <p:cNvSpPr/>
          <p:nvPr/>
        </p:nvSpPr>
        <p:spPr>
          <a:xfrm>
            <a:off x="1163865" y="19252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Freeform 379"/>
          <p:cNvSpPr/>
          <p:nvPr/>
        </p:nvSpPr>
        <p:spPr>
          <a:xfrm>
            <a:off x="1129401" y="303071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Freeform 380"/>
          <p:cNvSpPr/>
          <p:nvPr/>
        </p:nvSpPr>
        <p:spPr>
          <a:xfrm>
            <a:off x="1003255" y="14749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Freeform 381"/>
          <p:cNvSpPr/>
          <p:nvPr/>
        </p:nvSpPr>
        <p:spPr>
          <a:xfrm>
            <a:off x="1009007" y="20385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Freeform 382"/>
          <p:cNvSpPr/>
          <p:nvPr/>
        </p:nvSpPr>
        <p:spPr>
          <a:xfrm>
            <a:off x="1032304" y="17952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Freeform 383"/>
          <p:cNvSpPr/>
          <p:nvPr/>
        </p:nvSpPr>
        <p:spPr>
          <a:xfrm>
            <a:off x="1085134" y="25164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Freeform 384"/>
          <p:cNvSpPr/>
          <p:nvPr/>
        </p:nvSpPr>
        <p:spPr>
          <a:xfrm>
            <a:off x="1052128" y="18119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Freeform 385"/>
          <p:cNvSpPr/>
          <p:nvPr/>
        </p:nvSpPr>
        <p:spPr>
          <a:xfrm>
            <a:off x="1079973" y="16823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Freeform 386"/>
          <p:cNvSpPr/>
          <p:nvPr/>
        </p:nvSpPr>
        <p:spPr>
          <a:xfrm>
            <a:off x="1085431" y="21074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Freeform 387"/>
          <p:cNvSpPr/>
          <p:nvPr/>
        </p:nvSpPr>
        <p:spPr>
          <a:xfrm>
            <a:off x="1045928" y="21066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Freeform 388"/>
          <p:cNvSpPr/>
          <p:nvPr/>
        </p:nvSpPr>
        <p:spPr>
          <a:xfrm>
            <a:off x="1063082" y="20884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Freeform 389"/>
          <p:cNvSpPr/>
          <p:nvPr/>
        </p:nvSpPr>
        <p:spPr>
          <a:xfrm>
            <a:off x="1079451" y="26652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Freeform 390"/>
          <p:cNvSpPr/>
          <p:nvPr/>
        </p:nvSpPr>
        <p:spPr>
          <a:xfrm>
            <a:off x="1060177" y="23010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Freeform 391"/>
          <p:cNvSpPr/>
          <p:nvPr/>
        </p:nvSpPr>
        <p:spPr>
          <a:xfrm>
            <a:off x="1099148" y="23035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Freeform 392"/>
          <p:cNvSpPr/>
          <p:nvPr/>
        </p:nvSpPr>
        <p:spPr>
          <a:xfrm>
            <a:off x="1189850" y="20308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Freeform 393"/>
          <p:cNvSpPr/>
          <p:nvPr/>
        </p:nvSpPr>
        <p:spPr>
          <a:xfrm>
            <a:off x="1105015" y="17172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Freeform 394"/>
          <p:cNvSpPr/>
          <p:nvPr/>
        </p:nvSpPr>
        <p:spPr>
          <a:xfrm>
            <a:off x="1069449" y="27645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Freeform 395"/>
          <p:cNvSpPr/>
          <p:nvPr/>
        </p:nvSpPr>
        <p:spPr>
          <a:xfrm>
            <a:off x="953900" y="22895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Freeform 396"/>
          <p:cNvSpPr/>
          <p:nvPr/>
        </p:nvSpPr>
        <p:spPr>
          <a:xfrm>
            <a:off x="1091482" y="14721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Freeform 397"/>
          <p:cNvSpPr/>
          <p:nvPr/>
        </p:nvSpPr>
        <p:spPr>
          <a:xfrm>
            <a:off x="936616" y="2604318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Freeform 398"/>
          <p:cNvSpPr/>
          <p:nvPr/>
        </p:nvSpPr>
        <p:spPr>
          <a:xfrm>
            <a:off x="972281" y="26443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Freeform 399"/>
          <p:cNvSpPr/>
          <p:nvPr/>
        </p:nvSpPr>
        <p:spPr>
          <a:xfrm>
            <a:off x="1122439" y="21230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Freeform 400"/>
          <p:cNvSpPr/>
          <p:nvPr/>
        </p:nvSpPr>
        <p:spPr>
          <a:xfrm>
            <a:off x="1112594" y="1796323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Freeform 401"/>
          <p:cNvSpPr/>
          <p:nvPr/>
        </p:nvSpPr>
        <p:spPr>
          <a:xfrm>
            <a:off x="1055801" y="22201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Freeform 402"/>
          <p:cNvSpPr/>
          <p:nvPr/>
        </p:nvSpPr>
        <p:spPr>
          <a:xfrm>
            <a:off x="952316" y="15497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Freeform 403"/>
          <p:cNvSpPr/>
          <p:nvPr/>
        </p:nvSpPr>
        <p:spPr>
          <a:xfrm>
            <a:off x="1041114" y="17900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Freeform 404"/>
          <p:cNvSpPr/>
          <p:nvPr/>
        </p:nvSpPr>
        <p:spPr>
          <a:xfrm>
            <a:off x="1020724" y="17976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Freeform 405"/>
          <p:cNvSpPr/>
          <p:nvPr/>
        </p:nvSpPr>
        <p:spPr>
          <a:xfrm>
            <a:off x="1107991" y="19440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Freeform 406"/>
          <p:cNvSpPr/>
          <p:nvPr/>
        </p:nvSpPr>
        <p:spPr>
          <a:xfrm>
            <a:off x="1215511" y="10416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Freeform 407"/>
          <p:cNvSpPr/>
          <p:nvPr/>
        </p:nvSpPr>
        <p:spPr>
          <a:xfrm>
            <a:off x="1080137" y="23303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Freeform 408"/>
          <p:cNvSpPr/>
          <p:nvPr/>
        </p:nvSpPr>
        <p:spPr>
          <a:xfrm>
            <a:off x="1014052" y="3245399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Freeform 409"/>
          <p:cNvSpPr/>
          <p:nvPr/>
        </p:nvSpPr>
        <p:spPr>
          <a:xfrm>
            <a:off x="988100" y="14096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Freeform 410"/>
          <p:cNvSpPr/>
          <p:nvPr/>
        </p:nvSpPr>
        <p:spPr>
          <a:xfrm>
            <a:off x="1062026" y="24588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Freeform 411"/>
          <p:cNvSpPr/>
          <p:nvPr/>
        </p:nvSpPr>
        <p:spPr>
          <a:xfrm>
            <a:off x="1054020" y="217107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Freeform 412"/>
          <p:cNvSpPr/>
          <p:nvPr/>
        </p:nvSpPr>
        <p:spPr>
          <a:xfrm>
            <a:off x="989362" y="15596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Freeform 413"/>
          <p:cNvSpPr/>
          <p:nvPr/>
        </p:nvSpPr>
        <p:spPr>
          <a:xfrm>
            <a:off x="1073465" y="3041228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Freeform 414"/>
          <p:cNvSpPr/>
          <p:nvPr/>
        </p:nvSpPr>
        <p:spPr>
          <a:xfrm>
            <a:off x="989403" y="28628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Freeform 415"/>
          <p:cNvSpPr/>
          <p:nvPr/>
        </p:nvSpPr>
        <p:spPr>
          <a:xfrm>
            <a:off x="1139518" y="30407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Freeform 416"/>
          <p:cNvSpPr/>
          <p:nvPr/>
        </p:nvSpPr>
        <p:spPr>
          <a:xfrm>
            <a:off x="1136237" y="26300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Freeform 417"/>
          <p:cNvSpPr/>
          <p:nvPr/>
        </p:nvSpPr>
        <p:spPr>
          <a:xfrm>
            <a:off x="1137703" y="20022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Freeform 418"/>
          <p:cNvSpPr/>
          <p:nvPr/>
        </p:nvSpPr>
        <p:spPr>
          <a:xfrm>
            <a:off x="1034302" y="19592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Freeform 419"/>
          <p:cNvSpPr/>
          <p:nvPr/>
        </p:nvSpPr>
        <p:spPr>
          <a:xfrm>
            <a:off x="1099877" y="20853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Freeform 420"/>
          <p:cNvSpPr/>
          <p:nvPr/>
        </p:nvSpPr>
        <p:spPr>
          <a:xfrm>
            <a:off x="1056987" y="29448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Freeform 421"/>
          <p:cNvSpPr/>
          <p:nvPr/>
        </p:nvSpPr>
        <p:spPr>
          <a:xfrm>
            <a:off x="1039956" y="340139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Freeform 422"/>
          <p:cNvSpPr/>
          <p:nvPr/>
        </p:nvSpPr>
        <p:spPr>
          <a:xfrm>
            <a:off x="1043250" y="21983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Freeform 423"/>
          <p:cNvSpPr/>
          <p:nvPr/>
        </p:nvSpPr>
        <p:spPr>
          <a:xfrm>
            <a:off x="979532" y="24660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Freeform 424"/>
          <p:cNvSpPr/>
          <p:nvPr/>
        </p:nvSpPr>
        <p:spPr>
          <a:xfrm>
            <a:off x="969970" y="19922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Freeform 425"/>
          <p:cNvSpPr/>
          <p:nvPr/>
        </p:nvSpPr>
        <p:spPr>
          <a:xfrm>
            <a:off x="1118437" y="18687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Freeform 426"/>
          <p:cNvSpPr/>
          <p:nvPr/>
        </p:nvSpPr>
        <p:spPr>
          <a:xfrm>
            <a:off x="1053062" y="21556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Freeform 427"/>
          <p:cNvSpPr/>
          <p:nvPr/>
        </p:nvSpPr>
        <p:spPr>
          <a:xfrm>
            <a:off x="1080103" y="183919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Freeform 428"/>
          <p:cNvSpPr/>
          <p:nvPr/>
        </p:nvSpPr>
        <p:spPr>
          <a:xfrm>
            <a:off x="1132195" y="21093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Freeform 429"/>
          <p:cNvSpPr/>
          <p:nvPr/>
        </p:nvSpPr>
        <p:spPr>
          <a:xfrm>
            <a:off x="950782" y="19562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Freeform 430"/>
          <p:cNvSpPr/>
          <p:nvPr/>
        </p:nvSpPr>
        <p:spPr>
          <a:xfrm>
            <a:off x="1013733" y="25845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Freeform 431"/>
          <p:cNvSpPr/>
          <p:nvPr/>
        </p:nvSpPr>
        <p:spPr>
          <a:xfrm>
            <a:off x="1077378" y="231735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Freeform 432"/>
          <p:cNvSpPr/>
          <p:nvPr/>
        </p:nvSpPr>
        <p:spPr>
          <a:xfrm>
            <a:off x="1091756" y="212584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Freeform 433"/>
          <p:cNvSpPr/>
          <p:nvPr/>
        </p:nvSpPr>
        <p:spPr>
          <a:xfrm>
            <a:off x="1040734" y="18084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Freeform 434"/>
          <p:cNvSpPr/>
          <p:nvPr/>
        </p:nvSpPr>
        <p:spPr>
          <a:xfrm>
            <a:off x="1134017" y="24263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Freeform 435"/>
          <p:cNvSpPr/>
          <p:nvPr/>
        </p:nvSpPr>
        <p:spPr>
          <a:xfrm>
            <a:off x="1079704" y="19607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Freeform 436"/>
          <p:cNvSpPr/>
          <p:nvPr/>
        </p:nvSpPr>
        <p:spPr>
          <a:xfrm>
            <a:off x="985259" y="23612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Freeform 437"/>
          <p:cNvSpPr/>
          <p:nvPr/>
        </p:nvSpPr>
        <p:spPr>
          <a:xfrm>
            <a:off x="1004006" y="22857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Freeform 438"/>
          <p:cNvSpPr/>
          <p:nvPr/>
        </p:nvSpPr>
        <p:spPr>
          <a:xfrm>
            <a:off x="1119177" y="18038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Freeform 439"/>
          <p:cNvSpPr/>
          <p:nvPr/>
        </p:nvSpPr>
        <p:spPr>
          <a:xfrm>
            <a:off x="1096515" y="32400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Freeform 440"/>
          <p:cNvSpPr/>
          <p:nvPr/>
        </p:nvSpPr>
        <p:spPr>
          <a:xfrm>
            <a:off x="939775" y="28856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Freeform 441"/>
          <p:cNvSpPr/>
          <p:nvPr/>
        </p:nvSpPr>
        <p:spPr>
          <a:xfrm>
            <a:off x="1155146" y="29801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Freeform 442"/>
          <p:cNvSpPr/>
          <p:nvPr/>
        </p:nvSpPr>
        <p:spPr>
          <a:xfrm>
            <a:off x="1105417" y="34133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Freeform 443"/>
          <p:cNvSpPr/>
          <p:nvPr/>
        </p:nvSpPr>
        <p:spPr>
          <a:xfrm>
            <a:off x="1154856" y="25710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Freeform 444"/>
          <p:cNvSpPr/>
          <p:nvPr/>
        </p:nvSpPr>
        <p:spPr>
          <a:xfrm>
            <a:off x="1040295" y="18446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Freeform 445"/>
          <p:cNvSpPr/>
          <p:nvPr/>
        </p:nvSpPr>
        <p:spPr>
          <a:xfrm>
            <a:off x="1046132" y="237091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Freeform 446"/>
          <p:cNvSpPr/>
          <p:nvPr/>
        </p:nvSpPr>
        <p:spPr>
          <a:xfrm>
            <a:off x="991025" y="21253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Freeform 447"/>
          <p:cNvSpPr/>
          <p:nvPr/>
        </p:nvSpPr>
        <p:spPr>
          <a:xfrm>
            <a:off x="1234032" y="16717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Freeform 448"/>
          <p:cNvSpPr/>
          <p:nvPr/>
        </p:nvSpPr>
        <p:spPr>
          <a:xfrm>
            <a:off x="1054109" y="15504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Freeform 449"/>
          <p:cNvSpPr/>
          <p:nvPr/>
        </p:nvSpPr>
        <p:spPr>
          <a:xfrm>
            <a:off x="1171054" y="22611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Freeform 450"/>
          <p:cNvSpPr/>
          <p:nvPr/>
        </p:nvSpPr>
        <p:spPr>
          <a:xfrm>
            <a:off x="1022810" y="15372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Freeform 451"/>
          <p:cNvSpPr/>
          <p:nvPr/>
        </p:nvSpPr>
        <p:spPr>
          <a:xfrm>
            <a:off x="1076615" y="21790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Freeform 452"/>
          <p:cNvSpPr/>
          <p:nvPr/>
        </p:nvSpPr>
        <p:spPr>
          <a:xfrm>
            <a:off x="954880" y="26520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Freeform 453"/>
          <p:cNvSpPr/>
          <p:nvPr/>
        </p:nvSpPr>
        <p:spPr>
          <a:xfrm>
            <a:off x="1040350" y="25284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Freeform 454"/>
          <p:cNvSpPr/>
          <p:nvPr/>
        </p:nvSpPr>
        <p:spPr>
          <a:xfrm>
            <a:off x="1131003" y="2979293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Freeform 455"/>
          <p:cNvSpPr/>
          <p:nvPr/>
        </p:nvSpPr>
        <p:spPr>
          <a:xfrm>
            <a:off x="982714" y="26778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Freeform 456"/>
          <p:cNvSpPr/>
          <p:nvPr/>
        </p:nvSpPr>
        <p:spPr>
          <a:xfrm>
            <a:off x="1136872" y="24081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Freeform 457"/>
          <p:cNvSpPr/>
          <p:nvPr/>
        </p:nvSpPr>
        <p:spPr>
          <a:xfrm>
            <a:off x="1088117" y="1817083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Freeform 458"/>
          <p:cNvSpPr/>
          <p:nvPr/>
        </p:nvSpPr>
        <p:spPr>
          <a:xfrm>
            <a:off x="996498" y="13504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Freeform 459"/>
          <p:cNvSpPr/>
          <p:nvPr/>
        </p:nvSpPr>
        <p:spPr>
          <a:xfrm>
            <a:off x="1032474" y="29292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Freeform 460"/>
          <p:cNvSpPr/>
          <p:nvPr/>
        </p:nvSpPr>
        <p:spPr>
          <a:xfrm>
            <a:off x="1035296" y="20260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Freeform 461"/>
          <p:cNvSpPr/>
          <p:nvPr/>
        </p:nvSpPr>
        <p:spPr>
          <a:xfrm>
            <a:off x="1062462" y="27554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Freeform 462"/>
          <p:cNvSpPr/>
          <p:nvPr/>
        </p:nvSpPr>
        <p:spPr>
          <a:xfrm>
            <a:off x="1030183" y="19844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Freeform 463"/>
          <p:cNvSpPr/>
          <p:nvPr/>
        </p:nvSpPr>
        <p:spPr>
          <a:xfrm>
            <a:off x="1010870" y="22926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Freeform 464"/>
          <p:cNvSpPr/>
          <p:nvPr/>
        </p:nvSpPr>
        <p:spPr>
          <a:xfrm>
            <a:off x="1045543" y="3157568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Freeform 465"/>
          <p:cNvSpPr/>
          <p:nvPr/>
        </p:nvSpPr>
        <p:spPr>
          <a:xfrm>
            <a:off x="997630" y="17536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Freeform 466"/>
          <p:cNvSpPr/>
          <p:nvPr/>
        </p:nvSpPr>
        <p:spPr>
          <a:xfrm>
            <a:off x="980208" y="25338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Freeform 467"/>
          <p:cNvSpPr/>
          <p:nvPr/>
        </p:nvSpPr>
        <p:spPr>
          <a:xfrm>
            <a:off x="1062551" y="24976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Freeform 468"/>
          <p:cNvSpPr/>
          <p:nvPr/>
        </p:nvSpPr>
        <p:spPr>
          <a:xfrm>
            <a:off x="1124312" y="27702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Freeform 469"/>
          <p:cNvSpPr/>
          <p:nvPr/>
        </p:nvSpPr>
        <p:spPr>
          <a:xfrm>
            <a:off x="964298" y="25588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Freeform 470"/>
          <p:cNvSpPr/>
          <p:nvPr/>
        </p:nvSpPr>
        <p:spPr>
          <a:xfrm>
            <a:off x="1065980" y="20082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Freeform 471"/>
          <p:cNvSpPr/>
          <p:nvPr/>
        </p:nvSpPr>
        <p:spPr>
          <a:xfrm>
            <a:off x="1022633" y="23222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Freeform 472"/>
          <p:cNvSpPr/>
          <p:nvPr/>
        </p:nvSpPr>
        <p:spPr>
          <a:xfrm>
            <a:off x="1000929" y="20587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Freeform 473"/>
          <p:cNvSpPr/>
          <p:nvPr/>
        </p:nvSpPr>
        <p:spPr>
          <a:xfrm>
            <a:off x="1122359" y="20418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Freeform 474"/>
          <p:cNvSpPr/>
          <p:nvPr/>
        </p:nvSpPr>
        <p:spPr>
          <a:xfrm>
            <a:off x="1031375" y="15539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Freeform 475"/>
          <p:cNvSpPr/>
          <p:nvPr/>
        </p:nvSpPr>
        <p:spPr>
          <a:xfrm>
            <a:off x="1165135" y="24003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Freeform 476"/>
          <p:cNvSpPr/>
          <p:nvPr/>
        </p:nvSpPr>
        <p:spPr>
          <a:xfrm>
            <a:off x="1014017" y="29774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Freeform 477"/>
          <p:cNvSpPr/>
          <p:nvPr/>
        </p:nvSpPr>
        <p:spPr>
          <a:xfrm>
            <a:off x="1091385" y="16829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Freeform 478"/>
          <p:cNvSpPr/>
          <p:nvPr/>
        </p:nvSpPr>
        <p:spPr>
          <a:xfrm>
            <a:off x="1050671" y="23946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Freeform 479"/>
          <p:cNvSpPr/>
          <p:nvPr/>
        </p:nvSpPr>
        <p:spPr>
          <a:xfrm>
            <a:off x="1015730" y="16588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Freeform 480"/>
          <p:cNvSpPr/>
          <p:nvPr/>
        </p:nvSpPr>
        <p:spPr>
          <a:xfrm>
            <a:off x="1104730" y="20308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Freeform 481"/>
          <p:cNvSpPr/>
          <p:nvPr/>
        </p:nvSpPr>
        <p:spPr>
          <a:xfrm>
            <a:off x="1055467" y="22926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Freeform 482"/>
          <p:cNvSpPr/>
          <p:nvPr/>
        </p:nvSpPr>
        <p:spPr>
          <a:xfrm>
            <a:off x="1105760" y="204850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Freeform 483"/>
          <p:cNvSpPr/>
          <p:nvPr/>
        </p:nvSpPr>
        <p:spPr>
          <a:xfrm>
            <a:off x="1062610" y="12332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Freeform 484"/>
          <p:cNvSpPr/>
          <p:nvPr/>
        </p:nvSpPr>
        <p:spPr>
          <a:xfrm>
            <a:off x="993721" y="11691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Freeform 485"/>
          <p:cNvSpPr/>
          <p:nvPr/>
        </p:nvSpPr>
        <p:spPr>
          <a:xfrm>
            <a:off x="1058977" y="21906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Freeform 486"/>
          <p:cNvSpPr/>
          <p:nvPr/>
        </p:nvSpPr>
        <p:spPr>
          <a:xfrm>
            <a:off x="1069194" y="21444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Freeform 487"/>
          <p:cNvSpPr/>
          <p:nvPr/>
        </p:nvSpPr>
        <p:spPr>
          <a:xfrm>
            <a:off x="1129326" y="16783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Freeform 488"/>
          <p:cNvSpPr/>
          <p:nvPr/>
        </p:nvSpPr>
        <p:spPr>
          <a:xfrm>
            <a:off x="1005631" y="26562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Freeform 489"/>
          <p:cNvSpPr/>
          <p:nvPr/>
        </p:nvSpPr>
        <p:spPr>
          <a:xfrm>
            <a:off x="1063138" y="20564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Freeform 490"/>
          <p:cNvSpPr/>
          <p:nvPr/>
        </p:nvSpPr>
        <p:spPr>
          <a:xfrm>
            <a:off x="951528" y="22391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Freeform 491"/>
          <p:cNvSpPr/>
          <p:nvPr/>
        </p:nvSpPr>
        <p:spPr>
          <a:xfrm>
            <a:off x="1108963" y="20662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Freeform 492"/>
          <p:cNvSpPr/>
          <p:nvPr/>
        </p:nvSpPr>
        <p:spPr>
          <a:xfrm>
            <a:off x="994008" y="26500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Freeform 493"/>
          <p:cNvSpPr/>
          <p:nvPr/>
        </p:nvSpPr>
        <p:spPr>
          <a:xfrm>
            <a:off x="945924" y="30347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Freeform 494"/>
          <p:cNvSpPr/>
          <p:nvPr/>
        </p:nvSpPr>
        <p:spPr>
          <a:xfrm>
            <a:off x="1061819" y="32807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Freeform 495"/>
          <p:cNvSpPr/>
          <p:nvPr/>
        </p:nvSpPr>
        <p:spPr>
          <a:xfrm>
            <a:off x="1139092" y="27945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Freeform 496"/>
          <p:cNvSpPr/>
          <p:nvPr/>
        </p:nvSpPr>
        <p:spPr>
          <a:xfrm>
            <a:off x="964625" y="24593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Freeform 497"/>
          <p:cNvSpPr/>
          <p:nvPr/>
        </p:nvSpPr>
        <p:spPr>
          <a:xfrm>
            <a:off x="993574" y="23751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Freeform 498"/>
          <p:cNvSpPr/>
          <p:nvPr/>
        </p:nvSpPr>
        <p:spPr>
          <a:xfrm>
            <a:off x="1016443" y="12402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Freeform 499"/>
          <p:cNvSpPr/>
          <p:nvPr/>
        </p:nvSpPr>
        <p:spPr>
          <a:xfrm>
            <a:off x="990823" y="16632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Freeform 500"/>
          <p:cNvSpPr/>
          <p:nvPr/>
        </p:nvSpPr>
        <p:spPr>
          <a:xfrm>
            <a:off x="1090916" y="27154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Freeform 501"/>
          <p:cNvSpPr/>
          <p:nvPr/>
        </p:nvSpPr>
        <p:spPr>
          <a:xfrm>
            <a:off x="1012191" y="20490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Freeform 502"/>
          <p:cNvSpPr/>
          <p:nvPr/>
        </p:nvSpPr>
        <p:spPr>
          <a:xfrm>
            <a:off x="1017886" y="243309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Freeform 503"/>
          <p:cNvSpPr/>
          <p:nvPr/>
        </p:nvSpPr>
        <p:spPr>
          <a:xfrm>
            <a:off x="1104440" y="23706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Freeform 504"/>
          <p:cNvSpPr/>
          <p:nvPr/>
        </p:nvSpPr>
        <p:spPr>
          <a:xfrm>
            <a:off x="1015631" y="21316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Freeform 505"/>
          <p:cNvSpPr/>
          <p:nvPr/>
        </p:nvSpPr>
        <p:spPr>
          <a:xfrm>
            <a:off x="1094455" y="19109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Freeform 506"/>
          <p:cNvSpPr/>
          <p:nvPr/>
        </p:nvSpPr>
        <p:spPr>
          <a:xfrm>
            <a:off x="1001311" y="23985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Freeform 507"/>
          <p:cNvSpPr/>
          <p:nvPr/>
        </p:nvSpPr>
        <p:spPr>
          <a:xfrm>
            <a:off x="985341" y="16846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Freeform 508"/>
          <p:cNvSpPr/>
          <p:nvPr/>
        </p:nvSpPr>
        <p:spPr>
          <a:xfrm>
            <a:off x="943995" y="28070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Freeform 509"/>
          <p:cNvSpPr/>
          <p:nvPr/>
        </p:nvSpPr>
        <p:spPr>
          <a:xfrm>
            <a:off x="1189208" y="22227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Freeform 510"/>
          <p:cNvSpPr/>
          <p:nvPr/>
        </p:nvSpPr>
        <p:spPr>
          <a:xfrm>
            <a:off x="1044503" y="9042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Freeform 511"/>
          <p:cNvSpPr/>
          <p:nvPr/>
        </p:nvSpPr>
        <p:spPr>
          <a:xfrm>
            <a:off x="1081928" y="21124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Freeform 512"/>
          <p:cNvSpPr/>
          <p:nvPr/>
        </p:nvSpPr>
        <p:spPr>
          <a:xfrm>
            <a:off x="1063688" y="14967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Freeform 513"/>
          <p:cNvSpPr/>
          <p:nvPr/>
        </p:nvSpPr>
        <p:spPr>
          <a:xfrm>
            <a:off x="1076358" y="21793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Freeform 514"/>
          <p:cNvSpPr/>
          <p:nvPr/>
        </p:nvSpPr>
        <p:spPr>
          <a:xfrm>
            <a:off x="1069043" y="19304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Freeform 515"/>
          <p:cNvSpPr/>
          <p:nvPr/>
        </p:nvSpPr>
        <p:spPr>
          <a:xfrm>
            <a:off x="1192327" y="22548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Freeform 516"/>
          <p:cNvSpPr/>
          <p:nvPr/>
        </p:nvSpPr>
        <p:spPr>
          <a:xfrm>
            <a:off x="996831" y="23126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Freeform 517"/>
          <p:cNvSpPr/>
          <p:nvPr/>
        </p:nvSpPr>
        <p:spPr>
          <a:xfrm>
            <a:off x="962435" y="26225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Freeform 518"/>
          <p:cNvSpPr/>
          <p:nvPr/>
        </p:nvSpPr>
        <p:spPr>
          <a:xfrm>
            <a:off x="998620" y="20070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Freeform 519"/>
          <p:cNvSpPr/>
          <p:nvPr/>
        </p:nvSpPr>
        <p:spPr>
          <a:xfrm>
            <a:off x="977211" y="26592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Freeform 520"/>
          <p:cNvSpPr/>
          <p:nvPr/>
        </p:nvSpPr>
        <p:spPr>
          <a:xfrm>
            <a:off x="1115296" y="18873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Freeform 521"/>
          <p:cNvSpPr/>
          <p:nvPr/>
        </p:nvSpPr>
        <p:spPr>
          <a:xfrm>
            <a:off x="1120166" y="16737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Freeform 522"/>
          <p:cNvSpPr/>
          <p:nvPr/>
        </p:nvSpPr>
        <p:spPr>
          <a:xfrm>
            <a:off x="1001979" y="20394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Freeform 523"/>
          <p:cNvSpPr/>
          <p:nvPr/>
        </p:nvSpPr>
        <p:spPr>
          <a:xfrm>
            <a:off x="973514" y="23716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Freeform 524"/>
          <p:cNvSpPr/>
          <p:nvPr/>
        </p:nvSpPr>
        <p:spPr>
          <a:xfrm>
            <a:off x="1042212" y="19949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Freeform 525"/>
          <p:cNvSpPr/>
          <p:nvPr/>
        </p:nvSpPr>
        <p:spPr>
          <a:xfrm>
            <a:off x="1158026" y="23830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Freeform 526"/>
          <p:cNvSpPr/>
          <p:nvPr/>
        </p:nvSpPr>
        <p:spPr>
          <a:xfrm>
            <a:off x="878714" y="17499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Freeform 527"/>
          <p:cNvSpPr/>
          <p:nvPr/>
        </p:nvSpPr>
        <p:spPr>
          <a:xfrm>
            <a:off x="1100680" y="31578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Freeform 528"/>
          <p:cNvSpPr/>
          <p:nvPr/>
        </p:nvSpPr>
        <p:spPr>
          <a:xfrm>
            <a:off x="994388" y="23967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Freeform 529"/>
          <p:cNvSpPr/>
          <p:nvPr/>
        </p:nvSpPr>
        <p:spPr>
          <a:xfrm>
            <a:off x="1134759" y="32389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Freeform 530"/>
          <p:cNvSpPr/>
          <p:nvPr/>
        </p:nvSpPr>
        <p:spPr>
          <a:xfrm>
            <a:off x="994244" y="29866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Freeform 531"/>
          <p:cNvSpPr/>
          <p:nvPr/>
        </p:nvSpPr>
        <p:spPr>
          <a:xfrm>
            <a:off x="1046814" y="15320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Freeform 532"/>
          <p:cNvSpPr/>
          <p:nvPr/>
        </p:nvSpPr>
        <p:spPr>
          <a:xfrm>
            <a:off x="965830" y="17704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Freeform 533"/>
          <p:cNvSpPr/>
          <p:nvPr/>
        </p:nvSpPr>
        <p:spPr>
          <a:xfrm>
            <a:off x="1000922" y="25920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Freeform 534"/>
          <p:cNvSpPr/>
          <p:nvPr/>
        </p:nvSpPr>
        <p:spPr>
          <a:xfrm>
            <a:off x="1157675" y="29904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Freeform 535"/>
          <p:cNvSpPr/>
          <p:nvPr/>
        </p:nvSpPr>
        <p:spPr>
          <a:xfrm>
            <a:off x="1120179" y="37343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Freeform 536"/>
          <p:cNvSpPr/>
          <p:nvPr/>
        </p:nvSpPr>
        <p:spPr>
          <a:xfrm>
            <a:off x="1039103" y="25025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Freeform 537"/>
          <p:cNvSpPr/>
          <p:nvPr/>
        </p:nvSpPr>
        <p:spPr>
          <a:xfrm>
            <a:off x="1008025" y="9944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Freeform 538"/>
          <p:cNvSpPr/>
          <p:nvPr/>
        </p:nvSpPr>
        <p:spPr>
          <a:xfrm>
            <a:off x="940124" y="20046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Freeform 539"/>
          <p:cNvSpPr/>
          <p:nvPr/>
        </p:nvSpPr>
        <p:spPr>
          <a:xfrm>
            <a:off x="1039634" y="25106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Freeform 540"/>
          <p:cNvSpPr/>
          <p:nvPr/>
        </p:nvSpPr>
        <p:spPr>
          <a:xfrm>
            <a:off x="1063697" y="19893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Freeform 541"/>
          <p:cNvSpPr/>
          <p:nvPr/>
        </p:nvSpPr>
        <p:spPr>
          <a:xfrm>
            <a:off x="1060172" y="30202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Freeform 542"/>
          <p:cNvSpPr/>
          <p:nvPr/>
        </p:nvSpPr>
        <p:spPr>
          <a:xfrm>
            <a:off x="1059526" y="23772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Freeform 543"/>
          <p:cNvSpPr/>
          <p:nvPr/>
        </p:nvSpPr>
        <p:spPr>
          <a:xfrm>
            <a:off x="991333" y="21753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Freeform 544"/>
          <p:cNvSpPr/>
          <p:nvPr/>
        </p:nvSpPr>
        <p:spPr>
          <a:xfrm>
            <a:off x="1061351" y="22697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Freeform 545"/>
          <p:cNvSpPr/>
          <p:nvPr/>
        </p:nvSpPr>
        <p:spPr>
          <a:xfrm>
            <a:off x="1063182" y="18235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Freeform 546"/>
          <p:cNvSpPr/>
          <p:nvPr/>
        </p:nvSpPr>
        <p:spPr>
          <a:xfrm>
            <a:off x="1151355" y="205060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Freeform 547"/>
          <p:cNvSpPr/>
          <p:nvPr/>
        </p:nvSpPr>
        <p:spPr>
          <a:xfrm>
            <a:off x="1189575" y="18859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Freeform 548"/>
          <p:cNvSpPr/>
          <p:nvPr/>
        </p:nvSpPr>
        <p:spPr>
          <a:xfrm>
            <a:off x="1056660" y="25762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Freeform 549"/>
          <p:cNvSpPr/>
          <p:nvPr/>
        </p:nvSpPr>
        <p:spPr>
          <a:xfrm>
            <a:off x="1014915" y="17691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Freeform 550"/>
          <p:cNvSpPr/>
          <p:nvPr/>
        </p:nvSpPr>
        <p:spPr>
          <a:xfrm>
            <a:off x="1061437" y="13971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Freeform 551"/>
          <p:cNvSpPr/>
          <p:nvPr/>
        </p:nvSpPr>
        <p:spPr>
          <a:xfrm>
            <a:off x="1025441" y="27195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Freeform 552"/>
          <p:cNvSpPr/>
          <p:nvPr/>
        </p:nvSpPr>
        <p:spPr>
          <a:xfrm>
            <a:off x="1016499" y="26776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Freeform 553"/>
          <p:cNvSpPr/>
          <p:nvPr/>
        </p:nvSpPr>
        <p:spPr>
          <a:xfrm>
            <a:off x="1061857" y="15462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Freeform 554"/>
          <p:cNvSpPr/>
          <p:nvPr/>
        </p:nvSpPr>
        <p:spPr>
          <a:xfrm>
            <a:off x="996541" y="23233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Freeform 555"/>
          <p:cNvSpPr/>
          <p:nvPr/>
        </p:nvSpPr>
        <p:spPr>
          <a:xfrm>
            <a:off x="1105953" y="15116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Freeform 556"/>
          <p:cNvSpPr/>
          <p:nvPr/>
        </p:nvSpPr>
        <p:spPr>
          <a:xfrm>
            <a:off x="1058854" y="24511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Freeform 557"/>
          <p:cNvSpPr/>
          <p:nvPr/>
        </p:nvSpPr>
        <p:spPr>
          <a:xfrm>
            <a:off x="1082331" y="14856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Freeform 558"/>
          <p:cNvSpPr/>
          <p:nvPr/>
        </p:nvSpPr>
        <p:spPr>
          <a:xfrm>
            <a:off x="1053612" y="21590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Freeform 559"/>
          <p:cNvSpPr/>
          <p:nvPr/>
        </p:nvSpPr>
        <p:spPr>
          <a:xfrm>
            <a:off x="1017506" y="20945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Freeform 560"/>
          <p:cNvSpPr/>
          <p:nvPr/>
        </p:nvSpPr>
        <p:spPr>
          <a:xfrm>
            <a:off x="1002865" y="14298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Freeform 561"/>
          <p:cNvSpPr/>
          <p:nvPr/>
        </p:nvSpPr>
        <p:spPr>
          <a:xfrm>
            <a:off x="1050008" y="24100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Freeform 562"/>
          <p:cNvSpPr/>
          <p:nvPr/>
        </p:nvSpPr>
        <p:spPr>
          <a:xfrm>
            <a:off x="1029346" y="27048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Freeform 563"/>
          <p:cNvSpPr/>
          <p:nvPr/>
        </p:nvSpPr>
        <p:spPr>
          <a:xfrm>
            <a:off x="1081263" y="24542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Freeform 564"/>
          <p:cNvSpPr/>
          <p:nvPr/>
        </p:nvSpPr>
        <p:spPr>
          <a:xfrm>
            <a:off x="1065453" y="19958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Freeform 565"/>
          <p:cNvSpPr/>
          <p:nvPr/>
        </p:nvSpPr>
        <p:spPr>
          <a:xfrm>
            <a:off x="975380" y="30226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Freeform 566"/>
          <p:cNvSpPr/>
          <p:nvPr/>
        </p:nvSpPr>
        <p:spPr>
          <a:xfrm>
            <a:off x="1070200" y="19016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Freeform 567"/>
          <p:cNvSpPr/>
          <p:nvPr/>
        </p:nvSpPr>
        <p:spPr>
          <a:xfrm>
            <a:off x="976670" y="25001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Freeform 568"/>
          <p:cNvSpPr/>
          <p:nvPr/>
        </p:nvSpPr>
        <p:spPr>
          <a:xfrm>
            <a:off x="1024854" y="16419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Freeform 569"/>
          <p:cNvSpPr/>
          <p:nvPr/>
        </p:nvSpPr>
        <p:spPr>
          <a:xfrm>
            <a:off x="1046222" y="34442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Freeform 570"/>
          <p:cNvSpPr/>
          <p:nvPr/>
        </p:nvSpPr>
        <p:spPr>
          <a:xfrm>
            <a:off x="928086" y="26261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Freeform 571"/>
          <p:cNvSpPr/>
          <p:nvPr/>
        </p:nvSpPr>
        <p:spPr>
          <a:xfrm>
            <a:off x="1071817" y="3084075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Freeform 572"/>
          <p:cNvSpPr/>
          <p:nvPr/>
        </p:nvSpPr>
        <p:spPr>
          <a:xfrm>
            <a:off x="1075763" y="26463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Freeform 573"/>
          <p:cNvSpPr/>
          <p:nvPr/>
        </p:nvSpPr>
        <p:spPr>
          <a:xfrm>
            <a:off x="1055265" y="20999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Freeform 574"/>
          <p:cNvSpPr/>
          <p:nvPr/>
        </p:nvSpPr>
        <p:spPr>
          <a:xfrm>
            <a:off x="1037601" y="23171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Freeform 575"/>
          <p:cNvSpPr/>
          <p:nvPr/>
        </p:nvSpPr>
        <p:spPr>
          <a:xfrm>
            <a:off x="1040965" y="23548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Freeform 576"/>
          <p:cNvSpPr/>
          <p:nvPr/>
        </p:nvSpPr>
        <p:spPr>
          <a:xfrm>
            <a:off x="1000970" y="23069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Freeform 577"/>
          <p:cNvSpPr/>
          <p:nvPr/>
        </p:nvSpPr>
        <p:spPr>
          <a:xfrm>
            <a:off x="1047857" y="21224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Freeform 578"/>
          <p:cNvSpPr/>
          <p:nvPr/>
        </p:nvSpPr>
        <p:spPr>
          <a:xfrm>
            <a:off x="1029090" y="27391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Freeform 579"/>
          <p:cNvSpPr/>
          <p:nvPr/>
        </p:nvSpPr>
        <p:spPr>
          <a:xfrm>
            <a:off x="1071829" y="18663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Freeform 580"/>
          <p:cNvSpPr/>
          <p:nvPr/>
        </p:nvSpPr>
        <p:spPr>
          <a:xfrm>
            <a:off x="985872" y="18887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Freeform 581"/>
          <p:cNvSpPr/>
          <p:nvPr/>
        </p:nvSpPr>
        <p:spPr>
          <a:xfrm>
            <a:off x="1081375" y="20300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Freeform 582"/>
          <p:cNvSpPr/>
          <p:nvPr/>
        </p:nvSpPr>
        <p:spPr>
          <a:xfrm>
            <a:off x="1075247" y="19427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Freeform 583"/>
          <p:cNvSpPr/>
          <p:nvPr/>
        </p:nvSpPr>
        <p:spPr>
          <a:xfrm>
            <a:off x="1056357" y="20751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Freeform 584"/>
          <p:cNvSpPr/>
          <p:nvPr/>
        </p:nvSpPr>
        <p:spPr>
          <a:xfrm>
            <a:off x="1036613" y="11904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Freeform 585"/>
          <p:cNvSpPr/>
          <p:nvPr/>
        </p:nvSpPr>
        <p:spPr>
          <a:xfrm>
            <a:off x="1102386" y="22702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Freeform 586"/>
          <p:cNvSpPr/>
          <p:nvPr/>
        </p:nvSpPr>
        <p:spPr>
          <a:xfrm>
            <a:off x="955328" y="23822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Freeform 587"/>
          <p:cNvSpPr/>
          <p:nvPr/>
        </p:nvSpPr>
        <p:spPr>
          <a:xfrm>
            <a:off x="1096291" y="26093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Freeform 588"/>
          <p:cNvSpPr/>
          <p:nvPr/>
        </p:nvSpPr>
        <p:spPr>
          <a:xfrm>
            <a:off x="1081869" y="27512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Freeform 589"/>
          <p:cNvSpPr/>
          <p:nvPr/>
        </p:nvSpPr>
        <p:spPr>
          <a:xfrm>
            <a:off x="1084545" y="28591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Freeform 590"/>
          <p:cNvSpPr/>
          <p:nvPr/>
        </p:nvSpPr>
        <p:spPr>
          <a:xfrm>
            <a:off x="1091174" y="267820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Freeform 591"/>
          <p:cNvSpPr/>
          <p:nvPr/>
        </p:nvSpPr>
        <p:spPr>
          <a:xfrm>
            <a:off x="1022388" y="22619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Freeform 592"/>
          <p:cNvSpPr/>
          <p:nvPr/>
        </p:nvSpPr>
        <p:spPr>
          <a:xfrm>
            <a:off x="1048536" y="20558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Freeform 593"/>
          <p:cNvSpPr/>
          <p:nvPr/>
        </p:nvSpPr>
        <p:spPr>
          <a:xfrm>
            <a:off x="1108006" y="21999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Freeform 594"/>
          <p:cNvSpPr/>
          <p:nvPr/>
        </p:nvSpPr>
        <p:spPr>
          <a:xfrm>
            <a:off x="1094313" y="26154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Freeform 595"/>
          <p:cNvSpPr/>
          <p:nvPr/>
        </p:nvSpPr>
        <p:spPr>
          <a:xfrm>
            <a:off x="1079459" y="17679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Freeform 596"/>
          <p:cNvSpPr/>
          <p:nvPr/>
        </p:nvSpPr>
        <p:spPr>
          <a:xfrm>
            <a:off x="965296" y="18497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Freeform 597"/>
          <p:cNvSpPr/>
          <p:nvPr/>
        </p:nvSpPr>
        <p:spPr>
          <a:xfrm>
            <a:off x="1101427" y="23071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Freeform 598"/>
          <p:cNvSpPr/>
          <p:nvPr/>
        </p:nvSpPr>
        <p:spPr>
          <a:xfrm>
            <a:off x="1143323" y="25581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Freeform 599"/>
          <p:cNvSpPr/>
          <p:nvPr/>
        </p:nvSpPr>
        <p:spPr>
          <a:xfrm>
            <a:off x="1132723" y="194691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Freeform 600"/>
          <p:cNvSpPr/>
          <p:nvPr/>
        </p:nvSpPr>
        <p:spPr>
          <a:xfrm>
            <a:off x="1081261" y="21303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Freeform 601"/>
          <p:cNvSpPr/>
          <p:nvPr/>
        </p:nvSpPr>
        <p:spPr>
          <a:xfrm>
            <a:off x="962420" y="29628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Freeform 602"/>
          <p:cNvSpPr/>
          <p:nvPr/>
        </p:nvSpPr>
        <p:spPr>
          <a:xfrm>
            <a:off x="1128270" y="22605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Freeform 603"/>
          <p:cNvSpPr/>
          <p:nvPr/>
        </p:nvSpPr>
        <p:spPr>
          <a:xfrm>
            <a:off x="1055979" y="20926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Freeform 604"/>
          <p:cNvSpPr/>
          <p:nvPr/>
        </p:nvSpPr>
        <p:spPr>
          <a:xfrm>
            <a:off x="897755" y="26837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Freeform 605"/>
          <p:cNvSpPr/>
          <p:nvPr/>
        </p:nvSpPr>
        <p:spPr>
          <a:xfrm>
            <a:off x="1090769" y="21293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Freeform 606"/>
          <p:cNvSpPr/>
          <p:nvPr/>
        </p:nvSpPr>
        <p:spPr>
          <a:xfrm>
            <a:off x="966766" y="29662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Freeform 607"/>
          <p:cNvSpPr/>
          <p:nvPr/>
        </p:nvSpPr>
        <p:spPr>
          <a:xfrm>
            <a:off x="979749" y="15460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Freeform 608"/>
          <p:cNvSpPr/>
          <p:nvPr/>
        </p:nvSpPr>
        <p:spPr>
          <a:xfrm>
            <a:off x="1023628" y="15909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Freeform 609"/>
          <p:cNvSpPr/>
          <p:nvPr/>
        </p:nvSpPr>
        <p:spPr>
          <a:xfrm>
            <a:off x="1150163" y="23544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Freeform 610"/>
          <p:cNvSpPr/>
          <p:nvPr/>
        </p:nvSpPr>
        <p:spPr>
          <a:xfrm>
            <a:off x="1041148" y="20410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Freeform 611"/>
          <p:cNvSpPr/>
          <p:nvPr/>
        </p:nvSpPr>
        <p:spPr>
          <a:xfrm>
            <a:off x="1083723" y="34521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Freeform 612"/>
          <p:cNvSpPr/>
          <p:nvPr/>
        </p:nvSpPr>
        <p:spPr>
          <a:xfrm>
            <a:off x="1181697" y="28143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Freeform 613"/>
          <p:cNvSpPr/>
          <p:nvPr/>
        </p:nvSpPr>
        <p:spPr>
          <a:xfrm>
            <a:off x="1171485" y="23754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Freeform 614"/>
          <p:cNvSpPr/>
          <p:nvPr/>
        </p:nvSpPr>
        <p:spPr>
          <a:xfrm>
            <a:off x="1058891" y="27714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Freeform 615"/>
          <p:cNvSpPr/>
          <p:nvPr/>
        </p:nvSpPr>
        <p:spPr>
          <a:xfrm>
            <a:off x="1049726" y="18624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Freeform 616"/>
          <p:cNvSpPr/>
          <p:nvPr/>
        </p:nvSpPr>
        <p:spPr>
          <a:xfrm>
            <a:off x="982109" y="12096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Freeform 617"/>
          <p:cNvSpPr/>
          <p:nvPr/>
        </p:nvSpPr>
        <p:spPr>
          <a:xfrm>
            <a:off x="1019681" y="28246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Freeform 618"/>
          <p:cNvSpPr/>
          <p:nvPr/>
        </p:nvSpPr>
        <p:spPr>
          <a:xfrm>
            <a:off x="1093963" y="26520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Freeform 619"/>
          <p:cNvSpPr/>
          <p:nvPr/>
        </p:nvSpPr>
        <p:spPr>
          <a:xfrm>
            <a:off x="1091998" y="21061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Freeform 620"/>
          <p:cNvSpPr/>
          <p:nvPr/>
        </p:nvSpPr>
        <p:spPr>
          <a:xfrm>
            <a:off x="1073060" y="14061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Freeform 621"/>
          <p:cNvSpPr/>
          <p:nvPr/>
        </p:nvSpPr>
        <p:spPr>
          <a:xfrm>
            <a:off x="1131736" y="28479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Freeform 622"/>
          <p:cNvSpPr/>
          <p:nvPr/>
        </p:nvSpPr>
        <p:spPr>
          <a:xfrm>
            <a:off x="1014513" y="20992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Freeform 623"/>
          <p:cNvSpPr/>
          <p:nvPr/>
        </p:nvSpPr>
        <p:spPr>
          <a:xfrm>
            <a:off x="1062027" y="1299248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Freeform 624"/>
          <p:cNvSpPr/>
          <p:nvPr/>
        </p:nvSpPr>
        <p:spPr>
          <a:xfrm>
            <a:off x="1114253" y="30664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Freeform 625"/>
          <p:cNvSpPr/>
          <p:nvPr/>
        </p:nvSpPr>
        <p:spPr>
          <a:xfrm>
            <a:off x="1104496" y="28778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Freeform 626"/>
          <p:cNvSpPr/>
          <p:nvPr/>
        </p:nvSpPr>
        <p:spPr>
          <a:xfrm>
            <a:off x="1136787" y="244150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Freeform 627"/>
          <p:cNvSpPr/>
          <p:nvPr/>
        </p:nvSpPr>
        <p:spPr>
          <a:xfrm>
            <a:off x="1092083" y="24908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Freeform 628"/>
          <p:cNvSpPr/>
          <p:nvPr/>
        </p:nvSpPr>
        <p:spPr>
          <a:xfrm>
            <a:off x="1045223" y="18124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Freeform 629"/>
          <p:cNvSpPr/>
          <p:nvPr/>
        </p:nvSpPr>
        <p:spPr>
          <a:xfrm>
            <a:off x="1089773" y="21030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Freeform 630"/>
          <p:cNvSpPr/>
          <p:nvPr/>
        </p:nvSpPr>
        <p:spPr>
          <a:xfrm>
            <a:off x="999241" y="31291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Freeform 631"/>
          <p:cNvSpPr/>
          <p:nvPr/>
        </p:nvSpPr>
        <p:spPr>
          <a:xfrm>
            <a:off x="956996" y="19637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Freeform 632"/>
          <p:cNvSpPr/>
          <p:nvPr/>
        </p:nvSpPr>
        <p:spPr>
          <a:xfrm>
            <a:off x="1104265" y="25198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Freeform 633"/>
          <p:cNvSpPr/>
          <p:nvPr/>
        </p:nvSpPr>
        <p:spPr>
          <a:xfrm>
            <a:off x="1062090" y="15774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Freeform 634"/>
          <p:cNvSpPr/>
          <p:nvPr/>
        </p:nvSpPr>
        <p:spPr>
          <a:xfrm>
            <a:off x="1086205" y="25452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Freeform 635"/>
          <p:cNvSpPr/>
          <p:nvPr/>
        </p:nvSpPr>
        <p:spPr>
          <a:xfrm>
            <a:off x="953133" y="25498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Freeform 636"/>
          <p:cNvSpPr/>
          <p:nvPr/>
        </p:nvSpPr>
        <p:spPr>
          <a:xfrm>
            <a:off x="1041528" y="19506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Freeform 637"/>
          <p:cNvSpPr/>
          <p:nvPr/>
        </p:nvSpPr>
        <p:spPr>
          <a:xfrm>
            <a:off x="1025956" y="18377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Freeform 638"/>
          <p:cNvSpPr/>
          <p:nvPr/>
        </p:nvSpPr>
        <p:spPr>
          <a:xfrm>
            <a:off x="1008421" y="19979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Freeform 639"/>
          <p:cNvSpPr/>
          <p:nvPr/>
        </p:nvSpPr>
        <p:spPr>
          <a:xfrm>
            <a:off x="916163" y="30836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Freeform 640"/>
          <p:cNvSpPr/>
          <p:nvPr/>
        </p:nvSpPr>
        <p:spPr>
          <a:xfrm>
            <a:off x="1043534" y="19522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Freeform 641"/>
          <p:cNvSpPr/>
          <p:nvPr/>
        </p:nvSpPr>
        <p:spPr>
          <a:xfrm>
            <a:off x="1125269" y="27522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Freeform 642"/>
          <p:cNvSpPr/>
          <p:nvPr/>
        </p:nvSpPr>
        <p:spPr>
          <a:xfrm>
            <a:off x="1091020" y="21062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Freeform 643"/>
          <p:cNvSpPr/>
          <p:nvPr/>
        </p:nvSpPr>
        <p:spPr>
          <a:xfrm>
            <a:off x="1025884" y="29503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Freeform 644"/>
          <p:cNvSpPr/>
          <p:nvPr/>
        </p:nvSpPr>
        <p:spPr>
          <a:xfrm>
            <a:off x="1064760" y="19988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Freeform 645"/>
          <p:cNvSpPr/>
          <p:nvPr/>
        </p:nvSpPr>
        <p:spPr>
          <a:xfrm>
            <a:off x="1115949" y="26363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Freeform 646"/>
          <p:cNvSpPr/>
          <p:nvPr/>
        </p:nvSpPr>
        <p:spPr>
          <a:xfrm>
            <a:off x="882638" y="28785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Freeform 647"/>
          <p:cNvSpPr/>
          <p:nvPr/>
        </p:nvSpPr>
        <p:spPr>
          <a:xfrm>
            <a:off x="1057486" y="18627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Freeform 648"/>
          <p:cNvSpPr/>
          <p:nvPr/>
        </p:nvSpPr>
        <p:spPr>
          <a:xfrm>
            <a:off x="1101780" y="21030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Freeform 649"/>
          <p:cNvSpPr/>
          <p:nvPr/>
        </p:nvSpPr>
        <p:spPr>
          <a:xfrm>
            <a:off x="1110995" y="25383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Freeform 650"/>
          <p:cNvSpPr/>
          <p:nvPr/>
        </p:nvSpPr>
        <p:spPr>
          <a:xfrm>
            <a:off x="1178563" y="148757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Freeform 651"/>
          <p:cNvSpPr/>
          <p:nvPr/>
        </p:nvSpPr>
        <p:spPr>
          <a:xfrm>
            <a:off x="1141039" y="24501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Freeform 652"/>
          <p:cNvSpPr/>
          <p:nvPr/>
        </p:nvSpPr>
        <p:spPr>
          <a:xfrm>
            <a:off x="1086481" y="22096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Freeform 653"/>
          <p:cNvSpPr/>
          <p:nvPr/>
        </p:nvSpPr>
        <p:spPr>
          <a:xfrm>
            <a:off x="1085778" y="20891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Freeform 654"/>
          <p:cNvSpPr/>
          <p:nvPr/>
        </p:nvSpPr>
        <p:spPr>
          <a:xfrm>
            <a:off x="1117948" y="25412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Freeform 655"/>
          <p:cNvSpPr/>
          <p:nvPr/>
        </p:nvSpPr>
        <p:spPr>
          <a:xfrm>
            <a:off x="1029972" y="19862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Freeform 656"/>
          <p:cNvSpPr/>
          <p:nvPr/>
        </p:nvSpPr>
        <p:spPr>
          <a:xfrm>
            <a:off x="1063081" y="24973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Freeform 657"/>
          <p:cNvSpPr/>
          <p:nvPr/>
        </p:nvSpPr>
        <p:spPr>
          <a:xfrm>
            <a:off x="1125862" y="24354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Freeform 658"/>
          <p:cNvSpPr/>
          <p:nvPr/>
        </p:nvSpPr>
        <p:spPr>
          <a:xfrm>
            <a:off x="1195592" y="15326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Freeform 659"/>
          <p:cNvSpPr/>
          <p:nvPr/>
        </p:nvSpPr>
        <p:spPr>
          <a:xfrm>
            <a:off x="1055182" y="27554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Freeform 660"/>
          <p:cNvSpPr/>
          <p:nvPr/>
        </p:nvSpPr>
        <p:spPr>
          <a:xfrm>
            <a:off x="1062537" y="34536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Freeform 661"/>
          <p:cNvSpPr/>
          <p:nvPr/>
        </p:nvSpPr>
        <p:spPr>
          <a:xfrm>
            <a:off x="1078913" y="14062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Freeform 662"/>
          <p:cNvSpPr/>
          <p:nvPr/>
        </p:nvSpPr>
        <p:spPr>
          <a:xfrm>
            <a:off x="1154847" y="9288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Freeform 663"/>
          <p:cNvSpPr/>
          <p:nvPr/>
        </p:nvSpPr>
        <p:spPr>
          <a:xfrm>
            <a:off x="1063736" y="24321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Freeform 664"/>
          <p:cNvSpPr/>
          <p:nvPr/>
        </p:nvSpPr>
        <p:spPr>
          <a:xfrm>
            <a:off x="1163215" y="3211469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Freeform 665"/>
          <p:cNvSpPr/>
          <p:nvPr/>
        </p:nvSpPr>
        <p:spPr>
          <a:xfrm>
            <a:off x="1001625" y="23839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Freeform 666"/>
          <p:cNvSpPr/>
          <p:nvPr/>
        </p:nvSpPr>
        <p:spPr>
          <a:xfrm>
            <a:off x="1053407" y="23716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Freeform 667"/>
          <p:cNvSpPr/>
          <p:nvPr/>
        </p:nvSpPr>
        <p:spPr>
          <a:xfrm>
            <a:off x="1052602" y="23226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Freeform 668"/>
          <p:cNvSpPr/>
          <p:nvPr/>
        </p:nvSpPr>
        <p:spPr>
          <a:xfrm>
            <a:off x="1117919" y="27924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Freeform 669"/>
          <p:cNvSpPr/>
          <p:nvPr/>
        </p:nvSpPr>
        <p:spPr>
          <a:xfrm>
            <a:off x="1135083" y="19310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Freeform 670"/>
          <p:cNvSpPr/>
          <p:nvPr/>
        </p:nvSpPr>
        <p:spPr>
          <a:xfrm>
            <a:off x="965620" y="19590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Freeform 671"/>
          <p:cNvSpPr/>
          <p:nvPr/>
        </p:nvSpPr>
        <p:spPr>
          <a:xfrm>
            <a:off x="1005044" y="29863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Freeform 672"/>
          <p:cNvSpPr/>
          <p:nvPr/>
        </p:nvSpPr>
        <p:spPr>
          <a:xfrm>
            <a:off x="1088092" y="18701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Freeform 673"/>
          <p:cNvSpPr/>
          <p:nvPr/>
        </p:nvSpPr>
        <p:spPr>
          <a:xfrm>
            <a:off x="1022053" y="1181514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Freeform 674"/>
          <p:cNvSpPr/>
          <p:nvPr/>
        </p:nvSpPr>
        <p:spPr>
          <a:xfrm>
            <a:off x="964759" y="21384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Freeform 675"/>
          <p:cNvSpPr/>
          <p:nvPr/>
        </p:nvSpPr>
        <p:spPr>
          <a:xfrm>
            <a:off x="1134634" y="23976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Freeform 676"/>
          <p:cNvSpPr/>
          <p:nvPr/>
        </p:nvSpPr>
        <p:spPr>
          <a:xfrm>
            <a:off x="1098514" y="22982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Freeform 677"/>
          <p:cNvSpPr/>
          <p:nvPr/>
        </p:nvSpPr>
        <p:spPr>
          <a:xfrm>
            <a:off x="1098462" y="19129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Freeform 678"/>
          <p:cNvSpPr/>
          <p:nvPr/>
        </p:nvSpPr>
        <p:spPr>
          <a:xfrm>
            <a:off x="1034209" y="31065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Freeform 679"/>
          <p:cNvSpPr/>
          <p:nvPr/>
        </p:nvSpPr>
        <p:spPr>
          <a:xfrm>
            <a:off x="1134001" y="21423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Freeform 680"/>
          <p:cNvSpPr/>
          <p:nvPr/>
        </p:nvSpPr>
        <p:spPr>
          <a:xfrm>
            <a:off x="1049830" y="24246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Freeform 681"/>
          <p:cNvSpPr/>
          <p:nvPr/>
        </p:nvSpPr>
        <p:spPr>
          <a:xfrm>
            <a:off x="1138478" y="12857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Freeform 682"/>
          <p:cNvSpPr/>
          <p:nvPr/>
        </p:nvSpPr>
        <p:spPr>
          <a:xfrm>
            <a:off x="1005273" y="23145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Freeform 683"/>
          <p:cNvSpPr/>
          <p:nvPr/>
        </p:nvSpPr>
        <p:spPr>
          <a:xfrm>
            <a:off x="1009089" y="13773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Freeform 684"/>
          <p:cNvSpPr/>
          <p:nvPr/>
        </p:nvSpPr>
        <p:spPr>
          <a:xfrm>
            <a:off x="1079323" y="27875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Freeform 685"/>
          <p:cNvSpPr/>
          <p:nvPr/>
        </p:nvSpPr>
        <p:spPr>
          <a:xfrm>
            <a:off x="1019159" y="19271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Freeform 686"/>
          <p:cNvSpPr/>
          <p:nvPr/>
        </p:nvSpPr>
        <p:spPr>
          <a:xfrm>
            <a:off x="1110552" y="206344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Freeform 687"/>
          <p:cNvSpPr/>
          <p:nvPr/>
        </p:nvSpPr>
        <p:spPr>
          <a:xfrm>
            <a:off x="1083000" y="26681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Freeform 688"/>
          <p:cNvSpPr/>
          <p:nvPr/>
        </p:nvSpPr>
        <p:spPr>
          <a:xfrm>
            <a:off x="1004523" y="21357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Freeform 689"/>
          <p:cNvSpPr/>
          <p:nvPr/>
        </p:nvSpPr>
        <p:spPr>
          <a:xfrm>
            <a:off x="1070581" y="16090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Freeform 690"/>
          <p:cNvSpPr/>
          <p:nvPr/>
        </p:nvSpPr>
        <p:spPr>
          <a:xfrm>
            <a:off x="1042446" y="23907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Freeform 691"/>
          <p:cNvSpPr/>
          <p:nvPr/>
        </p:nvSpPr>
        <p:spPr>
          <a:xfrm>
            <a:off x="1126498" y="30868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Freeform 692"/>
          <p:cNvSpPr/>
          <p:nvPr/>
        </p:nvSpPr>
        <p:spPr>
          <a:xfrm>
            <a:off x="1023788" y="22349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Freeform 693"/>
          <p:cNvSpPr/>
          <p:nvPr/>
        </p:nvSpPr>
        <p:spPr>
          <a:xfrm>
            <a:off x="1036615" y="26851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Freeform 694"/>
          <p:cNvSpPr/>
          <p:nvPr/>
        </p:nvSpPr>
        <p:spPr>
          <a:xfrm>
            <a:off x="1146093" y="24001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Freeform 695"/>
          <p:cNvSpPr/>
          <p:nvPr/>
        </p:nvSpPr>
        <p:spPr>
          <a:xfrm>
            <a:off x="1214242" y="22674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Freeform 696"/>
          <p:cNvSpPr/>
          <p:nvPr/>
        </p:nvSpPr>
        <p:spPr>
          <a:xfrm>
            <a:off x="1198349" y="30938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Freeform 697"/>
          <p:cNvSpPr/>
          <p:nvPr/>
        </p:nvSpPr>
        <p:spPr>
          <a:xfrm>
            <a:off x="1069941" y="30480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Freeform 698"/>
          <p:cNvSpPr/>
          <p:nvPr/>
        </p:nvSpPr>
        <p:spPr>
          <a:xfrm>
            <a:off x="1080265" y="19806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Freeform 699"/>
          <p:cNvSpPr/>
          <p:nvPr/>
        </p:nvSpPr>
        <p:spPr>
          <a:xfrm>
            <a:off x="1167467" y="24919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Freeform 700"/>
          <p:cNvSpPr/>
          <p:nvPr/>
        </p:nvSpPr>
        <p:spPr>
          <a:xfrm>
            <a:off x="1057493" y="35309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Freeform 701"/>
          <p:cNvSpPr/>
          <p:nvPr/>
        </p:nvSpPr>
        <p:spPr>
          <a:xfrm>
            <a:off x="1000982" y="18266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Freeform 702"/>
          <p:cNvSpPr/>
          <p:nvPr/>
        </p:nvSpPr>
        <p:spPr>
          <a:xfrm>
            <a:off x="1073500" y="20873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Freeform 703"/>
          <p:cNvSpPr/>
          <p:nvPr/>
        </p:nvSpPr>
        <p:spPr>
          <a:xfrm>
            <a:off x="1095698" y="25891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Freeform 704"/>
          <p:cNvSpPr/>
          <p:nvPr/>
        </p:nvSpPr>
        <p:spPr>
          <a:xfrm>
            <a:off x="1010746" y="289599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Freeform 705"/>
          <p:cNvSpPr/>
          <p:nvPr/>
        </p:nvSpPr>
        <p:spPr>
          <a:xfrm>
            <a:off x="956546" y="18006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Freeform 706"/>
          <p:cNvSpPr/>
          <p:nvPr/>
        </p:nvSpPr>
        <p:spPr>
          <a:xfrm>
            <a:off x="970443" y="20482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Freeform 707"/>
          <p:cNvSpPr/>
          <p:nvPr/>
        </p:nvSpPr>
        <p:spPr>
          <a:xfrm>
            <a:off x="1109888" y="10136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Freeform 708"/>
          <p:cNvSpPr/>
          <p:nvPr/>
        </p:nvSpPr>
        <p:spPr>
          <a:xfrm>
            <a:off x="1015441" y="20121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Freeform 709"/>
          <p:cNvSpPr/>
          <p:nvPr/>
        </p:nvSpPr>
        <p:spPr>
          <a:xfrm>
            <a:off x="1056371" y="20286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Freeform 710"/>
          <p:cNvSpPr/>
          <p:nvPr/>
        </p:nvSpPr>
        <p:spPr>
          <a:xfrm>
            <a:off x="1079847" y="23109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Freeform 711"/>
          <p:cNvSpPr/>
          <p:nvPr/>
        </p:nvSpPr>
        <p:spPr>
          <a:xfrm>
            <a:off x="1106817" y="18103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Freeform 712"/>
          <p:cNvSpPr/>
          <p:nvPr/>
        </p:nvSpPr>
        <p:spPr>
          <a:xfrm>
            <a:off x="1043532" y="19079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Freeform 713"/>
          <p:cNvSpPr/>
          <p:nvPr/>
        </p:nvSpPr>
        <p:spPr>
          <a:xfrm>
            <a:off x="1098829" y="15890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Freeform 714"/>
          <p:cNvSpPr/>
          <p:nvPr/>
        </p:nvSpPr>
        <p:spPr>
          <a:xfrm>
            <a:off x="1006706" y="24912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Freeform 715"/>
          <p:cNvSpPr/>
          <p:nvPr/>
        </p:nvSpPr>
        <p:spPr>
          <a:xfrm>
            <a:off x="1041753" y="24475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Freeform 716"/>
          <p:cNvSpPr/>
          <p:nvPr/>
        </p:nvSpPr>
        <p:spPr>
          <a:xfrm>
            <a:off x="997794" y="24697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" name="Freeform 717"/>
          <p:cNvSpPr/>
          <p:nvPr/>
        </p:nvSpPr>
        <p:spPr>
          <a:xfrm>
            <a:off x="1140822" y="18235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Freeform 718"/>
          <p:cNvSpPr/>
          <p:nvPr/>
        </p:nvSpPr>
        <p:spPr>
          <a:xfrm>
            <a:off x="1063951" y="14635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Freeform 719"/>
          <p:cNvSpPr/>
          <p:nvPr/>
        </p:nvSpPr>
        <p:spPr>
          <a:xfrm>
            <a:off x="1016706" y="24594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Freeform 720"/>
          <p:cNvSpPr/>
          <p:nvPr/>
        </p:nvSpPr>
        <p:spPr>
          <a:xfrm>
            <a:off x="1042373" y="24420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Freeform 721"/>
          <p:cNvSpPr/>
          <p:nvPr/>
        </p:nvSpPr>
        <p:spPr>
          <a:xfrm>
            <a:off x="1051039" y="20661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Freeform 722"/>
          <p:cNvSpPr/>
          <p:nvPr/>
        </p:nvSpPr>
        <p:spPr>
          <a:xfrm>
            <a:off x="1112215" y="23510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Freeform 723"/>
          <p:cNvSpPr/>
          <p:nvPr/>
        </p:nvSpPr>
        <p:spPr>
          <a:xfrm>
            <a:off x="959902" y="17415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Freeform 724"/>
          <p:cNvSpPr/>
          <p:nvPr/>
        </p:nvSpPr>
        <p:spPr>
          <a:xfrm>
            <a:off x="996945" y="33717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Freeform 725"/>
          <p:cNvSpPr/>
          <p:nvPr/>
        </p:nvSpPr>
        <p:spPr>
          <a:xfrm>
            <a:off x="1040666" y="26466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Freeform 726"/>
          <p:cNvSpPr/>
          <p:nvPr/>
        </p:nvSpPr>
        <p:spPr>
          <a:xfrm>
            <a:off x="1233725" y="26240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Freeform 727"/>
          <p:cNvSpPr/>
          <p:nvPr/>
        </p:nvSpPr>
        <p:spPr>
          <a:xfrm>
            <a:off x="1129141" y="34066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Freeform 728"/>
          <p:cNvSpPr/>
          <p:nvPr/>
        </p:nvSpPr>
        <p:spPr>
          <a:xfrm>
            <a:off x="1058354" y="27162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Freeform 729"/>
          <p:cNvSpPr/>
          <p:nvPr/>
        </p:nvSpPr>
        <p:spPr>
          <a:xfrm>
            <a:off x="1112977" y="26916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Freeform 730"/>
          <p:cNvSpPr/>
          <p:nvPr/>
        </p:nvSpPr>
        <p:spPr>
          <a:xfrm>
            <a:off x="1202225" y="23282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Freeform 731"/>
          <p:cNvSpPr/>
          <p:nvPr/>
        </p:nvSpPr>
        <p:spPr>
          <a:xfrm>
            <a:off x="1050242" y="165966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Freeform 732"/>
          <p:cNvSpPr/>
          <p:nvPr/>
        </p:nvSpPr>
        <p:spPr>
          <a:xfrm>
            <a:off x="1041442" y="2350656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Freeform 733"/>
          <p:cNvSpPr/>
          <p:nvPr/>
        </p:nvSpPr>
        <p:spPr>
          <a:xfrm>
            <a:off x="1146140" y="27504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Freeform 734"/>
          <p:cNvSpPr/>
          <p:nvPr/>
        </p:nvSpPr>
        <p:spPr>
          <a:xfrm>
            <a:off x="1098528" y="22549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Freeform 735"/>
          <p:cNvSpPr/>
          <p:nvPr/>
        </p:nvSpPr>
        <p:spPr>
          <a:xfrm>
            <a:off x="1110279" y="16921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Freeform 736"/>
          <p:cNvSpPr/>
          <p:nvPr/>
        </p:nvSpPr>
        <p:spPr>
          <a:xfrm>
            <a:off x="1032035" y="27225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Freeform 737"/>
          <p:cNvSpPr/>
          <p:nvPr/>
        </p:nvSpPr>
        <p:spPr>
          <a:xfrm>
            <a:off x="1193387" y="26892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Freeform 738"/>
          <p:cNvSpPr/>
          <p:nvPr/>
        </p:nvSpPr>
        <p:spPr>
          <a:xfrm>
            <a:off x="1179151" y="19417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Freeform 739"/>
          <p:cNvSpPr/>
          <p:nvPr/>
        </p:nvSpPr>
        <p:spPr>
          <a:xfrm>
            <a:off x="1103289" y="23386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Freeform 740"/>
          <p:cNvSpPr/>
          <p:nvPr/>
        </p:nvSpPr>
        <p:spPr>
          <a:xfrm>
            <a:off x="1111139" y="18965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Freeform 741"/>
          <p:cNvSpPr/>
          <p:nvPr/>
        </p:nvSpPr>
        <p:spPr>
          <a:xfrm>
            <a:off x="931271" y="22329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Freeform 742"/>
          <p:cNvSpPr/>
          <p:nvPr/>
        </p:nvSpPr>
        <p:spPr>
          <a:xfrm>
            <a:off x="1108049" y="18689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Freeform 743"/>
          <p:cNvSpPr/>
          <p:nvPr/>
        </p:nvSpPr>
        <p:spPr>
          <a:xfrm>
            <a:off x="1052871" y="27526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Freeform 744"/>
          <p:cNvSpPr/>
          <p:nvPr/>
        </p:nvSpPr>
        <p:spPr>
          <a:xfrm>
            <a:off x="1094530" y="22321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Freeform 745"/>
          <p:cNvSpPr/>
          <p:nvPr/>
        </p:nvSpPr>
        <p:spPr>
          <a:xfrm>
            <a:off x="1111017" y="23331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Freeform 746"/>
          <p:cNvSpPr/>
          <p:nvPr/>
        </p:nvSpPr>
        <p:spPr>
          <a:xfrm>
            <a:off x="1043108" y="28446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Freeform 747"/>
          <p:cNvSpPr/>
          <p:nvPr/>
        </p:nvSpPr>
        <p:spPr>
          <a:xfrm>
            <a:off x="953611" y="30214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Freeform 748"/>
          <p:cNvSpPr/>
          <p:nvPr/>
        </p:nvSpPr>
        <p:spPr>
          <a:xfrm>
            <a:off x="1090150" y="18770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Freeform 749"/>
          <p:cNvSpPr/>
          <p:nvPr/>
        </p:nvSpPr>
        <p:spPr>
          <a:xfrm>
            <a:off x="1016568" y="24045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Freeform 750"/>
          <p:cNvSpPr/>
          <p:nvPr/>
        </p:nvSpPr>
        <p:spPr>
          <a:xfrm>
            <a:off x="1043844" y="274612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Freeform 751"/>
          <p:cNvSpPr/>
          <p:nvPr/>
        </p:nvSpPr>
        <p:spPr>
          <a:xfrm>
            <a:off x="1025648" y="22749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Freeform 752"/>
          <p:cNvSpPr/>
          <p:nvPr/>
        </p:nvSpPr>
        <p:spPr>
          <a:xfrm>
            <a:off x="1043089" y="16520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Freeform 753"/>
          <p:cNvSpPr/>
          <p:nvPr/>
        </p:nvSpPr>
        <p:spPr>
          <a:xfrm>
            <a:off x="912548" y="33864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Freeform 754"/>
          <p:cNvSpPr/>
          <p:nvPr/>
        </p:nvSpPr>
        <p:spPr>
          <a:xfrm>
            <a:off x="1146472" y="29874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Freeform 755"/>
          <p:cNvSpPr/>
          <p:nvPr/>
        </p:nvSpPr>
        <p:spPr>
          <a:xfrm>
            <a:off x="1082553" y="26955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Freeform 756"/>
          <p:cNvSpPr/>
          <p:nvPr/>
        </p:nvSpPr>
        <p:spPr>
          <a:xfrm>
            <a:off x="1139471" y="14824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Freeform 757"/>
          <p:cNvSpPr/>
          <p:nvPr/>
        </p:nvSpPr>
        <p:spPr>
          <a:xfrm>
            <a:off x="1197078" y="20821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Freeform 758"/>
          <p:cNvSpPr/>
          <p:nvPr/>
        </p:nvSpPr>
        <p:spPr>
          <a:xfrm>
            <a:off x="1067246" y="18355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Freeform 759"/>
          <p:cNvSpPr/>
          <p:nvPr/>
        </p:nvSpPr>
        <p:spPr>
          <a:xfrm>
            <a:off x="946185" y="28061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Freeform 760"/>
          <p:cNvSpPr/>
          <p:nvPr/>
        </p:nvSpPr>
        <p:spPr>
          <a:xfrm>
            <a:off x="1006452" y="27956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Freeform 761"/>
          <p:cNvSpPr/>
          <p:nvPr/>
        </p:nvSpPr>
        <p:spPr>
          <a:xfrm>
            <a:off x="985689" y="19981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Freeform 762"/>
          <p:cNvSpPr/>
          <p:nvPr/>
        </p:nvSpPr>
        <p:spPr>
          <a:xfrm>
            <a:off x="1032456" y="21963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Freeform 763"/>
          <p:cNvSpPr/>
          <p:nvPr/>
        </p:nvSpPr>
        <p:spPr>
          <a:xfrm>
            <a:off x="1071031" y="19467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Freeform 764"/>
          <p:cNvSpPr/>
          <p:nvPr/>
        </p:nvSpPr>
        <p:spPr>
          <a:xfrm>
            <a:off x="932934" y="23214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Freeform 765"/>
          <p:cNvSpPr/>
          <p:nvPr/>
        </p:nvSpPr>
        <p:spPr>
          <a:xfrm>
            <a:off x="1088465" y="20844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Freeform 766"/>
          <p:cNvSpPr/>
          <p:nvPr/>
        </p:nvSpPr>
        <p:spPr>
          <a:xfrm>
            <a:off x="965559" y="21455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Freeform 767"/>
          <p:cNvSpPr/>
          <p:nvPr/>
        </p:nvSpPr>
        <p:spPr>
          <a:xfrm>
            <a:off x="1085473" y="18302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Freeform 768"/>
          <p:cNvSpPr/>
          <p:nvPr/>
        </p:nvSpPr>
        <p:spPr>
          <a:xfrm>
            <a:off x="1058484" y="18153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Freeform 769"/>
          <p:cNvSpPr/>
          <p:nvPr/>
        </p:nvSpPr>
        <p:spPr>
          <a:xfrm>
            <a:off x="1044943" y="30501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Freeform 770"/>
          <p:cNvSpPr/>
          <p:nvPr/>
        </p:nvSpPr>
        <p:spPr>
          <a:xfrm>
            <a:off x="1060902" y="33694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Freeform 771"/>
          <p:cNvSpPr/>
          <p:nvPr/>
        </p:nvSpPr>
        <p:spPr>
          <a:xfrm>
            <a:off x="1029942" y="17162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Freeform 772"/>
          <p:cNvSpPr/>
          <p:nvPr/>
        </p:nvSpPr>
        <p:spPr>
          <a:xfrm>
            <a:off x="1025120" y="16216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Freeform 773"/>
          <p:cNvSpPr/>
          <p:nvPr/>
        </p:nvSpPr>
        <p:spPr>
          <a:xfrm>
            <a:off x="954123" y="27452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Freeform 774"/>
          <p:cNvSpPr/>
          <p:nvPr/>
        </p:nvSpPr>
        <p:spPr>
          <a:xfrm>
            <a:off x="1063782" y="31722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Freeform 775"/>
          <p:cNvSpPr/>
          <p:nvPr/>
        </p:nvSpPr>
        <p:spPr>
          <a:xfrm>
            <a:off x="1188169" y="21755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Freeform 776"/>
          <p:cNvSpPr/>
          <p:nvPr/>
        </p:nvSpPr>
        <p:spPr>
          <a:xfrm>
            <a:off x="1197121" y="17523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Freeform 777"/>
          <p:cNvSpPr/>
          <p:nvPr/>
        </p:nvSpPr>
        <p:spPr>
          <a:xfrm>
            <a:off x="1153428" y="131131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Freeform 778"/>
          <p:cNvSpPr/>
          <p:nvPr/>
        </p:nvSpPr>
        <p:spPr>
          <a:xfrm>
            <a:off x="1112566" y="19632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Freeform 779"/>
          <p:cNvSpPr/>
          <p:nvPr/>
        </p:nvSpPr>
        <p:spPr>
          <a:xfrm>
            <a:off x="1020874" y="24151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Freeform 780"/>
          <p:cNvSpPr/>
          <p:nvPr/>
        </p:nvSpPr>
        <p:spPr>
          <a:xfrm>
            <a:off x="1161450" y="26804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Freeform 781"/>
          <p:cNvSpPr/>
          <p:nvPr/>
        </p:nvSpPr>
        <p:spPr>
          <a:xfrm>
            <a:off x="1062024" y="22201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Freeform 782"/>
          <p:cNvSpPr/>
          <p:nvPr/>
        </p:nvSpPr>
        <p:spPr>
          <a:xfrm>
            <a:off x="1061178" y="23782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Freeform 783"/>
          <p:cNvSpPr/>
          <p:nvPr/>
        </p:nvSpPr>
        <p:spPr>
          <a:xfrm>
            <a:off x="1046429" y="27424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Freeform 784"/>
          <p:cNvSpPr/>
          <p:nvPr/>
        </p:nvSpPr>
        <p:spPr>
          <a:xfrm>
            <a:off x="1071847" y="11835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" name="Freeform 785"/>
          <p:cNvSpPr/>
          <p:nvPr/>
        </p:nvSpPr>
        <p:spPr>
          <a:xfrm>
            <a:off x="1036878" y="13176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Freeform 786"/>
          <p:cNvSpPr/>
          <p:nvPr/>
        </p:nvSpPr>
        <p:spPr>
          <a:xfrm>
            <a:off x="1060190" y="16479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Freeform 787"/>
          <p:cNvSpPr/>
          <p:nvPr/>
        </p:nvSpPr>
        <p:spPr>
          <a:xfrm>
            <a:off x="993802" y="26945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Freeform 788"/>
          <p:cNvSpPr/>
          <p:nvPr/>
        </p:nvSpPr>
        <p:spPr>
          <a:xfrm>
            <a:off x="1040961" y="17909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Freeform 789"/>
          <p:cNvSpPr/>
          <p:nvPr/>
        </p:nvSpPr>
        <p:spPr>
          <a:xfrm>
            <a:off x="1217025" y="19005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Freeform 790"/>
          <p:cNvSpPr/>
          <p:nvPr/>
        </p:nvSpPr>
        <p:spPr>
          <a:xfrm>
            <a:off x="1061131" y="20007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Freeform 791"/>
          <p:cNvSpPr/>
          <p:nvPr/>
        </p:nvSpPr>
        <p:spPr>
          <a:xfrm>
            <a:off x="1049916" y="15901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Freeform 792"/>
          <p:cNvSpPr/>
          <p:nvPr/>
        </p:nvSpPr>
        <p:spPr>
          <a:xfrm>
            <a:off x="1101062" y="19026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Freeform 793"/>
          <p:cNvSpPr/>
          <p:nvPr/>
        </p:nvSpPr>
        <p:spPr>
          <a:xfrm>
            <a:off x="1112720" y="18494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" name="Freeform 794"/>
          <p:cNvSpPr/>
          <p:nvPr/>
        </p:nvSpPr>
        <p:spPr>
          <a:xfrm>
            <a:off x="991867" y="19018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Freeform 795"/>
          <p:cNvSpPr/>
          <p:nvPr/>
        </p:nvSpPr>
        <p:spPr>
          <a:xfrm>
            <a:off x="1052006" y="20525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Freeform 796"/>
          <p:cNvSpPr/>
          <p:nvPr/>
        </p:nvSpPr>
        <p:spPr>
          <a:xfrm>
            <a:off x="1126660" y="31335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" name="Freeform 797"/>
          <p:cNvSpPr/>
          <p:nvPr/>
        </p:nvSpPr>
        <p:spPr>
          <a:xfrm>
            <a:off x="1083647" y="21834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Freeform 798"/>
          <p:cNvSpPr/>
          <p:nvPr/>
        </p:nvSpPr>
        <p:spPr>
          <a:xfrm>
            <a:off x="1073837" y="25089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Freeform 799"/>
          <p:cNvSpPr/>
          <p:nvPr/>
        </p:nvSpPr>
        <p:spPr>
          <a:xfrm>
            <a:off x="1168831" y="28771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Freeform 800"/>
          <p:cNvSpPr/>
          <p:nvPr/>
        </p:nvSpPr>
        <p:spPr>
          <a:xfrm>
            <a:off x="1020788" y="13702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Freeform 801"/>
          <p:cNvSpPr/>
          <p:nvPr/>
        </p:nvSpPr>
        <p:spPr>
          <a:xfrm>
            <a:off x="1071236" y="134621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Freeform 802"/>
          <p:cNvSpPr/>
          <p:nvPr/>
        </p:nvSpPr>
        <p:spPr>
          <a:xfrm>
            <a:off x="1031250" y="15343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Freeform 803"/>
          <p:cNvSpPr/>
          <p:nvPr/>
        </p:nvSpPr>
        <p:spPr>
          <a:xfrm>
            <a:off x="1164605" y="20961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Freeform 804"/>
          <p:cNvSpPr/>
          <p:nvPr/>
        </p:nvSpPr>
        <p:spPr>
          <a:xfrm>
            <a:off x="936273" y="15387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Freeform 805"/>
          <p:cNvSpPr/>
          <p:nvPr/>
        </p:nvSpPr>
        <p:spPr>
          <a:xfrm>
            <a:off x="1021294" y="22198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Freeform 806"/>
          <p:cNvSpPr/>
          <p:nvPr/>
        </p:nvSpPr>
        <p:spPr>
          <a:xfrm>
            <a:off x="1030646" y="21227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Freeform 807"/>
          <p:cNvSpPr/>
          <p:nvPr/>
        </p:nvSpPr>
        <p:spPr>
          <a:xfrm>
            <a:off x="1109762" y="27823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Freeform 808"/>
          <p:cNvSpPr/>
          <p:nvPr/>
        </p:nvSpPr>
        <p:spPr>
          <a:xfrm>
            <a:off x="1105964" y="20239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Freeform 809"/>
          <p:cNvSpPr/>
          <p:nvPr/>
        </p:nvSpPr>
        <p:spPr>
          <a:xfrm>
            <a:off x="1158296" y="21952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Freeform 810"/>
          <p:cNvSpPr/>
          <p:nvPr/>
        </p:nvSpPr>
        <p:spPr>
          <a:xfrm>
            <a:off x="961335" y="288878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Freeform 811"/>
          <p:cNvSpPr/>
          <p:nvPr/>
        </p:nvSpPr>
        <p:spPr>
          <a:xfrm>
            <a:off x="1115529" y="22520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Freeform 812"/>
          <p:cNvSpPr/>
          <p:nvPr/>
        </p:nvSpPr>
        <p:spPr>
          <a:xfrm>
            <a:off x="1046293" y="226653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Freeform 813"/>
          <p:cNvSpPr/>
          <p:nvPr/>
        </p:nvSpPr>
        <p:spPr>
          <a:xfrm>
            <a:off x="1021594" y="13113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5" name="Freeform 814"/>
          <p:cNvSpPr/>
          <p:nvPr/>
        </p:nvSpPr>
        <p:spPr>
          <a:xfrm>
            <a:off x="1101539" y="17709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Freeform 815"/>
          <p:cNvSpPr/>
          <p:nvPr/>
        </p:nvSpPr>
        <p:spPr>
          <a:xfrm>
            <a:off x="1004711" y="22201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Freeform 816"/>
          <p:cNvSpPr/>
          <p:nvPr/>
        </p:nvSpPr>
        <p:spPr>
          <a:xfrm>
            <a:off x="927977" y="209937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8" name="Freeform 817"/>
          <p:cNvSpPr/>
          <p:nvPr/>
        </p:nvSpPr>
        <p:spPr>
          <a:xfrm>
            <a:off x="1041189" y="22034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Freeform 818"/>
          <p:cNvSpPr/>
          <p:nvPr/>
        </p:nvSpPr>
        <p:spPr>
          <a:xfrm>
            <a:off x="966394" y="23292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Freeform 819"/>
          <p:cNvSpPr/>
          <p:nvPr/>
        </p:nvSpPr>
        <p:spPr>
          <a:xfrm>
            <a:off x="1022702" y="27767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1" name="Freeform 820"/>
          <p:cNvSpPr/>
          <p:nvPr/>
        </p:nvSpPr>
        <p:spPr>
          <a:xfrm>
            <a:off x="1090394" y="23028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Freeform 821"/>
          <p:cNvSpPr/>
          <p:nvPr/>
        </p:nvSpPr>
        <p:spPr>
          <a:xfrm>
            <a:off x="1086443" y="26055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Freeform 822"/>
          <p:cNvSpPr/>
          <p:nvPr/>
        </p:nvSpPr>
        <p:spPr>
          <a:xfrm>
            <a:off x="1171012" y="28621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4" name="Freeform 823"/>
          <p:cNvSpPr/>
          <p:nvPr/>
        </p:nvSpPr>
        <p:spPr>
          <a:xfrm>
            <a:off x="1052503" y="19658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Freeform 824"/>
          <p:cNvSpPr/>
          <p:nvPr/>
        </p:nvSpPr>
        <p:spPr>
          <a:xfrm>
            <a:off x="964035" y="20268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Freeform 825"/>
          <p:cNvSpPr/>
          <p:nvPr/>
        </p:nvSpPr>
        <p:spPr>
          <a:xfrm>
            <a:off x="1015592" y="31350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7" name="Freeform 826"/>
          <p:cNvSpPr/>
          <p:nvPr/>
        </p:nvSpPr>
        <p:spPr>
          <a:xfrm>
            <a:off x="1004761" y="22883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Freeform 827"/>
          <p:cNvSpPr/>
          <p:nvPr/>
        </p:nvSpPr>
        <p:spPr>
          <a:xfrm>
            <a:off x="984964" y="17193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Freeform 828"/>
          <p:cNvSpPr/>
          <p:nvPr/>
        </p:nvSpPr>
        <p:spPr>
          <a:xfrm>
            <a:off x="1094627" y="16870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0" name="Freeform 829"/>
          <p:cNvSpPr/>
          <p:nvPr/>
        </p:nvSpPr>
        <p:spPr>
          <a:xfrm>
            <a:off x="1022946" y="17039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Freeform 830"/>
          <p:cNvSpPr/>
          <p:nvPr/>
        </p:nvSpPr>
        <p:spPr>
          <a:xfrm>
            <a:off x="934580" y="220616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Freeform 831"/>
          <p:cNvSpPr/>
          <p:nvPr/>
        </p:nvSpPr>
        <p:spPr>
          <a:xfrm>
            <a:off x="1111977" y="26559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3" name="Freeform 832"/>
          <p:cNvSpPr/>
          <p:nvPr/>
        </p:nvSpPr>
        <p:spPr>
          <a:xfrm>
            <a:off x="1058356" y="27773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Freeform 833"/>
          <p:cNvSpPr/>
          <p:nvPr/>
        </p:nvSpPr>
        <p:spPr>
          <a:xfrm>
            <a:off x="1089418" y="20506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Freeform 834"/>
          <p:cNvSpPr/>
          <p:nvPr/>
        </p:nvSpPr>
        <p:spPr>
          <a:xfrm>
            <a:off x="1072760" y="20329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6" name="Freeform 835"/>
          <p:cNvSpPr/>
          <p:nvPr/>
        </p:nvSpPr>
        <p:spPr>
          <a:xfrm>
            <a:off x="1107647" y="15709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Freeform 836"/>
          <p:cNvSpPr/>
          <p:nvPr/>
        </p:nvSpPr>
        <p:spPr>
          <a:xfrm>
            <a:off x="1068269" y="16662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Freeform 837"/>
          <p:cNvSpPr/>
          <p:nvPr/>
        </p:nvSpPr>
        <p:spPr>
          <a:xfrm>
            <a:off x="1147749" y="22932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9" name="Freeform 838"/>
          <p:cNvSpPr/>
          <p:nvPr/>
        </p:nvSpPr>
        <p:spPr>
          <a:xfrm>
            <a:off x="1093938" y="28590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Freeform 839"/>
          <p:cNvSpPr/>
          <p:nvPr/>
        </p:nvSpPr>
        <p:spPr>
          <a:xfrm>
            <a:off x="1091755" y="23883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Freeform 840"/>
          <p:cNvSpPr/>
          <p:nvPr/>
        </p:nvSpPr>
        <p:spPr>
          <a:xfrm>
            <a:off x="1092935" y="211543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2" name="Freeform 841"/>
          <p:cNvSpPr/>
          <p:nvPr/>
        </p:nvSpPr>
        <p:spPr>
          <a:xfrm>
            <a:off x="969123" y="23287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Freeform 842"/>
          <p:cNvSpPr/>
          <p:nvPr/>
        </p:nvSpPr>
        <p:spPr>
          <a:xfrm>
            <a:off x="1054826" y="25200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Freeform 843"/>
          <p:cNvSpPr/>
          <p:nvPr/>
        </p:nvSpPr>
        <p:spPr>
          <a:xfrm>
            <a:off x="1048546" y="20972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5" name="Freeform 844"/>
          <p:cNvSpPr/>
          <p:nvPr/>
        </p:nvSpPr>
        <p:spPr>
          <a:xfrm>
            <a:off x="1079515" y="24823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Freeform 845"/>
          <p:cNvSpPr/>
          <p:nvPr/>
        </p:nvSpPr>
        <p:spPr>
          <a:xfrm>
            <a:off x="975620" y="25455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Freeform 846"/>
          <p:cNvSpPr/>
          <p:nvPr/>
        </p:nvSpPr>
        <p:spPr>
          <a:xfrm>
            <a:off x="1174144" y="206749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8" name="Freeform 847"/>
          <p:cNvSpPr/>
          <p:nvPr/>
        </p:nvSpPr>
        <p:spPr>
          <a:xfrm>
            <a:off x="1072672" y="24305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Freeform 848"/>
          <p:cNvSpPr/>
          <p:nvPr/>
        </p:nvSpPr>
        <p:spPr>
          <a:xfrm>
            <a:off x="985396" y="21017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Freeform 849"/>
          <p:cNvSpPr/>
          <p:nvPr/>
        </p:nvSpPr>
        <p:spPr>
          <a:xfrm>
            <a:off x="952390" y="20869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1" name="Freeform 850"/>
          <p:cNvSpPr/>
          <p:nvPr/>
        </p:nvSpPr>
        <p:spPr>
          <a:xfrm>
            <a:off x="1047088" y="28057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Freeform 851"/>
          <p:cNvSpPr/>
          <p:nvPr/>
        </p:nvSpPr>
        <p:spPr>
          <a:xfrm>
            <a:off x="1059799" y="24708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3" name="Freeform 852"/>
          <p:cNvSpPr/>
          <p:nvPr/>
        </p:nvSpPr>
        <p:spPr>
          <a:xfrm>
            <a:off x="1018100" y="14943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4" name="Freeform 853"/>
          <p:cNvSpPr/>
          <p:nvPr/>
        </p:nvSpPr>
        <p:spPr>
          <a:xfrm>
            <a:off x="1071857" y="28172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5" name="Freeform 854"/>
          <p:cNvSpPr/>
          <p:nvPr/>
        </p:nvSpPr>
        <p:spPr>
          <a:xfrm>
            <a:off x="1023216" y="330296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6" name="Freeform 855"/>
          <p:cNvSpPr/>
          <p:nvPr/>
        </p:nvSpPr>
        <p:spPr>
          <a:xfrm>
            <a:off x="1102341" y="31733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7" name="Freeform 856"/>
          <p:cNvSpPr/>
          <p:nvPr/>
        </p:nvSpPr>
        <p:spPr>
          <a:xfrm>
            <a:off x="1017686" y="22111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8" name="Freeform 857"/>
          <p:cNvSpPr/>
          <p:nvPr/>
        </p:nvSpPr>
        <p:spPr>
          <a:xfrm>
            <a:off x="1063193" y="22102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9" name="Freeform 858"/>
          <p:cNvSpPr/>
          <p:nvPr/>
        </p:nvSpPr>
        <p:spPr>
          <a:xfrm>
            <a:off x="1130677" y="22858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0" name="Freeform 859"/>
          <p:cNvSpPr/>
          <p:nvPr/>
        </p:nvSpPr>
        <p:spPr>
          <a:xfrm>
            <a:off x="1236336" y="16081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1" name="Freeform 860"/>
          <p:cNvSpPr/>
          <p:nvPr/>
        </p:nvSpPr>
        <p:spPr>
          <a:xfrm>
            <a:off x="998906" y="35859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2" name="Freeform 861"/>
          <p:cNvSpPr/>
          <p:nvPr/>
        </p:nvSpPr>
        <p:spPr>
          <a:xfrm>
            <a:off x="1034935" y="20245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3" name="Freeform 862"/>
          <p:cNvSpPr/>
          <p:nvPr/>
        </p:nvSpPr>
        <p:spPr>
          <a:xfrm>
            <a:off x="1010038" y="14314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4" name="Freeform 863"/>
          <p:cNvSpPr/>
          <p:nvPr/>
        </p:nvSpPr>
        <p:spPr>
          <a:xfrm>
            <a:off x="1117775" y="27998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5" name="Freeform 864"/>
          <p:cNvSpPr/>
          <p:nvPr/>
        </p:nvSpPr>
        <p:spPr>
          <a:xfrm>
            <a:off x="989589" y="24192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6" name="Freeform 865"/>
          <p:cNvSpPr/>
          <p:nvPr/>
        </p:nvSpPr>
        <p:spPr>
          <a:xfrm>
            <a:off x="1033618" y="26090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7" name="Freeform 866"/>
          <p:cNvSpPr/>
          <p:nvPr/>
        </p:nvSpPr>
        <p:spPr>
          <a:xfrm>
            <a:off x="1063784" y="26810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8" name="Freeform 867"/>
          <p:cNvSpPr/>
          <p:nvPr/>
        </p:nvSpPr>
        <p:spPr>
          <a:xfrm>
            <a:off x="1000828" y="23919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9" name="Freeform 868"/>
          <p:cNvSpPr/>
          <p:nvPr/>
        </p:nvSpPr>
        <p:spPr>
          <a:xfrm>
            <a:off x="1002244" y="14996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0" name="Freeform 869"/>
          <p:cNvSpPr/>
          <p:nvPr/>
        </p:nvSpPr>
        <p:spPr>
          <a:xfrm>
            <a:off x="1034197" y="12910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1" name="Freeform 870"/>
          <p:cNvSpPr/>
          <p:nvPr/>
        </p:nvSpPr>
        <p:spPr>
          <a:xfrm>
            <a:off x="926417" y="23968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2" name="Freeform 871"/>
          <p:cNvSpPr/>
          <p:nvPr/>
        </p:nvSpPr>
        <p:spPr>
          <a:xfrm>
            <a:off x="969863" y="12566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3" name="Freeform 872"/>
          <p:cNvSpPr/>
          <p:nvPr/>
        </p:nvSpPr>
        <p:spPr>
          <a:xfrm>
            <a:off x="1038349" y="22078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4" name="Freeform 873"/>
          <p:cNvSpPr/>
          <p:nvPr/>
        </p:nvSpPr>
        <p:spPr>
          <a:xfrm>
            <a:off x="1075580" y="13336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Freeform 874"/>
          <p:cNvSpPr/>
          <p:nvPr/>
        </p:nvSpPr>
        <p:spPr>
          <a:xfrm>
            <a:off x="1053425" y="22734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Freeform 875"/>
          <p:cNvSpPr/>
          <p:nvPr/>
        </p:nvSpPr>
        <p:spPr>
          <a:xfrm>
            <a:off x="948073" y="21592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7" name="Freeform 876"/>
          <p:cNvSpPr/>
          <p:nvPr/>
        </p:nvSpPr>
        <p:spPr>
          <a:xfrm>
            <a:off x="1034982" y="20400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8" name="Freeform 877"/>
          <p:cNvSpPr/>
          <p:nvPr/>
        </p:nvSpPr>
        <p:spPr>
          <a:xfrm>
            <a:off x="1118711" y="608495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9" name="Freeform 878"/>
          <p:cNvSpPr/>
          <p:nvPr/>
        </p:nvSpPr>
        <p:spPr>
          <a:xfrm>
            <a:off x="1102620" y="17928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0" name="Freeform 879"/>
          <p:cNvSpPr/>
          <p:nvPr/>
        </p:nvSpPr>
        <p:spPr>
          <a:xfrm>
            <a:off x="1060524" y="25858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1" name="Freeform 880"/>
          <p:cNvSpPr/>
          <p:nvPr/>
        </p:nvSpPr>
        <p:spPr>
          <a:xfrm>
            <a:off x="1006885" y="1732917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2" name="Freeform 881"/>
          <p:cNvSpPr/>
          <p:nvPr/>
        </p:nvSpPr>
        <p:spPr>
          <a:xfrm>
            <a:off x="1107618" y="24100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3" name="Freeform 882"/>
          <p:cNvSpPr/>
          <p:nvPr/>
        </p:nvSpPr>
        <p:spPr>
          <a:xfrm>
            <a:off x="1027345" y="24751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4" name="Freeform 883"/>
          <p:cNvSpPr/>
          <p:nvPr/>
        </p:nvSpPr>
        <p:spPr>
          <a:xfrm>
            <a:off x="988186" y="17636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5" name="Freeform 884"/>
          <p:cNvSpPr/>
          <p:nvPr/>
        </p:nvSpPr>
        <p:spPr>
          <a:xfrm>
            <a:off x="1012535" y="22101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6" name="Freeform 885"/>
          <p:cNvSpPr/>
          <p:nvPr/>
        </p:nvSpPr>
        <p:spPr>
          <a:xfrm>
            <a:off x="1161822" y="20842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7" name="Freeform 886"/>
          <p:cNvSpPr/>
          <p:nvPr/>
        </p:nvSpPr>
        <p:spPr>
          <a:xfrm>
            <a:off x="1080353" y="22188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8" name="Freeform 887"/>
          <p:cNvSpPr/>
          <p:nvPr/>
        </p:nvSpPr>
        <p:spPr>
          <a:xfrm>
            <a:off x="1142645" y="20547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9" name="Freeform 888"/>
          <p:cNvSpPr/>
          <p:nvPr/>
        </p:nvSpPr>
        <p:spPr>
          <a:xfrm>
            <a:off x="1033951" y="20097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0" name="Freeform 889"/>
          <p:cNvSpPr/>
          <p:nvPr/>
        </p:nvSpPr>
        <p:spPr>
          <a:xfrm>
            <a:off x="1127978" y="32115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Freeform 890"/>
          <p:cNvSpPr/>
          <p:nvPr/>
        </p:nvSpPr>
        <p:spPr>
          <a:xfrm>
            <a:off x="1025847" y="18867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2" name="Freeform 891"/>
          <p:cNvSpPr/>
          <p:nvPr/>
        </p:nvSpPr>
        <p:spPr>
          <a:xfrm>
            <a:off x="1055304" y="27256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3" name="Freeform 892"/>
          <p:cNvSpPr/>
          <p:nvPr/>
        </p:nvSpPr>
        <p:spPr>
          <a:xfrm>
            <a:off x="1230676" y="29598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4" name="Freeform 893"/>
          <p:cNvSpPr/>
          <p:nvPr/>
        </p:nvSpPr>
        <p:spPr>
          <a:xfrm>
            <a:off x="1116635" y="22556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5" name="Freeform 894"/>
          <p:cNvSpPr/>
          <p:nvPr/>
        </p:nvSpPr>
        <p:spPr>
          <a:xfrm>
            <a:off x="1032503" y="21832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6" name="Freeform 895"/>
          <p:cNvSpPr/>
          <p:nvPr/>
        </p:nvSpPr>
        <p:spPr>
          <a:xfrm>
            <a:off x="1060121" y="25788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Freeform 896"/>
          <p:cNvSpPr/>
          <p:nvPr/>
        </p:nvSpPr>
        <p:spPr>
          <a:xfrm>
            <a:off x="1087387" y="18031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8" name="Freeform 897"/>
          <p:cNvSpPr/>
          <p:nvPr/>
        </p:nvSpPr>
        <p:spPr>
          <a:xfrm>
            <a:off x="1146042" y="29088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9" name="Freeform 898"/>
          <p:cNvSpPr/>
          <p:nvPr/>
        </p:nvSpPr>
        <p:spPr>
          <a:xfrm>
            <a:off x="1033301" y="24330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" name="Freeform 899"/>
          <p:cNvSpPr/>
          <p:nvPr/>
        </p:nvSpPr>
        <p:spPr>
          <a:xfrm>
            <a:off x="950239" y="25235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" name="Freeform 900"/>
          <p:cNvSpPr/>
          <p:nvPr/>
        </p:nvSpPr>
        <p:spPr>
          <a:xfrm>
            <a:off x="1047197" y="22496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Freeform 901"/>
          <p:cNvSpPr/>
          <p:nvPr/>
        </p:nvSpPr>
        <p:spPr>
          <a:xfrm>
            <a:off x="1066768" y="20840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Freeform 902"/>
          <p:cNvSpPr/>
          <p:nvPr/>
        </p:nvSpPr>
        <p:spPr>
          <a:xfrm>
            <a:off x="1073013" y="27388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Freeform 903"/>
          <p:cNvSpPr/>
          <p:nvPr/>
        </p:nvSpPr>
        <p:spPr>
          <a:xfrm>
            <a:off x="1153088" y="18574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" name="Freeform 904"/>
          <p:cNvSpPr/>
          <p:nvPr/>
        </p:nvSpPr>
        <p:spPr>
          <a:xfrm>
            <a:off x="1086754" y="21939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" name="Freeform 905"/>
          <p:cNvSpPr/>
          <p:nvPr/>
        </p:nvSpPr>
        <p:spPr>
          <a:xfrm>
            <a:off x="1119671" y="31886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Freeform 906"/>
          <p:cNvSpPr/>
          <p:nvPr/>
        </p:nvSpPr>
        <p:spPr>
          <a:xfrm>
            <a:off x="992706" y="32225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" name="Freeform 907"/>
          <p:cNvSpPr/>
          <p:nvPr/>
        </p:nvSpPr>
        <p:spPr>
          <a:xfrm>
            <a:off x="1123318" y="22322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Freeform 908"/>
          <p:cNvSpPr/>
          <p:nvPr/>
        </p:nvSpPr>
        <p:spPr>
          <a:xfrm>
            <a:off x="1204798" y="23383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Freeform 909"/>
          <p:cNvSpPr/>
          <p:nvPr/>
        </p:nvSpPr>
        <p:spPr>
          <a:xfrm>
            <a:off x="1117017" y="22785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Freeform 910"/>
          <p:cNvSpPr/>
          <p:nvPr/>
        </p:nvSpPr>
        <p:spPr>
          <a:xfrm>
            <a:off x="1082567" y="22402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" name="Freeform 911"/>
          <p:cNvSpPr/>
          <p:nvPr/>
        </p:nvSpPr>
        <p:spPr>
          <a:xfrm>
            <a:off x="1075962" y="21111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3" name="Freeform 912"/>
          <p:cNvSpPr/>
          <p:nvPr/>
        </p:nvSpPr>
        <p:spPr>
          <a:xfrm>
            <a:off x="1184295" y="17437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Freeform 913"/>
          <p:cNvSpPr/>
          <p:nvPr/>
        </p:nvSpPr>
        <p:spPr>
          <a:xfrm>
            <a:off x="1004244" y="27913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5" name="Freeform 914"/>
          <p:cNvSpPr/>
          <p:nvPr/>
        </p:nvSpPr>
        <p:spPr>
          <a:xfrm>
            <a:off x="1058377" y="28222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Freeform 915"/>
          <p:cNvSpPr/>
          <p:nvPr/>
        </p:nvSpPr>
        <p:spPr>
          <a:xfrm>
            <a:off x="1096275" y="27822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Freeform 916"/>
          <p:cNvSpPr/>
          <p:nvPr/>
        </p:nvSpPr>
        <p:spPr>
          <a:xfrm>
            <a:off x="1115100" y="20789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Freeform 917"/>
          <p:cNvSpPr/>
          <p:nvPr/>
        </p:nvSpPr>
        <p:spPr>
          <a:xfrm>
            <a:off x="1036738" y="15925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9" name="Freeform 918"/>
          <p:cNvSpPr/>
          <p:nvPr/>
        </p:nvSpPr>
        <p:spPr>
          <a:xfrm>
            <a:off x="1086133" y="24454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0" name="Freeform 919"/>
          <p:cNvSpPr/>
          <p:nvPr/>
        </p:nvSpPr>
        <p:spPr>
          <a:xfrm>
            <a:off x="1047312" y="34988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" name="Freeform 920"/>
          <p:cNvSpPr/>
          <p:nvPr/>
        </p:nvSpPr>
        <p:spPr>
          <a:xfrm>
            <a:off x="1073739" y="30929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2" name="Freeform 921"/>
          <p:cNvSpPr/>
          <p:nvPr/>
        </p:nvSpPr>
        <p:spPr>
          <a:xfrm>
            <a:off x="1056985" y="26498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3" name="Freeform 922"/>
          <p:cNvSpPr/>
          <p:nvPr/>
        </p:nvSpPr>
        <p:spPr>
          <a:xfrm>
            <a:off x="990021" y="25097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4" name="Freeform 923"/>
          <p:cNvSpPr/>
          <p:nvPr/>
        </p:nvSpPr>
        <p:spPr>
          <a:xfrm>
            <a:off x="1064347" y="24337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5" name="Freeform 924"/>
          <p:cNvSpPr/>
          <p:nvPr/>
        </p:nvSpPr>
        <p:spPr>
          <a:xfrm>
            <a:off x="1123932" y="22063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6" name="Freeform 925"/>
          <p:cNvSpPr/>
          <p:nvPr/>
        </p:nvSpPr>
        <p:spPr>
          <a:xfrm>
            <a:off x="1001601" y="23845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7" name="Freeform 926"/>
          <p:cNvSpPr/>
          <p:nvPr/>
        </p:nvSpPr>
        <p:spPr>
          <a:xfrm>
            <a:off x="1049755" y="16920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" name="Freeform 927"/>
          <p:cNvSpPr/>
          <p:nvPr/>
        </p:nvSpPr>
        <p:spPr>
          <a:xfrm>
            <a:off x="1109845" y="25699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9" name="Freeform 928"/>
          <p:cNvSpPr/>
          <p:nvPr/>
        </p:nvSpPr>
        <p:spPr>
          <a:xfrm>
            <a:off x="994779" y="26647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" name="Freeform 929"/>
          <p:cNvSpPr/>
          <p:nvPr/>
        </p:nvSpPr>
        <p:spPr>
          <a:xfrm>
            <a:off x="1077862" y="19823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Freeform 930"/>
          <p:cNvSpPr/>
          <p:nvPr/>
        </p:nvSpPr>
        <p:spPr>
          <a:xfrm>
            <a:off x="995425" y="30073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Freeform 931"/>
          <p:cNvSpPr/>
          <p:nvPr/>
        </p:nvSpPr>
        <p:spPr>
          <a:xfrm>
            <a:off x="1141012" y="20276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" name="Freeform 932"/>
          <p:cNvSpPr/>
          <p:nvPr/>
        </p:nvSpPr>
        <p:spPr>
          <a:xfrm>
            <a:off x="1219166" y="21737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Freeform 933"/>
          <p:cNvSpPr/>
          <p:nvPr/>
        </p:nvSpPr>
        <p:spPr>
          <a:xfrm>
            <a:off x="1199891" y="23009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" name="Freeform 934"/>
          <p:cNvSpPr/>
          <p:nvPr/>
        </p:nvSpPr>
        <p:spPr>
          <a:xfrm>
            <a:off x="1051208" y="14178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6" name="Freeform 935"/>
          <p:cNvSpPr/>
          <p:nvPr/>
        </p:nvSpPr>
        <p:spPr>
          <a:xfrm>
            <a:off x="1114847" y="254255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7" name="Freeform 936"/>
          <p:cNvSpPr/>
          <p:nvPr/>
        </p:nvSpPr>
        <p:spPr>
          <a:xfrm>
            <a:off x="1073773" y="11776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8" name="Freeform 937"/>
          <p:cNvSpPr/>
          <p:nvPr/>
        </p:nvSpPr>
        <p:spPr>
          <a:xfrm>
            <a:off x="1072520" y="23406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9" name="Freeform 938"/>
          <p:cNvSpPr/>
          <p:nvPr/>
        </p:nvSpPr>
        <p:spPr>
          <a:xfrm>
            <a:off x="1168416" y="28757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Freeform 939"/>
          <p:cNvSpPr/>
          <p:nvPr/>
        </p:nvSpPr>
        <p:spPr>
          <a:xfrm>
            <a:off x="978241" y="21903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Freeform 940"/>
          <p:cNvSpPr/>
          <p:nvPr/>
        </p:nvSpPr>
        <p:spPr>
          <a:xfrm>
            <a:off x="1135749" y="27735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Freeform 941"/>
          <p:cNvSpPr/>
          <p:nvPr/>
        </p:nvSpPr>
        <p:spPr>
          <a:xfrm>
            <a:off x="1062498" y="26084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Freeform 942"/>
          <p:cNvSpPr/>
          <p:nvPr/>
        </p:nvSpPr>
        <p:spPr>
          <a:xfrm>
            <a:off x="1159181" y="20239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4" name="Freeform 943"/>
          <p:cNvSpPr/>
          <p:nvPr/>
        </p:nvSpPr>
        <p:spPr>
          <a:xfrm>
            <a:off x="1078167" y="19432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Freeform 944"/>
          <p:cNvSpPr/>
          <p:nvPr/>
        </p:nvSpPr>
        <p:spPr>
          <a:xfrm>
            <a:off x="1021126" y="25425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Freeform 945"/>
          <p:cNvSpPr/>
          <p:nvPr/>
        </p:nvSpPr>
        <p:spPr>
          <a:xfrm>
            <a:off x="1084131" y="172355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7" name="Freeform 946"/>
          <p:cNvSpPr/>
          <p:nvPr/>
        </p:nvSpPr>
        <p:spPr>
          <a:xfrm>
            <a:off x="1114567" y="16370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8" name="Freeform 947"/>
          <p:cNvSpPr/>
          <p:nvPr/>
        </p:nvSpPr>
        <p:spPr>
          <a:xfrm>
            <a:off x="1068120" y="14951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Freeform 948"/>
          <p:cNvSpPr/>
          <p:nvPr/>
        </p:nvSpPr>
        <p:spPr>
          <a:xfrm>
            <a:off x="1098121" y="1956587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0" name="Freeform 949"/>
          <p:cNvSpPr/>
          <p:nvPr/>
        </p:nvSpPr>
        <p:spPr>
          <a:xfrm>
            <a:off x="1031142" y="15322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1" name="Freeform 950"/>
          <p:cNvSpPr/>
          <p:nvPr/>
        </p:nvSpPr>
        <p:spPr>
          <a:xfrm>
            <a:off x="924198" y="31829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2" name="Freeform 951"/>
          <p:cNvSpPr/>
          <p:nvPr/>
        </p:nvSpPr>
        <p:spPr>
          <a:xfrm>
            <a:off x="1125449" y="23877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3" name="Freeform 952"/>
          <p:cNvSpPr/>
          <p:nvPr/>
        </p:nvSpPr>
        <p:spPr>
          <a:xfrm>
            <a:off x="1112125" y="26671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Freeform 953"/>
          <p:cNvSpPr/>
          <p:nvPr/>
        </p:nvSpPr>
        <p:spPr>
          <a:xfrm>
            <a:off x="1075576" y="21653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Freeform 954"/>
          <p:cNvSpPr/>
          <p:nvPr/>
        </p:nvSpPr>
        <p:spPr>
          <a:xfrm>
            <a:off x="1070285" y="25167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Freeform 955"/>
          <p:cNvSpPr/>
          <p:nvPr/>
        </p:nvSpPr>
        <p:spPr>
          <a:xfrm>
            <a:off x="1134489" y="23105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Freeform 956"/>
          <p:cNvSpPr/>
          <p:nvPr/>
        </p:nvSpPr>
        <p:spPr>
          <a:xfrm>
            <a:off x="1035426" y="12682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8" name="Freeform 957"/>
          <p:cNvSpPr/>
          <p:nvPr/>
        </p:nvSpPr>
        <p:spPr>
          <a:xfrm>
            <a:off x="1018880" y="23123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Freeform 958"/>
          <p:cNvSpPr/>
          <p:nvPr/>
        </p:nvSpPr>
        <p:spPr>
          <a:xfrm>
            <a:off x="1053240" y="20154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Freeform 959"/>
          <p:cNvSpPr/>
          <p:nvPr/>
        </p:nvSpPr>
        <p:spPr>
          <a:xfrm>
            <a:off x="1144625" y="23441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Freeform 960"/>
          <p:cNvSpPr/>
          <p:nvPr/>
        </p:nvSpPr>
        <p:spPr>
          <a:xfrm>
            <a:off x="973735" y="21874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2" name="Freeform 961"/>
          <p:cNvSpPr/>
          <p:nvPr/>
        </p:nvSpPr>
        <p:spPr>
          <a:xfrm>
            <a:off x="1144806" y="22229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3" name="Freeform 962"/>
          <p:cNvSpPr/>
          <p:nvPr/>
        </p:nvSpPr>
        <p:spPr>
          <a:xfrm>
            <a:off x="1023343" y="1997847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4" name="Freeform 963"/>
          <p:cNvSpPr/>
          <p:nvPr/>
        </p:nvSpPr>
        <p:spPr>
          <a:xfrm>
            <a:off x="992731" y="16330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5" name="Freeform 964"/>
          <p:cNvSpPr/>
          <p:nvPr/>
        </p:nvSpPr>
        <p:spPr>
          <a:xfrm>
            <a:off x="1149332" y="13877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6" name="Freeform 965"/>
          <p:cNvSpPr/>
          <p:nvPr/>
        </p:nvSpPr>
        <p:spPr>
          <a:xfrm>
            <a:off x="1059320" y="20684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7" name="Freeform 966"/>
          <p:cNvSpPr/>
          <p:nvPr/>
        </p:nvSpPr>
        <p:spPr>
          <a:xfrm>
            <a:off x="979498" y="19259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Freeform 967"/>
          <p:cNvSpPr/>
          <p:nvPr/>
        </p:nvSpPr>
        <p:spPr>
          <a:xfrm>
            <a:off x="1041951" y="28115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Freeform 968"/>
          <p:cNvSpPr/>
          <p:nvPr/>
        </p:nvSpPr>
        <p:spPr>
          <a:xfrm>
            <a:off x="1127507" y="2270678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Freeform 969"/>
          <p:cNvSpPr/>
          <p:nvPr/>
        </p:nvSpPr>
        <p:spPr>
          <a:xfrm>
            <a:off x="1144822" y="17475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Freeform 970"/>
          <p:cNvSpPr/>
          <p:nvPr/>
        </p:nvSpPr>
        <p:spPr>
          <a:xfrm>
            <a:off x="1037416" y="17853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" name="Freeform 971"/>
          <p:cNvSpPr/>
          <p:nvPr/>
        </p:nvSpPr>
        <p:spPr>
          <a:xfrm>
            <a:off x="1092700" y="21182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Freeform 972"/>
          <p:cNvSpPr/>
          <p:nvPr/>
        </p:nvSpPr>
        <p:spPr>
          <a:xfrm>
            <a:off x="1113115" y="17749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Freeform 973"/>
          <p:cNvSpPr/>
          <p:nvPr/>
        </p:nvSpPr>
        <p:spPr>
          <a:xfrm>
            <a:off x="1022987" y="19762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5" name="Freeform 974"/>
          <p:cNvSpPr/>
          <p:nvPr/>
        </p:nvSpPr>
        <p:spPr>
          <a:xfrm>
            <a:off x="1089298" y="16152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6" name="Freeform 975"/>
          <p:cNvSpPr/>
          <p:nvPr/>
        </p:nvSpPr>
        <p:spPr>
          <a:xfrm>
            <a:off x="1063633" y="20787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7" name="Freeform 976"/>
          <p:cNvSpPr/>
          <p:nvPr/>
        </p:nvSpPr>
        <p:spPr>
          <a:xfrm>
            <a:off x="1030191" y="24069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8" name="Freeform 977"/>
          <p:cNvSpPr/>
          <p:nvPr/>
        </p:nvSpPr>
        <p:spPr>
          <a:xfrm>
            <a:off x="1033101" y="20550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9" name="Freeform 978"/>
          <p:cNvSpPr/>
          <p:nvPr/>
        </p:nvSpPr>
        <p:spPr>
          <a:xfrm>
            <a:off x="1070194" y="37171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0" name="Freeform 979"/>
          <p:cNvSpPr/>
          <p:nvPr/>
        </p:nvSpPr>
        <p:spPr>
          <a:xfrm>
            <a:off x="1067727" y="2031144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1" name="Freeform 980"/>
          <p:cNvSpPr/>
          <p:nvPr/>
        </p:nvSpPr>
        <p:spPr>
          <a:xfrm>
            <a:off x="1028236" y="40823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2" name="Freeform 981"/>
          <p:cNvSpPr/>
          <p:nvPr/>
        </p:nvSpPr>
        <p:spPr>
          <a:xfrm>
            <a:off x="1037493" y="310289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Freeform 982"/>
          <p:cNvSpPr/>
          <p:nvPr/>
        </p:nvSpPr>
        <p:spPr>
          <a:xfrm>
            <a:off x="1139599" y="19960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4" name="Freeform 983"/>
          <p:cNvSpPr/>
          <p:nvPr/>
        </p:nvSpPr>
        <p:spPr>
          <a:xfrm>
            <a:off x="1079931" y="19829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Freeform 984"/>
          <p:cNvSpPr/>
          <p:nvPr/>
        </p:nvSpPr>
        <p:spPr>
          <a:xfrm>
            <a:off x="1124459" y="28174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6" name="Freeform 985"/>
          <p:cNvSpPr/>
          <p:nvPr/>
        </p:nvSpPr>
        <p:spPr>
          <a:xfrm>
            <a:off x="1145469" y="25882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Freeform 986"/>
          <p:cNvSpPr/>
          <p:nvPr/>
        </p:nvSpPr>
        <p:spPr>
          <a:xfrm>
            <a:off x="1104807" y="15286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8" name="Freeform 987"/>
          <p:cNvSpPr/>
          <p:nvPr/>
        </p:nvSpPr>
        <p:spPr>
          <a:xfrm>
            <a:off x="1216384" y="24722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9" name="Freeform 988"/>
          <p:cNvSpPr/>
          <p:nvPr/>
        </p:nvSpPr>
        <p:spPr>
          <a:xfrm>
            <a:off x="1011002" y="10847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" name="Freeform 989"/>
          <p:cNvSpPr/>
          <p:nvPr/>
        </p:nvSpPr>
        <p:spPr>
          <a:xfrm>
            <a:off x="1119372" y="22269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1" name="Freeform 990"/>
          <p:cNvSpPr/>
          <p:nvPr/>
        </p:nvSpPr>
        <p:spPr>
          <a:xfrm>
            <a:off x="1044643" y="201834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2" name="Freeform 991"/>
          <p:cNvSpPr/>
          <p:nvPr/>
        </p:nvSpPr>
        <p:spPr>
          <a:xfrm>
            <a:off x="1188848" y="1403264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3" name="Freeform 992"/>
          <p:cNvSpPr/>
          <p:nvPr/>
        </p:nvSpPr>
        <p:spPr>
          <a:xfrm>
            <a:off x="1178544" y="21592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4" name="Freeform 993"/>
          <p:cNvSpPr/>
          <p:nvPr/>
        </p:nvSpPr>
        <p:spPr>
          <a:xfrm>
            <a:off x="936117" y="27359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5" name="Freeform 994"/>
          <p:cNvSpPr/>
          <p:nvPr/>
        </p:nvSpPr>
        <p:spPr>
          <a:xfrm>
            <a:off x="1001479" y="22817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Freeform 995"/>
          <p:cNvSpPr/>
          <p:nvPr/>
        </p:nvSpPr>
        <p:spPr>
          <a:xfrm>
            <a:off x="1109814" y="22440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7" name="Freeform 996"/>
          <p:cNvSpPr/>
          <p:nvPr/>
        </p:nvSpPr>
        <p:spPr>
          <a:xfrm>
            <a:off x="1118142" y="29203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Freeform 997"/>
          <p:cNvSpPr/>
          <p:nvPr/>
        </p:nvSpPr>
        <p:spPr>
          <a:xfrm>
            <a:off x="1114606" y="23561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Freeform 998"/>
          <p:cNvSpPr/>
          <p:nvPr/>
        </p:nvSpPr>
        <p:spPr>
          <a:xfrm>
            <a:off x="1061046" y="26036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" name="Freeform 999"/>
          <p:cNvSpPr/>
          <p:nvPr/>
        </p:nvSpPr>
        <p:spPr>
          <a:xfrm>
            <a:off x="1095937" y="17556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Freeform 1000"/>
          <p:cNvSpPr/>
          <p:nvPr/>
        </p:nvSpPr>
        <p:spPr>
          <a:xfrm>
            <a:off x="1109065" y="22083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Freeform 1001"/>
          <p:cNvSpPr/>
          <p:nvPr/>
        </p:nvSpPr>
        <p:spPr>
          <a:xfrm>
            <a:off x="1060582" y="23698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3" name="Freeform 1002"/>
          <p:cNvSpPr/>
          <p:nvPr/>
        </p:nvSpPr>
        <p:spPr>
          <a:xfrm>
            <a:off x="1133892" y="22799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4" name="Freeform 1003"/>
          <p:cNvSpPr/>
          <p:nvPr/>
        </p:nvSpPr>
        <p:spPr>
          <a:xfrm>
            <a:off x="915866" y="21124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5" name="Freeform 1004"/>
          <p:cNvSpPr/>
          <p:nvPr/>
        </p:nvSpPr>
        <p:spPr>
          <a:xfrm>
            <a:off x="1107789" y="19121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6" name="Freeform 1005"/>
          <p:cNvSpPr/>
          <p:nvPr/>
        </p:nvSpPr>
        <p:spPr>
          <a:xfrm>
            <a:off x="997154" y="2734639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7" name="Freeform 1006"/>
          <p:cNvSpPr/>
          <p:nvPr/>
        </p:nvSpPr>
        <p:spPr>
          <a:xfrm>
            <a:off x="1129340" y="2755946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8" name="Freeform 1007"/>
          <p:cNvSpPr/>
          <p:nvPr/>
        </p:nvSpPr>
        <p:spPr>
          <a:xfrm>
            <a:off x="1050578" y="16638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9" name="Freeform 1008"/>
          <p:cNvSpPr/>
          <p:nvPr/>
        </p:nvSpPr>
        <p:spPr>
          <a:xfrm>
            <a:off x="1006790" y="243577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Freeform 1009"/>
          <p:cNvSpPr/>
          <p:nvPr/>
        </p:nvSpPr>
        <p:spPr>
          <a:xfrm>
            <a:off x="1090550" y="29468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Freeform 1010"/>
          <p:cNvSpPr/>
          <p:nvPr/>
        </p:nvSpPr>
        <p:spPr>
          <a:xfrm>
            <a:off x="1005295" y="20001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Freeform 1011"/>
          <p:cNvSpPr/>
          <p:nvPr/>
        </p:nvSpPr>
        <p:spPr>
          <a:xfrm>
            <a:off x="1005200" y="19901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Freeform 1012"/>
          <p:cNvSpPr/>
          <p:nvPr/>
        </p:nvSpPr>
        <p:spPr>
          <a:xfrm>
            <a:off x="961782" y="300482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4" name="Freeform 1013"/>
          <p:cNvSpPr/>
          <p:nvPr/>
        </p:nvSpPr>
        <p:spPr>
          <a:xfrm>
            <a:off x="1063976" y="21091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Freeform 1014"/>
          <p:cNvSpPr/>
          <p:nvPr/>
        </p:nvSpPr>
        <p:spPr>
          <a:xfrm>
            <a:off x="1098703" y="18516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Freeform 1015"/>
          <p:cNvSpPr/>
          <p:nvPr/>
        </p:nvSpPr>
        <p:spPr>
          <a:xfrm>
            <a:off x="1133608" y="20354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7" name="Freeform 1016"/>
          <p:cNvSpPr/>
          <p:nvPr/>
        </p:nvSpPr>
        <p:spPr>
          <a:xfrm>
            <a:off x="1056346" y="19043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8" name="Freeform 1017"/>
          <p:cNvSpPr/>
          <p:nvPr/>
        </p:nvSpPr>
        <p:spPr>
          <a:xfrm>
            <a:off x="1135255" y="294048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9" name="Freeform 1018"/>
          <p:cNvSpPr/>
          <p:nvPr/>
        </p:nvSpPr>
        <p:spPr>
          <a:xfrm>
            <a:off x="1066939" y="20575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0" name="Freeform 1019"/>
          <p:cNvSpPr/>
          <p:nvPr/>
        </p:nvSpPr>
        <p:spPr>
          <a:xfrm>
            <a:off x="1059559" y="23799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1" name="Freeform 1020"/>
          <p:cNvSpPr/>
          <p:nvPr/>
        </p:nvSpPr>
        <p:spPr>
          <a:xfrm>
            <a:off x="1103794" y="24716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2" name="Freeform 1021"/>
          <p:cNvSpPr/>
          <p:nvPr/>
        </p:nvSpPr>
        <p:spPr>
          <a:xfrm>
            <a:off x="1135954" y="178300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3" name="Freeform 1022"/>
          <p:cNvSpPr/>
          <p:nvPr/>
        </p:nvSpPr>
        <p:spPr>
          <a:xfrm>
            <a:off x="1043099" y="14732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" name="Freeform 1023"/>
          <p:cNvSpPr/>
          <p:nvPr/>
        </p:nvSpPr>
        <p:spPr>
          <a:xfrm>
            <a:off x="1049578" y="13129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5" name="Freeform 1024"/>
          <p:cNvSpPr/>
          <p:nvPr/>
        </p:nvSpPr>
        <p:spPr>
          <a:xfrm>
            <a:off x="1055079" y="15569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Freeform 1025"/>
          <p:cNvSpPr/>
          <p:nvPr/>
        </p:nvSpPr>
        <p:spPr>
          <a:xfrm>
            <a:off x="1071238" y="22817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7" name="Freeform 1026"/>
          <p:cNvSpPr/>
          <p:nvPr/>
        </p:nvSpPr>
        <p:spPr>
          <a:xfrm>
            <a:off x="1006020" y="20464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8" name="Freeform 1027"/>
          <p:cNvSpPr/>
          <p:nvPr/>
        </p:nvSpPr>
        <p:spPr>
          <a:xfrm>
            <a:off x="1133939" y="18357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Freeform 1028"/>
          <p:cNvSpPr/>
          <p:nvPr/>
        </p:nvSpPr>
        <p:spPr>
          <a:xfrm>
            <a:off x="1039186" y="216430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Freeform 1029"/>
          <p:cNvSpPr/>
          <p:nvPr/>
        </p:nvSpPr>
        <p:spPr>
          <a:xfrm>
            <a:off x="1096423" y="21594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1" name="Freeform 1030"/>
          <p:cNvSpPr/>
          <p:nvPr/>
        </p:nvSpPr>
        <p:spPr>
          <a:xfrm>
            <a:off x="1010990" y="18068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2" name="Freeform 1031"/>
          <p:cNvSpPr/>
          <p:nvPr/>
        </p:nvSpPr>
        <p:spPr>
          <a:xfrm>
            <a:off x="1089548" y="22561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3" name="Freeform 1032"/>
          <p:cNvSpPr/>
          <p:nvPr/>
        </p:nvSpPr>
        <p:spPr>
          <a:xfrm>
            <a:off x="1091723" y="25970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Freeform 1033"/>
          <p:cNvSpPr/>
          <p:nvPr/>
        </p:nvSpPr>
        <p:spPr>
          <a:xfrm>
            <a:off x="1037842" y="24368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5" name="Freeform 1034"/>
          <p:cNvSpPr/>
          <p:nvPr/>
        </p:nvSpPr>
        <p:spPr>
          <a:xfrm>
            <a:off x="1199801" y="19034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6" name="Freeform 1035"/>
          <p:cNvSpPr/>
          <p:nvPr/>
        </p:nvSpPr>
        <p:spPr>
          <a:xfrm>
            <a:off x="1090360" y="22244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7" name="Freeform 1036"/>
          <p:cNvSpPr/>
          <p:nvPr/>
        </p:nvSpPr>
        <p:spPr>
          <a:xfrm>
            <a:off x="1183618" y="20528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Freeform 1037"/>
          <p:cNvSpPr/>
          <p:nvPr/>
        </p:nvSpPr>
        <p:spPr>
          <a:xfrm>
            <a:off x="1129371" y="18850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Freeform 1038"/>
          <p:cNvSpPr/>
          <p:nvPr/>
        </p:nvSpPr>
        <p:spPr>
          <a:xfrm>
            <a:off x="1021816" y="24166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Freeform 1039"/>
          <p:cNvSpPr/>
          <p:nvPr/>
        </p:nvSpPr>
        <p:spPr>
          <a:xfrm>
            <a:off x="1040395" y="18411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Freeform 1040"/>
          <p:cNvSpPr/>
          <p:nvPr/>
        </p:nvSpPr>
        <p:spPr>
          <a:xfrm>
            <a:off x="1094676" y="20332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2" name="Freeform 1041"/>
          <p:cNvSpPr/>
          <p:nvPr/>
        </p:nvSpPr>
        <p:spPr>
          <a:xfrm>
            <a:off x="1069805" y="28542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Freeform 1042"/>
          <p:cNvSpPr/>
          <p:nvPr/>
        </p:nvSpPr>
        <p:spPr>
          <a:xfrm>
            <a:off x="1069028" y="14920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Freeform 1043"/>
          <p:cNvSpPr/>
          <p:nvPr/>
        </p:nvSpPr>
        <p:spPr>
          <a:xfrm>
            <a:off x="1046762" y="24807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5" name="Freeform 1044"/>
          <p:cNvSpPr/>
          <p:nvPr/>
        </p:nvSpPr>
        <p:spPr>
          <a:xfrm>
            <a:off x="945784" y="30681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6" name="Freeform 1045"/>
          <p:cNvSpPr/>
          <p:nvPr/>
        </p:nvSpPr>
        <p:spPr>
          <a:xfrm>
            <a:off x="1050793" y="27577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7" name="Freeform 1046"/>
          <p:cNvSpPr/>
          <p:nvPr/>
        </p:nvSpPr>
        <p:spPr>
          <a:xfrm>
            <a:off x="918611" y="27454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" name="Freeform 1047"/>
          <p:cNvSpPr/>
          <p:nvPr/>
        </p:nvSpPr>
        <p:spPr>
          <a:xfrm>
            <a:off x="1090411" y="21994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9" name="Freeform 1048"/>
          <p:cNvSpPr/>
          <p:nvPr/>
        </p:nvSpPr>
        <p:spPr>
          <a:xfrm>
            <a:off x="1017585" y="23653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0" name="Freeform 1049"/>
          <p:cNvSpPr/>
          <p:nvPr/>
        </p:nvSpPr>
        <p:spPr>
          <a:xfrm>
            <a:off x="1018291" y="23973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1" name="Freeform 1050"/>
          <p:cNvSpPr/>
          <p:nvPr/>
        </p:nvSpPr>
        <p:spPr>
          <a:xfrm>
            <a:off x="1051200" y="19106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2" name="Freeform 1051"/>
          <p:cNvSpPr/>
          <p:nvPr/>
        </p:nvSpPr>
        <p:spPr>
          <a:xfrm>
            <a:off x="1083835" y="2053028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Freeform 1052"/>
          <p:cNvSpPr/>
          <p:nvPr/>
        </p:nvSpPr>
        <p:spPr>
          <a:xfrm>
            <a:off x="970757" y="20651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Freeform 1053"/>
          <p:cNvSpPr/>
          <p:nvPr/>
        </p:nvSpPr>
        <p:spPr>
          <a:xfrm>
            <a:off x="949756" y="20174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" name="Freeform 1054"/>
          <p:cNvSpPr/>
          <p:nvPr/>
        </p:nvSpPr>
        <p:spPr>
          <a:xfrm>
            <a:off x="995031" y="19124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6" name="Freeform 1055"/>
          <p:cNvSpPr/>
          <p:nvPr/>
        </p:nvSpPr>
        <p:spPr>
          <a:xfrm>
            <a:off x="930311" y="329853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Freeform 1056"/>
          <p:cNvSpPr/>
          <p:nvPr/>
        </p:nvSpPr>
        <p:spPr>
          <a:xfrm>
            <a:off x="1001612" y="24113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Freeform 1057"/>
          <p:cNvSpPr/>
          <p:nvPr/>
        </p:nvSpPr>
        <p:spPr>
          <a:xfrm>
            <a:off x="1171277" y="33353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9" name="Freeform 1058"/>
          <p:cNvSpPr/>
          <p:nvPr/>
        </p:nvSpPr>
        <p:spPr>
          <a:xfrm>
            <a:off x="995660" y="22076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0" name="Freeform 1059"/>
          <p:cNvSpPr/>
          <p:nvPr/>
        </p:nvSpPr>
        <p:spPr>
          <a:xfrm>
            <a:off x="1108957" y="22283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1" name="Freeform 1060"/>
          <p:cNvSpPr/>
          <p:nvPr/>
        </p:nvSpPr>
        <p:spPr>
          <a:xfrm>
            <a:off x="974761" y="16939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2" name="Freeform 1061"/>
          <p:cNvSpPr/>
          <p:nvPr/>
        </p:nvSpPr>
        <p:spPr>
          <a:xfrm>
            <a:off x="1085589" y="16216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3" name="Freeform 1062"/>
          <p:cNvSpPr/>
          <p:nvPr/>
        </p:nvSpPr>
        <p:spPr>
          <a:xfrm>
            <a:off x="1044538" y="21227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4" name="Freeform 1063"/>
          <p:cNvSpPr/>
          <p:nvPr/>
        </p:nvSpPr>
        <p:spPr>
          <a:xfrm>
            <a:off x="1061780" y="24805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5" name="Freeform 1064"/>
          <p:cNvSpPr/>
          <p:nvPr/>
        </p:nvSpPr>
        <p:spPr>
          <a:xfrm>
            <a:off x="1103476" y="19791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Freeform 1065"/>
          <p:cNvSpPr/>
          <p:nvPr/>
        </p:nvSpPr>
        <p:spPr>
          <a:xfrm>
            <a:off x="1182245" y="24945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7" name="Freeform 1066"/>
          <p:cNvSpPr/>
          <p:nvPr/>
        </p:nvSpPr>
        <p:spPr>
          <a:xfrm>
            <a:off x="1078663" y="22266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Freeform 1067"/>
          <p:cNvSpPr/>
          <p:nvPr/>
        </p:nvSpPr>
        <p:spPr>
          <a:xfrm>
            <a:off x="1073996" y="17241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Freeform 1068"/>
          <p:cNvSpPr/>
          <p:nvPr/>
        </p:nvSpPr>
        <p:spPr>
          <a:xfrm>
            <a:off x="1001180" y="25097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0" name="Freeform 1069"/>
          <p:cNvSpPr/>
          <p:nvPr/>
        </p:nvSpPr>
        <p:spPr>
          <a:xfrm>
            <a:off x="1104442" y="18160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1" name="Freeform 1070"/>
          <p:cNvSpPr/>
          <p:nvPr/>
        </p:nvSpPr>
        <p:spPr>
          <a:xfrm>
            <a:off x="1049424" y="18812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2" name="Freeform 1071"/>
          <p:cNvSpPr/>
          <p:nvPr/>
        </p:nvSpPr>
        <p:spPr>
          <a:xfrm>
            <a:off x="1120937" y="27117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3" name="Freeform 1072"/>
          <p:cNvSpPr/>
          <p:nvPr/>
        </p:nvSpPr>
        <p:spPr>
          <a:xfrm>
            <a:off x="1062848" y="17304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4" name="Freeform 1073"/>
          <p:cNvSpPr/>
          <p:nvPr/>
        </p:nvSpPr>
        <p:spPr>
          <a:xfrm>
            <a:off x="1181225" y="18705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Freeform 1074"/>
          <p:cNvSpPr/>
          <p:nvPr/>
        </p:nvSpPr>
        <p:spPr>
          <a:xfrm>
            <a:off x="934213" y="21741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6" name="Freeform 1075"/>
          <p:cNvSpPr/>
          <p:nvPr/>
        </p:nvSpPr>
        <p:spPr>
          <a:xfrm>
            <a:off x="1046073" y="26138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7" name="Freeform 1076"/>
          <p:cNvSpPr/>
          <p:nvPr/>
        </p:nvSpPr>
        <p:spPr>
          <a:xfrm>
            <a:off x="1124219" y="26631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Freeform 1077"/>
          <p:cNvSpPr/>
          <p:nvPr/>
        </p:nvSpPr>
        <p:spPr>
          <a:xfrm>
            <a:off x="1042484" y="24995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9" name="Freeform 1078"/>
          <p:cNvSpPr/>
          <p:nvPr/>
        </p:nvSpPr>
        <p:spPr>
          <a:xfrm>
            <a:off x="1013199" y="19498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0" name="Freeform 1079"/>
          <p:cNvSpPr/>
          <p:nvPr/>
        </p:nvSpPr>
        <p:spPr>
          <a:xfrm>
            <a:off x="1048110" y="27122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1" name="Freeform 1080"/>
          <p:cNvSpPr/>
          <p:nvPr/>
        </p:nvSpPr>
        <p:spPr>
          <a:xfrm>
            <a:off x="974211" y="20033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2" name="Freeform 1081"/>
          <p:cNvSpPr/>
          <p:nvPr/>
        </p:nvSpPr>
        <p:spPr>
          <a:xfrm>
            <a:off x="1073638" y="28577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3" name="Freeform 1082"/>
          <p:cNvSpPr/>
          <p:nvPr/>
        </p:nvSpPr>
        <p:spPr>
          <a:xfrm>
            <a:off x="1227632" y="2329799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4" name="Freeform 1083"/>
          <p:cNvSpPr/>
          <p:nvPr/>
        </p:nvSpPr>
        <p:spPr>
          <a:xfrm>
            <a:off x="1141702" y="21701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5" name="Freeform 1084"/>
          <p:cNvSpPr/>
          <p:nvPr/>
        </p:nvSpPr>
        <p:spPr>
          <a:xfrm>
            <a:off x="992182" y="9818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6" name="Freeform 1085"/>
          <p:cNvSpPr/>
          <p:nvPr/>
        </p:nvSpPr>
        <p:spPr>
          <a:xfrm>
            <a:off x="1007815" y="29267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7" name="Freeform 1086"/>
          <p:cNvSpPr/>
          <p:nvPr/>
        </p:nvSpPr>
        <p:spPr>
          <a:xfrm>
            <a:off x="1038900" y="14769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8" name="Freeform 1087"/>
          <p:cNvSpPr/>
          <p:nvPr/>
        </p:nvSpPr>
        <p:spPr>
          <a:xfrm>
            <a:off x="1132374" y="21497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9" name="Freeform 1088"/>
          <p:cNvSpPr/>
          <p:nvPr/>
        </p:nvSpPr>
        <p:spPr>
          <a:xfrm>
            <a:off x="1011255" y="20167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0" name="Freeform 1089"/>
          <p:cNvSpPr/>
          <p:nvPr/>
        </p:nvSpPr>
        <p:spPr>
          <a:xfrm>
            <a:off x="1019961" y="21657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1" name="Freeform 1090"/>
          <p:cNvSpPr/>
          <p:nvPr/>
        </p:nvSpPr>
        <p:spPr>
          <a:xfrm>
            <a:off x="1124436" y="19996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2" name="Freeform 1091"/>
          <p:cNvSpPr/>
          <p:nvPr/>
        </p:nvSpPr>
        <p:spPr>
          <a:xfrm>
            <a:off x="1123103" y="23041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3" name="Freeform 1092"/>
          <p:cNvSpPr/>
          <p:nvPr/>
        </p:nvSpPr>
        <p:spPr>
          <a:xfrm>
            <a:off x="1040951" y="148611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4" name="Freeform 1093"/>
          <p:cNvSpPr/>
          <p:nvPr/>
        </p:nvSpPr>
        <p:spPr>
          <a:xfrm>
            <a:off x="991602" y="24582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5" name="Freeform 1094"/>
          <p:cNvSpPr/>
          <p:nvPr/>
        </p:nvSpPr>
        <p:spPr>
          <a:xfrm>
            <a:off x="962947" y="16498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6" name="Freeform 1095"/>
          <p:cNvSpPr/>
          <p:nvPr/>
        </p:nvSpPr>
        <p:spPr>
          <a:xfrm>
            <a:off x="1019380" y="25538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7" name="Freeform 1096"/>
          <p:cNvSpPr/>
          <p:nvPr/>
        </p:nvSpPr>
        <p:spPr>
          <a:xfrm>
            <a:off x="917788" y="22566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8" name="Freeform 1097"/>
          <p:cNvSpPr/>
          <p:nvPr/>
        </p:nvSpPr>
        <p:spPr>
          <a:xfrm>
            <a:off x="1115486" y="27714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9" name="Freeform 1098"/>
          <p:cNvSpPr/>
          <p:nvPr/>
        </p:nvSpPr>
        <p:spPr>
          <a:xfrm>
            <a:off x="1023955" y="19944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0" name="Freeform 1099"/>
          <p:cNvSpPr/>
          <p:nvPr/>
        </p:nvSpPr>
        <p:spPr>
          <a:xfrm>
            <a:off x="1097673" y="14906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1" name="Freeform 1100"/>
          <p:cNvSpPr/>
          <p:nvPr/>
        </p:nvSpPr>
        <p:spPr>
          <a:xfrm>
            <a:off x="1189680" y="22653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2" name="Freeform 1101"/>
          <p:cNvSpPr/>
          <p:nvPr/>
        </p:nvSpPr>
        <p:spPr>
          <a:xfrm>
            <a:off x="1143557" y="23261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3" name="Freeform 1102"/>
          <p:cNvSpPr/>
          <p:nvPr/>
        </p:nvSpPr>
        <p:spPr>
          <a:xfrm>
            <a:off x="989388" y="27931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4" name="Freeform 1103"/>
          <p:cNvSpPr/>
          <p:nvPr/>
        </p:nvSpPr>
        <p:spPr>
          <a:xfrm>
            <a:off x="1123408" y="23426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5" name="Freeform 1104"/>
          <p:cNvSpPr/>
          <p:nvPr/>
        </p:nvSpPr>
        <p:spPr>
          <a:xfrm>
            <a:off x="1142552" y="30364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6" name="Freeform 1105"/>
          <p:cNvSpPr/>
          <p:nvPr/>
        </p:nvSpPr>
        <p:spPr>
          <a:xfrm>
            <a:off x="1016238" y="269045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7" name="Freeform 1106"/>
          <p:cNvSpPr/>
          <p:nvPr/>
        </p:nvSpPr>
        <p:spPr>
          <a:xfrm>
            <a:off x="1002511" y="21105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8" name="Freeform 1107"/>
          <p:cNvSpPr/>
          <p:nvPr/>
        </p:nvSpPr>
        <p:spPr>
          <a:xfrm>
            <a:off x="1058471" y="15548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9" name="Freeform 1108"/>
          <p:cNvSpPr/>
          <p:nvPr/>
        </p:nvSpPr>
        <p:spPr>
          <a:xfrm>
            <a:off x="959519" y="7965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0" name="Freeform 1109"/>
          <p:cNvSpPr/>
          <p:nvPr/>
        </p:nvSpPr>
        <p:spPr>
          <a:xfrm>
            <a:off x="1163307" y="25244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1" name="Freeform 1110"/>
          <p:cNvSpPr/>
          <p:nvPr/>
        </p:nvSpPr>
        <p:spPr>
          <a:xfrm>
            <a:off x="906190" y="14956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2" name="Freeform 1111"/>
          <p:cNvSpPr/>
          <p:nvPr/>
        </p:nvSpPr>
        <p:spPr>
          <a:xfrm>
            <a:off x="992328" y="21019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3" name="Freeform 1112"/>
          <p:cNvSpPr/>
          <p:nvPr/>
        </p:nvSpPr>
        <p:spPr>
          <a:xfrm>
            <a:off x="1047866" y="23029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4" name="Freeform 1113"/>
          <p:cNvSpPr/>
          <p:nvPr/>
        </p:nvSpPr>
        <p:spPr>
          <a:xfrm>
            <a:off x="1050684" y="20058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5" name="Freeform 1114"/>
          <p:cNvSpPr/>
          <p:nvPr/>
        </p:nvSpPr>
        <p:spPr>
          <a:xfrm>
            <a:off x="1076767" y="21944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6" name="Freeform 1115"/>
          <p:cNvSpPr/>
          <p:nvPr/>
        </p:nvSpPr>
        <p:spPr>
          <a:xfrm>
            <a:off x="1083753" y="21697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7" name="Freeform 1116"/>
          <p:cNvSpPr/>
          <p:nvPr/>
        </p:nvSpPr>
        <p:spPr>
          <a:xfrm>
            <a:off x="1051577" y="2433733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8" name="Freeform 1117"/>
          <p:cNvSpPr/>
          <p:nvPr/>
        </p:nvSpPr>
        <p:spPr>
          <a:xfrm>
            <a:off x="1141161" y="29373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9" name="Freeform 1118"/>
          <p:cNvSpPr/>
          <p:nvPr/>
        </p:nvSpPr>
        <p:spPr>
          <a:xfrm>
            <a:off x="923834" y="30113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0" name="Freeform 1119"/>
          <p:cNvSpPr/>
          <p:nvPr/>
        </p:nvSpPr>
        <p:spPr>
          <a:xfrm>
            <a:off x="1065736" y="18935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1" name="Freeform 1120"/>
          <p:cNvSpPr/>
          <p:nvPr/>
        </p:nvSpPr>
        <p:spPr>
          <a:xfrm>
            <a:off x="1018346" y="23667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2" name="Freeform 1121"/>
          <p:cNvSpPr/>
          <p:nvPr/>
        </p:nvSpPr>
        <p:spPr>
          <a:xfrm>
            <a:off x="1074537" y="25292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3" name="Freeform 1122"/>
          <p:cNvSpPr/>
          <p:nvPr/>
        </p:nvSpPr>
        <p:spPr>
          <a:xfrm>
            <a:off x="1080391" y="22216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4" name="Freeform 1123"/>
          <p:cNvSpPr/>
          <p:nvPr/>
        </p:nvSpPr>
        <p:spPr>
          <a:xfrm>
            <a:off x="1005262" y="18214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5" name="Freeform 1124"/>
          <p:cNvSpPr/>
          <p:nvPr/>
        </p:nvSpPr>
        <p:spPr>
          <a:xfrm>
            <a:off x="1023231" y="21341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6" name="Freeform 1125"/>
          <p:cNvSpPr/>
          <p:nvPr/>
        </p:nvSpPr>
        <p:spPr>
          <a:xfrm>
            <a:off x="1118323" y="25597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7" name="Freeform 1126"/>
          <p:cNvSpPr/>
          <p:nvPr/>
        </p:nvSpPr>
        <p:spPr>
          <a:xfrm>
            <a:off x="1088901" y="16020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8" name="Freeform 1127"/>
          <p:cNvSpPr/>
          <p:nvPr/>
        </p:nvSpPr>
        <p:spPr>
          <a:xfrm>
            <a:off x="1020624" y="14224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9" name="Freeform 1128"/>
          <p:cNvSpPr/>
          <p:nvPr/>
        </p:nvSpPr>
        <p:spPr>
          <a:xfrm>
            <a:off x="1201061" y="19743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0" name="Freeform 1129"/>
          <p:cNvSpPr/>
          <p:nvPr/>
        </p:nvSpPr>
        <p:spPr>
          <a:xfrm>
            <a:off x="1218924" y="17305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1" name="Freeform 1130"/>
          <p:cNvSpPr/>
          <p:nvPr/>
        </p:nvSpPr>
        <p:spPr>
          <a:xfrm>
            <a:off x="968736" y="1594028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2" name="Freeform 1131"/>
          <p:cNvSpPr/>
          <p:nvPr/>
        </p:nvSpPr>
        <p:spPr>
          <a:xfrm>
            <a:off x="1085766" y="16509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3" name="Freeform 1132"/>
          <p:cNvSpPr/>
          <p:nvPr/>
        </p:nvSpPr>
        <p:spPr>
          <a:xfrm>
            <a:off x="1232178" y="1913498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4" name="Freeform 1133"/>
          <p:cNvSpPr/>
          <p:nvPr/>
        </p:nvSpPr>
        <p:spPr>
          <a:xfrm>
            <a:off x="1117746" y="19215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5" name="Freeform 1134"/>
          <p:cNvSpPr/>
          <p:nvPr/>
        </p:nvSpPr>
        <p:spPr>
          <a:xfrm>
            <a:off x="1080411" y="19615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6" name="Freeform 1135"/>
          <p:cNvSpPr/>
          <p:nvPr/>
        </p:nvSpPr>
        <p:spPr>
          <a:xfrm>
            <a:off x="1051946" y="27843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7" name="Freeform 1136"/>
          <p:cNvSpPr/>
          <p:nvPr/>
        </p:nvSpPr>
        <p:spPr>
          <a:xfrm>
            <a:off x="1029848" y="18694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8" name="Freeform 1137"/>
          <p:cNvSpPr/>
          <p:nvPr/>
        </p:nvSpPr>
        <p:spPr>
          <a:xfrm>
            <a:off x="1051650" y="29158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9" name="Freeform 1138"/>
          <p:cNvSpPr/>
          <p:nvPr/>
        </p:nvSpPr>
        <p:spPr>
          <a:xfrm>
            <a:off x="1029215" y="26302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0" name="Freeform 1139"/>
          <p:cNvSpPr/>
          <p:nvPr/>
        </p:nvSpPr>
        <p:spPr>
          <a:xfrm>
            <a:off x="1115160" y="15626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1" name="Freeform 1140"/>
          <p:cNvSpPr/>
          <p:nvPr/>
        </p:nvSpPr>
        <p:spPr>
          <a:xfrm>
            <a:off x="1039336" y="17984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2" name="Freeform 1141"/>
          <p:cNvSpPr/>
          <p:nvPr/>
        </p:nvSpPr>
        <p:spPr>
          <a:xfrm>
            <a:off x="1036484" y="14691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3" name="Freeform 1142"/>
          <p:cNvSpPr/>
          <p:nvPr/>
        </p:nvSpPr>
        <p:spPr>
          <a:xfrm>
            <a:off x="986003" y="23641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4" name="Freeform 1143"/>
          <p:cNvSpPr/>
          <p:nvPr/>
        </p:nvSpPr>
        <p:spPr>
          <a:xfrm>
            <a:off x="1062458" y="28122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5" name="Freeform 1144"/>
          <p:cNvSpPr/>
          <p:nvPr/>
        </p:nvSpPr>
        <p:spPr>
          <a:xfrm>
            <a:off x="1006437" y="23483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6" name="Freeform 1145"/>
          <p:cNvSpPr/>
          <p:nvPr/>
        </p:nvSpPr>
        <p:spPr>
          <a:xfrm>
            <a:off x="1053757" y="21740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7" name="Freeform 1146"/>
          <p:cNvSpPr/>
          <p:nvPr/>
        </p:nvSpPr>
        <p:spPr>
          <a:xfrm>
            <a:off x="1134855" y="21857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8" name="Freeform 1147"/>
          <p:cNvSpPr/>
          <p:nvPr/>
        </p:nvSpPr>
        <p:spPr>
          <a:xfrm>
            <a:off x="1090020" y="16491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9" name="Freeform 1148"/>
          <p:cNvSpPr/>
          <p:nvPr/>
        </p:nvSpPr>
        <p:spPr>
          <a:xfrm>
            <a:off x="1099228" y="2409786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0" name="Freeform 1149"/>
          <p:cNvSpPr/>
          <p:nvPr/>
        </p:nvSpPr>
        <p:spPr>
          <a:xfrm>
            <a:off x="1089368" y="20468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1" name="Freeform 1150"/>
          <p:cNvSpPr/>
          <p:nvPr/>
        </p:nvSpPr>
        <p:spPr>
          <a:xfrm>
            <a:off x="1069673" y="27289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2" name="Freeform 1151"/>
          <p:cNvSpPr/>
          <p:nvPr/>
        </p:nvSpPr>
        <p:spPr>
          <a:xfrm>
            <a:off x="1057301" y="19968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3" name="Freeform 1152"/>
          <p:cNvSpPr/>
          <p:nvPr/>
        </p:nvSpPr>
        <p:spPr>
          <a:xfrm>
            <a:off x="1045329" y="22243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4" name="Freeform 1153"/>
          <p:cNvSpPr/>
          <p:nvPr/>
        </p:nvSpPr>
        <p:spPr>
          <a:xfrm>
            <a:off x="1116102" y="26074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5" name="Freeform 1154"/>
          <p:cNvSpPr/>
          <p:nvPr/>
        </p:nvSpPr>
        <p:spPr>
          <a:xfrm>
            <a:off x="993825" y="23459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6" name="Freeform 1155"/>
          <p:cNvSpPr/>
          <p:nvPr/>
        </p:nvSpPr>
        <p:spPr>
          <a:xfrm>
            <a:off x="1154683" y="23196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7" name="Freeform 1156"/>
          <p:cNvSpPr/>
          <p:nvPr/>
        </p:nvSpPr>
        <p:spPr>
          <a:xfrm>
            <a:off x="1068008" y="23634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8" name="Freeform 1157"/>
          <p:cNvSpPr/>
          <p:nvPr/>
        </p:nvSpPr>
        <p:spPr>
          <a:xfrm>
            <a:off x="1016083" y="13246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9" name="Freeform 1158"/>
          <p:cNvSpPr/>
          <p:nvPr/>
        </p:nvSpPr>
        <p:spPr>
          <a:xfrm>
            <a:off x="1033300" y="22760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0" name="Freeform 1159"/>
          <p:cNvSpPr/>
          <p:nvPr/>
        </p:nvSpPr>
        <p:spPr>
          <a:xfrm>
            <a:off x="1020840" y="23500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1" name="Freeform 1160"/>
          <p:cNvSpPr/>
          <p:nvPr/>
        </p:nvSpPr>
        <p:spPr>
          <a:xfrm>
            <a:off x="1076374" y="32931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2" name="Freeform 1161"/>
          <p:cNvSpPr/>
          <p:nvPr/>
        </p:nvSpPr>
        <p:spPr>
          <a:xfrm>
            <a:off x="1018130" y="26809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3" name="Freeform 1162"/>
          <p:cNvSpPr/>
          <p:nvPr/>
        </p:nvSpPr>
        <p:spPr>
          <a:xfrm>
            <a:off x="1141509" y="23598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4" name="Freeform 1163"/>
          <p:cNvSpPr/>
          <p:nvPr/>
        </p:nvSpPr>
        <p:spPr>
          <a:xfrm>
            <a:off x="1013898" y="25749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5" name="Freeform 1164"/>
          <p:cNvSpPr/>
          <p:nvPr/>
        </p:nvSpPr>
        <p:spPr>
          <a:xfrm>
            <a:off x="915002" y="15229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6" name="Freeform 1165"/>
          <p:cNvSpPr/>
          <p:nvPr/>
        </p:nvSpPr>
        <p:spPr>
          <a:xfrm>
            <a:off x="1017257" y="23098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7" name="Freeform 1166"/>
          <p:cNvSpPr/>
          <p:nvPr/>
        </p:nvSpPr>
        <p:spPr>
          <a:xfrm>
            <a:off x="932514" y="15703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8" name="Freeform 1167"/>
          <p:cNvSpPr/>
          <p:nvPr/>
        </p:nvSpPr>
        <p:spPr>
          <a:xfrm>
            <a:off x="1063103" y="21945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9" name="Freeform 1168"/>
          <p:cNvSpPr/>
          <p:nvPr/>
        </p:nvSpPr>
        <p:spPr>
          <a:xfrm>
            <a:off x="1136005" y="22070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0" name="Freeform 1169"/>
          <p:cNvSpPr/>
          <p:nvPr/>
        </p:nvSpPr>
        <p:spPr>
          <a:xfrm>
            <a:off x="1108716" y="22711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1" name="Freeform 1170"/>
          <p:cNvSpPr/>
          <p:nvPr/>
        </p:nvSpPr>
        <p:spPr>
          <a:xfrm>
            <a:off x="977020" y="22240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2" name="Freeform 1171"/>
          <p:cNvSpPr/>
          <p:nvPr/>
        </p:nvSpPr>
        <p:spPr>
          <a:xfrm>
            <a:off x="1015184" y="13514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3" name="Freeform 1172"/>
          <p:cNvSpPr/>
          <p:nvPr/>
        </p:nvSpPr>
        <p:spPr>
          <a:xfrm>
            <a:off x="1183731" y="34062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4" name="Freeform 1173"/>
          <p:cNvSpPr/>
          <p:nvPr/>
        </p:nvSpPr>
        <p:spPr>
          <a:xfrm>
            <a:off x="1086875" y="32443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5" name="Freeform 1174"/>
          <p:cNvSpPr/>
          <p:nvPr/>
        </p:nvSpPr>
        <p:spPr>
          <a:xfrm>
            <a:off x="1066020" y="25023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6" name="Freeform 1175"/>
          <p:cNvSpPr/>
          <p:nvPr/>
        </p:nvSpPr>
        <p:spPr>
          <a:xfrm>
            <a:off x="1135800" y="22185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7" name="Freeform 1176"/>
          <p:cNvSpPr/>
          <p:nvPr/>
        </p:nvSpPr>
        <p:spPr>
          <a:xfrm>
            <a:off x="1228447" y="18748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8" name="Freeform 1177"/>
          <p:cNvSpPr/>
          <p:nvPr/>
        </p:nvSpPr>
        <p:spPr>
          <a:xfrm>
            <a:off x="1151754" y="19852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9" name="Freeform 1178"/>
          <p:cNvSpPr/>
          <p:nvPr/>
        </p:nvSpPr>
        <p:spPr>
          <a:xfrm>
            <a:off x="1074995" y="24214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0" name="Freeform 1179"/>
          <p:cNvSpPr/>
          <p:nvPr/>
        </p:nvSpPr>
        <p:spPr>
          <a:xfrm>
            <a:off x="1089275" y="17074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1" name="Freeform 1180"/>
          <p:cNvSpPr/>
          <p:nvPr/>
        </p:nvSpPr>
        <p:spPr>
          <a:xfrm>
            <a:off x="1106680" y="1701779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2" name="Freeform 1181"/>
          <p:cNvSpPr/>
          <p:nvPr/>
        </p:nvSpPr>
        <p:spPr>
          <a:xfrm>
            <a:off x="1025105" y="21323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3" name="Freeform 1182"/>
          <p:cNvSpPr/>
          <p:nvPr/>
        </p:nvSpPr>
        <p:spPr>
          <a:xfrm>
            <a:off x="995518" y="17361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4" name="Freeform 1183"/>
          <p:cNvSpPr/>
          <p:nvPr/>
        </p:nvSpPr>
        <p:spPr>
          <a:xfrm>
            <a:off x="1069226" y="20872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5" name="Freeform 1184"/>
          <p:cNvSpPr/>
          <p:nvPr/>
        </p:nvSpPr>
        <p:spPr>
          <a:xfrm>
            <a:off x="1002915" y="25116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6" name="Freeform 1185"/>
          <p:cNvSpPr/>
          <p:nvPr/>
        </p:nvSpPr>
        <p:spPr>
          <a:xfrm>
            <a:off x="1061670" y="18709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7" name="Freeform 1186"/>
          <p:cNvSpPr/>
          <p:nvPr/>
        </p:nvSpPr>
        <p:spPr>
          <a:xfrm>
            <a:off x="1072123" y="21696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8" name="Freeform 1187"/>
          <p:cNvSpPr/>
          <p:nvPr/>
        </p:nvSpPr>
        <p:spPr>
          <a:xfrm>
            <a:off x="1221037" y="22252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9" name="Freeform 1188"/>
          <p:cNvSpPr/>
          <p:nvPr/>
        </p:nvSpPr>
        <p:spPr>
          <a:xfrm>
            <a:off x="1009294" y="14764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0" name="Freeform 1189"/>
          <p:cNvSpPr/>
          <p:nvPr/>
        </p:nvSpPr>
        <p:spPr>
          <a:xfrm>
            <a:off x="1057668" y="34730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1" name="Freeform 1190"/>
          <p:cNvSpPr/>
          <p:nvPr/>
        </p:nvSpPr>
        <p:spPr>
          <a:xfrm>
            <a:off x="1054848" y="29473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2" name="Freeform 1191"/>
          <p:cNvSpPr/>
          <p:nvPr/>
        </p:nvSpPr>
        <p:spPr>
          <a:xfrm>
            <a:off x="1094756" y="28299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3" name="Freeform 1192"/>
          <p:cNvSpPr/>
          <p:nvPr/>
        </p:nvSpPr>
        <p:spPr>
          <a:xfrm>
            <a:off x="1135180" y="2410799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4" name="Freeform 1193"/>
          <p:cNvSpPr/>
          <p:nvPr/>
        </p:nvSpPr>
        <p:spPr>
          <a:xfrm>
            <a:off x="1033212" y="23555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5" name="Freeform 1194"/>
          <p:cNvSpPr/>
          <p:nvPr/>
        </p:nvSpPr>
        <p:spPr>
          <a:xfrm>
            <a:off x="1011264" y="29929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6" name="Freeform 1195"/>
          <p:cNvSpPr/>
          <p:nvPr/>
        </p:nvSpPr>
        <p:spPr>
          <a:xfrm>
            <a:off x="956913" y="27272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7" name="Freeform 1196"/>
          <p:cNvSpPr/>
          <p:nvPr/>
        </p:nvSpPr>
        <p:spPr>
          <a:xfrm>
            <a:off x="1004308" y="26639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8" name="Freeform 1197"/>
          <p:cNvSpPr/>
          <p:nvPr/>
        </p:nvSpPr>
        <p:spPr>
          <a:xfrm>
            <a:off x="1101331" y="9755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9" name="Freeform 1198"/>
          <p:cNvSpPr/>
          <p:nvPr/>
        </p:nvSpPr>
        <p:spPr>
          <a:xfrm>
            <a:off x="1068775" y="13091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0" name="Freeform 1199"/>
          <p:cNvSpPr/>
          <p:nvPr/>
        </p:nvSpPr>
        <p:spPr>
          <a:xfrm>
            <a:off x="998390" y="24354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1" name="Freeform 1200"/>
          <p:cNvSpPr/>
          <p:nvPr/>
        </p:nvSpPr>
        <p:spPr>
          <a:xfrm>
            <a:off x="1041020" y="24109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2" name="Freeform 1201"/>
          <p:cNvSpPr/>
          <p:nvPr/>
        </p:nvSpPr>
        <p:spPr>
          <a:xfrm>
            <a:off x="1067835" y="28107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3" name="Freeform 1202"/>
          <p:cNvSpPr/>
          <p:nvPr/>
        </p:nvSpPr>
        <p:spPr>
          <a:xfrm>
            <a:off x="1099158" y="31968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4" name="Freeform 1203"/>
          <p:cNvSpPr/>
          <p:nvPr/>
        </p:nvSpPr>
        <p:spPr>
          <a:xfrm>
            <a:off x="1026385" y="2285435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5" name="Freeform 1204"/>
          <p:cNvSpPr/>
          <p:nvPr/>
        </p:nvSpPr>
        <p:spPr>
          <a:xfrm>
            <a:off x="1049135" y="27336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6" name="Freeform 1205"/>
          <p:cNvSpPr/>
          <p:nvPr/>
        </p:nvSpPr>
        <p:spPr>
          <a:xfrm>
            <a:off x="945123" y="22691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7" name="Freeform 1206"/>
          <p:cNvSpPr/>
          <p:nvPr/>
        </p:nvSpPr>
        <p:spPr>
          <a:xfrm>
            <a:off x="989371" y="30401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8" name="Freeform 1207"/>
          <p:cNvSpPr/>
          <p:nvPr/>
        </p:nvSpPr>
        <p:spPr>
          <a:xfrm>
            <a:off x="1173057" y="26136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9" name="Freeform 1208"/>
          <p:cNvSpPr/>
          <p:nvPr/>
        </p:nvSpPr>
        <p:spPr>
          <a:xfrm>
            <a:off x="920599" y="21503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0" name="Freeform 1209"/>
          <p:cNvSpPr/>
          <p:nvPr/>
        </p:nvSpPr>
        <p:spPr>
          <a:xfrm>
            <a:off x="1043339" y="20396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1" name="Freeform 1210"/>
          <p:cNvSpPr/>
          <p:nvPr/>
        </p:nvSpPr>
        <p:spPr>
          <a:xfrm>
            <a:off x="1080287" y="20135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2" name="Freeform 1211"/>
          <p:cNvSpPr/>
          <p:nvPr/>
        </p:nvSpPr>
        <p:spPr>
          <a:xfrm>
            <a:off x="1040915" y="28978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3" name="Freeform 1212"/>
          <p:cNvSpPr/>
          <p:nvPr/>
        </p:nvSpPr>
        <p:spPr>
          <a:xfrm>
            <a:off x="1012139" y="17910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4" name="Freeform 1213"/>
          <p:cNvSpPr/>
          <p:nvPr/>
        </p:nvSpPr>
        <p:spPr>
          <a:xfrm>
            <a:off x="1061696" y="26331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5" name="Freeform 1214"/>
          <p:cNvSpPr/>
          <p:nvPr/>
        </p:nvSpPr>
        <p:spPr>
          <a:xfrm>
            <a:off x="1065418" y="19039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6" name="Freeform 1215"/>
          <p:cNvSpPr/>
          <p:nvPr/>
        </p:nvSpPr>
        <p:spPr>
          <a:xfrm>
            <a:off x="1060300" y="22313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7" name="Freeform 1216"/>
          <p:cNvSpPr/>
          <p:nvPr/>
        </p:nvSpPr>
        <p:spPr>
          <a:xfrm>
            <a:off x="941191" y="29263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8" name="Freeform 1217"/>
          <p:cNvSpPr/>
          <p:nvPr/>
        </p:nvSpPr>
        <p:spPr>
          <a:xfrm>
            <a:off x="1055969" y="23868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9" name="Freeform 1218"/>
          <p:cNvSpPr/>
          <p:nvPr/>
        </p:nvSpPr>
        <p:spPr>
          <a:xfrm>
            <a:off x="1009024" y="20400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0" name="Freeform 1219"/>
          <p:cNvSpPr/>
          <p:nvPr/>
        </p:nvSpPr>
        <p:spPr>
          <a:xfrm>
            <a:off x="1029414" y="19140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1" name="Freeform 1220"/>
          <p:cNvSpPr/>
          <p:nvPr/>
        </p:nvSpPr>
        <p:spPr>
          <a:xfrm>
            <a:off x="1080803" y="22977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2" name="Freeform 1221"/>
          <p:cNvSpPr/>
          <p:nvPr/>
        </p:nvSpPr>
        <p:spPr>
          <a:xfrm>
            <a:off x="1108249" y="14465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3" name="Freeform 1222"/>
          <p:cNvSpPr/>
          <p:nvPr/>
        </p:nvSpPr>
        <p:spPr>
          <a:xfrm>
            <a:off x="1125234" y="17133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4" name="Freeform 1223"/>
          <p:cNvSpPr/>
          <p:nvPr/>
        </p:nvSpPr>
        <p:spPr>
          <a:xfrm>
            <a:off x="1032818" y="2356555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5" name="Freeform 1224"/>
          <p:cNvSpPr/>
          <p:nvPr/>
        </p:nvSpPr>
        <p:spPr>
          <a:xfrm>
            <a:off x="1127040" y="18442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6" name="Freeform 1225"/>
          <p:cNvSpPr/>
          <p:nvPr/>
        </p:nvSpPr>
        <p:spPr>
          <a:xfrm>
            <a:off x="1143605" y="12420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7" name="Freeform 1226"/>
          <p:cNvSpPr/>
          <p:nvPr/>
        </p:nvSpPr>
        <p:spPr>
          <a:xfrm>
            <a:off x="1141145" y="12284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8" name="Freeform 1227"/>
          <p:cNvSpPr/>
          <p:nvPr/>
        </p:nvSpPr>
        <p:spPr>
          <a:xfrm>
            <a:off x="1157936" y="28507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9" name="Freeform 1228"/>
          <p:cNvSpPr/>
          <p:nvPr/>
        </p:nvSpPr>
        <p:spPr>
          <a:xfrm>
            <a:off x="1056083" y="2697404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0" name="Freeform 1229"/>
          <p:cNvSpPr/>
          <p:nvPr/>
        </p:nvSpPr>
        <p:spPr>
          <a:xfrm>
            <a:off x="1054196" y="14704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1" name="Freeform 1230"/>
          <p:cNvSpPr/>
          <p:nvPr/>
        </p:nvSpPr>
        <p:spPr>
          <a:xfrm>
            <a:off x="1120476" y="27644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2" name="Freeform 1231"/>
          <p:cNvSpPr/>
          <p:nvPr/>
        </p:nvSpPr>
        <p:spPr>
          <a:xfrm>
            <a:off x="975100" y="28989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3" name="Freeform 1232"/>
          <p:cNvSpPr/>
          <p:nvPr/>
        </p:nvSpPr>
        <p:spPr>
          <a:xfrm>
            <a:off x="1079639" y="24733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4" name="Freeform 1233"/>
          <p:cNvSpPr/>
          <p:nvPr/>
        </p:nvSpPr>
        <p:spPr>
          <a:xfrm>
            <a:off x="1030553" y="20121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5" name="Freeform 1234"/>
          <p:cNvSpPr/>
          <p:nvPr/>
        </p:nvSpPr>
        <p:spPr>
          <a:xfrm>
            <a:off x="1041284" y="22780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6" name="Freeform 1235"/>
          <p:cNvSpPr/>
          <p:nvPr/>
        </p:nvSpPr>
        <p:spPr>
          <a:xfrm>
            <a:off x="950226" y="25569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7" name="Freeform 1236"/>
          <p:cNvSpPr/>
          <p:nvPr/>
        </p:nvSpPr>
        <p:spPr>
          <a:xfrm>
            <a:off x="1006674" y="25690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8" name="Freeform 1237"/>
          <p:cNvSpPr/>
          <p:nvPr/>
        </p:nvSpPr>
        <p:spPr>
          <a:xfrm>
            <a:off x="1064388" y="25884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9" name="Freeform 1238"/>
          <p:cNvSpPr/>
          <p:nvPr/>
        </p:nvSpPr>
        <p:spPr>
          <a:xfrm>
            <a:off x="1124682" y="26734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0" name="Freeform 1239"/>
          <p:cNvSpPr/>
          <p:nvPr/>
        </p:nvSpPr>
        <p:spPr>
          <a:xfrm>
            <a:off x="1131419" y="1065021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1" name="Freeform 1240"/>
          <p:cNvSpPr/>
          <p:nvPr/>
        </p:nvSpPr>
        <p:spPr>
          <a:xfrm>
            <a:off x="1060419" y="20745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2" name="Freeform 1241"/>
          <p:cNvSpPr/>
          <p:nvPr/>
        </p:nvSpPr>
        <p:spPr>
          <a:xfrm>
            <a:off x="1053191" y="17747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3" name="Freeform 1242"/>
          <p:cNvSpPr/>
          <p:nvPr/>
        </p:nvSpPr>
        <p:spPr>
          <a:xfrm>
            <a:off x="1010645" y="24748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4" name="Freeform 1243"/>
          <p:cNvSpPr/>
          <p:nvPr/>
        </p:nvSpPr>
        <p:spPr>
          <a:xfrm>
            <a:off x="1092437" y="23205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5" name="Freeform 1244"/>
          <p:cNvSpPr/>
          <p:nvPr/>
        </p:nvSpPr>
        <p:spPr>
          <a:xfrm>
            <a:off x="1049324" y="25890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6" name="Freeform 1245"/>
          <p:cNvSpPr/>
          <p:nvPr/>
        </p:nvSpPr>
        <p:spPr>
          <a:xfrm>
            <a:off x="1105938" y="35752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7" name="Freeform 1246"/>
          <p:cNvSpPr/>
          <p:nvPr/>
        </p:nvSpPr>
        <p:spPr>
          <a:xfrm>
            <a:off x="1181943" y="29271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8" name="Freeform 1247"/>
          <p:cNvSpPr/>
          <p:nvPr/>
        </p:nvSpPr>
        <p:spPr>
          <a:xfrm>
            <a:off x="1063600" y="31472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9" name="Freeform 1248"/>
          <p:cNvSpPr/>
          <p:nvPr/>
        </p:nvSpPr>
        <p:spPr>
          <a:xfrm>
            <a:off x="966422" y="33707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0" name="Freeform 1249"/>
          <p:cNvSpPr/>
          <p:nvPr/>
        </p:nvSpPr>
        <p:spPr>
          <a:xfrm>
            <a:off x="1008644" y="28341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1" name="Freeform 1250"/>
          <p:cNvSpPr/>
          <p:nvPr/>
        </p:nvSpPr>
        <p:spPr>
          <a:xfrm>
            <a:off x="969023" y="15517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2" name="Freeform 1251"/>
          <p:cNvSpPr/>
          <p:nvPr/>
        </p:nvSpPr>
        <p:spPr>
          <a:xfrm>
            <a:off x="986338" y="22485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3" name="Freeform 1252"/>
          <p:cNvSpPr/>
          <p:nvPr/>
        </p:nvSpPr>
        <p:spPr>
          <a:xfrm>
            <a:off x="1152331" y="15692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4" name="Freeform 1253"/>
          <p:cNvSpPr/>
          <p:nvPr/>
        </p:nvSpPr>
        <p:spPr>
          <a:xfrm>
            <a:off x="1080782" y="20168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5" name="Freeform 1254"/>
          <p:cNvSpPr/>
          <p:nvPr/>
        </p:nvSpPr>
        <p:spPr>
          <a:xfrm>
            <a:off x="964908" y="18277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6" name="Freeform 1255"/>
          <p:cNvSpPr/>
          <p:nvPr/>
        </p:nvSpPr>
        <p:spPr>
          <a:xfrm>
            <a:off x="1109105" y="26843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7" name="Freeform 1256"/>
          <p:cNvSpPr/>
          <p:nvPr/>
        </p:nvSpPr>
        <p:spPr>
          <a:xfrm>
            <a:off x="1149353" y="19593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8" name="Freeform 1257"/>
          <p:cNvSpPr/>
          <p:nvPr/>
        </p:nvSpPr>
        <p:spPr>
          <a:xfrm>
            <a:off x="1041875" y="18551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9" name="Freeform 1258"/>
          <p:cNvSpPr/>
          <p:nvPr/>
        </p:nvSpPr>
        <p:spPr>
          <a:xfrm>
            <a:off x="1020906" y="25193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0" name="Freeform 1259"/>
          <p:cNvSpPr/>
          <p:nvPr/>
        </p:nvSpPr>
        <p:spPr>
          <a:xfrm>
            <a:off x="1043368" y="19412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1" name="Freeform 1260"/>
          <p:cNvSpPr/>
          <p:nvPr/>
        </p:nvSpPr>
        <p:spPr>
          <a:xfrm>
            <a:off x="1084626" y="19378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2" name="Freeform 1261"/>
          <p:cNvSpPr/>
          <p:nvPr/>
        </p:nvSpPr>
        <p:spPr>
          <a:xfrm>
            <a:off x="1108199" y="25055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3" name="Freeform 1262"/>
          <p:cNvSpPr/>
          <p:nvPr/>
        </p:nvSpPr>
        <p:spPr>
          <a:xfrm>
            <a:off x="1144168" y="27972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4" name="Freeform 1263"/>
          <p:cNvSpPr/>
          <p:nvPr/>
        </p:nvSpPr>
        <p:spPr>
          <a:xfrm>
            <a:off x="1146176" y="28284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5" name="Freeform 1264"/>
          <p:cNvSpPr/>
          <p:nvPr/>
        </p:nvSpPr>
        <p:spPr>
          <a:xfrm>
            <a:off x="1144380" y="2181948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6" name="Freeform 1265"/>
          <p:cNvSpPr/>
          <p:nvPr/>
        </p:nvSpPr>
        <p:spPr>
          <a:xfrm>
            <a:off x="1156089" y="20595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7" name="Freeform 1266"/>
          <p:cNvSpPr/>
          <p:nvPr/>
        </p:nvSpPr>
        <p:spPr>
          <a:xfrm>
            <a:off x="1109620" y="2629218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8" name="Freeform 1267"/>
          <p:cNvSpPr/>
          <p:nvPr/>
        </p:nvSpPr>
        <p:spPr>
          <a:xfrm>
            <a:off x="964196" y="22124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9" name="Freeform 1268"/>
          <p:cNvSpPr/>
          <p:nvPr/>
        </p:nvSpPr>
        <p:spPr>
          <a:xfrm>
            <a:off x="1057060" y="19356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0" name="Freeform 1269"/>
          <p:cNvSpPr/>
          <p:nvPr/>
        </p:nvSpPr>
        <p:spPr>
          <a:xfrm>
            <a:off x="1086571" y="19114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1" name="Freeform 1270"/>
          <p:cNvSpPr/>
          <p:nvPr/>
        </p:nvSpPr>
        <p:spPr>
          <a:xfrm>
            <a:off x="1040333" y="14363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2" name="Freeform 1271"/>
          <p:cNvSpPr/>
          <p:nvPr/>
        </p:nvSpPr>
        <p:spPr>
          <a:xfrm>
            <a:off x="1126195" y="15762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3" name="Freeform 1272"/>
          <p:cNvSpPr/>
          <p:nvPr/>
        </p:nvSpPr>
        <p:spPr>
          <a:xfrm>
            <a:off x="1041853" y="27354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4" name="Freeform 1273"/>
          <p:cNvSpPr/>
          <p:nvPr/>
        </p:nvSpPr>
        <p:spPr>
          <a:xfrm>
            <a:off x="1004339" y="13693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5" name="Freeform 1274"/>
          <p:cNvSpPr/>
          <p:nvPr/>
        </p:nvSpPr>
        <p:spPr>
          <a:xfrm>
            <a:off x="1161553" y="24961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6" name="Freeform 1275"/>
          <p:cNvSpPr/>
          <p:nvPr/>
        </p:nvSpPr>
        <p:spPr>
          <a:xfrm>
            <a:off x="1109926" y="16943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7" name="Freeform 1276"/>
          <p:cNvSpPr/>
          <p:nvPr/>
        </p:nvSpPr>
        <p:spPr>
          <a:xfrm>
            <a:off x="1080291" y="21913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8" name="Freeform 1277"/>
          <p:cNvSpPr/>
          <p:nvPr/>
        </p:nvSpPr>
        <p:spPr>
          <a:xfrm>
            <a:off x="1127219" y="24356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9" name="Freeform 1278"/>
          <p:cNvSpPr/>
          <p:nvPr/>
        </p:nvSpPr>
        <p:spPr>
          <a:xfrm>
            <a:off x="1136229" y="31457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0" name="Freeform 1279"/>
          <p:cNvSpPr/>
          <p:nvPr/>
        </p:nvSpPr>
        <p:spPr>
          <a:xfrm>
            <a:off x="1088369" y="23132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1" name="Freeform 1280"/>
          <p:cNvSpPr/>
          <p:nvPr/>
        </p:nvSpPr>
        <p:spPr>
          <a:xfrm>
            <a:off x="902721" y="30194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2" name="Freeform 1281"/>
          <p:cNvSpPr/>
          <p:nvPr/>
        </p:nvSpPr>
        <p:spPr>
          <a:xfrm>
            <a:off x="1020933" y="17337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3" name="Freeform 1282"/>
          <p:cNvSpPr/>
          <p:nvPr/>
        </p:nvSpPr>
        <p:spPr>
          <a:xfrm>
            <a:off x="1035461" y="14541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4" name="Freeform 1283"/>
          <p:cNvSpPr/>
          <p:nvPr/>
        </p:nvSpPr>
        <p:spPr>
          <a:xfrm>
            <a:off x="1000461" y="26314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5" name="Freeform 1284"/>
          <p:cNvSpPr/>
          <p:nvPr/>
        </p:nvSpPr>
        <p:spPr>
          <a:xfrm>
            <a:off x="1078926" y="20723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6" name="Freeform 1285"/>
          <p:cNvSpPr/>
          <p:nvPr/>
        </p:nvSpPr>
        <p:spPr>
          <a:xfrm>
            <a:off x="1144831" y="25950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7" name="Freeform 1286"/>
          <p:cNvSpPr/>
          <p:nvPr/>
        </p:nvSpPr>
        <p:spPr>
          <a:xfrm>
            <a:off x="1033582" y="25457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8" name="Freeform 1287"/>
          <p:cNvSpPr/>
          <p:nvPr/>
        </p:nvSpPr>
        <p:spPr>
          <a:xfrm>
            <a:off x="990469" y="18318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9" name="Freeform 1288"/>
          <p:cNvSpPr/>
          <p:nvPr/>
        </p:nvSpPr>
        <p:spPr>
          <a:xfrm>
            <a:off x="1200275" y="22455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0" name="Freeform 1289"/>
          <p:cNvSpPr/>
          <p:nvPr/>
        </p:nvSpPr>
        <p:spPr>
          <a:xfrm>
            <a:off x="1035802" y="13407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1" name="Freeform 1290"/>
          <p:cNvSpPr/>
          <p:nvPr/>
        </p:nvSpPr>
        <p:spPr>
          <a:xfrm>
            <a:off x="983960" y="24713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2" name="Freeform 1291"/>
          <p:cNvSpPr/>
          <p:nvPr/>
        </p:nvSpPr>
        <p:spPr>
          <a:xfrm>
            <a:off x="1081513" y="17174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3" name="Freeform 1292"/>
          <p:cNvSpPr/>
          <p:nvPr/>
        </p:nvSpPr>
        <p:spPr>
          <a:xfrm>
            <a:off x="1093984" y="21763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4" name="Freeform 1293"/>
          <p:cNvSpPr/>
          <p:nvPr/>
        </p:nvSpPr>
        <p:spPr>
          <a:xfrm>
            <a:off x="1018978" y="182105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5" name="Freeform 1294"/>
          <p:cNvSpPr/>
          <p:nvPr/>
        </p:nvSpPr>
        <p:spPr>
          <a:xfrm>
            <a:off x="1118181" y="24534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6" name="Freeform 1295"/>
          <p:cNvSpPr/>
          <p:nvPr/>
        </p:nvSpPr>
        <p:spPr>
          <a:xfrm>
            <a:off x="1033421" y="22511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7" name="Freeform 1296"/>
          <p:cNvSpPr/>
          <p:nvPr/>
        </p:nvSpPr>
        <p:spPr>
          <a:xfrm>
            <a:off x="1004524" y="22847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8" name="Freeform 1297"/>
          <p:cNvSpPr/>
          <p:nvPr/>
        </p:nvSpPr>
        <p:spPr>
          <a:xfrm>
            <a:off x="1077594" y="26513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9" name="Freeform 1298"/>
          <p:cNvSpPr/>
          <p:nvPr/>
        </p:nvSpPr>
        <p:spPr>
          <a:xfrm>
            <a:off x="1116875" y="18890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0" name="Freeform 1299"/>
          <p:cNvSpPr/>
          <p:nvPr/>
        </p:nvSpPr>
        <p:spPr>
          <a:xfrm>
            <a:off x="1023701" y="18951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1" name="Freeform 1300"/>
          <p:cNvSpPr/>
          <p:nvPr/>
        </p:nvSpPr>
        <p:spPr>
          <a:xfrm>
            <a:off x="1087679" y="19239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2" name="Freeform 1301"/>
          <p:cNvSpPr/>
          <p:nvPr/>
        </p:nvSpPr>
        <p:spPr>
          <a:xfrm>
            <a:off x="1059546" y="14439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3" name="Freeform 1302"/>
          <p:cNvSpPr/>
          <p:nvPr/>
        </p:nvSpPr>
        <p:spPr>
          <a:xfrm>
            <a:off x="1253103" y="14885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4" name="Freeform 1303"/>
          <p:cNvSpPr/>
          <p:nvPr/>
        </p:nvSpPr>
        <p:spPr>
          <a:xfrm>
            <a:off x="1018746" y="24167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5" name="Freeform 1304"/>
          <p:cNvSpPr/>
          <p:nvPr/>
        </p:nvSpPr>
        <p:spPr>
          <a:xfrm>
            <a:off x="1157565" y="20361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6" name="Freeform 1305"/>
          <p:cNvSpPr/>
          <p:nvPr/>
        </p:nvSpPr>
        <p:spPr>
          <a:xfrm>
            <a:off x="1062275" y="25432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7" name="Freeform 1306"/>
          <p:cNvSpPr/>
          <p:nvPr/>
        </p:nvSpPr>
        <p:spPr>
          <a:xfrm>
            <a:off x="1057339" y="22140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8" name="Freeform 1307"/>
          <p:cNvSpPr/>
          <p:nvPr/>
        </p:nvSpPr>
        <p:spPr>
          <a:xfrm>
            <a:off x="1113618" y="25311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9" name="Freeform 1308"/>
          <p:cNvSpPr/>
          <p:nvPr/>
        </p:nvSpPr>
        <p:spPr>
          <a:xfrm>
            <a:off x="1125049" y="14016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0" name="Freeform 1309"/>
          <p:cNvSpPr/>
          <p:nvPr/>
        </p:nvSpPr>
        <p:spPr>
          <a:xfrm>
            <a:off x="1149793" y="20409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1" name="Freeform 1310"/>
          <p:cNvSpPr/>
          <p:nvPr/>
        </p:nvSpPr>
        <p:spPr>
          <a:xfrm>
            <a:off x="1087548" y="23369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2" name="Freeform 1311"/>
          <p:cNvSpPr/>
          <p:nvPr/>
        </p:nvSpPr>
        <p:spPr>
          <a:xfrm>
            <a:off x="1025921" y="16186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3" name="Freeform 1312"/>
          <p:cNvSpPr/>
          <p:nvPr/>
        </p:nvSpPr>
        <p:spPr>
          <a:xfrm>
            <a:off x="1030083" y="33304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4" name="Freeform 1313"/>
          <p:cNvSpPr/>
          <p:nvPr/>
        </p:nvSpPr>
        <p:spPr>
          <a:xfrm>
            <a:off x="1099554" y="32507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5" name="Freeform 1314"/>
          <p:cNvSpPr/>
          <p:nvPr/>
        </p:nvSpPr>
        <p:spPr>
          <a:xfrm>
            <a:off x="1104281" y="18210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6" name="Freeform 1315"/>
          <p:cNvSpPr/>
          <p:nvPr/>
        </p:nvSpPr>
        <p:spPr>
          <a:xfrm>
            <a:off x="1158485" y="21951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7" name="Freeform 1316"/>
          <p:cNvSpPr/>
          <p:nvPr/>
        </p:nvSpPr>
        <p:spPr>
          <a:xfrm>
            <a:off x="1093503" y="20985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8" name="Freeform 1317"/>
          <p:cNvSpPr/>
          <p:nvPr/>
        </p:nvSpPr>
        <p:spPr>
          <a:xfrm>
            <a:off x="1136072" y="29008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9" name="Freeform 1318"/>
          <p:cNvSpPr/>
          <p:nvPr/>
        </p:nvSpPr>
        <p:spPr>
          <a:xfrm>
            <a:off x="1166360" y="223778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0" name="Freeform 1319"/>
          <p:cNvSpPr/>
          <p:nvPr/>
        </p:nvSpPr>
        <p:spPr>
          <a:xfrm>
            <a:off x="1076679" y="12065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1" name="Freeform 1320"/>
          <p:cNvSpPr/>
          <p:nvPr/>
        </p:nvSpPr>
        <p:spPr>
          <a:xfrm>
            <a:off x="967204" y="18065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2" name="Freeform 1321"/>
          <p:cNvSpPr/>
          <p:nvPr/>
        </p:nvSpPr>
        <p:spPr>
          <a:xfrm>
            <a:off x="987521" y="21396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3" name="Freeform 1322"/>
          <p:cNvSpPr/>
          <p:nvPr/>
        </p:nvSpPr>
        <p:spPr>
          <a:xfrm>
            <a:off x="970372" y="24493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4" name="Freeform 1323"/>
          <p:cNvSpPr/>
          <p:nvPr/>
        </p:nvSpPr>
        <p:spPr>
          <a:xfrm>
            <a:off x="1171324" y="242673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5" name="Freeform 1324"/>
          <p:cNvSpPr/>
          <p:nvPr/>
        </p:nvSpPr>
        <p:spPr>
          <a:xfrm>
            <a:off x="1009535" y="33093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6" name="Freeform 1325"/>
          <p:cNvSpPr/>
          <p:nvPr/>
        </p:nvSpPr>
        <p:spPr>
          <a:xfrm>
            <a:off x="1147460" y="20948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7" name="Freeform 1326"/>
          <p:cNvSpPr/>
          <p:nvPr/>
        </p:nvSpPr>
        <p:spPr>
          <a:xfrm>
            <a:off x="1104601" y="17957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8" name="Freeform 1327"/>
          <p:cNvSpPr/>
          <p:nvPr/>
        </p:nvSpPr>
        <p:spPr>
          <a:xfrm>
            <a:off x="1179528" y="30276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9" name="Freeform 1328"/>
          <p:cNvSpPr/>
          <p:nvPr/>
        </p:nvSpPr>
        <p:spPr>
          <a:xfrm>
            <a:off x="1132286" y="25625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0" name="Freeform 1329"/>
          <p:cNvSpPr/>
          <p:nvPr/>
        </p:nvSpPr>
        <p:spPr>
          <a:xfrm>
            <a:off x="1058957" y="28149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1" name="Freeform 1330"/>
          <p:cNvSpPr/>
          <p:nvPr/>
        </p:nvSpPr>
        <p:spPr>
          <a:xfrm>
            <a:off x="1052478" y="27171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2" name="Freeform 1331"/>
          <p:cNvSpPr/>
          <p:nvPr/>
        </p:nvSpPr>
        <p:spPr>
          <a:xfrm>
            <a:off x="1071397" y="21987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3" name="Freeform 1332"/>
          <p:cNvSpPr/>
          <p:nvPr/>
        </p:nvSpPr>
        <p:spPr>
          <a:xfrm>
            <a:off x="1077373" y="32865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4" name="Freeform 1333"/>
          <p:cNvSpPr/>
          <p:nvPr/>
        </p:nvSpPr>
        <p:spPr>
          <a:xfrm>
            <a:off x="1030541" y="19134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5" name="Freeform 1334"/>
          <p:cNvSpPr/>
          <p:nvPr/>
        </p:nvSpPr>
        <p:spPr>
          <a:xfrm>
            <a:off x="1063583" y="18423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6" name="Freeform 1335"/>
          <p:cNvSpPr/>
          <p:nvPr/>
        </p:nvSpPr>
        <p:spPr>
          <a:xfrm>
            <a:off x="1172500" y="23537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7" name="Freeform 1336"/>
          <p:cNvSpPr/>
          <p:nvPr/>
        </p:nvSpPr>
        <p:spPr>
          <a:xfrm>
            <a:off x="952838" y="34882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8" name="Freeform 1337"/>
          <p:cNvSpPr/>
          <p:nvPr/>
        </p:nvSpPr>
        <p:spPr>
          <a:xfrm>
            <a:off x="1082894" y="27329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9" name="Freeform 1338"/>
          <p:cNvSpPr/>
          <p:nvPr/>
        </p:nvSpPr>
        <p:spPr>
          <a:xfrm>
            <a:off x="1005585" y="159863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0" name="Freeform 1339"/>
          <p:cNvSpPr/>
          <p:nvPr/>
        </p:nvSpPr>
        <p:spPr>
          <a:xfrm>
            <a:off x="1078154" y="36394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1" name="Freeform 1340"/>
          <p:cNvSpPr/>
          <p:nvPr/>
        </p:nvSpPr>
        <p:spPr>
          <a:xfrm>
            <a:off x="1121458" y="24027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2" name="Freeform 1341"/>
          <p:cNvSpPr/>
          <p:nvPr/>
        </p:nvSpPr>
        <p:spPr>
          <a:xfrm>
            <a:off x="1061926" y="28263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3" name="Freeform 1342"/>
          <p:cNvSpPr/>
          <p:nvPr/>
        </p:nvSpPr>
        <p:spPr>
          <a:xfrm>
            <a:off x="1117022" y="18165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4" name="Freeform 1343"/>
          <p:cNvSpPr/>
          <p:nvPr/>
        </p:nvSpPr>
        <p:spPr>
          <a:xfrm>
            <a:off x="960287" y="25694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5" name="Freeform 1344"/>
          <p:cNvSpPr/>
          <p:nvPr/>
        </p:nvSpPr>
        <p:spPr>
          <a:xfrm>
            <a:off x="1139178" y="20204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6" name="Freeform 1345"/>
          <p:cNvSpPr/>
          <p:nvPr/>
        </p:nvSpPr>
        <p:spPr>
          <a:xfrm>
            <a:off x="1025739" y="19382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7" name="Freeform 1346"/>
          <p:cNvSpPr/>
          <p:nvPr/>
        </p:nvSpPr>
        <p:spPr>
          <a:xfrm>
            <a:off x="1107034" y="12916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8" name="Freeform 1347"/>
          <p:cNvSpPr/>
          <p:nvPr/>
        </p:nvSpPr>
        <p:spPr>
          <a:xfrm>
            <a:off x="1077850" y="23292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9" name="Freeform 1348"/>
          <p:cNvSpPr/>
          <p:nvPr/>
        </p:nvSpPr>
        <p:spPr>
          <a:xfrm>
            <a:off x="894237" y="20346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0" name="Freeform 1349"/>
          <p:cNvSpPr/>
          <p:nvPr/>
        </p:nvSpPr>
        <p:spPr>
          <a:xfrm>
            <a:off x="1015595" y="29815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1" name="Freeform 1350"/>
          <p:cNvSpPr/>
          <p:nvPr/>
        </p:nvSpPr>
        <p:spPr>
          <a:xfrm>
            <a:off x="1080374" y="16202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2" name="Freeform 1351"/>
          <p:cNvSpPr/>
          <p:nvPr/>
        </p:nvSpPr>
        <p:spPr>
          <a:xfrm>
            <a:off x="1168828" y="26129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3" name="Freeform 1352"/>
          <p:cNvSpPr/>
          <p:nvPr/>
        </p:nvSpPr>
        <p:spPr>
          <a:xfrm>
            <a:off x="1084803" y="25112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4" name="Freeform 1353"/>
          <p:cNvSpPr/>
          <p:nvPr/>
        </p:nvSpPr>
        <p:spPr>
          <a:xfrm>
            <a:off x="1082841" y="22372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5" name="Freeform 1354"/>
          <p:cNvSpPr/>
          <p:nvPr/>
        </p:nvSpPr>
        <p:spPr>
          <a:xfrm>
            <a:off x="972038" y="30211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6" name="Freeform 1355"/>
          <p:cNvSpPr/>
          <p:nvPr/>
        </p:nvSpPr>
        <p:spPr>
          <a:xfrm>
            <a:off x="1160681" y="21095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7" name="Freeform 1356"/>
          <p:cNvSpPr/>
          <p:nvPr/>
        </p:nvSpPr>
        <p:spPr>
          <a:xfrm>
            <a:off x="1185618" y="17336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8" name="Freeform 1357"/>
          <p:cNvSpPr/>
          <p:nvPr/>
        </p:nvSpPr>
        <p:spPr>
          <a:xfrm>
            <a:off x="1067643" y="20769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9" name="Freeform 1358"/>
          <p:cNvSpPr/>
          <p:nvPr/>
        </p:nvSpPr>
        <p:spPr>
          <a:xfrm>
            <a:off x="1051170" y="303442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0" name="Freeform 1359"/>
          <p:cNvSpPr/>
          <p:nvPr/>
        </p:nvSpPr>
        <p:spPr>
          <a:xfrm>
            <a:off x="958349" y="22889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1" name="Freeform 1360"/>
          <p:cNvSpPr/>
          <p:nvPr/>
        </p:nvSpPr>
        <p:spPr>
          <a:xfrm>
            <a:off x="1124341" y="18484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2" name="Freeform 1361"/>
          <p:cNvSpPr/>
          <p:nvPr/>
        </p:nvSpPr>
        <p:spPr>
          <a:xfrm>
            <a:off x="1245000" y="31815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3" name="Freeform 1362"/>
          <p:cNvSpPr/>
          <p:nvPr/>
        </p:nvSpPr>
        <p:spPr>
          <a:xfrm>
            <a:off x="1113316" y="27728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4" name="Freeform 1363"/>
          <p:cNvSpPr/>
          <p:nvPr/>
        </p:nvSpPr>
        <p:spPr>
          <a:xfrm>
            <a:off x="1149574" y="17799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5" name="Freeform 1364"/>
          <p:cNvSpPr/>
          <p:nvPr/>
        </p:nvSpPr>
        <p:spPr>
          <a:xfrm>
            <a:off x="1101706" y="20885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6" name="Freeform 1365"/>
          <p:cNvSpPr/>
          <p:nvPr/>
        </p:nvSpPr>
        <p:spPr>
          <a:xfrm>
            <a:off x="1000407" y="20163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7" name="Freeform 1366"/>
          <p:cNvSpPr/>
          <p:nvPr/>
        </p:nvSpPr>
        <p:spPr>
          <a:xfrm>
            <a:off x="1154414" y="12798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8" name="Freeform 1367"/>
          <p:cNvSpPr/>
          <p:nvPr/>
        </p:nvSpPr>
        <p:spPr>
          <a:xfrm>
            <a:off x="983853" y="19875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9" name="Freeform 1368"/>
          <p:cNvSpPr/>
          <p:nvPr/>
        </p:nvSpPr>
        <p:spPr>
          <a:xfrm>
            <a:off x="1051773" y="18912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0" name="Freeform 1369"/>
          <p:cNvSpPr/>
          <p:nvPr/>
        </p:nvSpPr>
        <p:spPr>
          <a:xfrm>
            <a:off x="1084245" y="8466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1" name="Freeform 1370"/>
          <p:cNvSpPr/>
          <p:nvPr/>
        </p:nvSpPr>
        <p:spPr>
          <a:xfrm>
            <a:off x="1124314" y="23347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2" name="Freeform 1371"/>
          <p:cNvSpPr/>
          <p:nvPr/>
        </p:nvSpPr>
        <p:spPr>
          <a:xfrm>
            <a:off x="1093341" y="26319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3" name="Freeform 1372"/>
          <p:cNvSpPr/>
          <p:nvPr/>
        </p:nvSpPr>
        <p:spPr>
          <a:xfrm>
            <a:off x="1091407" y="20082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4" name="Freeform 1373"/>
          <p:cNvSpPr/>
          <p:nvPr/>
        </p:nvSpPr>
        <p:spPr>
          <a:xfrm>
            <a:off x="1015235" y="20025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5" name="Freeform 1374"/>
          <p:cNvSpPr/>
          <p:nvPr/>
        </p:nvSpPr>
        <p:spPr>
          <a:xfrm>
            <a:off x="980218" y="24939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6" name="Freeform 1375"/>
          <p:cNvSpPr/>
          <p:nvPr/>
        </p:nvSpPr>
        <p:spPr>
          <a:xfrm>
            <a:off x="1069825" y="27512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7" name="Freeform 1376"/>
          <p:cNvSpPr/>
          <p:nvPr/>
        </p:nvSpPr>
        <p:spPr>
          <a:xfrm>
            <a:off x="1018637" y="10506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8" name="Freeform 1377"/>
          <p:cNvSpPr/>
          <p:nvPr/>
        </p:nvSpPr>
        <p:spPr>
          <a:xfrm>
            <a:off x="978997" y="20596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9" name="Freeform 1378"/>
          <p:cNvSpPr/>
          <p:nvPr/>
        </p:nvSpPr>
        <p:spPr>
          <a:xfrm>
            <a:off x="981772" y="25985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0" name="Freeform 1379"/>
          <p:cNvSpPr/>
          <p:nvPr/>
        </p:nvSpPr>
        <p:spPr>
          <a:xfrm>
            <a:off x="1033235" y="17599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1" name="Freeform 1380"/>
          <p:cNvSpPr/>
          <p:nvPr/>
        </p:nvSpPr>
        <p:spPr>
          <a:xfrm>
            <a:off x="942858" y="228150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2" name="Freeform 1381"/>
          <p:cNvSpPr/>
          <p:nvPr/>
        </p:nvSpPr>
        <p:spPr>
          <a:xfrm>
            <a:off x="976364" y="23546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3" name="Freeform 1382"/>
          <p:cNvSpPr/>
          <p:nvPr/>
        </p:nvSpPr>
        <p:spPr>
          <a:xfrm>
            <a:off x="957282" y="19398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4" name="Freeform 1383"/>
          <p:cNvSpPr/>
          <p:nvPr/>
        </p:nvSpPr>
        <p:spPr>
          <a:xfrm>
            <a:off x="1077837" y="28833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5" name="Freeform 1384"/>
          <p:cNvSpPr/>
          <p:nvPr/>
        </p:nvSpPr>
        <p:spPr>
          <a:xfrm>
            <a:off x="1092810" y="20465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6" name="Freeform 1385"/>
          <p:cNvSpPr/>
          <p:nvPr/>
        </p:nvSpPr>
        <p:spPr>
          <a:xfrm>
            <a:off x="1198889" y="12526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7" name="Freeform 1386"/>
          <p:cNvSpPr/>
          <p:nvPr/>
        </p:nvSpPr>
        <p:spPr>
          <a:xfrm>
            <a:off x="966410" y="19887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8" name="Freeform 1387"/>
          <p:cNvSpPr/>
          <p:nvPr/>
        </p:nvSpPr>
        <p:spPr>
          <a:xfrm>
            <a:off x="1020667" y="24173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9" name="Freeform 1388"/>
          <p:cNvSpPr/>
          <p:nvPr/>
        </p:nvSpPr>
        <p:spPr>
          <a:xfrm>
            <a:off x="1126284" y="24839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0" name="Freeform 1389"/>
          <p:cNvSpPr/>
          <p:nvPr/>
        </p:nvSpPr>
        <p:spPr>
          <a:xfrm>
            <a:off x="1051368" y="24347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1" name="Freeform 1390"/>
          <p:cNvSpPr/>
          <p:nvPr/>
        </p:nvSpPr>
        <p:spPr>
          <a:xfrm>
            <a:off x="1044056" y="23551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2" name="Freeform 1391"/>
          <p:cNvSpPr/>
          <p:nvPr/>
        </p:nvSpPr>
        <p:spPr>
          <a:xfrm>
            <a:off x="1179123" y="24182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3" name="Freeform 1392"/>
          <p:cNvSpPr/>
          <p:nvPr/>
        </p:nvSpPr>
        <p:spPr>
          <a:xfrm>
            <a:off x="1043299" y="17597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4" name="Freeform 1393"/>
          <p:cNvSpPr/>
          <p:nvPr/>
        </p:nvSpPr>
        <p:spPr>
          <a:xfrm>
            <a:off x="989052" y="31078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5" name="Freeform 1394"/>
          <p:cNvSpPr/>
          <p:nvPr/>
        </p:nvSpPr>
        <p:spPr>
          <a:xfrm>
            <a:off x="978389" y="17873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6" name="Freeform 1395"/>
          <p:cNvSpPr/>
          <p:nvPr/>
        </p:nvSpPr>
        <p:spPr>
          <a:xfrm>
            <a:off x="1088015" y="24191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7" name="Freeform 1396"/>
          <p:cNvSpPr/>
          <p:nvPr/>
        </p:nvSpPr>
        <p:spPr>
          <a:xfrm>
            <a:off x="1085995" y="20341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8" name="Freeform 1397"/>
          <p:cNvSpPr/>
          <p:nvPr/>
        </p:nvSpPr>
        <p:spPr>
          <a:xfrm>
            <a:off x="974757" y="27994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9" name="Freeform 1398"/>
          <p:cNvSpPr/>
          <p:nvPr/>
        </p:nvSpPr>
        <p:spPr>
          <a:xfrm>
            <a:off x="1000382" y="15499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0" name="Freeform 1399"/>
          <p:cNvSpPr/>
          <p:nvPr/>
        </p:nvSpPr>
        <p:spPr>
          <a:xfrm>
            <a:off x="1101217" y="15921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1" name="Freeform 1400"/>
          <p:cNvSpPr/>
          <p:nvPr/>
        </p:nvSpPr>
        <p:spPr>
          <a:xfrm>
            <a:off x="1104040" y="17377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2" name="Freeform 1401"/>
          <p:cNvSpPr/>
          <p:nvPr/>
        </p:nvSpPr>
        <p:spPr>
          <a:xfrm>
            <a:off x="1023080" y="29967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3" name="Freeform 1402"/>
          <p:cNvSpPr/>
          <p:nvPr/>
        </p:nvSpPr>
        <p:spPr>
          <a:xfrm>
            <a:off x="1107021" y="18040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4" name="Freeform 1403"/>
          <p:cNvSpPr/>
          <p:nvPr/>
        </p:nvSpPr>
        <p:spPr>
          <a:xfrm>
            <a:off x="1103681" y="20199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5" name="Freeform 1404"/>
          <p:cNvSpPr/>
          <p:nvPr/>
        </p:nvSpPr>
        <p:spPr>
          <a:xfrm>
            <a:off x="947468" y="3042761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6" name="Freeform 1405"/>
          <p:cNvSpPr/>
          <p:nvPr/>
        </p:nvSpPr>
        <p:spPr>
          <a:xfrm>
            <a:off x="1045047" y="22383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7" name="Freeform 1406"/>
          <p:cNvSpPr/>
          <p:nvPr/>
        </p:nvSpPr>
        <p:spPr>
          <a:xfrm>
            <a:off x="1093284" y="20404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8" name="Freeform 1407"/>
          <p:cNvSpPr/>
          <p:nvPr/>
        </p:nvSpPr>
        <p:spPr>
          <a:xfrm>
            <a:off x="1027733" y="19430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9" name="Freeform 1408"/>
          <p:cNvSpPr/>
          <p:nvPr/>
        </p:nvSpPr>
        <p:spPr>
          <a:xfrm>
            <a:off x="923864" y="21357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0" name="Freeform 1409"/>
          <p:cNvSpPr/>
          <p:nvPr/>
        </p:nvSpPr>
        <p:spPr>
          <a:xfrm>
            <a:off x="1046974" y="20777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1" name="Freeform 1410"/>
          <p:cNvSpPr/>
          <p:nvPr/>
        </p:nvSpPr>
        <p:spPr>
          <a:xfrm>
            <a:off x="1115636" y="14761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2" name="Freeform 1411"/>
          <p:cNvSpPr/>
          <p:nvPr/>
        </p:nvSpPr>
        <p:spPr>
          <a:xfrm>
            <a:off x="1170582" y="16021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3" name="Freeform 1412"/>
          <p:cNvSpPr/>
          <p:nvPr/>
        </p:nvSpPr>
        <p:spPr>
          <a:xfrm>
            <a:off x="920424" y="36847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4" name="Freeform 1413"/>
          <p:cNvSpPr/>
          <p:nvPr/>
        </p:nvSpPr>
        <p:spPr>
          <a:xfrm>
            <a:off x="1239099" y="23874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5" name="Freeform 1414"/>
          <p:cNvSpPr/>
          <p:nvPr/>
        </p:nvSpPr>
        <p:spPr>
          <a:xfrm>
            <a:off x="990980" y="23097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6" name="Freeform 1415"/>
          <p:cNvSpPr/>
          <p:nvPr/>
        </p:nvSpPr>
        <p:spPr>
          <a:xfrm>
            <a:off x="1129227" y="31174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7" name="Freeform 1416"/>
          <p:cNvSpPr/>
          <p:nvPr/>
        </p:nvSpPr>
        <p:spPr>
          <a:xfrm>
            <a:off x="1147616" y="21780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8" name="Freeform 1417"/>
          <p:cNvSpPr/>
          <p:nvPr/>
        </p:nvSpPr>
        <p:spPr>
          <a:xfrm>
            <a:off x="1130955" y="15905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9" name="Freeform 1418"/>
          <p:cNvSpPr/>
          <p:nvPr/>
        </p:nvSpPr>
        <p:spPr>
          <a:xfrm>
            <a:off x="1075672" y="27788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0" name="Freeform 1419"/>
          <p:cNvSpPr/>
          <p:nvPr/>
        </p:nvSpPr>
        <p:spPr>
          <a:xfrm>
            <a:off x="988706" y="20547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1" name="Freeform 1420"/>
          <p:cNvSpPr/>
          <p:nvPr/>
        </p:nvSpPr>
        <p:spPr>
          <a:xfrm>
            <a:off x="1107309" y="26919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2" name="Freeform 1421"/>
          <p:cNvSpPr/>
          <p:nvPr/>
        </p:nvSpPr>
        <p:spPr>
          <a:xfrm>
            <a:off x="1018303" y="25678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3" name="Freeform 1422"/>
          <p:cNvSpPr/>
          <p:nvPr/>
        </p:nvSpPr>
        <p:spPr>
          <a:xfrm>
            <a:off x="898407" y="14742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4" name="Freeform 1423"/>
          <p:cNvSpPr/>
          <p:nvPr/>
        </p:nvSpPr>
        <p:spPr>
          <a:xfrm>
            <a:off x="1253399" y="25020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5" name="Freeform 1424"/>
          <p:cNvSpPr/>
          <p:nvPr/>
        </p:nvSpPr>
        <p:spPr>
          <a:xfrm>
            <a:off x="1112718" y="19907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6" name="Freeform 1425"/>
          <p:cNvSpPr/>
          <p:nvPr/>
        </p:nvSpPr>
        <p:spPr>
          <a:xfrm>
            <a:off x="1186347" y="31780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7" name="Freeform 1426"/>
          <p:cNvSpPr/>
          <p:nvPr/>
        </p:nvSpPr>
        <p:spPr>
          <a:xfrm>
            <a:off x="1005276" y="12783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8" name="Freeform 1427"/>
          <p:cNvSpPr/>
          <p:nvPr/>
        </p:nvSpPr>
        <p:spPr>
          <a:xfrm>
            <a:off x="1163092" y="19193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9" name="Freeform 1428"/>
          <p:cNvSpPr/>
          <p:nvPr/>
        </p:nvSpPr>
        <p:spPr>
          <a:xfrm>
            <a:off x="1171209" y="23188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0" name="Freeform 1429"/>
          <p:cNvSpPr/>
          <p:nvPr/>
        </p:nvSpPr>
        <p:spPr>
          <a:xfrm>
            <a:off x="1168866" y="1933114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1" name="Freeform 1430"/>
          <p:cNvSpPr/>
          <p:nvPr/>
        </p:nvSpPr>
        <p:spPr>
          <a:xfrm>
            <a:off x="1064340" y="2943311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2" name="Freeform 1431"/>
          <p:cNvSpPr/>
          <p:nvPr/>
        </p:nvSpPr>
        <p:spPr>
          <a:xfrm>
            <a:off x="985983" y="16242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3" name="Freeform 1432"/>
          <p:cNvSpPr/>
          <p:nvPr/>
        </p:nvSpPr>
        <p:spPr>
          <a:xfrm>
            <a:off x="1053985" y="23908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4" name="Freeform 1433"/>
          <p:cNvSpPr/>
          <p:nvPr/>
        </p:nvSpPr>
        <p:spPr>
          <a:xfrm>
            <a:off x="919629" y="23297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5" name="Freeform 1434"/>
          <p:cNvSpPr/>
          <p:nvPr/>
        </p:nvSpPr>
        <p:spPr>
          <a:xfrm>
            <a:off x="952846" y="24761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6" name="Freeform 1435"/>
          <p:cNvSpPr/>
          <p:nvPr/>
        </p:nvSpPr>
        <p:spPr>
          <a:xfrm>
            <a:off x="1071846" y="25214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7" name="Freeform 1436"/>
          <p:cNvSpPr/>
          <p:nvPr/>
        </p:nvSpPr>
        <p:spPr>
          <a:xfrm>
            <a:off x="999984" y="18725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8" name="Freeform 1437"/>
          <p:cNvSpPr/>
          <p:nvPr/>
        </p:nvSpPr>
        <p:spPr>
          <a:xfrm>
            <a:off x="1054839" y="209575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9" name="Freeform 1438"/>
          <p:cNvSpPr/>
          <p:nvPr/>
        </p:nvSpPr>
        <p:spPr>
          <a:xfrm>
            <a:off x="1058517" y="18943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0" name="Freeform 1439"/>
          <p:cNvSpPr/>
          <p:nvPr/>
        </p:nvSpPr>
        <p:spPr>
          <a:xfrm>
            <a:off x="1193820" y="22304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1" name="Freeform 1440"/>
          <p:cNvSpPr/>
          <p:nvPr/>
        </p:nvSpPr>
        <p:spPr>
          <a:xfrm>
            <a:off x="1151824" y="19648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2" name="Freeform 1441"/>
          <p:cNvSpPr/>
          <p:nvPr/>
        </p:nvSpPr>
        <p:spPr>
          <a:xfrm>
            <a:off x="1062771" y="24390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3" name="Freeform 1442"/>
          <p:cNvSpPr/>
          <p:nvPr/>
        </p:nvSpPr>
        <p:spPr>
          <a:xfrm>
            <a:off x="1145938" y="10914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4" name="Freeform 1443"/>
          <p:cNvSpPr/>
          <p:nvPr/>
        </p:nvSpPr>
        <p:spPr>
          <a:xfrm>
            <a:off x="1014026" y="30237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5" name="Freeform 1444"/>
          <p:cNvSpPr/>
          <p:nvPr/>
        </p:nvSpPr>
        <p:spPr>
          <a:xfrm>
            <a:off x="1043400" y="15843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6" name="Freeform 1445"/>
          <p:cNvSpPr/>
          <p:nvPr/>
        </p:nvSpPr>
        <p:spPr>
          <a:xfrm>
            <a:off x="1126126" y="15299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7" name="Freeform 1446"/>
          <p:cNvSpPr/>
          <p:nvPr/>
        </p:nvSpPr>
        <p:spPr>
          <a:xfrm>
            <a:off x="983383" y="26595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8" name="Freeform 1447"/>
          <p:cNvSpPr/>
          <p:nvPr/>
        </p:nvSpPr>
        <p:spPr>
          <a:xfrm>
            <a:off x="1047241" y="10916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9" name="Freeform 1448"/>
          <p:cNvSpPr/>
          <p:nvPr/>
        </p:nvSpPr>
        <p:spPr>
          <a:xfrm>
            <a:off x="978130" y="17194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0" name="Freeform 1449"/>
          <p:cNvSpPr/>
          <p:nvPr/>
        </p:nvSpPr>
        <p:spPr>
          <a:xfrm>
            <a:off x="1073540" y="17318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1" name="Freeform 1450"/>
          <p:cNvSpPr/>
          <p:nvPr/>
        </p:nvSpPr>
        <p:spPr>
          <a:xfrm>
            <a:off x="1174038" y="22117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2" name="Freeform 1451"/>
          <p:cNvSpPr/>
          <p:nvPr/>
        </p:nvSpPr>
        <p:spPr>
          <a:xfrm>
            <a:off x="1015858" y="23364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3" name="Freeform 1452"/>
          <p:cNvSpPr/>
          <p:nvPr/>
        </p:nvSpPr>
        <p:spPr>
          <a:xfrm>
            <a:off x="1080731" y="23325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4" name="Freeform 1453"/>
          <p:cNvSpPr/>
          <p:nvPr/>
        </p:nvSpPr>
        <p:spPr>
          <a:xfrm>
            <a:off x="1006224" y="20272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5" name="Freeform 1454"/>
          <p:cNvSpPr/>
          <p:nvPr/>
        </p:nvSpPr>
        <p:spPr>
          <a:xfrm>
            <a:off x="989493" y="15130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6" name="Freeform 1455"/>
          <p:cNvSpPr/>
          <p:nvPr/>
        </p:nvSpPr>
        <p:spPr>
          <a:xfrm>
            <a:off x="983769" y="21337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7" name="Freeform 1456"/>
          <p:cNvSpPr/>
          <p:nvPr/>
        </p:nvSpPr>
        <p:spPr>
          <a:xfrm>
            <a:off x="1162247" y="26897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8" name="Freeform 1457"/>
          <p:cNvSpPr/>
          <p:nvPr/>
        </p:nvSpPr>
        <p:spPr>
          <a:xfrm>
            <a:off x="1222457" y="18064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9" name="Freeform 1458"/>
          <p:cNvSpPr/>
          <p:nvPr/>
        </p:nvSpPr>
        <p:spPr>
          <a:xfrm>
            <a:off x="1097789" y="17572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0" name="Freeform 1459"/>
          <p:cNvSpPr/>
          <p:nvPr/>
        </p:nvSpPr>
        <p:spPr>
          <a:xfrm>
            <a:off x="1018233" y="18928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1" name="Freeform 1460"/>
          <p:cNvSpPr/>
          <p:nvPr/>
        </p:nvSpPr>
        <p:spPr>
          <a:xfrm>
            <a:off x="1112505" y="18466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2" name="Freeform 1461"/>
          <p:cNvSpPr/>
          <p:nvPr/>
        </p:nvSpPr>
        <p:spPr>
          <a:xfrm>
            <a:off x="1043570" y="23638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3" name="Freeform 1462"/>
          <p:cNvSpPr/>
          <p:nvPr/>
        </p:nvSpPr>
        <p:spPr>
          <a:xfrm>
            <a:off x="1118907" y="26986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4" name="Freeform 1463"/>
          <p:cNvSpPr/>
          <p:nvPr/>
        </p:nvSpPr>
        <p:spPr>
          <a:xfrm>
            <a:off x="1085050" y="26677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5" name="Freeform 1464"/>
          <p:cNvSpPr/>
          <p:nvPr/>
        </p:nvSpPr>
        <p:spPr>
          <a:xfrm>
            <a:off x="1084301" y="30581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6" name="Freeform 1465"/>
          <p:cNvSpPr/>
          <p:nvPr/>
        </p:nvSpPr>
        <p:spPr>
          <a:xfrm>
            <a:off x="1106030" y="21054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7" name="Freeform 1466"/>
          <p:cNvSpPr/>
          <p:nvPr/>
        </p:nvSpPr>
        <p:spPr>
          <a:xfrm>
            <a:off x="1027307" y="22684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8" name="Freeform 1467"/>
          <p:cNvSpPr/>
          <p:nvPr/>
        </p:nvSpPr>
        <p:spPr>
          <a:xfrm>
            <a:off x="1038924" y="24498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9" name="Freeform 1468"/>
          <p:cNvSpPr/>
          <p:nvPr/>
        </p:nvSpPr>
        <p:spPr>
          <a:xfrm>
            <a:off x="951570" y="37298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0" name="Freeform 1469"/>
          <p:cNvSpPr/>
          <p:nvPr/>
        </p:nvSpPr>
        <p:spPr>
          <a:xfrm>
            <a:off x="1036436" y="28606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1" name="Freeform 1470"/>
          <p:cNvSpPr/>
          <p:nvPr/>
        </p:nvSpPr>
        <p:spPr>
          <a:xfrm>
            <a:off x="971398" y="16556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2" name="Freeform 1471"/>
          <p:cNvSpPr/>
          <p:nvPr/>
        </p:nvSpPr>
        <p:spPr>
          <a:xfrm>
            <a:off x="1056150" y="25641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3" name="Freeform 1472"/>
          <p:cNvSpPr/>
          <p:nvPr/>
        </p:nvSpPr>
        <p:spPr>
          <a:xfrm>
            <a:off x="1002224" y="20424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4" name="Freeform 1473"/>
          <p:cNvSpPr/>
          <p:nvPr/>
        </p:nvSpPr>
        <p:spPr>
          <a:xfrm>
            <a:off x="1072462" y="29335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5" name="Freeform 1474"/>
          <p:cNvSpPr/>
          <p:nvPr/>
        </p:nvSpPr>
        <p:spPr>
          <a:xfrm>
            <a:off x="1095812" y="14939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6" name="Freeform 1475"/>
          <p:cNvSpPr/>
          <p:nvPr/>
        </p:nvSpPr>
        <p:spPr>
          <a:xfrm>
            <a:off x="971545" y="22992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7" name="Freeform 1476"/>
          <p:cNvSpPr/>
          <p:nvPr/>
        </p:nvSpPr>
        <p:spPr>
          <a:xfrm>
            <a:off x="1011799" y="20783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8" name="Freeform 1477"/>
          <p:cNvSpPr/>
          <p:nvPr/>
        </p:nvSpPr>
        <p:spPr>
          <a:xfrm>
            <a:off x="1003174" y="10425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9" name="Freeform 1478"/>
          <p:cNvSpPr/>
          <p:nvPr/>
        </p:nvSpPr>
        <p:spPr>
          <a:xfrm>
            <a:off x="1115265" y="14543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0" name="Freeform 1479"/>
          <p:cNvSpPr/>
          <p:nvPr/>
        </p:nvSpPr>
        <p:spPr>
          <a:xfrm>
            <a:off x="1178937" y="23819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1" name="Freeform 1480"/>
          <p:cNvSpPr/>
          <p:nvPr/>
        </p:nvSpPr>
        <p:spPr>
          <a:xfrm>
            <a:off x="1122233" y="25278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2" name="Freeform 1481"/>
          <p:cNvSpPr/>
          <p:nvPr/>
        </p:nvSpPr>
        <p:spPr>
          <a:xfrm>
            <a:off x="1042569" y="23916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3" name="Freeform 1482"/>
          <p:cNvSpPr/>
          <p:nvPr/>
        </p:nvSpPr>
        <p:spPr>
          <a:xfrm>
            <a:off x="1162927" y="19665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4" name="Freeform 1483"/>
          <p:cNvSpPr/>
          <p:nvPr/>
        </p:nvSpPr>
        <p:spPr>
          <a:xfrm>
            <a:off x="965311" y="22795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5" name="Freeform 1484"/>
          <p:cNvSpPr/>
          <p:nvPr/>
        </p:nvSpPr>
        <p:spPr>
          <a:xfrm>
            <a:off x="1165205" y="24270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6" name="Freeform 1485"/>
          <p:cNvSpPr/>
          <p:nvPr/>
        </p:nvSpPr>
        <p:spPr>
          <a:xfrm>
            <a:off x="1022218" y="14794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7" name="Freeform 1486"/>
          <p:cNvSpPr/>
          <p:nvPr/>
        </p:nvSpPr>
        <p:spPr>
          <a:xfrm>
            <a:off x="881320" y="22840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8" name="Freeform 1487"/>
          <p:cNvSpPr/>
          <p:nvPr/>
        </p:nvSpPr>
        <p:spPr>
          <a:xfrm>
            <a:off x="1241585" y="10558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9" name="Freeform 1488"/>
          <p:cNvSpPr/>
          <p:nvPr/>
        </p:nvSpPr>
        <p:spPr>
          <a:xfrm>
            <a:off x="1170424" y="21797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0" name="Freeform 1489"/>
          <p:cNvSpPr/>
          <p:nvPr/>
        </p:nvSpPr>
        <p:spPr>
          <a:xfrm>
            <a:off x="997298" y="13175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1" name="Freeform 1490"/>
          <p:cNvSpPr/>
          <p:nvPr/>
        </p:nvSpPr>
        <p:spPr>
          <a:xfrm>
            <a:off x="1076958" y="20441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2" name="Freeform 1491"/>
          <p:cNvSpPr/>
          <p:nvPr/>
        </p:nvSpPr>
        <p:spPr>
          <a:xfrm>
            <a:off x="1051519" y="17359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3" name="Freeform 1492"/>
          <p:cNvSpPr/>
          <p:nvPr/>
        </p:nvSpPr>
        <p:spPr>
          <a:xfrm>
            <a:off x="1072528" y="25946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4" name="Freeform 1493"/>
          <p:cNvSpPr/>
          <p:nvPr/>
        </p:nvSpPr>
        <p:spPr>
          <a:xfrm>
            <a:off x="967355" y="26603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5" name="Freeform 1494"/>
          <p:cNvSpPr/>
          <p:nvPr/>
        </p:nvSpPr>
        <p:spPr>
          <a:xfrm>
            <a:off x="1020541" y="19920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6" name="Freeform 1495"/>
          <p:cNvSpPr/>
          <p:nvPr/>
        </p:nvSpPr>
        <p:spPr>
          <a:xfrm>
            <a:off x="1096789" y="17229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7" name="Freeform 1496"/>
          <p:cNvSpPr/>
          <p:nvPr/>
        </p:nvSpPr>
        <p:spPr>
          <a:xfrm>
            <a:off x="1080519" y="2205481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8" name="Freeform 1497"/>
          <p:cNvSpPr/>
          <p:nvPr/>
        </p:nvSpPr>
        <p:spPr>
          <a:xfrm>
            <a:off x="1145297" y="28805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9" name="Freeform 1498"/>
          <p:cNvSpPr/>
          <p:nvPr/>
        </p:nvSpPr>
        <p:spPr>
          <a:xfrm>
            <a:off x="1071037" y="29180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0" name="Freeform 1499"/>
          <p:cNvSpPr/>
          <p:nvPr/>
        </p:nvSpPr>
        <p:spPr>
          <a:xfrm>
            <a:off x="1221580" y="29521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1" name="Freeform 1500"/>
          <p:cNvSpPr/>
          <p:nvPr/>
        </p:nvSpPr>
        <p:spPr>
          <a:xfrm>
            <a:off x="1018270" y="31253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2" name="Freeform 1501"/>
          <p:cNvSpPr/>
          <p:nvPr/>
        </p:nvSpPr>
        <p:spPr>
          <a:xfrm>
            <a:off x="1082950" y="21702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3" name="Freeform 1502"/>
          <p:cNvSpPr/>
          <p:nvPr/>
        </p:nvSpPr>
        <p:spPr>
          <a:xfrm>
            <a:off x="938630" y="16535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4" name="Freeform 1503"/>
          <p:cNvSpPr/>
          <p:nvPr/>
        </p:nvSpPr>
        <p:spPr>
          <a:xfrm>
            <a:off x="982622" y="22327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5" name="Freeform 1504"/>
          <p:cNvSpPr/>
          <p:nvPr/>
        </p:nvSpPr>
        <p:spPr>
          <a:xfrm>
            <a:off x="1153873" y="33761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6" name="Freeform 1505"/>
          <p:cNvSpPr/>
          <p:nvPr/>
        </p:nvSpPr>
        <p:spPr>
          <a:xfrm>
            <a:off x="1003207" y="23230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7" name="Freeform 1506"/>
          <p:cNvSpPr/>
          <p:nvPr/>
        </p:nvSpPr>
        <p:spPr>
          <a:xfrm>
            <a:off x="1100949" y="23088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8" name="Freeform 1507"/>
          <p:cNvSpPr/>
          <p:nvPr/>
        </p:nvSpPr>
        <p:spPr>
          <a:xfrm>
            <a:off x="1061650" y="11594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9" name="Freeform 1508"/>
          <p:cNvSpPr/>
          <p:nvPr/>
        </p:nvSpPr>
        <p:spPr>
          <a:xfrm>
            <a:off x="996458" y="29673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0" name="Freeform 1509"/>
          <p:cNvSpPr/>
          <p:nvPr/>
        </p:nvSpPr>
        <p:spPr>
          <a:xfrm>
            <a:off x="1042646" y="2424749"/>
            <a:ext cx="35922" cy="35922"/>
          </a:xfrm>
          <a:custGeom>
            <a:avLst/>
            <a:gdLst/>
            <a:ahLst/>
            <a:cxnLst/>
            <a:rect l="l" t="t" r="r" b="b"/>
            <a:pathLst>
              <a:path w="35922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1" name="Freeform 1510"/>
          <p:cNvSpPr/>
          <p:nvPr/>
        </p:nvSpPr>
        <p:spPr>
          <a:xfrm>
            <a:off x="1031636" y="13579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2" name="Freeform 1511"/>
          <p:cNvSpPr/>
          <p:nvPr/>
        </p:nvSpPr>
        <p:spPr>
          <a:xfrm>
            <a:off x="1033418" y="19970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3" name="Freeform 1512"/>
          <p:cNvSpPr/>
          <p:nvPr/>
        </p:nvSpPr>
        <p:spPr>
          <a:xfrm>
            <a:off x="1115737" y="19393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4" name="Freeform 1513"/>
          <p:cNvSpPr/>
          <p:nvPr/>
        </p:nvSpPr>
        <p:spPr>
          <a:xfrm>
            <a:off x="1109020" y="21676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5" name="Freeform 1514"/>
          <p:cNvSpPr/>
          <p:nvPr/>
        </p:nvSpPr>
        <p:spPr>
          <a:xfrm>
            <a:off x="1027444" y="20580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6" name="Freeform 1515"/>
          <p:cNvSpPr/>
          <p:nvPr/>
        </p:nvSpPr>
        <p:spPr>
          <a:xfrm>
            <a:off x="1005576" y="18303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7" name="Freeform 1516"/>
          <p:cNvSpPr/>
          <p:nvPr/>
        </p:nvSpPr>
        <p:spPr>
          <a:xfrm>
            <a:off x="1084476" y="26378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8" name="Freeform 1517"/>
          <p:cNvSpPr/>
          <p:nvPr/>
        </p:nvSpPr>
        <p:spPr>
          <a:xfrm>
            <a:off x="1059113" y="17791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9" name="Freeform 1518"/>
          <p:cNvSpPr/>
          <p:nvPr/>
        </p:nvSpPr>
        <p:spPr>
          <a:xfrm>
            <a:off x="1133957" y="29245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0" name="Freeform 1519"/>
          <p:cNvSpPr/>
          <p:nvPr/>
        </p:nvSpPr>
        <p:spPr>
          <a:xfrm>
            <a:off x="1241883" y="20588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1" name="Freeform 1520"/>
          <p:cNvSpPr/>
          <p:nvPr/>
        </p:nvSpPr>
        <p:spPr>
          <a:xfrm>
            <a:off x="1121662" y="21350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2" name="Freeform 1521"/>
          <p:cNvSpPr/>
          <p:nvPr/>
        </p:nvSpPr>
        <p:spPr>
          <a:xfrm>
            <a:off x="1063443" y="2539547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3" name="Freeform 1522"/>
          <p:cNvSpPr/>
          <p:nvPr/>
        </p:nvSpPr>
        <p:spPr>
          <a:xfrm>
            <a:off x="1054335" y="22375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4" name="Freeform 1523"/>
          <p:cNvSpPr/>
          <p:nvPr/>
        </p:nvSpPr>
        <p:spPr>
          <a:xfrm>
            <a:off x="1008919" y="25427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5" name="Freeform 1524"/>
          <p:cNvSpPr/>
          <p:nvPr/>
        </p:nvSpPr>
        <p:spPr>
          <a:xfrm>
            <a:off x="1005604" y="27712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6" name="Freeform 1525"/>
          <p:cNvSpPr/>
          <p:nvPr/>
        </p:nvSpPr>
        <p:spPr>
          <a:xfrm>
            <a:off x="999187" y="24058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7" name="Freeform 1526"/>
          <p:cNvSpPr/>
          <p:nvPr/>
        </p:nvSpPr>
        <p:spPr>
          <a:xfrm>
            <a:off x="1039523" y="27876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8" name="Freeform 1527"/>
          <p:cNvSpPr/>
          <p:nvPr/>
        </p:nvSpPr>
        <p:spPr>
          <a:xfrm>
            <a:off x="1037413" y="20617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9" name="Freeform 1528"/>
          <p:cNvSpPr/>
          <p:nvPr/>
        </p:nvSpPr>
        <p:spPr>
          <a:xfrm>
            <a:off x="1115082" y="28111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0" name="Freeform 1529"/>
          <p:cNvSpPr/>
          <p:nvPr/>
        </p:nvSpPr>
        <p:spPr>
          <a:xfrm>
            <a:off x="1039280" y="18636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1" name="Freeform 1530"/>
          <p:cNvSpPr/>
          <p:nvPr/>
        </p:nvSpPr>
        <p:spPr>
          <a:xfrm>
            <a:off x="1052650" y="28271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2" name="Freeform 1531"/>
          <p:cNvSpPr/>
          <p:nvPr/>
        </p:nvSpPr>
        <p:spPr>
          <a:xfrm>
            <a:off x="984934" y="25141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3" name="Freeform 1532"/>
          <p:cNvSpPr/>
          <p:nvPr/>
        </p:nvSpPr>
        <p:spPr>
          <a:xfrm>
            <a:off x="1174838" y="25437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4" name="Freeform 1533"/>
          <p:cNvSpPr/>
          <p:nvPr/>
        </p:nvSpPr>
        <p:spPr>
          <a:xfrm>
            <a:off x="1099378" y="15517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5" name="Freeform 1534"/>
          <p:cNvSpPr/>
          <p:nvPr/>
        </p:nvSpPr>
        <p:spPr>
          <a:xfrm>
            <a:off x="1184410" y="20579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" name="Freeform 1535"/>
          <p:cNvSpPr/>
          <p:nvPr/>
        </p:nvSpPr>
        <p:spPr>
          <a:xfrm>
            <a:off x="1118608" y="23336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" name="Freeform 1536"/>
          <p:cNvSpPr/>
          <p:nvPr/>
        </p:nvSpPr>
        <p:spPr>
          <a:xfrm>
            <a:off x="1164561" y="19722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" name="Freeform 1537"/>
          <p:cNvSpPr/>
          <p:nvPr/>
        </p:nvSpPr>
        <p:spPr>
          <a:xfrm>
            <a:off x="1049264" y="32981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" name="Freeform 1538"/>
          <p:cNvSpPr/>
          <p:nvPr/>
        </p:nvSpPr>
        <p:spPr>
          <a:xfrm>
            <a:off x="1113319" y="22479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" name="Freeform 1539"/>
          <p:cNvSpPr/>
          <p:nvPr/>
        </p:nvSpPr>
        <p:spPr>
          <a:xfrm>
            <a:off x="1245214" y="12095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" name="Freeform 1540"/>
          <p:cNvSpPr/>
          <p:nvPr/>
        </p:nvSpPr>
        <p:spPr>
          <a:xfrm>
            <a:off x="984585" y="21586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" name="Freeform 1541"/>
          <p:cNvSpPr/>
          <p:nvPr/>
        </p:nvSpPr>
        <p:spPr>
          <a:xfrm>
            <a:off x="1143774" y="21914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3" name="Freeform 1542"/>
          <p:cNvSpPr/>
          <p:nvPr/>
        </p:nvSpPr>
        <p:spPr>
          <a:xfrm>
            <a:off x="1178378" y="19470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4" name="Freeform 1543"/>
          <p:cNvSpPr/>
          <p:nvPr/>
        </p:nvSpPr>
        <p:spPr>
          <a:xfrm>
            <a:off x="1093682" y="17702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5" name="Freeform 1544"/>
          <p:cNvSpPr/>
          <p:nvPr/>
        </p:nvSpPr>
        <p:spPr>
          <a:xfrm>
            <a:off x="1116507" y="32423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6" name="Freeform 1545"/>
          <p:cNvSpPr/>
          <p:nvPr/>
        </p:nvSpPr>
        <p:spPr>
          <a:xfrm>
            <a:off x="1150630" y="30819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7" name="Freeform 1546"/>
          <p:cNvSpPr/>
          <p:nvPr/>
        </p:nvSpPr>
        <p:spPr>
          <a:xfrm>
            <a:off x="1021284" y="21189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8" name="Freeform 1547"/>
          <p:cNvSpPr/>
          <p:nvPr/>
        </p:nvSpPr>
        <p:spPr>
          <a:xfrm>
            <a:off x="1093436" y="25897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9" name="Freeform 1548"/>
          <p:cNvSpPr/>
          <p:nvPr/>
        </p:nvSpPr>
        <p:spPr>
          <a:xfrm>
            <a:off x="1006842" y="15583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0" name="Freeform 1549"/>
          <p:cNvSpPr/>
          <p:nvPr/>
        </p:nvSpPr>
        <p:spPr>
          <a:xfrm>
            <a:off x="1019894" y="23863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1" name="Freeform 1550"/>
          <p:cNvSpPr/>
          <p:nvPr/>
        </p:nvSpPr>
        <p:spPr>
          <a:xfrm>
            <a:off x="1023853" y="32102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2" name="Freeform 1551"/>
          <p:cNvSpPr/>
          <p:nvPr/>
        </p:nvSpPr>
        <p:spPr>
          <a:xfrm>
            <a:off x="1056045" y="28711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3" name="Freeform 1552"/>
          <p:cNvSpPr/>
          <p:nvPr/>
        </p:nvSpPr>
        <p:spPr>
          <a:xfrm>
            <a:off x="1075682" y="36250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4" name="Freeform 1553"/>
          <p:cNvSpPr/>
          <p:nvPr/>
        </p:nvSpPr>
        <p:spPr>
          <a:xfrm>
            <a:off x="1096462" y="23450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5" name="Freeform 1554"/>
          <p:cNvSpPr/>
          <p:nvPr/>
        </p:nvSpPr>
        <p:spPr>
          <a:xfrm>
            <a:off x="969503" y="23218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6" name="Freeform 1555"/>
          <p:cNvSpPr/>
          <p:nvPr/>
        </p:nvSpPr>
        <p:spPr>
          <a:xfrm>
            <a:off x="1200191" y="24419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7" name="Freeform 1556"/>
          <p:cNvSpPr/>
          <p:nvPr/>
        </p:nvSpPr>
        <p:spPr>
          <a:xfrm>
            <a:off x="1144255" y="16770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8" name="Freeform 1557"/>
          <p:cNvSpPr/>
          <p:nvPr/>
        </p:nvSpPr>
        <p:spPr>
          <a:xfrm>
            <a:off x="1115071" y="16161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9" name="Freeform 1558"/>
          <p:cNvSpPr/>
          <p:nvPr/>
        </p:nvSpPr>
        <p:spPr>
          <a:xfrm>
            <a:off x="1041434" y="23126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0" name="Freeform 1559"/>
          <p:cNvSpPr/>
          <p:nvPr/>
        </p:nvSpPr>
        <p:spPr>
          <a:xfrm>
            <a:off x="1059690" y="33121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1" name="Freeform 1560"/>
          <p:cNvSpPr/>
          <p:nvPr/>
        </p:nvSpPr>
        <p:spPr>
          <a:xfrm>
            <a:off x="1102972" y="19118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2" name="Freeform 1561"/>
          <p:cNvSpPr/>
          <p:nvPr/>
        </p:nvSpPr>
        <p:spPr>
          <a:xfrm>
            <a:off x="1093703" y="19433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3" name="Freeform 1562"/>
          <p:cNvSpPr/>
          <p:nvPr/>
        </p:nvSpPr>
        <p:spPr>
          <a:xfrm>
            <a:off x="951582" y="20685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4" name="Freeform 1563"/>
          <p:cNvSpPr/>
          <p:nvPr/>
        </p:nvSpPr>
        <p:spPr>
          <a:xfrm>
            <a:off x="1116113" y="17265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5" name="Freeform 1564"/>
          <p:cNvSpPr/>
          <p:nvPr/>
        </p:nvSpPr>
        <p:spPr>
          <a:xfrm>
            <a:off x="1263969" y="28186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6" name="Freeform 1565"/>
          <p:cNvSpPr/>
          <p:nvPr/>
        </p:nvSpPr>
        <p:spPr>
          <a:xfrm>
            <a:off x="940158" y="12038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7" name="Freeform 1566"/>
          <p:cNvSpPr/>
          <p:nvPr/>
        </p:nvSpPr>
        <p:spPr>
          <a:xfrm>
            <a:off x="1133386" y="27141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8" name="Freeform 1567"/>
          <p:cNvSpPr/>
          <p:nvPr/>
        </p:nvSpPr>
        <p:spPr>
          <a:xfrm>
            <a:off x="1090855" y="18447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9" name="Freeform 1568"/>
          <p:cNvSpPr/>
          <p:nvPr/>
        </p:nvSpPr>
        <p:spPr>
          <a:xfrm>
            <a:off x="1058158" y="30845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0" name="Freeform 1569"/>
          <p:cNvSpPr/>
          <p:nvPr/>
        </p:nvSpPr>
        <p:spPr>
          <a:xfrm>
            <a:off x="1159080" y="26993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1" name="Freeform 1570"/>
          <p:cNvSpPr/>
          <p:nvPr/>
        </p:nvSpPr>
        <p:spPr>
          <a:xfrm>
            <a:off x="985245" y="14544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2" name="Freeform 1571"/>
          <p:cNvSpPr/>
          <p:nvPr/>
        </p:nvSpPr>
        <p:spPr>
          <a:xfrm>
            <a:off x="1076831" y="23587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3" name="Freeform 1572"/>
          <p:cNvSpPr/>
          <p:nvPr/>
        </p:nvSpPr>
        <p:spPr>
          <a:xfrm>
            <a:off x="1165378" y="17985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4" name="Freeform 1573"/>
          <p:cNvSpPr/>
          <p:nvPr/>
        </p:nvSpPr>
        <p:spPr>
          <a:xfrm>
            <a:off x="1052341" y="21053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5" name="Freeform 1574"/>
          <p:cNvSpPr/>
          <p:nvPr/>
        </p:nvSpPr>
        <p:spPr>
          <a:xfrm>
            <a:off x="1037273" y="22793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6" name="Freeform 1575"/>
          <p:cNvSpPr/>
          <p:nvPr/>
        </p:nvSpPr>
        <p:spPr>
          <a:xfrm>
            <a:off x="1073573" y="15320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7" name="Freeform 1576"/>
          <p:cNvSpPr/>
          <p:nvPr/>
        </p:nvSpPr>
        <p:spPr>
          <a:xfrm>
            <a:off x="1035449" y="23463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8" name="Freeform 1577"/>
          <p:cNvSpPr/>
          <p:nvPr/>
        </p:nvSpPr>
        <p:spPr>
          <a:xfrm>
            <a:off x="1171163" y="31320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9" name="Freeform 1578"/>
          <p:cNvSpPr/>
          <p:nvPr/>
        </p:nvSpPr>
        <p:spPr>
          <a:xfrm>
            <a:off x="1003934" y="26346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0" name="Freeform 1579"/>
          <p:cNvSpPr/>
          <p:nvPr/>
        </p:nvSpPr>
        <p:spPr>
          <a:xfrm>
            <a:off x="1125244" y="19455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1" name="Freeform 1580"/>
          <p:cNvSpPr/>
          <p:nvPr/>
        </p:nvSpPr>
        <p:spPr>
          <a:xfrm>
            <a:off x="980396" y="2024721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2" name="Freeform 1581"/>
          <p:cNvSpPr/>
          <p:nvPr/>
        </p:nvSpPr>
        <p:spPr>
          <a:xfrm>
            <a:off x="1111357" y="30233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3" name="Freeform 1582"/>
          <p:cNvSpPr/>
          <p:nvPr/>
        </p:nvSpPr>
        <p:spPr>
          <a:xfrm>
            <a:off x="1058596" y="25945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4" name="Freeform 1583"/>
          <p:cNvSpPr/>
          <p:nvPr/>
        </p:nvSpPr>
        <p:spPr>
          <a:xfrm>
            <a:off x="889620" y="25219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5" name="Freeform 1584"/>
          <p:cNvSpPr/>
          <p:nvPr/>
        </p:nvSpPr>
        <p:spPr>
          <a:xfrm>
            <a:off x="1065340" y="24119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6" name="Freeform 1585"/>
          <p:cNvSpPr/>
          <p:nvPr/>
        </p:nvSpPr>
        <p:spPr>
          <a:xfrm>
            <a:off x="992993" y="29260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7" name="Freeform 1586"/>
          <p:cNvSpPr/>
          <p:nvPr/>
        </p:nvSpPr>
        <p:spPr>
          <a:xfrm>
            <a:off x="1035447" y="25456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8" name="Freeform 1587"/>
          <p:cNvSpPr/>
          <p:nvPr/>
        </p:nvSpPr>
        <p:spPr>
          <a:xfrm>
            <a:off x="1170658" y="25966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9" name="Freeform 1588"/>
          <p:cNvSpPr/>
          <p:nvPr/>
        </p:nvSpPr>
        <p:spPr>
          <a:xfrm>
            <a:off x="989557" y="18333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0" name="Freeform 1589"/>
          <p:cNvSpPr/>
          <p:nvPr/>
        </p:nvSpPr>
        <p:spPr>
          <a:xfrm>
            <a:off x="993447" y="18142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1" name="Freeform 1590"/>
          <p:cNvSpPr/>
          <p:nvPr/>
        </p:nvSpPr>
        <p:spPr>
          <a:xfrm>
            <a:off x="1163980" y="23001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2" name="Freeform 1591"/>
          <p:cNvSpPr/>
          <p:nvPr/>
        </p:nvSpPr>
        <p:spPr>
          <a:xfrm>
            <a:off x="1073654" y="24254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3" name="Freeform 1592"/>
          <p:cNvSpPr/>
          <p:nvPr/>
        </p:nvSpPr>
        <p:spPr>
          <a:xfrm>
            <a:off x="1170869" y="21547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4" name="Freeform 1593"/>
          <p:cNvSpPr/>
          <p:nvPr/>
        </p:nvSpPr>
        <p:spPr>
          <a:xfrm>
            <a:off x="1087810" y="26414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5" name="Freeform 1594"/>
          <p:cNvSpPr/>
          <p:nvPr/>
        </p:nvSpPr>
        <p:spPr>
          <a:xfrm>
            <a:off x="1005578" y="28094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6" name="Freeform 1595"/>
          <p:cNvSpPr/>
          <p:nvPr/>
        </p:nvSpPr>
        <p:spPr>
          <a:xfrm>
            <a:off x="1061225" y="27043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7" name="Freeform 1596"/>
          <p:cNvSpPr/>
          <p:nvPr/>
        </p:nvSpPr>
        <p:spPr>
          <a:xfrm>
            <a:off x="1149602" y="25489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8" name="Freeform 1597"/>
          <p:cNvSpPr/>
          <p:nvPr/>
        </p:nvSpPr>
        <p:spPr>
          <a:xfrm>
            <a:off x="1129926" y="28179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9" name="Freeform 1598"/>
          <p:cNvSpPr/>
          <p:nvPr/>
        </p:nvSpPr>
        <p:spPr>
          <a:xfrm>
            <a:off x="1065808" y="21435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0" name="Freeform 1599"/>
          <p:cNvSpPr/>
          <p:nvPr/>
        </p:nvSpPr>
        <p:spPr>
          <a:xfrm>
            <a:off x="1069073" y="18546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1" name="Freeform 1600"/>
          <p:cNvSpPr/>
          <p:nvPr/>
        </p:nvSpPr>
        <p:spPr>
          <a:xfrm>
            <a:off x="1058072" y="30335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2" name="Freeform 1601"/>
          <p:cNvSpPr/>
          <p:nvPr/>
        </p:nvSpPr>
        <p:spPr>
          <a:xfrm>
            <a:off x="1026301" y="22131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3" name="Freeform 1602"/>
          <p:cNvSpPr/>
          <p:nvPr/>
        </p:nvSpPr>
        <p:spPr>
          <a:xfrm>
            <a:off x="1197478" y="23378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4" name="Freeform 1603"/>
          <p:cNvSpPr/>
          <p:nvPr/>
        </p:nvSpPr>
        <p:spPr>
          <a:xfrm>
            <a:off x="1066238" y="20521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5" name="Freeform 1604"/>
          <p:cNvSpPr/>
          <p:nvPr/>
        </p:nvSpPr>
        <p:spPr>
          <a:xfrm>
            <a:off x="988607" y="22325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6" name="Freeform 1605"/>
          <p:cNvSpPr/>
          <p:nvPr/>
        </p:nvSpPr>
        <p:spPr>
          <a:xfrm>
            <a:off x="1033216" y="29655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7" name="Freeform 1606"/>
          <p:cNvSpPr/>
          <p:nvPr/>
        </p:nvSpPr>
        <p:spPr>
          <a:xfrm>
            <a:off x="1115287" y="28682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8" name="Freeform 1607"/>
          <p:cNvSpPr/>
          <p:nvPr/>
        </p:nvSpPr>
        <p:spPr>
          <a:xfrm>
            <a:off x="1109498" y="22109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9" name="Freeform 1608"/>
          <p:cNvSpPr/>
          <p:nvPr/>
        </p:nvSpPr>
        <p:spPr>
          <a:xfrm>
            <a:off x="1056394" y="17024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0" name="Freeform 1609"/>
          <p:cNvSpPr/>
          <p:nvPr/>
        </p:nvSpPr>
        <p:spPr>
          <a:xfrm>
            <a:off x="1020159" y="33525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1" name="Freeform 1610"/>
          <p:cNvSpPr/>
          <p:nvPr/>
        </p:nvSpPr>
        <p:spPr>
          <a:xfrm>
            <a:off x="1067378" y="20500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2" name="Freeform 1611"/>
          <p:cNvSpPr/>
          <p:nvPr/>
        </p:nvSpPr>
        <p:spPr>
          <a:xfrm>
            <a:off x="951607" y="16206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3" name="Freeform 1612"/>
          <p:cNvSpPr/>
          <p:nvPr/>
        </p:nvSpPr>
        <p:spPr>
          <a:xfrm>
            <a:off x="976963" y="23038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4" name="Freeform 1613"/>
          <p:cNvSpPr/>
          <p:nvPr/>
        </p:nvSpPr>
        <p:spPr>
          <a:xfrm>
            <a:off x="1120234" y="19460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5" name="Freeform 1614"/>
          <p:cNvSpPr/>
          <p:nvPr/>
        </p:nvSpPr>
        <p:spPr>
          <a:xfrm>
            <a:off x="1033060" y="25837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6" name="Freeform 1615"/>
          <p:cNvSpPr/>
          <p:nvPr/>
        </p:nvSpPr>
        <p:spPr>
          <a:xfrm>
            <a:off x="1091318" y="22867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7" name="Freeform 1616"/>
          <p:cNvSpPr/>
          <p:nvPr/>
        </p:nvSpPr>
        <p:spPr>
          <a:xfrm>
            <a:off x="1148837" y="30507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8" name="Freeform 1617"/>
          <p:cNvSpPr/>
          <p:nvPr/>
        </p:nvSpPr>
        <p:spPr>
          <a:xfrm>
            <a:off x="1110052" y="3418816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9" name="Freeform 1618"/>
          <p:cNvSpPr/>
          <p:nvPr/>
        </p:nvSpPr>
        <p:spPr>
          <a:xfrm>
            <a:off x="1067153" y="17462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0" name="Freeform 1619"/>
          <p:cNvSpPr/>
          <p:nvPr/>
        </p:nvSpPr>
        <p:spPr>
          <a:xfrm>
            <a:off x="1210884" y="2727151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1" name="Freeform 1620"/>
          <p:cNvSpPr/>
          <p:nvPr/>
        </p:nvSpPr>
        <p:spPr>
          <a:xfrm>
            <a:off x="1111285" y="24577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2" name="Freeform 1621"/>
          <p:cNvSpPr/>
          <p:nvPr/>
        </p:nvSpPr>
        <p:spPr>
          <a:xfrm>
            <a:off x="1041571" y="29314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3" name="Freeform 1622"/>
          <p:cNvSpPr/>
          <p:nvPr/>
        </p:nvSpPr>
        <p:spPr>
          <a:xfrm>
            <a:off x="1115676" y="294338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4" name="Freeform 1623"/>
          <p:cNvSpPr/>
          <p:nvPr/>
        </p:nvSpPr>
        <p:spPr>
          <a:xfrm>
            <a:off x="1093564" y="23144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5" name="Freeform 1624"/>
          <p:cNvSpPr/>
          <p:nvPr/>
        </p:nvSpPr>
        <p:spPr>
          <a:xfrm>
            <a:off x="1007374" y="25971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6" name="Freeform 1625"/>
          <p:cNvSpPr/>
          <p:nvPr/>
        </p:nvSpPr>
        <p:spPr>
          <a:xfrm>
            <a:off x="1070723" y="20336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7" name="Freeform 1626"/>
          <p:cNvSpPr/>
          <p:nvPr/>
        </p:nvSpPr>
        <p:spPr>
          <a:xfrm>
            <a:off x="1054495" y="19957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8" name="Freeform 1627"/>
          <p:cNvSpPr/>
          <p:nvPr/>
        </p:nvSpPr>
        <p:spPr>
          <a:xfrm>
            <a:off x="931650" y="20627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9" name="Freeform 1628"/>
          <p:cNvSpPr/>
          <p:nvPr/>
        </p:nvSpPr>
        <p:spPr>
          <a:xfrm>
            <a:off x="1053989" y="21045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0" name="Freeform 1629"/>
          <p:cNvSpPr/>
          <p:nvPr/>
        </p:nvSpPr>
        <p:spPr>
          <a:xfrm>
            <a:off x="1046440" y="14231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1" name="Freeform 1630"/>
          <p:cNvSpPr/>
          <p:nvPr/>
        </p:nvSpPr>
        <p:spPr>
          <a:xfrm>
            <a:off x="1035855" y="27691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2" name="Freeform 1631"/>
          <p:cNvSpPr/>
          <p:nvPr/>
        </p:nvSpPr>
        <p:spPr>
          <a:xfrm>
            <a:off x="953570" y="22539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3" name="Freeform 1632"/>
          <p:cNvSpPr/>
          <p:nvPr/>
        </p:nvSpPr>
        <p:spPr>
          <a:xfrm>
            <a:off x="1041559" y="16496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4" name="Freeform 1633"/>
          <p:cNvSpPr/>
          <p:nvPr/>
        </p:nvSpPr>
        <p:spPr>
          <a:xfrm>
            <a:off x="1063041" y="15825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5" name="Freeform 1634"/>
          <p:cNvSpPr/>
          <p:nvPr/>
        </p:nvSpPr>
        <p:spPr>
          <a:xfrm>
            <a:off x="1072699" y="29493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6" name="Freeform 1635"/>
          <p:cNvSpPr/>
          <p:nvPr/>
        </p:nvSpPr>
        <p:spPr>
          <a:xfrm>
            <a:off x="988312" y="23848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7" name="Freeform 1636"/>
          <p:cNvSpPr/>
          <p:nvPr/>
        </p:nvSpPr>
        <p:spPr>
          <a:xfrm>
            <a:off x="1108879" y="15349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8" name="Freeform 1637"/>
          <p:cNvSpPr/>
          <p:nvPr/>
        </p:nvSpPr>
        <p:spPr>
          <a:xfrm>
            <a:off x="982852" y="19674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9" name="Freeform 1638"/>
          <p:cNvSpPr/>
          <p:nvPr/>
        </p:nvSpPr>
        <p:spPr>
          <a:xfrm>
            <a:off x="1050488" y="21266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0" name="Freeform 1639"/>
          <p:cNvSpPr/>
          <p:nvPr/>
        </p:nvSpPr>
        <p:spPr>
          <a:xfrm>
            <a:off x="1154745" y="23367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1" name="Freeform 1640"/>
          <p:cNvSpPr/>
          <p:nvPr/>
        </p:nvSpPr>
        <p:spPr>
          <a:xfrm>
            <a:off x="1018534" y="242125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2" name="Freeform 1641"/>
          <p:cNvSpPr/>
          <p:nvPr/>
        </p:nvSpPr>
        <p:spPr>
          <a:xfrm>
            <a:off x="1030922" y="20793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3" name="Freeform 1642"/>
          <p:cNvSpPr/>
          <p:nvPr/>
        </p:nvSpPr>
        <p:spPr>
          <a:xfrm>
            <a:off x="1138937" y="23543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4" name="Freeform 1643"/>
          <p:cNvSpPr/>
          <p:nvPr/>
        </p:nvSpPr>
        <p:spPr>
          <a:xfrm>
            <a:off x="1039564" y="22476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5" name="Freeform 1644"/>
          <p:cNvSpPr/>
          <p:nvPr/>
        </p:nvSpPr>
        <p:spPr>
          <a:xfrm>
            <a:off x="1045498" y="21859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6" name="Freeform 1645"/>
          <p:cNvSpPr/>
          <p:nvPr/>
        </p:nvSpPr>
        <p:spPr>
          <a:xfrm>
            <a:off x="1080829" y="25709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7" name="Freeform 1646"/>
          <p:cNvSpPr/>
          <p:nvPr/>
        </p:nvSpPr>
        <p:spPr>
          <a:xfrm>
            <a:off x="1137283" y="19552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8" name="Freeform 1647"/>
          <p:cNvSpPr/>
          <p:nvPr/>
        </p:nvSpPr>
        <p:spPr>
          <a:xfrm>
            <a:off x="915526" y="7431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9" name="Freeform 1648"/>
          <p:cNvSpPr/>
          <p:nvPr/>
        </p:nvSpPr>
        <p:spPr>
          <a:xfrm>
            <a:off x="1009286" y="31301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0" name="Freeform 1649"/>
          <p:cNvSpPr/>
          <p:nvPr/>
        </p:nvSpPr>
        <p:spPr>
          <a:xfrm>
            <a:off x="997097" y="20611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1" name="Freeform 1650"/>
          <p:cNvSpPr/>
          <p:nvPr/>
        </p:nvSpPr>
        <p:spPr>
          <a:xfrm>
            <a:off x="991824" y="26127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2" name="Freeform 1651"/>
          <p:cNvSpPr/>
          <p:nvPr/>
        </p:nvSpPr>
        <p:spPr>
          <a:xfrm>
            <a:off x="1007520" y="19321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3" name="Freeform 1652"/>
          <p:cNvSpPr/>
          <p:nvPr/>
        </p:nvSpPr>
        <p:spPr>
          <a:xfrm>
            <a:off x="1008597" y="22022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4" name="Freeform 1653"/>
          <p:cNvSpPr/>
          <p:nvPr/>
        </p:nvSpPr>
        <p:spPr>
          <a:xfrm>
            <a:off x="1086259" y="18383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5" name="Freeform 1654"/>
          <p:cNvSpPr/>
          <p:nvPr/>
        </p:nvSpPr>
        <p:spPr>
          <a:xfrm>
            <a:off x="1005242" y="16278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6" name="Freeform 1655"/>
          <p:cNvSpPr/>
          <p:nvPr/>
        </p:nvSpPr>
        <p:spPr>
          <a:xfrm>
            <a:off x="1074078" y="21280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7" name="Freeform 1656"/>
          <p:cNvSpPr/>
          <p:nvPr/>
        </p:nvSpPr>
        <p:spPr>
          <a:xfrm>
            <a:off x="1093038" y="16499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8" name="Freeform 1657"/>
          <p:cNvSpPr/>
          <p:nvPr/>
        </p:nvSpPr>
        <p:spPr>
          <a:xfrm>
            <a:off x="1016126" y="34187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9" name="Freeform 1658"/>
          <p:cNvSpPr/>
          <p:nvPr/>
        </p:nvSpPr>
        <p:spPr>
          <a:xfrm>
            <a:off x="1074628" y="14167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0" name="Freeform 1659"/>
          <p:cNvSpPr/>
          <p:nvPr/>
        </p:nvSpPr>
        <p:spPr>
          <a:xfrm>
            <a:off x="1177024" y="20351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1" name="Freeform 1660"/>
          <p:cNvSpPr/>
          <p:nvPr/>
        </p:nvSpPr>
        <p:spPr>
          <a:xfrm>
            <a:off x="1087641" y="16775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2" name="Freeform 1661"/>
          <p:cNvSpPr/>
          <p:nvPr/>
        </p:nvSpPr>
        <p:spPr>
          <a:xfrm>
            <a:off x="1022433" y="28466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3" name="Freeform 1662"/>
          <p:cNvSpPr/>
          <p:nvPr/>
        </p:nvSpPr>
        <p:spPr>
          <a:xfrm>
            <a:off x="1061335" y="26486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4" name="Freeform 1663"/>
          <p:cNvSpPr/>
          <p:nvPr/>
        </p:nvSpPr>
        <p:spPr>
          <a:xfrm>
            <a:off x="1003530" y="21517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5" name="Freeform 1664"/>
          <p:cNvSpPr/>
          <p:nvPr/>
        </p:nvSpPr>
        <p:spPr>
          <a:xfrm>
            <a:off x="1084131" y="22346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6" name="Freeform 1665"/>
          <p:cNvSpPr/>
          <p:nvPr/>
        </p:nvSpPr>
        <p:spPr>
          <a:xfrm>
            <a:off x="1124283" y="20819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7" name="Freeform 1666"/>
          <p:cNvSpPr/>
          <p:nvPr/>
        </p:nvSpPr>
        <p:spPr>
          <a:xfrm>
            <a:off x="1010163" y="16741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8" name="Freeform 1667"/>
          <p:cNvSpPr/>
          <p:nvPr/>
        </p:nvSpPr>
        <p:spPr>
          <a:xfrm>
            <a:off x="1051555" y="312414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9" name="Freeform 1668"/>
          <p:cNvSpPr/>
          <p:nvPr/>
        </p:nvSpPr>
        <p:spPr>
          <a:xfrm>
            <a:off x="1141188" y="17304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0" name="Freeform 1669"/>
          <p:cNvSpPr/>
          <p:nvPr/>
        </p:nvSpPr>
        <p:spPr>
          <a:xfrm>
            <a:off x="1032017" y="22217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1" name="Freeform 1670"/>
          <p:cNvSpPr/>
          <p:nvPr/>
        </p:nvSpPr>
        <p:spPr>
          <a:xfrm>
            <a:off x="1078490" y="23296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2" name="Freeform 1671"/>
          <p:cNvSpPr/>
          <p:nvPr/>
        </p:nvSpPr>
        <p:spPr>
          <a:xfrm>
            <a:off x="996353" y="29744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3" name="Freeform 1672"/>
          <p:cNvSpPr/>
          <p:nvPr/>
        </p:nvSpPr>
        <p:spPr>
          <a:xfrm>
            <a:off x="1010240" y="19700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4" name="Freeform 1673"/>
          <p:cNvSpPr/>
          <p:nvPr/>
        </p:nvSpPr>
        <p:spPr>
          <a:xfrm>
            <a:off x="1031024" y="34543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5" name="Freeform 1674"/>
          <p:cNvSpPr/>
          <p:nvPr/>
        </p:nvSpPr>
        <p:spPr>
          <a:xfrm>
            <a:off x="1210111" y="18960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6" name="Freeform 1675"/>
          <p:cNvSpPr/>
          <p:nvPr/>
        </p:nvSpPr>
        <p:spPr>
          <a:xfrm>
            <a:off x="1038613" y="29851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7" name="Freeform 1676"/>
          <p:cNvSpPr/>
          <p:nvPr/>
        </p:nvSpPr>
        <p:spPr>
          <a:xfrm>
            <a:off x="1030593" y="21987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8" name="Freeform 1677"/>
          <p:cNvSpPr/>
          <p:nvPr/>
        </p:nvSpPr>
        <p:spPr>
          <a:xfrm>
            <a:off x="1028388" y="22866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9" name="Freeform 1678"/>
          <p:cNvSpPr/>
          <p:nvPr/>
        </p:nvSpPr>
        <p:spPr>
          <a:xfrm>
            <a:off x="1054762" y="16308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0" name="Freeform 1679"/>
          <p:cNvSpPr/>
          <p:nvPr/>
        </p:nvSpPr>
        <p:spPr>
          <a:xfrm>
            <a:off x="1109258" y="23168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1" name="Freeform 1680"/>
          <p:cNvSpPr/>
          <p:nvPr/>
        </p:nvSpPr>
        <p:spPr>
          <a:xfrm>
            <a:off x="1078317" y="25791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2" name="Freeform 1681"/>
          <p:cNvSpPr/>
          <p:nvPr/>
        </p:nvSpPr>
        <p:spPr>
          <a:xfrm>
            <a:off x="1202250" y="24837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3" name="Freeform 1682"/>
          <p:cNvSpPr/>
          <p:nvPr/>
        </p:nvSpPr>
        <p:spPr>
          <a:xfrm>
            <a:off x="1079929" y="15782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4" name="Freeform 1683"/>
          <p:cNvSpPr/>
          <p:nvPr/>
        </p:nvSpPr>
        <p:spPr>
          <a:xfrm>
            <a:off x="1161759" y="19530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5" name="Freeform 1684"/>
          <p:cNvSpPr/>
          <p:nvPr/>
        </p:nvSpPr>
        <p:spPr>
          <a:xfrm>
            <a:off x="1084103" y="24221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6" name="Freeform 1685"/>
          <p:cNvSpPr/>
          <p:nvPr/>
        </p:nvSpPr>
        <p:spPr>
          <a:xfrm>
            <a:off x="1105918" y="23462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7" name="Freeform 1686"/>
          <p:cNvSpPr/>
          <p:nvPr/>
        </p:nvSpPr>
        <p:spPr>
          <a:xfrm>
            <a:off x="969988" y="30233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8" name="Freeform 1687"/>
          <p:cNvSpPr/>
          <p:nvPr/>
        </p:nvSpPr>
        <p:spPr>
          <a:xfrm>
            <a:off x="1057319" y="20283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9" name="Freeform 1688"/>
          <p:cNvSpPr/>
          <p:nvPr/>
        </p:nvSpPr>
        <p:spPr>
          <a:xfrm>
            <a:off x="1061174" y="31213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0" name="Freeform 1689"/>
          <p:cNvSpPr/>
          <p:nvPr/>
        </p:nvSpPr>
        <p:spPr>
          <a:xfrm>
            <a:off x="1049631" y="18434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1" name="Freeform 1690"/>
          <p:cNvSpPr/>
          <p:nvPr/>
        </p:nvSpPr>
        <p:spPr>
          <a:xfrm>
            <a:off x="922938" y="21605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2" name="Freeform 1691"/>
          <p:cNvSpPr/>
          <p:nvPr/>
        </p:nvSpPr>
        <p:spPr>
          <a:xfrm>
            <a:off x="1124162" y="10114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3" name="Freeform 1692"/>
          <p:cNvSpPr/>
          <p:nvPr/>
        </p:nvSpPr>
        <p:spPr>
          <a:xfrm>
            <a:off x="1040066" y="27857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4" name="Freeform 1693"/>
          <p:cNvSpPr/>
          <p:nvPr/>
        </p:nvSpPr>
        <p:spPr>
          <a:xfrm>
            <a:off x="1036688" y="22782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5" name="Freeform 1694"/>
          <p:cNvSpPr/>
          <p:nvPr/>
        </p:nvSpPr>
        <p:spPr>
          <a:xfrm>
            <a:off x="1048821" y="13109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6" name="Freeform 1695"/>
          <p:cNvSpPr/>
          <p:nvPr/>
        </p:nvSpPr>
        <p:spPr>
          <a:xfrm>
            <a:off x="1050618" y="16197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7" name="Freeform 1696"/>
          <p:cNvSpPr/>
          <p:nvPr/>
        </p:nvSpPr>
        <p:spPr>
          <a:xfrm>
            <a:off x="1092752" y="25802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8" name="Freeform 1697"/>
          <p:cNvSpPr/>
          <p:nvPr/>
        </p:nvSpPr>
        <p:spPr>
          <a:xfrm>
            <a:off x="981435" y="21120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9" name="Freeform 1698"/>
          <p:cNvSpPr/>
          <p:nvPr/>
        </p:nvSpPr>
        <p:spPr>
          <a:xfrm>
            <a:off x="1003988" y="22249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0" name="Freeform 1699"/>
          <p:cNvSpPr/>
          <p:nvPr/>
        </p:nvSpPr>
        <p:spPr>
          <a:xfrm>
            <a:off x="1085026" y="20824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1" name="Freeform 1700"/>
          <p:cNvSpPr/>
          <p:nvPr/>
        </p:nvSpPr>
        <p:spPr>
          <a:xfrm>
            <a:off x="1075404" y="25814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2" name="Freeform 1701"/>
          <p:cNvSpPr/>
          <p:nvPr/>
        </p:nvSpPr>
        <p:spPr>
          <a:xfrm>
            <a:off x="1040762" y="22714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3" name="Freeform 1702"/>
          <p:cNvSpPr/>
          <p:nvPr/>
        </p:nvSpPr>
        <p:spPr>
          <a:xfrm>
            <a:off x="1027677" y="30390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4" name="Freeform 1703"/>
          <p:cNvSpPr/>
          <p:nvPr/>
        </p:nvSpPr>
        <p:spPr>
          <a:xfrm>
            <a:off x="1010397" y="21572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5" name="Freeform 1704"/>
          <p:cNvSpPr/>
          <p:nvPr/>
        </p:nvSpPr>
        <p:spPr>
          <a:xfrm>
            <a:off x="1061876" y="19969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6" name="Freeform 1705"/>
          <p:cNvSpPr/>
          <p:nvPr/>
        </p:nvSpPr>
        <p:spPr>
          <a:xfrm>
            <a:off x="1144070" y="23416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7" name="Freeform 1706"/>
          <p:cNvSpPr/>
          <p:nvPr/>
        </p:nvSpPr>
        <p:spPr>
          <a:xfrm>
            <a:off x="995563" y="30477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8" name="Freeform 1707"/>
          <p:cNvSpPr/>
          <p:nvPr/>
        </p:nvSpPr>
        <p:spPr>
          <a:xfrm>
            <a:off x="1166795" y="17229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9" name="Freeform 1708"/>
          <p:cNvSpPr/>
          <p:nvPr/>
        </p:nvSpPr>
        <p:spPr>
          <a:xfrm>
            <a:off x="1121732" y="20404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0" name="Freeform 1709"/>
          <p:cNvSpPr/>
          <p:nvPr/>
        </p:nvSpPr>
        <p:spPr>
          <a:xfrm>
            <a:off x="1035700" y="25953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1" name="Freeform 1710"/>
          <p:cNvSpPr/>
          <p:nvPr/>
        </p:nvSpPr>
        <p:spPr>
          <a:xfrm>
            <a:off x="1117692" y="23687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2" name="Freeform 1711"/>
          <p:cNvSpPr/>
          <p:nvPr/>
        </p:nvSpPr>
        <p:spPr>
          <a:xfrm>
            <a:off x="968508" y="29895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3" name="Freeform 1712"/>
          <p:cNvSpPr/>
          <p:nvPr/>
        </p:nvSpPr>
        <p:spPr>
          <a:xfrm>
            <a:off x="950885" y="27477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4" name="Freeform 1713"/>
          <p:cNvSpPr/>
          <p:nvPr/>
        </p:nvSpPr>
        <p:spPr>
          <a:xfrm>
            <a:off x="980191" y="24996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5" name="Freeform 1714"/>
          <p:cNvSpPr/>
          <p:nvPr/>
        </p:nvSpPr>
        <p:spPr>
          <a:xfrm>
            <a:off x="1038567" y="16009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6" name="Freeform 1715"/>
          <p:cNvSpPr/>
          <p:nvPr/>
        </p:nvSpPr>
        <p:spPr>
          <a:xfrm>
            <a:off x="1044161" y="255135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7" name="Freeform 1716"/>
          <p:cNvSpPr/>
          <p:nvPr/>
        </p:nvSpPr>
        <p:spPr>
          <a:xfrm>
            <a:off x="1031576" y="19002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8" name="Freeform 1717"/>
          <p:cNvSpPr/>
          <p:nvPr/>
        </p:nvSpPr>
        <p:spPr>
          <a:xfrm>
            <a:off x="1072342" y="24998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9" name="Freeform 1718"/>
          <p:cNvSpPr/>
          <p:nvPr/>
        </p:nvSpPr>
        <p:spPr>
          <a:xfrm>
            <a:off x="924114" y="20998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0" name="Freeform 1719"/>
          <p:cNvSpPr/>
          <p:nvPr/>
        </p:nvSpPr>
        <p:spPr>
          <a:xfrm>
            <a:off x="1098606" y="22979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1" name="Freeform 1720"/>
          <p:cNvSpPr/>
          <p:nvPr/>
        </p:nvSpPr>
        <p:spPr>
          <a:xfrm>
            <a:off x="971599" y="1781734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2" name="Freeform 1721"/>
          <p:cNvSpPr/>
          <p:nvPr/>
        </p:nvSpPr>
        <p:spPr>
          <a:xfrm>
            <a:off x="1021910" y="24980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3" name="Freeform 1722"/>
          <p:cNvSpPr/>
          <p:nvPr/>
        </p:nvSpPr>
        <p:spPr>
          <a:xfrm>
            <a:off x="1038361" y="30261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4" name="Freeform 1723"/>
          <p:cNvSpPr/>
          <p:nvPr/>
        </p:nvSpPr>
        <p:spPr>
          <a:xfrm>
            <a:off x="989051" y="29291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5" name="Freeform 1724"/>
          <p:cNvSpPr/>
          <p:nvPr/>
        </p:nvSpPr>
        <p:spPr>
          <a:xfrm>
            <a:off x="974803" y="249659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6" name="Freeform 1725"/>
          <p:cNvSpPr/>
          <p:nvPr/>
        </p:nvSpPr>
        <p:spPr>
          <a:xfrm>
            <a:off x="999010" y="28615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7" name="Freeform 1726"/>
          <p:cNvSpPr/>
          <p:nvPr/>
        </p:nvSpPr>
        <p:spPr>
          <a:xfrm>
            <a:off x="1064956" y="20172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8" name="Freeform 1727"/>
          <p:cNvSpPr/>
          <p:nvPr/>
        </p:nvSpPr>
        <p:spPr>
          <a:xfrm>
            <a:off x="1104883" y="24629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9" name="Freeform 1728"/>
          <p:cNvSpPr/>
          <p:nvPr/>
        </p:nvSpPr>
        <p:spPr>
          <a:xfrm>
            <a:off x="1103175" y="10177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0" name="Freeform 1729"/>
          <p:cNvSpPr/>
          <p:nvPr/>
        </p:nvSpPr>
        <p:spPr>
          <a:xfrm>
            <a:off x="999779" y="31101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1" name="Freeform 1730"/>
          <p:cNvSpPr/>
          <p:nvPr/>
        </p:nvSpPr>
        <p:spPr>
          <a:xfrm>
            <a:off x="1013239" y="21223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2" name="Freeform 1731"/>
          <p:cNvSpPr/>
          <p:nvPr/>
        </p:nvSpPr>
        <p:spPr>
          <a:xfrm>
            <a:off x="1004680" y="27998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3" name="Freeform 1732"/>
          <p:cNvSpPr/>
          <p:nvPr/>
        </p:nvSpPr>
        <p:spPr>
          <a:xfrm>
            <a:off x="1095585" y="24770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4" name="Freeform 1733"/>
          <p:cNvSpPr/>
          <p:nvPr/>
        </p:nvSpPr>
        <p:spPr>
          <a:xfrm>
            <a:off x="930597" y="21540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5" name="Freeform 1734"/>
          <p:cNvSpPr/>
          <p:nvPr/>
        </p:nvSpPr>
        <p:spPr>
          <a:xfrm>
            <a:off x="1147891" y="34091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6" name="Freeform 1735"/>
          <p:cNvSpPr/>
          <p:nvPr/>
        </p:nvSpPr>
        <p:spPr>
          <a:xfrm>
            <a:off x="1033588" y="21054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7" name="Freeform 1736"/>
          <p:cNvSpPr/>
          <p:nvPr/>
        </p:nvSpPr>
        <p:spPr>
          <a:xfrm>
            <a:off x="1013773" y="12577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8" name="Freeform 1737"/>
          <p:cNvSpPr/>
          <p:nvPr/>
        </p:nvSpPr>
        <p:spPr>
          <a:xfrm>
            <a:off x="1088264" y="2456683"/>
            <a:ext cx="35922" cy="35922"/>
          </a:xfrm>
          <a:custGeom>
            <a:avLst/>
            <a:gdLst/>
            <a:ahLst/>
            <a:cxnLst/>
            <a:rect l="l" t="t" r="r" b="b"/>
            <a:pathLst>
              <a:path w="35922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9" name="Freeform 1738"/>
          <p:cNvSpPr/>
          <p:nvPr/>
        </p:nvSpPr>
        <p:spPr>
          <a:xfrm>
            <a:off x="1134245" y="20937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0" name="Freeform 1739"/>
          <p:cNvSpPr/>
          <p:nvPr/>
        </p:nvSpPr>
        <p:spPr>
          <a:xfrm>
            <a:off x="1088472" y="17044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" name="Freeform 1740"/>
          <p:cNvSpPr/>
          <p:nvPr/>
        </p:nvSpPr>
        <p:spPr>
          <a:xfrm>
            <a:off x="1135580" y="23093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" name="Freeform 1741"/>
          <p:cNvSpPr/>
          <p:nvPr/>
        </p:nvSpPr>
        <p:spPr>
          <a:xfrm>
            <a:off x="1074660" y="25215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" name="Freeform 1742"/>
          <p:cNvSpPr/>
          <p:nvPr/>
        </p:nvSpPr>
        <p:spPr>
          <a:xfrm>
            <a:off x="1147314" y="33839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" name="Freeform 1743"/>
          <p:cNvSpPr/>
          <p:nvPr/>
        </p:nvSpPr>
        <p:spPr>
          <a:xfrm>
            <a:off x="1148343" y="189981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" name="Freeform 1744"/>
          <p:cNvSpPr/>
          <p:nvPr/>
        </p:nvSpPr>
        <p:spPr>
          <a:xfrm>
            <a:off x="1059148" y="22835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" name="Freeform 1745"/>
          <p:cNvSpPr/>
          <p:nvPr/>
        </p:nvSpPr>
        <p:spPr>
          <a:xfrm>
            <a:off x="1161215" y="27412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" name="Freeform 1746"/>
          <p:cNvSpPr/>
          <p:nvPr/>
        </p:nvSpPr>
        <p:spPr>
          <a:xfrm>
            <a:off x="1076675" y="21615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" name="Freeform 1747"/>
          <p:cNvSpPr/>
          <p:nvPr/>
        </p:nvSpPr>
        <p:spPr>
          <a:xfrm>
            <a:off x="1071511" y="25229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" name="Freeform 1748"/>
          <p:cNvSpPr/>
          <p:nvPr/>
        </p:nvSpPr>
        <p:spPr>
          <a:xfrm>
            <a:off x="1004622" y="24948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0" name="Freeform 1749"/>
          <p:cNvSpPr/>
          <p:nvPr/>
        </p:nvSpPr>
        <p:spPr>
          <a:xfrm>
            <a:off x="1046591" y="19174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1" name="Freeform 1750"/>
          <p:cNvSpPr/>
          <p:nvPr/>
        </p:nvSpPr>
        <p:spPr>
          <a:xfrm>
            <a:off x="1117327" y="29069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2" name="Freeform 1751"/>
          <p:cNvSpPr/>
          <p:nvPr/>
        </p:nvSpPr>
        <p:spPr>
          <a:xfrm>
            <a:off x="978674" y="16930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3" name="Freeform 1752"/>
          <p:cNvSpPr/>
          <p:nvPr/>
        </p:nvSpPr>
        <p:spPr>
          <a:xfrm>
            <a:off x="1108839" y="29371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4" name="Freeform 1753"/>
          <p:cNvSpPr/>
          <p:nvPr/>
        </p:nvSpPr>
        <p:spPr>
          <a:xfrm>
            <a:off x="1088872" y="25631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5" name="Freeform 1754"/>
          <p:cNvSpPr/>
          <p:nvPr/>
        </p:nvSpPr>
        <p:spPr>
          <a:xfrm>
            <a:off x="1084159" y="12475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6" name="Freeform 1755"/>
          <p:cNvSpPr/>
          <p:nvPr/>
        </p:nvSpPr>
        <p:spPr>
          <a:xfrm>
            <a:off x="919382" y="16523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7" name="Freeform 1756"/>
          <p:cNvSpPr/>
          <p:nvPr/>
        </p:nvSpPr>
        <p:spPr>
          <a:xfrm>
            <a:off x="1058899" y="21763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8" name="Freeform 1757"/>
          <p:cNvSpPr/>
          <p:nvPr/>
        </p:nvSpPr>
        <p:spPr>
          <a:xfrm>
            <a:off x="1108749" y="27045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9" name="Freeform 1758"/>
          <p:cNvSpPr/>
          <p:nvPr/>
        </p:nvSpPr>
        <p:spPr>
          <a:xfrm>
            <a:off x="1015137" y="24952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0" name="Freeform 1759"/>
          <p:cNvSpPr/>
          <p:nvPr/>
        </p:nvSpPr>
        <p:spPr>
          <a:xfrm>
            <a:off x="1071738" y="21886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1" name="Freeform 1760"/>
          <p:cNvSpPr/>
          <p:nvPr/>
        </p:nvSpPr>
        <p:spPr>
          <a:xfrm>
            <a:off x="908000" y="22068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2" name="Freeform 1761"/>
          <p:cNvSpPr/>
          <p:nvPr/>
        </p:nvSpPr>
        <p:spPr>
          <a:xfrm>
            <a:off x="1110283" y="22722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3" name="Freeform 1762"/>
          <p:cNvSpPr/>
          <p:nvPr/>
        </p:nvSpPr>
        <p:spPr>
          <a:xfrm>
            <a:off x="1021805" y="22416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4" name="Freeform 1763"/>
          <p:cNvSpPr/>
          <p:nvPr/>
        </p:nvSpPr>
        <p:spPr>
          <a:xfrm>
            <a:off x="1123548" y="23350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5" name="Freeform 1764"/>
          <p:cNvSpPr/>
          <p:nvPr/>
        </p:nvSpPr>
        <p:spPr>
          <a:xfrm>
            <a:off x="943508" y="29596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6" name="Freeform 1765"/>
          <p:cNvSpPr/>
          <p:nvPr/>
        </p:nvSpPr>
        <p:spPr>
          <a:xfrm>
            <a:off x="1111668" y="24887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7" name="Freeform 1766"/>
          <p:cNvSpPr/>
          <p:nvPr/>
        </p:nvSpPr>
        <p:spPr>
          <a:xfrm>
            <a:off x="1050030" y="17605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8" name="Freeform 1767"/>
          <p:cNvSpPr/>
          <p:nvPr/>
        </p:nvSpPr>
        <p:spPr>
          <a:xfrm>
            <a:off x="1119319" y="29222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9" name="Freeform 1768"/>
          <p:cNvSpPr/>
          <p:nvPr/>
        </p:nvSpPr>
        <p:spPr>
          <a:xfrm>
            <a:off x="1004341" y="23224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0" name="Freeform 1769"/>
          <p:cNvSpPr/>
          <p:nvPr/>
        </p:nvSpPr>
        <p:spPr>
          <a:xfrm>
            <a:off x="1024723" y="26430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1" name="Freeform 1770"/>
          <p:cNvSpPr/>
          <p:nvPr/>
        </p:nvSpPr>
        <p:spPr>
          <a:xfrm>
            <a:off x="1214498" y="21693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2" name="Freeform 1771"/>
          <p:cNvSpPr/>
          <p:nvPr/>
        </p:nvSpPr>
        <p:spPr>
          <a:xfrm>
            <a:off x="1010693" y="24237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3" name="Freeform 1772"/>
          <p:cNvSpPr/>
          <p:nvPr/>
        </p:nvSpPr>
        <p:spPr>
          <a:xfrm>
            <a:off x="1018914" y="14742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4" name="Freeform 1773"/>
          <p:cNvSpPr/>
          <p:nvPr/>
        </p:nvSpPr>
        <p:spPr>
          <a:xfrm>
            <a:off x="1047400" y="19682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5" name="Freeform 1774"/>
          <p:cNvSpPr/>
          <p:nvPr/>
        </p:nvSpPr>
        <p:spPr>
          <a:xfrm>
            <a:off x="997917" y="28934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6" name="Freeform 1775"/>
          <p:cNvSpPr/>
          <p:nvPr/>
        </p:nvSpPr>
        <p:spPr>
          <a:xfrm>
            <a:off x="1144715" y="18844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7" name="Freeform 1776"/>
          <p:cNvSpPr/>
          <p:nvPr/>
        </p:nvSpPr>
        <p:spPr>
          <a:xfrm>
            <a:off x="1180174" y="26201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8" name="Freeform 1777"/>
          <p:cNvSpPr/>
          <p:nvPr/>
        </p:nvSpPr>
        <p:spPr>
          <a:xfrm>
            <a:off x="1019041" y="251955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9" name="Freeform 1778"/>
          <p:cNvSpPr/>
          <p:nvPr/>
        </p:nvSpPr>
        <p:spPr>
          <a:xfrm>
            <a:off x="951253" y="20662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0" name="Freeform 1779"/>
          <p:cNvSpPr/>
          <p:nvPr/>
        </p:nvSpPr>
        <p:spPr>
          <a:xfrm>
            <a:off x="1143489" y="24761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1" name="Freeform 1780"/>
          <p:cNvSpPr/>
          <p:nvPr/>
        </p:nvSpPr>
        <p:spPr>
          <a:xfrm>
            <a:off x="1139271" y="17716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2" name="Freeform 1781"/>
          <p:cNvSpPr/>
          <p:nvPr/>
        </p:nvSpPr>
        <p:spPr>
          <a:xfrm>
            <a:off x="1120251" y="26200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3" name="Freeform 1782"/>
          <p:cNvSpPr/>
          <p:nvPr/>
        </p:nvSpPr>
        <p:spPr>
          <a:xfrm>
            <a:off x="1142463" y="25408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4" name="Freeform 1783"/>
          <p:cNvSpPr/>
          <p:nvPr/>
        </p:nvSpPr>
        <p:spPr>
          <a:xfrm>
            <a:off x="1008201" y="25599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5" name="Freeform 1784"/>
          <p:cNvSpPr/>
          <p:nvPr/>
        </p:nvSpPr>
        <p:spPr>
          <a:xfrm>
            <a:off x="1054570" y="251377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6" name="Freeform 1785"/>
          <p:cNvSpPr/>
          <p:nvPr/>
        </p:nvSpPr>
        <p:spPr>
          <a:xfrm>
            <a:off x="973934" y="16666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7" name="Freeform 1786"/>
          <p:cNvSpPr/>
          <p:nvPr/>
        </p:nvSpPr>
        <p:spPr>
          <a:xfrm>
            <a:off x="971675" y="19060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8" name="Freeform 1787"/>
          <p:cNvSpPr/>
          <p:nvPr/>
        </p:nvSpPr>
        <p:spPr>
          <a:xfrm>
            <a:off x="1130827" y="13559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9" name="Freeform 1788"/>
          <p:cNvSpPr/>
          <p:nvPr/>
        </p:nvSpPr>
        <p:spPr>
          <a:xfrm>
            <a:off x="1021177" y="10721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0" name="Freeform 1789"/>
          <p:cNvSpPr/>
          <p:nvPr/>
        </p:nvSpPr>
        <p:spPr>
          <a:xfrm>
            <a:off x="1216960" y="27504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1" name="Freeform 1790"/>
          <p:cNvSpPr/>
          <p:nvPr/>
        </p:nvSpPr>
        <p:spPr>
          <a:xfrm>
            <a:off x="1070668" y="21901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2" name="Freeform 1791"/>
          <p:cNvSpPr/>
          <p:nvPr/>
        </p:nvSpPr>
        <p:spPr>
          <a:xfrm>
            <a:off x="1023265" y="28244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3" name="Freeform 1792"/>
          <p:cNvSpPr/>
          <p:nvPr/>
        </p:nvSpPr>
        <p:spPr>
          <a:xfrm>
            <a:off x="1118674" y="26216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4" name="Freeform 1793"/>
          <p:cNvSpPr/>
          <p:nvPr/>
        </p:nvSpPr>
        <p:spPr>
          <a:xfrm>
            <a:off x="1185232" y="25465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5" name="Freeform 1794"/>
          <p:cNvSpPr/>
          <p:nvPr/>
        </p:nvSpPr>
        <p:spPr>
          <a:xfrm>
            <a:off x="1097994" y="27638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6" name="Freeform 1795"/>
          <p:cNvSpPr/>
          <p:nvPr/>
        </p:nvSpPr>
        <p:spPr>
          <a:xfrm>
            <a:off x="985009" y="27611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7" name="Freeform 1796"/>
          <p:cNvSpPr/>
          <p:nvPr/>
        </p:nvSpPr>
        <p:spPr>
          <a:xfrm>
            <a:off x="1090357" y="22993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8" name="Freeform 1797"/>
          <p:cNvSpPr/>
          <p:nvPr/>
        </p:nvSpPr>
        <p:spPr>
          <a:xfrm>
            <a:off x="1156996" y="28450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9" name="Freeform 1798"/>
          <p:cNvSpPr/>
          <p:nvPr/>
        </p:nvSpPr>
        <p:spPr>
          <a:xfrm>
            <a:off x="1033029" y="17974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0" name="Freeform 1799"/>
          <p:cNvSpPr/>
          <p:nvPr/>
        </p:nvSpPr>
        <p:spPr>
          <a:xfrm>
            <a:off x="1014429" y="26929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1" name="Freeform 1800"/>
          <p:cNvSpPr/>
          <p:nvPr/>
        </p:nvSpPr>
        <p:spPr>
          <a:xfrm>
            <a:off x="1133172" y="7963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2" name="Freeform 1801"/>
          <p:cNvSpPr/>
          <p:nvPr/>
        </p:nvSpPr>
        <p:spPr>
          <a:xfrm>
            <a:off x="1075032" y="24556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3" name="Freeform 1802"/>
          <p:cNvSpPr/>
          <p:nvPr/>
        </p:nvSpPr>
        <p:spPr>
          <a:xfrm>
            <a:off x="992611" y="21893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4" name="Freeform 1803"/>
          <p:cNvSpPr/>
          <p:nvPr/>
        </p:nvSpPr>
        <p:spPr>
          <a:xfrm>
            <a:off x="1040557" y="28850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5" name="Freeform 1804"/>
          <p:cNvSpPr/>
          <p:nvPr/>
        </p:nvSpPr>
        <p:spPr>
          <a:xfrm>
            <a:off x="1015621" y="13578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6" name="Freeform 1805"/>
          <p:cNvSpPr/>
          <p:nvPr/>
        </p:nvSpPr>
        <p:spPr>
          <a:xfrm>
            <a:off x="1085400" y="16563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7" name="Freeform 1806"/>
          <p:cNvSpPr/>
          <p:nvPr/>
        </p:nvSpPr>
        <p:spPr>
          <a:xfrm>
            <a:off x="1073023" y="20748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8" name="Freeform 1807"/>
          <p:cNvSpPr/>
          <p:nvPr/>
        </p:nvSpPr>
        <p:spPr>
          <a:xfrm>
            <a:off x="1142061" y="29112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9" name="Freeform 1808"/>
          <p:cNvSpPr/>
          <p:nvPr/>
        </p:nvSpPr>
        <p:spPr>
          <a:xfrm>
            <a:off x="1112822" y="21187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0" name="Freeform 1809"/>
          <p:cNvSpPr/>
          <p:nvPr/>
        </p:nvSpPr>
        <p:spPr>
          <a:xfrm>
            <a:off x="962032" y="27965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1" name="Freeform 1810"/>
          <p:cNvSpPr/>
          <p:nvPr/>
        </p:nvSpPr>
        <p:spPr>
          <a:xfrm>
            <a:off x="1092744" y="14818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2" name="Freeform 1811"/>
          <p:cNvSpPr/>
          <p:nvPr/>
        </p:nvSpPr>
        <p:spPr>
          <a:xfrm>
            <a:off x="1125244" y="18142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3" name="Freeform 1812"/>
          <p:cNvSpPr/>
          <p:nvPr/>
        </p:nvSpPr>
        <p:spPr>
          <a:xfrm>
            <a:off x="1095987" y="21774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4" name="Freeform 1813"/>
          <p:cNvSpPr/>
          <p:nvPr/>
        </p:nvSpPr>
        <p:spPr>
          <a:xfrm>
            <a:off x="1134075" y="34656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5" name="Freeform 1814"/>
          <p:cNvSpPr/>
          <p:nvPr/>
        </p:nvSpPr>
        <p:spPr>
          <a:xfrm>
            <a:off x="1029292" y="2726347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6" name="Freeform 1815"/>
          <p:cNvSpPr/>
          <p:nvPr/>
        </p:nvSpPr>
        <p:spPr>
          <a:xfrm>
            <a:off x="1002675" y="18760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7" name="Freeform 1816"/>
          <p:cNvSpPr/>
          <p:nvPr/>
        </p:nvSpPr>
        <p:spPr>
          <a:xfrm>
            <a:off x="1127442" y="16088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8" name="Freeform 1817"/>
          <p:cNvSpPr/>
          <p:nvPr/>
        </p:nvSpPr>
        <p:spPr>
          <a:xfrm>
            <a:off x="995071" y="16615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9" name="Freeform 1818"/>
          <p:cNvSpPr/>
          <p:nvPr/>
        </p:nvSpPr>
        <p:spPr>
          <a:xfrm>
            <a:off x="922497" y="30360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0" name="Freeform 1819"/>
          <p:cNvSpPr/>
          <p:nvPr/>
        </p:nvSpPr>
        <p:spPr>
          <a:xfrm>
            <a:off x="1133759" y="20725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1" name="Freeform 1820"/>
          <p:cNvSpPr/>
          <p:nvPr/>
        </p:nvSpPr>
        <p:spPr>
          <a:xfrm>
            <a:off x="1017709" y="17092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2" name="Freeform 1821"/>
          <p:cNvSpPr/>
          <p:nvPr/>
        </p:nvSpPr>
        <p:spPr>
          <a:xfrm>
            <a:off x="1045445" y="30697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3" name="Freeform 1822"/>
          <p:cNvSpPr/>
          <p:nvPr/>
        </p:nvSpPr>
        <p:spPr>
          <a:xfrm>
            <a:off x="973014" y="22299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4" name="Freeform 1823"/>
          <p:cNvSpPr/>
          <p:nvPr/>
        </p:nvSpPr>
        <p:spPr>
          <a:xfrm>
            <a:off x="977820" y="2086627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5" name="Freeform 1824"/>
          <p:cNvSpPr/>
          <p:nvPr/>
        </p:nvSpPr>
        <p:spPr>
          <a:xfrm>
            <a:off x="989026" y="23790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6" name="Freeform 1825"/>
          <p:cNvSpPr/>
          <p:nvPr/>
        </p:nvSpPr>
        <p:spPr>
          <a:xfrm>
            <a:off x="1041824" y="31683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7" name="Freeform 1826"/>
          <p:cNvSpPr/>
          <p:nvPr/>
        </p:nvSpPr>
        <p:spPr>
          <a:xfrm>
            <a:off x="1090291" y="23916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8" name="Freeform 1827"/>
          <p:cNvSpPr/>
          <p:nvPr/>
        </p:nvSpPr>
        <p:spPr>
          <a:xfrm>
            <a:off x="913324" y="2392504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9" name="Freeform 1828"/>
          <p:cNvSpPr/>
          <p:nvPr/>
        </p:nvSpPr>
        <p:spPr>
          <a:xfrm>
            <a:off x="1115642" y="23013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0" name="Freeform 1829"/>
          <p:cNvSpPr/>
          <p:nvPr/>
        </p:nvSpPr>
        <p:spPr>
          <a:xfrm>
            <a:off x="987341" y="25126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1" name="Freeform 1830"/>
          <p:cNvSpPr/>
          <p:nvPr/>
        </p:nvSpPr>
        <p:spPr>
          <a:xfrm>
            <a:off x="995015" y="24513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2" name="Freeform 1831"/>
          <p:cNvSpPr/>
          <p:nvPr/>
        </p:nvSpPr>
        <p:spPr>
          <a:xfrm>
            <a:off x="1110712" y="22461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3" name="Freeform 1832"/>
          <p:cNvSpPr/>
          <p:nvPr/>
        </p:nvSpPr>
        <p:spPr>
          <a:xfrm>
            <a:off x="1060796" y="20008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4" name="Freeform 1833"/>
          <p:cNvSpPr/>
          <p:nvPr/>
        </p:nvSpPr>
        <p:spPr>
          <a:xfrm>
            <a:off x="963830" y="23808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5" name="Freeform 1834"/>
          <p:cNvSpPr/>
          <p:nvPr/>
        </p:nvSpPr>
        <p:spPr>
          <a:xfrm>
            <a:off x="1188106" y="24344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6" name="Freeform 1835"/>
          <p:cNvSpPr/>
          <p:nvPr/>
        </p:nvSpPr>
        <p:spPr>
          <a:xfrm>
            <a:off x="1008659" y="21789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7" name="Freeform 1836"/>
          <p:cNvSpPr/>
          <p:nvPr/>
        </p:nvSpPr>
        <p:spPr>
          <a:xfrm>
            <a:off x="1082153" y="32033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8" name="Freeform 1837"/>
          <p:cNvSpPr/>
          <p:nvPr/>
        </p:nvSpPr>
        <p:spPr>
          <a:xfrm>
            <a:off x="1079007" y="19832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9" name="Freeform 1838"/>
          <p:cNvSpPr/>
          <p:nvPr/>
        </p:nvSpPr>
        <p:spPr>
          <a:xfrm>
            <a:off x="1159366" y="22262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0" name="Freeform 1839"/>
          <p:cNvSpPr/>
          <p:nvPr/>
        </p:nvSpPr>
        <p:spPr>
          <a:xfrm>
            <a:off x="1035521" y="22057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1" name="Freeform 1840"/>
          <p:cNvSpPr/>
          <p:nvPr/>
        </p:nvSpPr>
        <p:spPr>
          <a:xfrm>
            <a:off x="1132618" y="17371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2" name="Freeform 1841"/>
          <p:cNvSpPr/>
          <p:nvPr/>
        </p:nvSpPr>
        <p:spPr>
          <a:xfrm>
            <a:off x="1016535" y="32195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3" name="Freeform 1842"/>
          <p:cNvSpPr/>
          <p:nvPr/>
        </p:nvSpPr>
        <p:spPr>
          <a:xfrm>
            <a:off x="1140182" y="32302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4" name="Freeform 1843"/>
          <p:cNvSpPr/>
          <p:nvPr/>
        </p:nvSpPr>
        <p:spPr>
          <a:xfrm>
            <a:off x="1015135" y="20866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5" name="Freeform 1844"/>
          <p:cNvSpPr/>
          <p:nvPr/>
        </p:nvSpPr>
        <p:spPr>
          <a:xfrm>
            <a:off x="1041720" y="22295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6" name="Freeform 1845"/>
          <p:cNvSpPr/>
          <p:nvPr/>
        </p:nvSpPr>
        <p:spPr>
          <a:xfrm>
            <a:off x="1191514" y="21393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7" name="Freeform 1846"/>
          <p:cNvSpPr/>
          <p:nvPr/>
        </p:nvSpPr>
        <p:spPr>
          <a:xfrm>
            <a:off x="1086773" y="24611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8" name="Freeform 1847"/>
          <p:cNvSpPr/>
          <p:nvPr/>
        </p:nvSpPr>
        <p:spPr>
          <a:xfrm>
            <a:off x="1073028" y="18879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9" name="Freeform 1848"/>
          <p:cNvSpPr/>
          <p:nvPr/>
        </p:nvSpPr>
        <p:spPr>
          <a:xfrm>
            <a:off x="1214471" y="17514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0" name="Freeform 1849"/>
          <p:cNvSpPr/>
          <p:nvPr/>
        </p:nvSpPr>
        <p:spPr>
          <a:xfrm>
            <a:off x="1089717" y="19797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1" name="Freeform 1850"/>
          <p:cNvSpPr/>
          <p:nvPr/>
        </p:nvSpPr>
        <p:spPr>
          <a:xfrm>
            <a:off x="1011610" y="235867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2" name="Freeform 1851"/>
          <p:cNvSpPr/>
          <p:nvPr/>
        </p:nvSpPr>
        <p:spPr>
          <a:xfrm>
            <a:off x="1114478" y="32984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3" name="Freeform 1852"/>
          <p:cNvSpPr/>
          <p:nvPr/>
        </p:nvSpPr>
        <p:spPr>
          <a:xfrm>
            <a:off x="987362" y="183456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4" name="Freeform 1853"/>
          <p:cNvSpPr/>
          <p:nvPr/>
        </p:nvSpPr>
        <p:spPr>
          <a:xfrm>
            <a:off x="1140593" y="16043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5" name="Freeform 1854"/>
          <p:cNvSpPr/>
          <p:nvPr/>
        </p:nvSpPr>
        <p:spPr>
          <a:xfrm>
            <a:off x="1145744" y="18979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6" name="Freeform 1855"/>
          <p:cNvSpPr/>
          <p:nvPr/>
        </p:nvSpPr>
        <p:spPr>
          <a:xfrm>
            <a:off x="1027741" y="26735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7" name="Freeform 1856"/>
          <p:cNvSpPr/>
          <p:nvPr/>
        </p:nvSpPr>
        <p:spPr>
          <a:xfrm>
            <a:off x="1024096" y="18831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8" name="Freeform 1857"/>
          <p:cNvSpPr/>
          <p:nvPr/>
        </p:nvSpPr>
        <p:spPr>
          <a:xfrm>
            <a:off x="1077455" y="17881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9" name="Freeform 1858"/>
          <p:cNvSpPr/>
          <p:nvPr/>
        </p:nvSpPr>
        <p:spPr>
          <a:xfrm>
            <a:off x="1066686" y="14328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0" name="Freeform 1859"/>
          <p:cNvSpPr/>
          <p:nvPr/>
        </p:nvSpPr>
        <p:spPr>
          <a:xfrm>
            <a:off x="1000893" y="26717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1" name="Freeform 1860"/>
          <p:cNvSpPr/>
          <p:nvPr/>
        </p:nvSpPr>
        <p:spPr>
          <a:xfrm>
            <a:off x="1103431" y="23411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2" name="Freeform 1861"/>
          <p:cNvSpPr/>
          <p:nvPr/>
        </p:nvSpPr>
        <p:spPr>
          <a:xfrm>
            <a:off x="930302" y="18457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3" name="Freeform 1862"/>
          <p:cNvSpPr/>
          <p:nvPr/>
        </p:nvSpPr>
        <p:spPr>
          <a:xfrm>
            <a:off x="1037034" y="21967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4" name="Freeform 1863"/>
          <p:cNvSpPr/>
          <p:nvPr/>
        </p:nvSpPr>
        <p:spPr>
          <a:xfrm>
            <a:off x="1038952" y="27944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5" name="Freeform 1864"/>
          <p:cNvSpPr/>
          <p:nvPr/>
        </p:nvSpPr>
        <p:spPr>
          <a:xfrm>
            <a:off x="1047620" y="20149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6" name="Freeform 1865"/>
          <p:cNvSpPr/>
          <p:nvPr/>
        </p:nvSpPr>
        <p:spPr>
          <a:xfrm>
            <a:off x="1086127" y="19315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7" name="Freeform 1866"/>
          <p:cNvSpPr/>
          <p:nvPr/>
        </p:nvSpPr>
        <p:spPr>
          <a:xfrm>
            <a:off x="984288" y="21812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8" name="Freeform 1867"/>
          <p:cNvSpPr/>
          <p:nvPr/>
        </p:nvSpPr>
        <p:spPr>
          <a:xfrm>
            <a:off x="1104786" y="21142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9" name="Freeform 1868"/>
          <p:cNvSpPr/>
          <p:nvPr/>
        </p:nvSpPr>
        <p:spPr>
          <a:xfrm>
            <a:off x="1053797" y="23575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0" name="Freeform 1869"/>
          <p:cNvSpPr/>
          <p:nvPr/>
        </p:nvSpPr>
        <p:spPr>
          <a:xfrm>
            <a:off x="1022616" y="14737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1" name="Freeform 1870"/>
          <p:cNvSpPr/>
          <p:nvPr/>
        </p:nvSpPr>
        <p:spPr>
          <a:xfrm>
            <a:off x="975080" y="26842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2" name="Freeform 1871"/>
          <p:cNvSpPr/>
          <p:nvPr/>
        </p:nvSpPr>
        <p:spPr>
          <a:xfrm>
            <a:off x="987267" y="25248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3" name="Freeform 1872"/>
          <p:cNvSpPr/>
          <p:nvPr/>
        </p:nvSpPr>
        <p:spPr>
          <a:xfrm>
            <a:off x="1089649" y="22203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4" name="Freeform 1873"/>
          <p:cNvSpPr/>
          <p:nvPr/>
        </p:nvSpPr>
        <p:spPr>
          <a:xfrm>
            <a:off x="1001811" y="17787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5" name="Freeform 1874"/>
          <p:cNvSpPr/>
          <p:nvPr/>
        </p:nvSpPr>
        <p:spPr>
          <a:xfrm>
            <a:off x="1070006" y="29878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6" name="Freeform 1875"/>
          <p:cNvSpPr/>
          <p:nvPr/>
        </p:nvSpPr>
        <p:spPr>
          <a:xfrm>
            <a:off x="1136193" y="28926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7" name="Freeform 1876"/>
          <p:cNvSpPr/>
          <p:nvPr/>
        </p:nvSpPr>
        <p:spPr>
          <a:xfrm>
            <a:off x="1134246" y="32628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8" name="Freeform 1877"/>
          <p:cNvSpPr/>
          <p:nvPr/>
        </p:nvSpPr>
        <p:spPr>
          <a:xfrm>
            <a:off x="1169254" y="22093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9" name="Freeform 1878"/>
          <p:cNvSpPr/>
          <p:nvPr/>
        </p:nvSpPr>
        <p:spPr>
          <a:xfrm>
            <a:off x="1046093" y="27949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0" name="Freeform 1879"/>
          <p:cNvSpPr/>
          <p:nvPr/>
        </p:nvSpPr>
        <p:spPr>
          <a:xfrm>
            <a:off x="993765" y="24216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1" name="Freeform 1880"/>
          <p:cNvSpPr/>
          <p:nvPr/>
        </p:nvSpPr>
        <p:spPr>
          <a:xfrm>
            <a:off x="1133443" y="18894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2" name="Freeform 1881"/>
          <p:cNvSpPr/>
          <p:nvPr/>
        </p:nvSpPr>
        <p:spPr>
          <a:xfrm>
            <a:off x="1086284" y="25523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3" name="Freeform 1882"/>
          <p:cNvSpPr/>
          <p:nvPr/>
        </p:nvSpPr>
        <p:spPr>
          <a:xfrm>
            <a:off x="1140303" y="21082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4" name="Freeform 1883"/>
          <p:cNvSpPr/>
          <p:nvPr/>
        </p:nvSpPr>
        <p:spPr>
          <a:xfrm>
            <a:off x="1066481" y="23782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5" name="Freeform 1884"/>
          <p:cNvSpPr/>
          <p:nvPr/>
        </p:nvSpPr>
        <p:spPr>
          <a:xfrm>
            <a:off x="1145059" y="18839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6" name="Freeform 1885"/>
          <p:cNvSpPr/>
          <p:nvPr/>
        </p:nvSpPr>
        <p:spPr>
          <a:xfrm>
            <a:off x="1121891" y="19842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7" name="Freeform 1886"/>
          <p:cNvSpPr/>
          <p:nvPr/>
        </p:nvSpPr>
        <p:spPr>
          <a:xfrm>
            <a:off x="1113270" y="25780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8" name="Freeform 1887"/>
          <p:cNvSpPr/>
          <p:nvPr/>
        </p:nvSpPr>
        <p:spPr>
          <a:xfrm>
            <a:off x="1099148" y="23117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9" name="Freeform 1888"/>
          <p:cNvSpPr/>
          <p:nvPr/>
        </p:nvSpPr>
        <p:spPr>
          <a:xfrm>
            <a:off x="1092128" y="16948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0" name="Freeform 1889"/>
          <p:cNvSpPr/>
          <p:nvPr/>
        </p:nvSpPr>
        <p:spPr>
          <a:xfrm>
            <a:off x="1081205" y="20258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1" name="Freeform 1890"/>
          <p:cNvSpPr/>
          <p:nvPr/>
        </p:nvSpPr>
        <p:spPr>
          <a:xfrm>
            <a:off x="1080732" y="29367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2" name="Freeform 1891"/>
          <p:cNvSpPr/>
          <p:nvPr/>
        </p:nvSpPr>
        <p:spPr>
          <a:xfrm>
            <a:off x="1131431" y="18923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3" name="Freeform 1892"/>
          <p:cNvSpPr/>
          <p:nvPr/>
        </p:nvSpPr>
        <p:spPr>
          <a:xfrm>
            <a:off x="1031786" y="2777837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4" name="Freeform 1893"/>
          <p:cNvSpPr/>
          <p:nvPr/>
        </p:nvSpPr>
        <p:spPr>
          <a:xfrm>
            <a:off x="1180882" y="15072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5" name="Freeform 1894"/>
          <p:cNvSpPr/>
          <p:nvPr/>
        </p:nvSpPr>
        <p:spPr>
          <a:xfrm>
            <a:off x="1058700" y="17048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6" name="Freeform 1895"/>
          <p:cNvSpPr/>
          <p:nvPr/>
        </p:nvSpPr>
        <p:spPr>
          <a:xfrm>
            <a:off x="1131111" y="20784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7" name="Freeform 1896"/>
          <p:cNvSpPr/>
          <p:nvPr/>
        </p:nvSpPr>
        <p:spPr>
          <a:xfrm>
            <a:off x="1059761" y="21459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8" name="Freeform 1897"/>
          <p:cNvSpPr/>
          <p:nvPr/>
        </p:nvSpPr>
        <p:spPr>
          <a:xfrm>
            <a:off x="1049385" y="23323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9" name="Freeform 1898"/>
          <p:cNvSpPr/>
          <p:nvPr/>
        </p:nvSpPr>
        <p:spPr>
          <a:xfrm>
            <a:off x="1200554" y="18807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0" name="Freeform 1899"/>
          <p:cNvSpPr/>
          <p:nvPr/>
        </p:nvSpPr>
        <p:spPr>
          <a:xfrm>
            <a:off x="1045227" y="24146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1" name="Freeform 1900"/>
          <p:cNvSpPr/>
          <p:nvPr/>
        </p:nvSpPr>
        <p:spPr>
          <a:xfrm>
            <a:off x="981024" y="21061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2" name="Freeform 1901"/>
          <p:cNvSpPr/>
          <p:nvPr/>
        </p:nvSpPr>
        <p:spPr>
          <a:xfrm>
            <a:off x="1018379" y="1782305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3" name="Freeform 1902"/>
          <p:cNvSpPr/>
          <p:nvPr/>
        </p:nvSpPr>
        <p:spPr>
          <a:xfrm>
            <a:off x="1044704" y="25118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4" name="Freeform 1903"/>
          <p:cNvSpPr/>
          <p:nvPr/>
        </p:nvSpPr>
        <p:spPr>
          <a:xfrm>
            <a:off x="1208709" y="25394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5" name="Freeform 1904"/>
          <p:cNvSpPr/>
          <p:nvPr/>
        </p:nvSpPr>
        <p:spPr>
          <a:xfrm>
            <a:off x="1079462" y="28336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6" name="Freeform 1905"/>
          <p:cNvSpPr/>
          <p:nvPr/>
        </p:nvSpPr>
        <p:spPr>
          <a:xfrm>
            <a:off x="1127750" y="27675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7" name="Freeform 1906"/>
          <p:cNvSpPr/>
          <p:nvPr/>
        </p:nvSpPr>
        <p:spPr>
          <a:xfrm>
            <a:off x="999307" y="31562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8" name="Freeform 1907"/>
          <p:cNvSpPr/>
          <p:nvPr/>
        </p:nvSpPr>
        <p:spPr>
          <a:xfrm>
            <a:off x="1089137" y="18546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9" name="Freeform 1908"/>
          <p:cNvSpPr/>
          <p:nvPr/>
        </p:nvSpPr>
        <p:spPr>
          <a:xfrm>
            <a:off x="1110289" y="13055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0" name="Freeform 1909"/>
          <p:cNvSpPr/>
          <p:nvPr/>
        </p:nvSpPr>
        <p:spPr>
          <a:xfrm>
            <a:off x="1185256" y="15007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1" name="Freeform 1910"/>
          <p:cNvSpPr/>
          <p:nvPr/>
        </p:nvSpPr>
        <p:spPr>
          <a:xfrm>
            <a:off x="1019561" y="30533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2" name="Freeform 1911"/>
          <p:cNvSpPr/>
          <p:nvPr/>
        </p:nvSpPr>
        <p:spPr>
          <a:xfrm>
            <a:off x="1105779" y="18571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3" name="Freeform 1912"/>
          <p:cNvSpPr/>
          <p:nvPr/>
        </p:nvSpPr>
        <p:spPr>
          <a:xfrm>
            <a:off x="1085819" y="15023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4" name="Freeform 1913"/>
          <p:cNvSpPr/>
          <p:nvPr/>
        </p:nvSpPr>
        <p:spPr>
          <a:xfrm>
            <a:off x="997973" y="24583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5" name="Freeform 1914"/>
          <p:cNvSpPr/>
          <p:nvPr/>
        </p:nvSpPr>
        <p:spPr>
          <a:xfrm>
            <a:off x="1064457" y="21743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6" name="Freeform 1915"/>
          <p:cNvSpPr/>
          <p:nvPr/>
        </p:nvSpPr>
        <p:spPr>
          <a:xfrm>
            <a:off x="1048270" y="32476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7" name="Freeform 1916"/>
          <p:cNvSpPr/>
          <p:nvPr/>
        </p:nvSpPr>
        <p:spPr>
          <a:xfrm>
            <a:off x="911497" y="20902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8" name="Freeform 1917"/>
          <p:cNvSpPr/>
          <p:nvPr/>
        </p:nvSpPr>
        <p:spPr>
          <a:xfrm>
            <a:off x="1105459" y="27671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9" name="Freeform 1918"/>
          <p:cNvSpPr/>
          <p:nvPr/>
        </p:nvSpPr>
        <p:spPr>
          <a:xfrm>
            <a:off x="1101584" y="21243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0" name="Freeform 1919"/>
          <p:cNvSpPr/>
          <p:nvPr/>
        </p:nvSpPr>
        <p:spPr>
          <a:xfrm>
            <a:off x="1036631" y="30203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1" name="Freeform 1920"/>
          <p:cNvSpPr/>
          <p:nvPr/>
        </p:nvSpPr>
        <p:spPr>
          <a:xfrm>
            <a:off x="976955" y="1949746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2" name="Freeform 1921"/>
          <p:cNvSpPr/>
          <p:nvPr/>
        </p:nvSpPr>
        <p:spPr>
          <a:xfrm>
            <a:off x="1163913" y="17046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3" name="Freeform 1922"/>
          <p:cNvSpPr/>
          <p:nvPr/>
        </p:nvSpPr>
        <p:spPr>
          <a:xfrm>
            <a:off x="1083392" y="26244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4" name="Freeform 1923"/>
          <p:cNvSpPr/>
          <p:nvPr/>
        </p:nvSpPr>
        <p:spPr>
          <a:xfrm>
            <a:off x="1133189" y="28044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5" name="Freeform 1924"/>
          <p:cNvSpPr/>
          <p:nvPr/>
        </p:nvSpPr>
        <p:spPr>
          <a:xfrm>
            <a:off x="1159299" y="33229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6" name="Freeform 1925"/>
          <p:cNvSpPr/>
          <p:nvPr/>
        </p:nvSpPr>
        <p:spPr>
          <a:xfrm>
            <a:off x="1031193" y="23615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7" name="Freeform 1926"/>
          <p:cNvSpPr/>
          <p:nvPr/>
        </p:nvSpPr>
        <p:spPr>
          <a:xfrm>
            <a:off x="1119621" y="25218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8" name="Freeform 1927"/>
          <p:cNvSpPr/>
          <p:nvPr/>
        </p:nvSpPr>
        <p:spPr>
          <a:xfrm>
            <a:off x="1049751" y="30151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9" name="Freeform 1928"/>
          <p:cNvSpPr/>
          <p:nvPr/>
        </p:nvSpPr>
        <p:spPr>
          <a:xfrm>
            <a:off x="1061598" y="19954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0" name="Freeform 1929"/>
          <p:cNvSpPr/>
          <p:nvPr/>
        </p:nvSpPr>
        <p:spPr>
          <a:xfrm>
            <a:off x="1060068" y="24549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1" name="Freeform 1930"/>
          <p:cNvSpPr/>
          <p:nvPr/>
        </p:nvSpPr>
        <p:spPr>
          <a:xfrm>
            <a:off x="1065660" y="27733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2" name="Freeform 1931"/>
          <p:cNvSpPr/>
          <p:nvPr/>
        </p:nvSpPr>
        <p:spPr>
          <a:xfrm>
            <a:off x="1139640" y="2508143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3" name="Freeform 1932"/>
          <p:cNvSpPr/>
          <p:nvPr/>
        </p:nvSpPr>
        <p:spPr>
          <a:xfrm>
            <a:off x="1073961" y="16808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4" name="Freeform 1933"/>
          <p:cNvSpPr/>
          <p:nvPr/>
        </p:nvSpPr>
        <p:spPr>
          <a:xfrm>
            <a:off x="1055550" y="19191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5" name="Freeform 1934"/>
          <p:cNvSpPr/>
          <p:nvPr/>
        </p:nvSpPr>
        <p:spPr>
          <a:xfrm>
            <a:off x="1047403" y="22921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6" name="Freeform 1935"/>
          <p:cNvSpPr/>
          <p:nvPr/>
        </p:nvSpPr>
        <p:spPr>
          <a:xfrm>
            <a:off x="1088388" y="19109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7" name="Freeform 1936"/>
          <p:cNvSpPr/>
          <p:nvPr/>
        </p:nvSpPr>
        <p:spPr>
          <a:xfrm>
            <a:off x="1006387" y="28166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8" name="Freeform 1937"/>
          <p:cNvSpPr/>
          <p:nvPr/>
        </p:nvSpPr>
        <p:spPr>
          <a:xfrm>
            <a:off x="1032404" y="22094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9" name="Freeform 1938"/>
          <p:cNvSpPr/>
          <p:nvPr/>
        </p:nvSpPr>
        <p:spPr>
          <a:xfrm>
            <a:off x="1062279" y="21510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0" name="Freeform 1939"/>
          <p:cNvSpPr/>
          <p:nvPr/>
        </p:nvSpPr>
        <p:spPr>
          <a:xfrm>
            <a:off x="1028212" y="24650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1" name="Freeform 1940"/>
          <p:cNvSpPr/>
          <p:nvPr/>
        </p:nvSpPr>
        <p:spPr>
          <a:xfrm>
            <a:off x="1057888" y="20043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2" name="Freeform 1941"/>
          <p:cNvSpPr/>
          <p:nvPr/>
        </p:nvSpPr>
        <p:spPr>
          <a:xfrm>
            <a:off x="1025232" y="26230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3" name="Freeform 1942"/>
          <p:cNvSpPr/>
          <p:nvPr/>
        </p:nvSpPr>
        <p:spPr>
          <a:xfrm>
            <a:off x="1198677" y="196655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4" name="Freeform 1943"/>
          <p:cNvSpPr/>
          <p:nvPr/>
        </p:nvSpPr>
        <p:spPr>
          <a:xfrm>
            <a:off x="1153909" y="19451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5" name="Freeform 1944"/>
          <p:cNvSpPr/>
          <p:nvPr/>
        </p:nvSpPr>
        <p:spPr>
          <a:xfrm>
            <a:off x="1095594" y="37102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6" name="Freeform 1945"/>
          <p:cNvSpPr/>
          <p:nvPr/>
        </p:nvSpPr>
        <p:spPr>
          <a:xfrm>
            <a:off x="1062190" y="16203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7" name="Freeform 1946"/>
          <p:cNvSpPr/>
          <p:nvPr/>
        </p:nvSpPr>
        <p:spPr>
          <a:xfrm>
            <a:off x="1211069" y="37766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8" name="Freeform 1947"/>
          <p:cNvSpPr/>
          <p:nvPr/>
        </p:nvSpPr>
        <p:spPr>
          <a:xfrm>
            <a:off x="1087170" y="25394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9" name="Freeform 1948"/>
          <p:cNvSpPr/>
          <p:nvPr/>
        </p:nvSpPr>
        <p:spPr>
          <a:xfrm>
            <a:off x="1059986" y="17042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0" name="Freeform 1949"/>
          <p:cNvSpPr/>
          <p:nvPr/>
        </p:nvSpPr>
        <p:spPr>
          <a:xfrm>
            <a:off x="1085855" y="23874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1" name="Freeform 1950"/>
          <p:cNvSpPr/>
          <p:nvPr/>
        </p:nvSpPr>
        <p:spPr>
          <a:xfrm>
            <a:off x="1086042" y="29719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2" name="Freeform 1951"/>
          <p:cNvSpPr/>
          <p:nvPr/>
        </p:nvSpPr>
        <p:spPr>
          <a:xfrm>
            <a:off x="1159299" y="27824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3" name="Freeform 1952"/>
          <p:cNvSpPr/>
          <p:nvPr/>
        </p:nvSpPr>
        <p:spPr>
          <a:xfrm>
            <a:off x="1064489" y="17034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4" name="Freeform 1953"/>
          <p:cNvSpPr/>
          <p:nvPr/>
        </p:nvSpPr>
        <p:spPr>
          <a:xfrm>
            <a:off x="1205004" y="32036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5" name="Freeform 1954"/>
          <p:cNvSpPr/>
          <p:nvPr/>
        </p:nvSpPr>
        <p:spPr>
          <a:xfrm>
            <a:off x="1007239" y="165150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6" name="Freeform 1955"/>
          <p:cNvSpPr/>
          <p:nvPr/>
        </p:nvSpPr>
        <p:spPr>
          <a:xfrm>
            <a:off x="1111786" y="225400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7" name="Freeform 1956"/>
          <p:cNvSpPr/>
          <p:nvPr/>
        </p:nvSpPr>
        <p:spPr>
          <a:xfrm>
            <a:off x="999292" y="28326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8" name="Freeform 1957"/>
          <p:cNvSpPr/>
          <p:nvPr/>
        </p:nvSpPr>
        <p:spPr>
          <a:xfrm>
            <a:off x="1186283" y="25226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9" name="Freeform 1958"/>
          <p:cNvSpPr/>
          <p:nvPr/>
        </p:nvSpPr>
        <p:spPr>
          <a:xfrm>
            <a:off x="1043820" y="27435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0" name="Freeform 1959"/>
          <p:cNvSpPr/>
          <p:nvPr/>
        </p:nvSpPr>
        <p:spPr>
          <a:xfrm>
            <a:off x="1061887" y="17852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1" name="Freeform 1960"/>
          <p:cNvSpPr/>
          <p:nvPr/>
        </p:nvSpPr>
        <p:spPr>
          <a:xfrm>
            <a:off x="1127055" y="18532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2" name="Freeform 1961"/>
          <p:cNvSpPr/>
          <p:nvPr/>
        </p:nvSpPr>
        <p:spPr>
          <a:xfrm>
            <a:off x="1149019" y="31007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3" name="Freeform 1962"/>
          <p:cNvSpPr/>
          <p:nvPr/>
        </p:nvSpPr>
        <p:spPr>
          <a:xfrm>
            <a:off x="991992" y="24313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4" name="Freeform 1963"/>
          <p:cNvSpPr/>
          <p:nvPr/>
        </p:nvSpPr>
        <p:spPr>
          <a:xfrm>
            <a:off x="1042785" y="26651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5" name="Freeform 1964"/>
          <p:cNvSpPr/>
          <p:nvPr/>
        </p:nvSpPr>
        <p:spPr>
          <a:xfrm>
            <a:off x="973217" y="15677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6" name="Freeform 1965"/>
          <p:cNvSpPr/>
          <p:nvPr/>
        </p:nvSpPr>
        <p:spPr>
          <a:xfrm>
            <a:off x="1074855" y="29129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7" name="Freeform 1966"/>
          <p:cNvSpPr/>
          <p:nvPr/>
        </p:nvSpPr>
        <p:spPr>
          <a:xfrm>
            <a:off x="1059023" y="14096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8" name="Freeform 1967"/>
          <p:cNvSpPr/>
          <p:nvPr/>
        </p:nvSpPr>
        <p:spPr>
          <a:xfrm>
            <a:off x="1042601" y="22429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9" name="Freeform 1968"/>
          <p:cNvSpPr/>
          <p:nvPr/>
        </p:nvSpPr>
        <p:spPr>
          <a:xfrm>
            <a:off x="1020344" y="281718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0" name="Freeform 1969"/>
          <p:cNvSpPr/>
          <p:nvPr/>
        </p:nvSpPr>
        <p:spPr>
          <a:xfrm>
            <a:off x="1040149" y="25705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1" name="Freeform 1970"/>
          <p:cNvSpPr/>
          <p:nvPr/>
        </p:nvSpPr>
        <p:spPr>
          <a:xfrm>
            <a:off x="1016236" y="26338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2" name="Freeform 1971"/>
          <p:cNvSpPr/>
          <p:nvPr/>
        </p:nvSpPr>
        <p:spPr>
          <a:xfrm>
            <a:off x="1100835" y="28745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3" name="Freeform 1972"/>
          <p:cNvSpPr/>
          <p:nvPr/>
        </p:nvSpPr>
        <p:spPr>
          <a:xfrm>
            <a:off x="1166306" y="21777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4" name="Freeform 1973"/>
          <p:cNvSpPr/>
          <p:nvPr/>
        </p:nvSpPr>
        <p:spPr>
          <a:xfrm>
            <a:off x="937675" y="28507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5" name="Freeform 1974"/>
          <p:cNvSpPr/>
          <p:nvPr/>
        </p:nvSpPr>
        <p:spPr>
          <a:xfrm>
            <a:off x="1058055" y="33353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6" name="Freeform 1975"/>
          <p:cNvSpPr/>
          <p:nvPr/>
        </p:nvSpPr>
        <p:spPr>
          <a:xfrm>
            <a:off x="1038008" y="24191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7" name="Freeform 1976"/>
          <p:cNvSpPr/>
          <p:nvPr/>
        </p:nvSpPr>
        <p:spPr>
          <a:xfrm>
            <a:off x="1098408" y="31432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8" name="Freeform 1977"/>
          <p:cNvSpPr/>
          <p:nvPr/>
        </p:nvSpPr>
        <p:spPr>
          <a:xfrm>
            <a:off x="1002613" y="26086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9" name="Freeform 1978"/>
          <p:cNvSpPr/>
          <p:nvPr/>
        </p:nvSpPr>
        <p:spPr>
          <a:xfrm>
            <a:off x="1056034" y="26885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0" name="Freeform 1979"/>
          <p:cNvSpPr/>
          <p:nvPr/>
        </p:nvSpPr>
        <p:spPr>
          <a:xfrm>
            <a:off x="996787" y="26692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1" name="Freeform 1980"/>
          <p:cNvSpPr/>
          <p:nvPr/>
        </p:nvSpPr>
        <p:spPr>
          <a:xfrm>
            <a:off x="1111962" y="12078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2" name="Freeform 1981"/>
          <p:cNvSpPr/>
          <p:nvPr/>
        </p:nvSpPr>
        <p:spPr>
          <a:xfrm>
            <a:off x="1072332" y="21972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3" name="Freeform 1982"/>
          <p:cNvSpPr/>
          <p:nvPr/>
        </p:nvSpPr>
        <p:spPr>
          <a:xfrm>
            <a:off x="1055036" y="21011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4" name="Freeform 1983"/>
          <p:cNvSpPr/>
          <p:nvPr/>
        </p:nvSpPr>
        <p:spPr>
          <a:xfrm>
            <a:off x="1090303" y="31298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5" name="Freeform 1984"/>
          <p:cNvSpPr/>
          <p:nvPr/>
        </p:nvSpPr>
        <p:spPr>
          <a:xfrm>
            <a:off x="1049397" y="25587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6" name="Freeform 1985"/>
          <p:cNvSpPr/>
          <p:nvPr/>
        </p:nvSpPr>
        <p:spPr>
          <a:xfrm>
            <a:off x="962676" y="21164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7" name="Freeform 1986"/>
          <p:cNvSpPr/>
          <p:nvPr/>
        </p:nvSpPr>
        <p:spPr>
          <a:xfrm>
            <a:off x="1105264" y="27472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8" name="Freeform 1987"/>
          <p:cNvSpPr/>
          <p:nvPr/>
        </p:nvSpPr>
        <p:spPr>
          <a:xfrm>
            <a:off x="1084869" y="17639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9" name="Freeform 1988"/>
          <p:cNvSpPr/>
          <p:nvPr/>
        </p:nvSpPr>
        <p:spPr>
          <a:xfrm>
            <a:off x="1055526" y="283792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0" name="Freeform 1989"/>
          <p:cNvSpPr/>
          <p:nvPr/>
        </p:nvSpPr>
        <p:spPr>
          <a:xfrm>
            <a:off x="1131081" y="23716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1" name="Freeform 1990"/>
          <p:cNvSpPr/>
          <p:nvPr/>
        </p:nvSpPr>
        <p:spPr>
          <a:xfrm>
            <a:off x="1146575" y="25241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2" name="Freeform 1991"/>
          <p:cNvSpPr/>
          <p:nvPr/>
        </p:nvSpPr>
        <p:spPr>
          <a:xfrm>
            <a:off x="993292" y="214235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3" name="Freeform 1992"/>
          <p:cNvSpPr/>
          <p:nvPr/>
        </p:nvSpPr>
        <p:spPr>
          <a:xfrm>
            <a:off x="1013935" y="25518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4" name="Freeform 1993"/>
          <p:cNvSpPr/>
          <p:nvPr/>
        </p:nvSpPr>
        <p:spPr>
          <a:xfrm>
            <a:off x="1168385" y="23638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5" name="Freeform 1994"/>
          <p:cNvSpPr/>
          <p:nvPr/>
        </p:nvSpPr>
        <p:spPr>
          <a:xfrm>
            <a:off x="1159865" y="23461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6" name="Freeform 1995"/>
          <p:cNvSpPr/>
          <p:nvPr/>
        </p:nvSpPr>
        <p:spPr>
          <a:xfrm>
            <a:off x="1016767" y="25996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7" name="Freeform 1996"/>
          <p:cNvSpPr/>
          <p:nvPr/>
        </p:nvSpPr>
        <p:spPr>
          <a:xfrm>
            <a:off x="987426" y="19791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8" name="Freeform 1997"/>
          <p:cNvSpPr/>
          <p:nvPr/>
        </p:nvSpPr>
        <p:spPr>
          <a:xfrm>
            <a:off x="1023455" y="21046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9" name="Freeform 1998"/>
          <p:cNvSpPr/>
          <p:nvPr/>
        </p:nvSpPr>
        <p:spPr>
          <a:xfrm>
            <a:off x="1032705" y="22710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0" name="Freeform 1999"/>
          <p:cNvSpPr/>
          <p:nvPr/>
        </p:nvSpPr>
        <p:spPr>
          <a:xfrm>
            <a:off x="960670" y="24449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1" name="Freeform 2000"/>
          <p:cNvSpPr/>
          <p:nvPr/>
        </p:nvSpPr>
        <p:spPr>
          <a:xfrm>
            <a:off x="1067815" y="18206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2" name="Freeform 2001"/>
          <p:cNvSpPr/>
          <p:nvPr/>
        </p:nvSpPr>
        <p:spPr>
          <a:xfrm>
            <a:off x="980828" y="23459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3" name="Freeform 2002"/>
          <p:cNvSpPr/>
          <p:nvPr/>
        </p:nvSpPr>
        <p:spPr>
          <a:xfrm>
            <a:off x="985457" y="23820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4" name="Freeform 2003"/>
          <p:cNvSpPr/>
          <p:nvPr/>
        </p:nvSpPr>
        <p:spPr>
          <a:xfrm>
            <a:off x="1126516" y="21726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5" name="Freeform 2004"/>
          <p:cNvSpPr/>
          <p:nvPr/>
        </p:nvSpPr>
        <p:spPr>
          <a:xfrm>
            <a:off x="1020429" y="13627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6" name="Freeform 2005"/>
          <p:cNvSpPr/>
          <p:nvPr/>
        </p:nvSpPr>
        <p:spPr>
          <a:xfrm>
            <a:off x="1061006" y="29079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7" name="Freeform 2006"/>
          <p:cNvSpPr/>
          <p:nvPr/>
        </p:nvSpPr>
        <p:spPr>
          <a:xfrm>
            <a:off x="1107478" y="18342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8" name="Freeform 2007"/>
          <p:cNvSpPr/>
          <p:nvPr/>
        </p:nvSpPr>
        <p:spPr>
          <a:xfrm>
            <a:off x="1119691" y="318925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9" name="Freeform 2008"/>
          <p:cNvSpPr/>
          <p:nvPr/>
        </p:nvSpPr>
        <p:spPr>
          <a:xfrm>
            <a:off x="1043391" y="21154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0" name="Freeform 2009"/>
          <p:cNvSpPr/>
          <p:nvPr/>
        </p:nvSpPr>
        <p:spPr>
          <a:xfrm>
            <a:off x="1068674" y="1424528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1" name="Freeform 2010"/>
          <p:cNvSpPr/>
          <p:nvPr/>
        </p:nvSpPr>
        <p:spPr>
          <a:xfrm>
            <a:off x="1010995" y="19773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2" name="Freeform 2011"/>
          <p:cNvSpPr/>
          <p:nvPr/>
        </p:nvSpPr>
        <p:spPr>
          <a:xfrm>
            <a:off x="1181658" y="21391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3" name="Freeform 2012"/>
          <p:cNvSpPr/>
          <p:nvPr/>
        </p:nvSpPr>
        <p:spPr>
          <a:xfrm>
            <a:off x="1108861" y="25111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4" name="Freeform 2013"/>
          <p:cNvSpPr/>
          <p:nvPr/>
        </p:nvSpPr>
        <p:spPr>
          <a:xfrm>
            <a:off x="992565" y="22101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5" name="Freeform 2014"/>
          <p:cNvSpPr/>
          <p:nvPr/>
        </p:nvSpPr>
        <p:spPr>
          <a:xfrm>
            <a:off x="1066016" y="23542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6" name="Freeform 2015"/>
          <p:cNvSpPr/>
          <p:nvPr/>
        </p:nvSpPr>
        <p:spPr>
          <a:xfrm>
            <a:off x="1113080" y="26258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7" name="Freeform 2016"/>
          <p:cNvSpPr/>
          <p:nvPr/>
        </p:nvSpPr>
        <p:spPr>
          <a:xfrm>
            <a:off x="1097548" y="23734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8" name="Freeform 2017"/>
          <p:cNvSpPr/>
          <p:nvPr/>
        </p:nvSpPr>
        <p:spPr>
          <a:xfrm>
            <a:off x="1187083" y="21250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9" name="Freeform 2018"/>
          <p:cNvSpPr/>
          <p:nvPr/>
        </p:nvSpPr>
        <p:spPr>
          <a:xfrm>
            <a:off x="1156778" y="26163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0" name="Freeform 2019"/>
          <p:cNvSpPr/>
          <p:nvPr/>
        </p:nvSpPr>
        <p:spPr>
          <a:xfrm>
            <a:off x="1029973" y="26362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1" name="Freeform 2020"/>
          <p:cNvSpPr/>
          <p:nvPr/>
        </p:nvSpPr>
        <p:spPr>
          <a:xfrm>
            <a:off x="1059831" y="291808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2" name="Freeform 2021"/>
          <p:cNvSpPr/>
          <p:nvPr/>
        </p:nvSpPr>
        <p:spPr>
          <a:xfrm>
            <a:off x="980738" y="20271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3" name="Freeform 2022"/>
          <p:cNvSpPr/>
          <p:nvPr/>
        </p:nvSpPr>
        <p:spPr>
          <a:xfrm>
            <a:off x="1082294" y="19484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4" name="Freeform 2023"/>
          <p:cNvSpPr/>
          <p:nvPr/>
        </p:nvSpPr>
        <p:spPr>
          <a:xfrm>
            <a:off x="1075765" y="21080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5" name="Freeform 2024"/>
          <p:cNvSpPr/>
          <p:nvPr/>
        </p:nvSpPr>
        <p:spPr>
          <a:xfrm>
            <a:off x="1245080" y="17348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6" name="Freeform 2025"/>
          <p:cNvSpPr/>
          <p:nvPr/>
        </p:nvSpPr>
        <p:spPr>
          <a:xfrm>
            <a:off x="1072220" y="21812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7" name="Freeform 2026"/>
          <p:cNvSpPr/>
          <p:nvPr/>
        </p:nvSpPr>
        <p:spPr>
          <a:xfrm>
            <a:off x="926894" y="20265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8" name="Freeform 2027"/>
          <p:cNvSpPr/>
          <p:nvPr/>
        </p:nvSpPr>
        <p:spPr>
          <a:xfrm>
            <a:off x="1021165" y="20713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9" name="Freeform 2028"/>
          <p:cNvSpPr/>
          <p:nvPr/>
        </p:nvSpPr>
        <p:spPr>
          <a:xfrm>
            <a:off x="1073200" y="22725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0" name="Freeform 2029"/>
          <p:cNvSpPr/>
          <p:nvPr/>
        </p:nvSpPr>
        <p:spPr>
          <a:xfrm>
            <a:off x="982431" y="24960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1" name="Freeform 2030"/>
          <p:cNvSpPr/>
          <p:nvPr/>
        </p:nvSpPr>
        <p:spPr>
          <a:xfrm>
            <a:off x="1008222" y="10993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2" name="Freeform 2031"/>
          <p:cNvSpPr/>
          <p:nvPr/>
        </p:nvSpPr>
        <p:spPr>
          <a:xfrm>
            <a:off x="1041493" y="24559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3" name="Freeform 2032"/>
          <p:cNvSpPr/>
          <p:nvPr/>
        </p:nvSpPr>
        <p:spPr>
          <a:xfrm>
            <a:off x="1088421" y="25647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4" name="Freeform 2033"/>
          <p:cNvSpPr/>
          <p:nvPr/>
        </p:nvSpPr>
        <p:spPr>
          <a:xfrm>
            <a:off x="1054779" y="20051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5" name="Freeform 2034"/>
          <p:cNvSpPr/>
          <p:nvPr/>
        </p:nvSpPr>
        <p:spPr>
          <a:xfrm>
            <a:off x="1006761" y="20978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6" name="Freeform 2035"/>
          <p:cNvSpPr/>
          <p:nvPr/>
        </p:nvSpPr>
        <p:spPr>
          <a:xfrm>
            <a:off x="1117997" y="29407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7" name="Freeform 2036"/>
          <p:cNvSpPr/>
          <p:nvPr/>
        </p:nvSpPr>
        <p:spPr>
          <a:xfrm>
            <a:off x="1029951" y="16547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8" name="Freeform 2037"/>
          <p:cNvSpPr/>
          <p:nvPr/>
        </p:nvSpPr>
        <p:spPr>
          <a:xfrm>
            <a:off x="1032626" y="22738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9" name="Freeform 2038"/>
          <p:cNvSpPr/>
          <p:nvPr/>
        </p:nvSpPr>
        <p:spPr>
          <a:xfrm>
            <a:off x="974230" y="27912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0" name="Freeform 2039"/>
          <p:cNvSpPr/>
          <p:nvPr/>
        </p:nvSpPr>
        <p:spPr>
          <a:xfrm>
            <a:off x="1013608" y="16210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1" name="Freeform 2040"/>
          <p:cNvSpPr/>
          <p:nvPr/>
        </p:nvSpPr>
        <p:spPr>
          <a:xfrm>
            <a:off x="1108982" y="19076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2" name="Freeform 2041"/>
          <p:cNvSpPr/>
          <p:nvPr/>
        </p:nvSpPr>
        <p:spPr>
          <a:xfrm>
            <a:off x="958442" y="28693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3" name="Freeform 2042"/>
          <p:cNvSpPr/>
          <p:nvPr/>
        </p:nvSpPr>
        <p:spPr>
          <a:xfrm>
            <a:off x="1061026" y="13216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4" name="Freeform 2043"/>
          <p:cNvSpPr/>
          <p:nvPr/>
        </p:nvSpPr>
        <p:spPr>
          <a:xfrm>
            <a:off x="1113357" y="18907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5" name="Freeform 2044"/>
          <p:cNvSpPr/>
          <p:nvPr/>
        </p:nvSpPr>
        <p:spPr>
          <a:xfrm>
            <a:off x="1040732" y="22311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6" name="Freeform 2045"/>
          <p:cNvSpPr/>
          <p:nvPr/>
        </p:nvSpPr>
        <p:spPr>
          <a:xfrm>
            <a:off x="1081653" y="14168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7" name="Freeform 2046"/>
          <p:cNvSpPr/>
          <p:nvPr/>
        </p:nvSpPr>
        <p:spPr>
          <a:xfrm>
            <a:off x="991666" y="21449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8" name="Freeform 2047"/>
          <p:cNvSpPr/>
          <p:nvPr/>
        </p:nvSpPr>
        <p:spPr>
          <a:xfrm>
            <a:off x="1152663" y="22402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9" name="Freeform 2048"/>
          <p:cNvSpPr/>
          <p:nvPr/>
        </p:nvSpPr>
        <p:spPr>
          <a:xfrm>
            <a:off x="1138784" y="25619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0" name="Freeform 2049"/>
          <p:cNvSpPr/>
          <p:nvPr/>
        </p:nvSpPr>
        <p:spPr>
          <a:xfrm>
            <a:off x="1081369" y="19299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1" name="Freeform 2050"/>
          <p:cNvSpPr/>
          <p:nvPr/>
        </p:nvSpPr>
        <p:spPr>
          <a:xfrm>
            <a:off x="949326" y="19834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2" name="Freeform 2051"/>
          <p:cNvSpPr/>
          <p:nvPr/>
        </p:nvSpPr>
        <p:spPr>
          <a:xfrm>
            <a:off x="996364" y="22184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3" name="Freeform 2052"/>
          <p:cNvSpPr/>
          <p:nvPr/>
        </p:nvSpPr>
        <p:spPr>
          <a:xfrm>
            <a:off x="1130536" y="26279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4" name="Freeform 2053"/>
          <p:cNvSpPr/>
          <p:nvPr/>
        </p:nvSpPr>
        <p:spPr>
          <a:xfrm>
            <a:off x="1179385" y="21598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5" name="Freeform 2054"/>
          <p:cNvSpPr/>
          <p:nvPr/>
        </p:nvSpPr>
        <p:spPr>
          <a:xfrm>
            <a:off x="1085423" y="226147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6" name="Freeform 2055"/>
          <p:cNvSpPr/>
          <p:nvPr/>
        </p:nvSpPr>
        <p:spPr>
          <a:xfrm>
            <a:off x="1148487" y="29044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7" name="Freeform 2056"/>
          <p:cNvSpPr/>
          <p:nvPr/>
        </p:nvSpPr>
        <p:spPr>
          <a:xfrm>
            <a:off x="1025432" y="29748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8" name="Freeform 2057"/>
          <p:cNvSpPr/>
          <p:nvPr/>
        </p:nvSpPr>
        <p:spPr>
          <a:xfrm>
            <a:off x="1053184" y="19384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9" name="Freeform 2058"/>
          <p:cNvSpPr/>
          <p:nvPr/>
        </p:nvSpPr>
        <p:spPr>
          <a:xfrm>
            <a:off x="1065823" y="35498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0" name="Freeform 2059"/>
          <p:cNvSpPr/>
          <p:nvPr/>
        </p:nvSpPr>
        <p:spPr>
          <a:xfrm>
            <a:off x="1093813" y="21214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1" name="Freeform 2060"/>
          <p:cNvSpPr/>
          <p:nvPr/>
        </p:nvSpPr>
        <p:spPr>
          <a:xfrm>
            <a:off x="964335" y="24692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2" name="Freeform 2061"/>
          <p:cNvSpPr/>
          <p:nvPr/>
        </p:nvSpPr>
        <p:spPr>
          <a:xfrm>
            <a:off x="1128145" y="15603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3" name="Freeform 2062"/>
          <p:cNvSpPr/>
          <p:nvPr/>
        </p:nvSpPr>
        <p:spPr>
          <a:xfrm>
            <a:off x="1153477" y="24770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4" name="Freeform 2063"/>
          <p:cNvSpPr/>
          <p:nvPr/>
        </p:nvSpPr>
        <p:spPr>
          <a:xfrm>
            <a:off x="989547" y="18904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5" name="Freeform 2064"/>
          <p:cNvSpPr/>
          <p:nvPr/>
        </p:nvSpPr>
        <p:spPr>
          <a:xfrm>
            <a:off x="975842" y="24279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6" name="Freeform 2065"/>
          <p:cNvSpPr/>
          <p:nvPr/>
        </p:nvSpPr>
        <p:spPr>
          <a:xfrm>
            <a:off x="1089001" y="21680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7" name="Freeform 2066"/>
          <p:cNvSpPr/>
          <p:nvPr/>
        </p:nvSpPr>
        <p:spPr>
          <a:xfrm>
            <a:off x="1022344" y="18510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8" name="Freeform 2067"/>
          <p:cNvSpPr/>
          <p:nvPr/>
        </p:nvSpPr>
        <p:spPr>
          <a:xfrm>
            <a:off x="908481" y="24613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9" name="Freeform 2068"/>
          <p:cNvSpPr/>
          <p:nvPr/>
        </p:nvSpPr>
        <p:spPr>
          <a:xfrm>
            <a:off x="1119384" y="17188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0" name="Freeform 2069"/>
          <p:cNvSpPr/>
          <p:nvPr/>
        </p:nvSpPr>
        <p:spPr>
          <a:xfrm>
            <a:off x="1076068" y="27315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1" name="Freeform 2070"/>
          <p:cNvSpPr/>
          <p:nvPr/>
        </p:nvSpPr>
        <p:spPr>
          <a:xfrm>
            <a:off x="1034129" y="20760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2" name="Freeform 2071"/>
          <p:cNvSpPr/>
          <p:nvPr/>
        </p:nvSpPr>
        <p:spPr>
          <a:xfrm>
            <a:off x="1205940" y="17565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3" name="Freeform 2072"/>
          <p:cNvSpPr/>
          <p:nvPr/>
        </p:nvSpPr>
        <p:spPr>
          <a:xfrm>
            <a:off x="1074961" y="18901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4" name="Freeform 2073"/>
          <p:cNvSpPr/>
          <p:nvPr/>
        </p:nvSpPr>
        <p:spPr>
          <a:xfrm>
            <a:off x="1015769" y="12508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5" name="Freeform 2074"/>
          <p:cNvSpPr/>
          <p:nvPr/>
        </p:nvSpPr>
        <p:spPr>
          <a:xfrm>
            <a:off x="1072457" y="26144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6" name="Freeform 2075"/>
          <p:cNvSpPr/>
          <p:nvPr/>
        </p:nvSpPr>
        <p:spPr>
          <a:xfrm>
            <a:off x="996755" y="29277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7" name="Freeform 2076"/>
          <p:cNvSpPr/>
          <p:nvPr/>
        </p:nvSpPr>
        <p:spPr>
          <a:xfrm>
            <a:off x="1015220" y="27319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8" name="Freeform 2077"/>
          <p:cNvSpPr/>
          <p:nvPr/>
        </p:nvSpPr>
        <p:spPr>
          <a:xfrm>
            <a:off x="1091376" y="18899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9" name="Freeform 2078"/>
          <p:cNvSpPr/>
          <p:nvPr/>
        </p:nvSpPr>
        <p:spPr>
          <a:xfrm>
            <a:off x="1028985" y="19726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0" name="Freeform 2079"/>
          <p:cNvSpPr/>
          <p:nvPr/>
        </p:nvSpPr>
        <p:spPr>
          <a:xfrm>
            <a:off x="1035832" y="21739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1" name="Freeform 2080"/>
          <p:cNvSpPr/>
          <p:nvPr/>
        </p:nvSpPr>
        <p:spPr>
          <a:xfrm>
            <a:off x="1176455" y="27973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2" name="Freeform 2081"/>
          <p:cNvSpPr/>
          <p:nvPr/>
        </p:nvSpPr>
        <p:spPr>
          <a:xfrm>
            <a:off x="1122771" y="18357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3" name="Freeform 2082"/>
          <p:cNvSpPr/>
          <p:nvPr/>
        </p:nvSpPr>
        <p:spPr>
          <a:xfrm>
            <a:off x="1119002" y="28491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4" name="Freeform 2083"/>
          <p:cNvSpPr/>
          <p:nvPr/>
        </p:nvSpPr>
        <p:spPr>
          <a:xfrm>
            <a:off x="1100826" y="16362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5" name="Freeform 2084"/>
          <p:cNvSpPr/>
          <p:nvPr/>
        </p:nvSpPr>
        <p:spPr>
          <a:xfrm>
            <a:off x="1097866" y="7720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6" name="Freeform 2085"/>
          <p:cNvSpPr/>
          <p:nvPr/>
        </p:nvSpPr>
        <p:spPr>
          <a:xfrm>
            <a:off x="1162368" y="20395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7" name="Freeform 2086"/>
          <p:cNvSpPr/>
          <p:nvPr/>
        </p:nvSpPr>
        <p:spPr>
          <a:xfrm>
            <a:off x="1064451" y="19292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8" name="Freeform 2087"/>
          <p:cNvSpPr/>
          <p:nvPr/>
        </p:nvSpPr>
        <p:spPr>
          <a:xfrm>
            <a:off x="1188831" y="24767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9" name="Freeform 2088"/>
          <p:cNvSpPr/>
          <p:nvPr/>
        </p:nvSpPr>
        <p:spPr>
          <a:xfrm>
            <a:off x="1002637" y="31470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0" name="Freeform 2089"/>
          <p:cNvSpPr/>
          <p:nvPr/>
        </p:nvSpPr>
        <p:spPr>
          <a:xfrm>
            <a:off x="1048830" y="25326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1" name="Freeform 2090"/>
          <p:cNvSpPr/>
          <p:nvPr/>
        </p:nvSpPr>
        <p:spPr>
          <a:xfrm>
            <a:off x="974300" y="27820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2" name="Freeform 2091"/>
          <p:cNvSpPr/>
          <p:nvPr/>
        </p:nvSpPr>
        <p:spPr>
          <a:xfrm>
            <a:off x="1042943" y="29622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3" name="Freeform 2092"/>
          <p:cNvSpPr/>
          <p:nvPr/>
        </p:nvSpPr>
        <p:spPr>
          <a:xfrm>
            <a:off x="1100137" y="1349591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4" name="Freeform 2093"/>
          <p:cNvSpPr/>
          <p:nvPr/>
        </p:nvSpPr>
        <p:spPr>
          <a:xfrm>
            <a:off x="1162014" y="20871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5" name="Freeform 2094"/>
          <p:cNvSpPr/>
          <p:nvPr/>
        </p:nvSpPr>
        <p:spPr>
          <a:xfrm>
            <a:off x="1021746" y="20327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6" name="Freeform 2095"/>
          <p:cNvSpPr/>
          <p:nvPr/>
        </p:nvSpPr>
        <p:spPr>
          <a:xfrm>
            <a:off x="1066099" y="23832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" name="Freeform 2096"/>
          <p:cNvSpPr/>
          <p:nvPr/>
        </p:nvSpPr>
        <p:spPr>
          <a:xfrm>
            <a:off x="1041919" y="23139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8" name="Freeform 2097"/>
          <p:cNvSpPr/>
          <p:nvPr/>
        </p:nvSpPr>
        <p:spPr>
          <a:xfrm>
            <a:off x="1016753" y="17351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9" name="Freeform 2098"/>
          <p:cNvSpPr/>
          <p:nvPr/>
        </p:nvSpPr>
        <p:spPr>
          <a:xfrm>
            <a:off x="986851" y="22424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0" name="Freeform 2099"/>
          <p:cNvSpPr/>
          <p:nvPr/>
        </p:nvSpPr>
        <p:spPr>
          <a:xfrm>
            <a:off x="1069771" y="19559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1" name="Freeform 2100"/>
          <p:cNvSpPr/>
          <p:nvPr/>
        </p:nvSpPr>
        <p:spPr>
          <a:xfrm>
            <a:off x="950853" y="23256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2" name="Freeform 2101"/>
          <p:cNvSpPr/>
          <p:nvPr/>
        </p:nvSpPr>
        <p:spPr>
          <a:xfrm>
            <a:off x="1073080" y="24000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3" name="Freeform 2102"/>
          <p:cNvSpPr/>
          <p:nvPr/>
        </p:nvSpPr>
        <p:spPr>
          <a:xfrm>
            <a:off x="1067137" y="29418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4" name="Freeform 2103"/>
          <p:cNvSpPr/>
          <p:nvPr/>
        </p:nvSpPr>
        <p:spPr>
          <a:xfrm>
            <a:off x="1022116" y="32322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5" name="Freeform 2104"/>
          <p:cNvSpPr/>
          <p:nvPr/>
        </p:nvSpPr>
        <p:spPr>
          <a:xfrm>
            <a:off x="998690" y="23590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6" name="Freeform 2105"/>
          <p:cNvSpPr/>
          <p:nvPr/>
        </p:nvSpPr>
        <p:spPr>
          <a:xfrm>
            <a:off x="973921" y="21972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7" name="Freeform 2106"/>
          <p:cNvSpPr/>
          <p:nvPr/>
        </p:nvSpPr>
        <p:spPr>
          <a:xfrm>
            <a:off x="1189880" y="28803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8" name="Freeform 2107"/>
          <p:cNvSpPr/>
          <p:nvPr/>
        </p:nvSpPr>
        <p:spPr>
          <a:xfrm>
            <a:off x="976729" y="22435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9" name="Freeform 2108"/>
          <p:cNvSpPr/>
          <p:nvPr/>
        </p:nvSpPr>
        <p:spPr>
          <a:xfrm>
            <a:off x="1169076" y="21986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0" name="Freeform 2109"/>
          <p:cNvSpPr/>
          <p:nvPr/>
        </p:nvSpPr>
        <p:spPr>
          <a:xfrm>
            <a:off x="1105558" y="33229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1" name="Freeform 2110"/>
          <p:cNvSpPr/>
          <p:nvPr/>
        </p:nvSpPr>
        <p:spPr>
          <a:xfrm>
            <a:off x="1041600" y="26915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2" name="Freeform 2111"/>
          <p:cNvSpPr/>
          <p:nvPr/>
        </p:nvSpPr>
        <p:spPr>
          <a:xfrm>
            <a:off x="988994" y="20187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3" name="Freeform 2112"/>
          <p:cNvSpPr/>
          <p:nvPr/>
        </p:nvSpPr>
        <p:spPr>
          <a:xfrm>
            <a:off x="1134900" y="20290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4" name="Freeform 2113"/>
          <p:cNvSpPr/>
          <p:nvPr/>
        </p:nvSpPr>
        <p:spPr>
          <a:xfrm>
            <a:off x="1180482" y="28129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5" name="Freeform 2114"/>
          <p:cNvSpPr/>
          <p:nvPr/>
        </p:nvSpPr>
        <p:spPr>
          <a:xfrm>
            <a:off x="1003790" y="21453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6" name="Freeform 2115"/>
          <p:cNvSpPr/>
          <p:nvPr/>
        </p:nvSpPr>
        <p:spPr>
          <a:xfrm>
            <a:off x="1045930" y="17057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7" name="Freeform 2116"/>
          <p:cNvSpPr/>
          <p:nvPr/>
        </p:nvSpPr>
        <p:spPr>
          <a:xfrm>
            <a:off x="1135505" y="18305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8" name="Freeform 2117"/>
          <p:cNvSpPr/>
          <p:nvPr/>
        </p:nvSpPr>
        <p:spPr>
          <a:xfrm>
            <a:off x="1088021" y="22744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9" name="Freeform 2118"/>
          <p:cNvSpPr/>
          <p:nvPr/>
        </p:nvSpPr>
        <p:spPr>
          <a:xfrm>
            <a:off x="1198412" y="24640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0" name="Freeform 2119"/>
          <p:cNvSpPr/>
          <p:nvPr/>
        </p:nvSpPr>
        <p:spPr>
          <a:xfrm>
            <a:off x="1027927" y="25461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1" name="Freeform 2120"/>
          <p:cNvSpPr/>
          <p:nvPr/>
        </p:nvSpPr>
        <p:spPr>
          <a:xfrm>
            <a:off x="1101719" y="19879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2" name="Freeform 2121"/>
          <p:cNvSpPr/>
          <p:nvPr/>
        </p:nvSpPr>
        <p:spPr>
          <a:xfrm>
            <a:off x="982768" y="21266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3" name="Freeform 2122"/>
          <p:cNvSpPr/>
          <p:nvPr/>
        </p:nvSpPr>
        <p:spPr>
          <a:xfrm>
            <a:off x="1204776" y="19057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4" name="Freeform 2123"/>
          <p:cNvSpPr/>
          <p:nvPr/>
        </p:nvSpPr>
        <p:spPr>
          <a:xfrm>
            <a:off x="1017301" y="21588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5" name="Freeform 2124"/>
          <p:cNvSpPr/>
          <p:nvPr/>
        </p:nvSpPr>
        <p:spPr>
          <a:xfrm>
            <a:off x="919284" y="18093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6" name="Freeform 2125"/>
          <p:cNvSpPr/>
          <p:nvPr/>
        </p:nvSpPr>
        <p:spPr>
          <a:xfrm>
            <a:off x="1057405" y="21778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7" name="Freeform 2126"/>
          <p:cNvSpPr/>
          <p:nvPr/>
        </p:nvSpPr>
        <p:spPr>
          <a:xfrm>
            <a:off x="1056498" y="18266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8" name="Freeform 2127"/>
          <p:cNvSpPr/>
          <p:nvPr/>
        </p:nvSpPr>
        <p:spPr>
          <a:xfrm>
            <a:off x="1192814" y="1782871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9" name="Freeform 2128"/>
          <p:cNvSpPr/>
          <p:nvPr/>
        </p:nvSpPr>
        <p:spPr>
          <a:xfrm>
            <a:off x="1043272" y="26353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0" name="Freeform 2129"/>
          <p:cNvSpPr/>
          <p:nvPr/>
        </p:nvSpPr>
        <p:spPr>
          <a:xfrm>
            <a:off x="1064908" y="314598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1" name="Freeform 2130"/>
          <p:cNvSpPr/>
          <p:nvPr/>
        </p:nvSpPr>
        <p:spPr>
          <a:xfrm>
            <a:off x="1105112" y="14406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2" name="Freeform 2131"/>
          <p:cNvSpPr/>
          <p:nvPr/>
        </p:nvSpPr>
        <p:spPr>
          <a:xfrm>
            <a:off x="1170971" y="20953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3" name="Freeform 2132"/>
          <p:cNvSpPr/>
          <p:nvPr/>
        </p:nvSpPr>
        <p:spPr>
          <a:xfrm>
            <a:off x="1061553" y="30983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4" name="Freeform 2133"/>
          <p:cNvSpPr/>
          <p:nvPr/>
        </p:nvSpPr>
        <p:spPr>
          <a:xfrm>
            <a:off x="1134700" y="25891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5" name="Freeform 2134"/>
          <p:cNvSpPr/>
          <p:nvPr/>
        </p:nvSpPr>
        <p:spPr>
          <a:xfrm>
            <a:off x="1100114" y="18332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6" name="Freeform 2135"/>
          <p:cNvSpPr/>
          <p:nvPr/>
        </p:nvSpPr>
        <p:spPr>
          <a:xfrm>
            <a:off x="1046097" y="23682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7" name="Freeform 2136"/>
          <p:cNvSpPr/>
          <p:nvPr/>
        </p:nvSpPr>
        <p:spPr>
          <a:xfrm>
            <a:off x="1070892" y="24865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8" name="Freeform 2137"/>
          <p:cNvSpPr/>
          <p:nvPr/>
        </p:nvSpPr>
        <p:spPr>
          <a:xfrm>
            <a:off x="1067649" y="15131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9" name="Freeform 2138"/>
          <p:cNvSpPr/>
          <p:nvPr/>
        </p:nvSpPr>
        <p:spPr>
          <a:xfrm>
            <a:off x="1004984" y="27588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0" name="Freeform 2139"/>
          <p:cNvSpPr/>
          <p:nvPr/>
        </p:nvSpPr>
        <p:spPr>
          <a:xfrm>
            <a:off x="1146255" y="26320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1" name="Freeform 2140"/>
          <p:cNvSpPr/>
          <p:nvPr/>
        </p:nvSpPr>
        <p:spPr>
          <a:xfrm>
            <a:off x="973834" y="21184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2" name="Freeform 2141"/>
          <p:cNvSpPr/>
          <p:nvPr/>
        </p:nvSpPr>
        <p:spPr>
          <a:xfrm>
            <a:off x="1143435" y="20272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3" name="Freeform 2142"/>
          <p:cNvSpPr/>
          <p:nvPr/>
        </p:nvSpPr>
        <p:spPr>
          <a:xfrm>
            <a:off x="1129058" y="19734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4" name="Freeform 2143"/>
          <p:cNvSpPr/>
          <p:nvPr/>
        </p:nvSpPr>
        <p:spPr>
          <a:xfrm>
            <a:off x="1059575" y="17623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5" name="Freeform 2144"/>
          <p:cNvSpPr/>
          <p:nvPr/>
        </p:nvSpPr>
        <p:spPr>
          <a:xfrm>
            <a:off x="1014972" y="21249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6" name="Freeform 2145"/>
          <p:cNvSpPr/>
          <p:nvPr/>
        </p:nvSpPr>
        <p:spPr>
          <a:xfrm>
            <a:off x="1050728" y="19769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7" name="Freeform 2146"/>
          <p:cNvSpPr/>
          <p:nvPr/>
        </p:nvSpPr>
        <p:spPr>
          <a:xfrm>
            <a:off x="1097108" y="23578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8" name="Freeform 2147"/>
          <p:cNvSpPr/>
          <p:nvPr/>
        </p:nvSpPr>
        <p:spPr>
          <a:xfrm>
            <a:off x="1115037" y="21940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9" name="Freeform 2148"/>
          <p:cNvSpPr/>
          <p:nvPr/>
        </p:nvSpPr>
        <p:spPr>
          <a:xfrm>
            <a:off x="1084780" y="21712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0" name="Freeform 2149"/>
          <p:cNvSpPr/>
          <p:nvPr/>
        </p:nvSpPr>
        <p:spPr>
          <a:xfrm>
            <a:off x="1131559" y="21165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1" name="Freeform 2150"/>
          <p:cNvSpPr/>
          <p:nvPr/>
        </p:nvSpPr>
        <p:spPr>
          <a:xfrm>
            <a:off x="1028770" y="18328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2" name="Freeform 2151"/>
          <p:cNvSpPr/>
          <p:nvPr/>
        </p:nvSpPr>
        <p:spPr>
          <a:xfrm>
            <a:off x="1081308" y="19434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3" name="Freeform 2152"/>
          <p:cNvSpPr/>
          <p:nvPr/>
        </p:nvSpPr>
        <p:spPr>
          <a:xfrm>
            <a:off x="961713" y="22034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4" name="Freeform 2153"/>
          <p:cNvSpPr/>
          <p:nvPr/>
        </p:nvSpPr>
        <p:spPr>
          <a:xfrm>
            <a:off x="1116402" y="26376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5" name="Freeform 2154"/>
          <p:cNvSpPr/>
          <p:nvPr/>
        </p:nvSpPr>
        <p:spPr>
          <a:xfrm>
            <a:off x="1075908" y="21915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6" name="Freeform 2155"/>
          <p:cNvSpPr/>
          <p:nvPr/>
        </p:nvSpPr>
        <p:spPr>
          <a:xfrm>
            <a:off x="1038181" y="22402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7" name="Freeform 2156"/>
          <p:cNvSpPr/>
          <p:nvPr/>
        </p:nvSpPr>
        <p:spPr>
          <a:xfrm>
            <a:off x="1142797" y="21276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8" name="Freeform 2157"/>
          <p:cNvSpPr/>
          <p:nvPr/>
        </p:nvSpPr>
        <p:spPr>
          <a:xfrm>
            <a:off x="1111619" y="11032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9" name="Freeform 2158"/>
          <p:cNvSpPr/>
          <p:nvPr/>
        </p:nvSpPr>
        <p:spPr>
          <a:xfrm>
            <a:off x="878925" y="24924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0" name="Freeform 2159"/>
          <p:cNvSpPr/>
          <p:nvPr/>
        </p:nvSpPr>
        <p:spPr>
          <a:xfrm>
            <a:off x="1068393" y="20110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1" name="Freeform 2160"/>
          <p:cNvSpPr/>
          <p:nvPr/>
        </p:nvSpPr>
        <p:spPr>
          <a:xfrm>
            <a:off x="969230" y="16823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2" name="Freeform 2161"/>
          <p:cNvSpPr/>
          <p:nvPr/>
        </p:nvSpPr>
        <p:spPr>
          <a:xfrm>
            <a:off x="1136503" y="21760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3" name="Freeform 2162"/>
          <p:cNvSpPr/>
          <p:nvPr/>
        </p:nvSpPr>
        <p:spPr>
          <a:xfrm>
            <a:off x="1230857" y="10364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4" name="Freeform 2163"/>
          <p:cNvSpPr/>
          <p:nvPr/>
        </p:nvSpPr>
        <p:spPr>
          <a:xfrm>
            <a:off x="1031351" y="24183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5" name="Freeform 2164"/>
          <p:cNvSpPr/>
          <p:nvPr/>
        </p:nvSpPr>
        <p:spPr>
          <a:xfrm>
            <a:off x="1070694" y="20610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6" name="Freeform 2165"/>
          <p:cNvSpPr/>
          <p:nvPr/>
        </p:nvSpPr>
        <p:spPr>
          <a:xfrm>
            <a:off x="1049095" y="26324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7" name="Freeform 2166"/>
          <p:cNvSpPr/>
          <p:nvPr/>
        </p:nvSpPr>
        <p:spPr>
          <a:xfrm>
            <a:off x="1089018" y="24048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8" name="Freeform 2167"/>
          <p:cNvSpPr/>
          <p:nvPr/>
        </p:nvSpPr>
        <p:spPr>
          <a:xfrm>
            <a:off x="1108503" y="20993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9" name="Freeform 2168"/>
          <p:cNvSpPr/>
          <p:nvPr/>
        </p:nvSpPr>
        <p:spPr>
          <a:xfrm>
            <a:off x="1151132" y="17953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0" name="Freeform 2169"/>
          <p:cNvSpPr/>
          <p:nvPr/>
        </p:nvSpPr>
        <p:spPr>
          <a:xfrm>
            <a:off x="1000248" y="20636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1" name="Freeform 2170"/>
          <p:cNvSpPr/>
          <p:nvPr/>
        </p:nvSpPr>
        <p:spPr>
          <a:xfrm>
            <a:off x="1170000" y="15853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2" name="Freeform 2171"/>
          <p:cNvSpPr/>
          <p:nvPr/>
        </p:nvSpPr>
        <p:spPr>
          <a:xfrm>
            <a:off x="1003956" y="22742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3" name="Freeform 2172"/>
          <p:cNvSpPr/>
          <p:nvPr/>
        </p:nvSpPr>
        <p:spPr>
          <a:xfrm>
            <a:off x="1084128" y="23949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4" name="Freeform 2173"/>
          <p:cNvSpPr/>
          <p:nvPr/>
        </p:nvSpPr>
        <p:spPr>
          <a:xfrm>
            <a:off x="1142600" y="8501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5" name="Freeform 2174"/>
          <p:cNvSpPr/>
          <p:nvPr/>
        </p:nvSpPr>
        <p:spPr>
          <a:xfrm>
            <a:off x="1113056" y="20253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6" name="Freeform 2175"/>
          <p:cNvSpPr/>
          <p:nvPr/>
        </p:nvSpPr>
        <p:spPr>
          <a:xfrm>
            <a:off x="1003488" y="25920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7" name="Freeform 2176"/>
          <p:cNvSpPr/>
          <p:nvPr/>
        </p:nvSpPr>
        <p:spPr>
          <a:xfrm>
            <a:off x="1019186" y="25792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8" name="Freeform 2177"/>
          <p:cNvSpPr/>
          <p:nvPr/>
        </p:nvSpPr>
        <p:spPr>
          <a:xfrm>
            <a:off x="1035079" y="27056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9" name="Freeform 2178"/>
          <p:cNvSpPr/>
          <p:nvPr/>
        </p:nvSpPr>
        <p:spPr>
          <a:xfrm>
            <a:off x="1062353" y="17494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0" name="Freeform 2179"/>
          <p:cNvSpPr/>
          <p:nvPr/>
        </p:nvSpPr>
        <p:spPr>
          <a:xfrm>
            <a:off x="1141829" y="24113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1" name="Freeform 2180"/>
          <p:cNvSpPr/>
          <p:nvPr/>
        </p:nvSpPr>
        <p:spPr>
          <a:xfrm>
            <a:off x="980056" y="21611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2" name="Freeform 2181"/>
          <p:cNvSpPr/>
          <p:nvPr/>
        </p:nvSpPr>
        <p:spPr>
          <a:xfrm>
            <a:off x="1096705" y="22582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3" name="Freeform 2182"/>
          <p:cNvSpPr/>
          <p:nvPr/>
        </p:nvSpPr>
        <p:spPr>
          <a:xfrm>
            <a:off x="1106209" y="18537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4" name="Freeform 2183"/>
          <p:cNvSpPr/>
          <p:nvPr/>
        </p:nvSpPr>
        <p:spPr>
          <a:xfrm>
            <a:off x="1102781" y="26568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5" name="Freeform 2184"/>
          <p:cNvSpPr/>
          <p:nvPr/>
        </p:nvSpPr>
        <p:spPr>
          <a:xfrm>
            <a:off x="1096679" y="27732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6" name="Freeform 2185"/>
          <p:cNvSpPr/>
          <p:nvPr/>
        </p:nvSpPr>
        <p:spPr>
          <a:xfrm>
            <a:off x="1166463" y="21118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7" name="Freeform 2186"/>
          <p:cNvSpPr/>
          <p:nvPr/>
        </p:nvSpPr>
        <p:spPr>
          <a:xfrm>
            <a:off x="1098105" y="19201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8" name="Freeform 2187"/>
          <p:cNvSpPr/>
          <p:nvPr/>
        </p:nvSpPr>
        <p:spPr>
          <a:xfrm>
            <a:off x="1122593" y="20567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9" name="Freeform 2188"/>
          <p:cNvSpPr/>
          <p:nvPr/>
        </p:nvSpPr>
        <p:spPr>
          <a:xfrm>
            <a:off x="1103129" y="26378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0" name="Freeform 2189"/>
          <p:cNvSpPr/>
          <p:nvPr/>
        </p:nvSpPr>
        <p:spPr>
          <a:xfrm>
            <a:off x="1184691" y="18812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1" name="Freeform 2190"/>
          <p:cNvSpPr/>
          <p:nvPr/>
        </p:nvSpPr>
        <p:spPr>
          <a:xfrm>
            <a:off x="939726" y="26044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2" name="Freeform 2191"/>
          <p:cNvSpPr/>
          <p:nvPr/>
        </p:nvSpPr>
        <p:spPr>
          <a:xfrm>
            <a:off x="1150794" y="24913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3" name="Freeform 2192"/>
          <p:cNvSpPr/>
          <p:nvPr/>
        </p:nvSpPr>
        <p:spPr>
          <a:xfrm>
            <a:off x="1048432" y="27062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4" name="Freeform 2193"/>
          <p:cNvSpPr/>
          <p:nvPr/>
        </p:nvSpPr>
        <p:spPr>
          <a:xfrm>
            <a:off x="1047126" y="15639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5" name="Freeform 2194"/>
          <p:cNvSpPr/>
          <p:nvPr/>
        </p:nvSpPr>
        <p:spPr>
          <a:xfrm>
            <a:off x="1001438" y="19036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6" name="Freeform 2195"/>
          <p:cNvSpPr/>
          <p:nvPr/>
        </p:nvSpPr>
        <p:spPr>
          <a:xfrm>
            <a:off x="941789" y="19181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7" name="Freeform 2196"/>
          <p:cNvSpPr/>
          <p:nvPr/>
        </p:nvSpPr>
        <p:spPr>
          <a:xfrm>
            <a:off x="1040415" y="1591356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8" name="Freeform 2197"/>
          <p:cNvSpPr/>
          <p:nvPr/>
        </p:nvSpPr>
        <p:spPr>
          <a:xfrm>
            <a:off x="1020156" y="7948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9" name="Freeform 2198"/>
          <p:cNvSpPr/>
          <p:nvPr/>
        </p:nvSpPr>
        <p:spPr>
          <a:xfrm>
            <a:off x="1098528" y="30956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0" name="Freeform 2199"/>
          <p:cNvSpPr/>
          <p:nvPr/>
        </p:nvSpPr>
        <p:spPr>
          <a:xfrm>
            <a:off x="968086" y="26016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1" name="Freeform 2200"/>
          <p:cNvSpPr/>
          <p:nvPr/>
        </p:nvSpPr>
        <p:spPr>
          <a:xfrm>
            <a:off x="1160712" y="25394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2" name="Freeform 2201"/>
          <p:cNvSpPr/>
          <p:nvPr/>
        </p:nvSpPr>
        <p:spPr>
          <a:xfrm>
            <a:off x="1083786" y="26588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3" name="Freeform 2202"/>
          <p:cNvSpPr/>
          <p:nvPr/>
        </p:nvSpPr>
        <p:spPr>
          <a:xfrm>
            <a:off x="1049303" y="27742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4" name="Freeform 2203"/>
          <p:cNvSpPr/>
          <p:nvPr/>
        </p:nvSpPr>
        <p:spPr>
          <a:xfrm>
            <a:off x="1018688" y="23784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5" name="Freeform 2204"/>
          <p:cNvSpPr/>
          <p:nvPr/>
        </p:nvSpPr>
        <p:spPr>
          <a:xfrm>
            <a:off x="1013529" y="28449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6" name="Freeform 2205"/>
          <p:cNvSpPr/>
          <p:nvPr/>
        </p:nvSpPr>
        <p:spPr>
          <a:xfrm>
            <a:off x="990784" y="20554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7" name="Freeform 2206"/>
          <p:cNvSpPr/>
          <p:nvPr/>
        </p:nvSpPr>
        <p:spPr>
          <a:xfrm>
            <a:off x="1029638" y="21996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8" name="Freeform 2207"/>
          <p:cNvSpPr/>
          <p:nvPr/>
        </p:nvSpPr>
        <p:spPr>
          <a:xfrm>
            <a:off x="1066149" y="19812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9" name="Freeform 2208"/>
          <p:cNvSpPr/>
          <p:nvPr/>
        </p:nvSpPr>
        <p:spPr>
          <a:xfrm>
            <a:off x="1053982" y="19676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0" name="Freeform 2209"/>
          <p:cNvSpPr/>
          <p:nvPr/>
        </p:nvSpPr>
        <p:spPr>
          <a:xfrm>
            <a:off x="971919" y="19191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1" name="Freeform 2210"/>
          <p:cNvSpPr/>
          <p:nvPr/>
        </p:nvSpPr>
        <p:spPr>
          <a:xfrm>
            <a:off x="1048114" y="24159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2" name="Freeform 2211"/>
          <p:cNvSpPr/>
          <p:nvPr/>
        </p:nvSpPr>
        <p:spPr>
          <a:xfrm>
            <a:off x="1006499" y="11466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3" name="Freeform 2212"/>
          <p:cNvSpPr/>
          <p:nvPr/>
        </p:nvSpPr>
        <p:spPr>
          <a:xfrm>
            <a:off x="1076353" y="21066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4" name="Freeform 2213"/>
          <p:cNvSpPr/>
          <p:nvPr/>
        </p:nvSpPr>
        <p:spPr>
          <a:xfrm>
            <a:off x="1189437" y="31736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5" name="Freeform 2214"/>
          <p:cNvSpPr/>
          <p:nvPr/>
        </p:nvSpPr>
        <p:spPr>
          <a:xfrm>
            <a:off x="1107207" y="27359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6" name="Freeform 2215"/>
          <p:cNvSpPr/>
          <p:nvPr/>
        </p:nvSpPr>
        <p:spPr>
          <a:xfrm>
            <a:off x="1044977" y="31115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7" name="Freeform 2216"/>
          <p:cNvSpPr/>
          <p:nvPr/>
        </p:nvSpPr>
        <p:spPr>
          <a:xfrm>
            <a:off x="957962" y="22171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8" name="Freeform 2217"/>
          <p:cNvSpPr/>
          <p:nvPr/>
        </p:nvSpPr>
        <p:spPr>
          <a:xfrm>
            <a:off x="971903" y="228794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9" name="Freeform 2218"/>
          <p:cNvSpPr/>
          <p:nvPr/>
        </p:nvSpPr>
        <p:spPr>
          <a:xfrm>
            <a:off x="953860" y="24643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0" name="Freeform 2219"/>
          <p:cNvSpPr/>
          <p:nvPr/>
        </p:nvSpPr>
        <p:spPr>
          <a:xfrm>
            <a:off x="1113903" y="120276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1" name="Freeform 2220"/>
          <p:cNvSpPr/>
          <p:nvPr/>
        </p:nvSpPr>
        <p:spPr>
          <a:xfrm>
            <a:off x="1014997" y="19466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2" name="Freeform 2221"/>
          <p:cNvSpPr/>
          <p:nvPr/>
        </p:nvSpPr>
        <p:spPr>
          <a:xfrm>
            <a:off x="1069900" y="18565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3" name="Freeform 2222"/>
          <p:cNvSpPr/>
          <p:nvPr/>
        </p:nvSpPr>
        <p:spPr>
          <a:xfrm>
            <a:off x="1024487" y="26997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4" name="Freeform 2223"/>
          <p:cNvSpPr/>
          <p:nvPr/>
        </p:nvSpPr>
        <p:spPr>
          <a:xfrm>
            <a:off x="1071797" y="27343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5" name="Freeform 2224"/>
          <p:cNvSpPr/>
          <p:nvPr/>
        </p:nvSpPr>
        <p:spPr>
          <a:xfrm>
            <a:off x="1158726" y="22072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6" name="Freeform 2225"/>
          <p:cNvSpPr/>
          <p:nvPr/>
        </p:nvSpPr>
        <p:spPr>
          <a:xfrm>
            <a:off x="1020312" y="21379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7" name="Freeform 2226"/>
          <p:cNvSpPr/>
          <p:nvPr/>
        </p:nvSpPr>
        <p:spPr>
          <a:xfrm>
            <a:off x="1043130" y="31704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8" name="Freeform 2227"/>
          <p:cNvSpPr/>
          <p:nvPr/>
        </p:nvSpPr>
        <p:spPr>
          <a:xfrm>
            <a:off x="1012259" y="23177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9" name="Freeform 2228"/>
          <p:cNvSpPr/>
          <p:nvPr/>
        </p:nvSpPr>
        <p:spPr>
          <a:xfrm>
            <a:off x="1123761" y="22188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0" name="Freeform 2229"/>
          <p:cNvSpPr/>
          <p:nvPr/>
        </p:nvSpPr>
        <p:spPr>
          <a:xfrm>
            <a:off x="997707" y="23354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1" name="Freeform 2230"/>
          <p:cNvSpPr/>
          <p:nvPr/>
        </p:nvSpPr>
        <p:spPr>
          <a:xfrm>
            <a:off x="990592" y="26398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2" name="Freeform 2231"/>
          <p:cNvSpPr/>
          <p:nvPr/>
        </p:nvSpPr>
        <p:spPr>
          <a:xfrm>
            <a:off x="973698" y="25004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3" name="Freeform 2232"/>
          <p:cNvSpPr/>
          <p:nvPr/>
        </p:nvSpPr>
        <p:spPr>
          <a:xfrm>
            <a:off x="972318" y="23159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4" name="Freeform 2233"/>
          <p:cNvSpPr/>
          <p:nvPr/>
        </p:nvSpPr>
        <p:spPr>
          <a:xfrm>
            <a:off x="1096983" y="21797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5" name="Freeform 2234"/>
          <p:cNvSpPr/>
          <p:nvPr/>
        </p:nvSpPr>
        <p:spPr>
          <a:xfrm>
            <a:off x="1236167" y="19182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6" name="Freeform 2235"/>
          <p:cNvSpPr/>
          <p:nvPr/>
        </p:nvSpPr>
        <p:spPr>
          <a:xfrm>
            <a:off x="999720" y="16760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7" name="Freeform 2236"/>
          <p:cNvSpPr/>
          <p:nvPr/>
        </p:nvSpPr>
        <p:spPr>
          <a:xfrm>
            <a:off x="1128867" y="23757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8" name="Freeform 2237"/>
          <p:cNvSpPr/>
          <p:nvPr/>
        </p:nvSpPr>
        <p:spPr>
          <a:xfrm>
            <a:off x="1082404" y="24580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9" name="Freeform 2238"/>
          <p:cNvSpPr/>
          <p:nvPr/>
        </p:nvSpPr>
        <p:spPr>
          <a:xfrm>
            <a:off x="992646" y="20032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0" name="Freeform 2239"/>
          <p:cNvSpPr/>
          <p:nvPr/>
        </p:nvSpPr>
        <p:spPr>
          <a:xfrm>
            <a:off x="1047393" y="19151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1" name="Freeform 2240"/>
          <p:cNvSpPr/>
          <p:nvPr/>
        </p:nvSpPr>
        <p:spPr>
          <a:xfrm>
            <a:off x="1050297" y="24468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2" name="Freeform 2241"/>
          <p:cNvSpPr/>
          <p:nvPr/>
        </p:nvSpPr>
        <p:spPr>
          <a:xfrm>
            <a:off x="1019930" y="18237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3" name="Freeform 2242"/>
          <p:cNvSpPr/>
          <p:nvPr/>
        </p:nvSpPr>
        <p:spPr>
          <a:xfrm>
            <a:off x="1193812" y="17275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4" name="Freeform 2243"/>
          <p:cNvSpPr/>
          <p:nvPr/>
        </p:nvSpPr>
        <p:spPr>
          <a:xfrm>
            <a:off x="939307" y="15687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5" name="Freeform 2244"/>
          <p:cNvSpPr/>
          <p:nvPr/>
        </p:nvSpPr>
        <p:spPr>
          <a:xfrm>
            <a:off x="1091023" y="13211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6" name="Freeform 2245"/>
          <p:cNvSpPr/>
          <p:nvPr/>
        </p:nvSpPr>
        <p:spPr>
          <a:xfrm>
            <a:off x="1087738" y="266681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7" name="Freeform 2246"/>
          <p:cNvSpPr/>
          <p:nvPr/>
        </p:nvSpPr>
        <p:spPr>
          <a:xfrm>
            <a:off x="1027299" y="22188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8" name="Freeform 2247"/>
          <p:cNvSpPr/>
          <p:nvPr/>
        </p:nvSpPr>
        <p:spPr>
          <a:xfrm>
            <a:off x="1075664" y="22202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9" name="Freeform 2248"/>
          <p:cNvSpPr/>
          <p:nvPr/>
        </p:nvSpPr>
        <p:spPr>
          <a:xfrm>
            <a:off x="1123962" y="22758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0" name="Freeform 2249"/>
          <p:cNvSpPr/>
          <p:nvPr/>
        </p:nvSpPr>
        <p:spPr>
          <a:xfrm>
            <a:off x="1075879" y="25563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1" name="Freeform 2250"/>
          <p:cNvSpPr/>
          <p:nvPr/>
        </p:nvSpPr>
        <p:spPr>
          <a:xfrm>
            <a:off x="1093430" y="29818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2" name="Freeform 2251"/>
          <p:cNvSpPr/>
          <p:nvPr/>
        </p:nvSpPr>
        <p:spPr>
          <a:xfrm>
            <a:off x="1111711" y="21788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3" name="Freeform 2252"/>
          <p:cNvSpPr/>
          <p:nvPr/>
        </p:nvSpPr>
        <p:spPr>
          <a:xfrm>
            <a:off x="930953" y="26169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4" name="Freeform 2253"/>
          <p:cNvSpPr/>
          <p:nvPr/>
        </p:nvSpPr>
        <p:spPr>
          <a:xfrm>
            <a:off x="1163814" y="21822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5" name="Freeform 2254"/>
          <p:cNvSpPr/>
          <p:nvPr/>
        </p:nvSpPr>
        <p:spPr>
          <a:xfrm>
            <a:off x="1216876" y="26299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6" name="Freeform 2255"/>
          <p:cNvSpPr/>
          <p:nvPr/>
        </p:nvSpPr>
        <p:spPr>
          <a:xfrm>
            <a:off x="1130807" y="27854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7" name="Freeform 2256"/>
          <p:cNvSpPr/>
          <p:nvPr/>
        </p:nvSpPr>
        <p:spPr>
          <a:xfrm>
            <a:off x="1132987" y="2106748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8" name="Freeform 2257"/>
          <p:cNvSpPr/>
          <p:nvPr/>
        </p:nvSpPr>
        <p:spPr>
          <a:xfrm>
            <a:off x="972333" y="21491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9" name="Freeform 2258"/>
          <p:cNvSpPr/>
          <p:nvPr/>
        </p:nvSpPr>
        <p:spPr>
          <a:xfrm>
            <a:off x="1057891" y="19312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0" name="Freeform 2259"/>
          <p:cNvSpPr/>
          <p:nvPr/>
        </p:nvSpPr>
        <p:spPr>
          <a:xfrm>
            <a:off x="1011881" y="11137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1" name="Freeform 2260"/>
          <p:cNvSpPr/>
          <p:nvPr/>
        </p:nvSpPr>
        <p:spPr>
          <a:xfrm>
            <a:off x="1026796" y="20848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2" name="Freeform 2261"/>
          <p:cNvSpPr/>
          <p:nvPr/>
        </p:nvSpPr>
        <p:spPr>
          <a:xfrm>
            <a:off x="1129894" y="1979144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3" name="Freeform 2262"/>
          <p:cNvSpPr/>
          <p:nvPr/>
        </p:nvSpPr>
        <p:spPr>
          <a:xfrm>
            <a:off x="1012421" y="27742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4" name="Freeform 2263"/>
          <p:cNvSpPr/>
          <p:nvPr/>
        </p:nvSpPr>
        <p:spPr>
          <a:xfrm>
            <a:off x="1057117" y="28807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5" name="Freeform 2264"/>
          <p:cNvSpPr/>
          <p:nvPr/>
        </p:nvSpPr>
        <p:spPr>
          <a:xfrm>
            <a:off x="939144" y="14205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6" name="Freeform 2265"/>
          <p:cNvSpPr/>
          <p:nvPr/>
        </p:nvSpPr>
        <p:spPr>
          <a:xfrm>
            <a:off x="1055238" y="26958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7" name="Freeform 2266"/>
          <p:cNvSpPr/>
          <p:nvPr/>
        </p:nvSpPr>
        <p:spPr>
          <a:xfrm>
            <a:off x="1071718" y="2757145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8" name="Freeform 2267"/>
          <p:cNvSpPr/>
          <p:nvPr/>
        </p:nvSpPr>
        <p:spPr>
          <a:xfrm>
            <a:off x="1018996" y="22458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9" name="Freeform 2268"/>
          <p:cNvSpPr/>
          <p:nvPr/>
        </p:nvSpPr>
        <p:spPr>
          <a:xfrm>
            <a:off x="1017994" y="22718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0" name="Freeform 2269"/>
          <p:cNvSpPr/>
          <p:nvPr/>
        </p:nvSpPr>
        <p:spPr>
          <a:xfrm>
            <a:off x="1190881" y="26851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1" name="Freeform 2270"/>
          <p:cNvSpPr/>
          <p:nvPr/>
        </p:nvSpPr>
        <p:spPr>
          <a:xfrm>
            <a:off x="985500" y="23811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2" name="Freeform 2271"/>
          <p:cNvSpPr/>
          <p:nvPr/>
        </p:nvSpPr>
        <p:spPr>
          <a:xfrm>
            <a:off x="996056" y="16004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3" name="Freeform 2272"/>
          <p:cNvSpPr/>
          <p:nvPr/>
        </p:nvSpPr>
        <p:spPr>
          <a:xfrm>
            <a:off x="1012082" y="26360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4" name="Freeform 2273"/>
          <p:cNvSpPr/>
          <p:nvPr/>
        </p:nvSpPr>
        <p:spPr>
          <a:xfrm>
            <a:off x="1145269" y="293509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5" name="Freeform 2274"/>
          <p:cNvSpPr/>
          <p:nvPr/>
        </p:nvSpPr>
        <p:spPr>
          <a:xfrm>
            <a:off x="1205151" y="17463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6" name="Freeform 2275"/>
          <p:cNvSpPr/>
          <p:nvPr/>
        </p:nvSpPr>
        <p:spPr>
          <a:xfrm>
            <a:off x="1087782" y="19754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7" name="Freeform 2276"/>
          <p:cNvSpPr/>
          <p:nvPr/>
        </p:nvSpPr>
        <p:spPr>
          <a:xfrm>
            <a:off x="1018165" y="25416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8" name="Freeform 2277"/>
          <p:cNvSpPr/>
          <p:nvPr/>
        </p:nvSpPr>
        <p:spPr>
          <a:xfrm>
            <a:off x="1037374" y="30310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9" name="Freeform 2278"/>
          <p:cNvSpPr/>
          <p:nvPr/>
        </p:nvSpPr>
        <p:spPr>
          <a:xfrm>
            <a:off x="1136380" y="26048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0" name="Freeform 2279"/>
          <p:cNvSpPr/>
          <p:nvPr/>
        </p:nvSpPr>
        <p:spPr>
          <a:xfrm>
            <a:off x="1005313" y="22537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1" name="Freeform 2280"/>
          <p:cNvSpPr/>
          <p:nvPr/>
        </p:nvSpPr>
        <p:spPr>
          <a:xfrm>
            <a:off x="1162127" y="16328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2" name="Freeform 2281"/>
          <p:cNvSpPr/>
          <p:nvPr/>
        </p:nvSpPr>
        <p:spPr>
          <a:xfrm>
            <a:off x="1159714" y="275339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3" name="Freeform 2282"/>
          <p:cNvSpPr/>
          <p:nvPr/>
        </p:nvSpPr>
        <p:spPr>
          <a:xfrm>
            <a:off x="1070404" y="22689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4" name="Freeform 2283"/>
          <p:cNvSpPr/>
          <p:nvPr/>
        </p:nvSpPr>
        <p:spPr>
          <a:xfrm>
            <a:off x="1108607" y="188243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5" name="Freeform 2284"/>
          <p:cNvSpPr/>
          <p:nvPr/>
        </p:nvSpPr>
        <p:spPr>
          <a:xfrm>
            <a:off x="1115481" y="34376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6" name="Freeform 2285"/>
          <p:cNvSpPr/>
          <p:nvPr/>
        </p:nvSpPr>
        <p:spPr>
          <a:xfrm>
            <a:off x="1168844" y="16999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7" name="Freeform 2286"/>
          <p:cNvSpPr/>
          <p:nvPr/>
        </p:nvSpPr>
        <p:spPr>
          <a:xfrm>
            <a:off x="996000" y="28276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8" name="Freeform 2287"/>
          <p:cNvSpPr/>
          <p:nvPr/>
        </p:nvSpPr>
        <p:spPr>
          <a:xfrm>
            <a:off x="1144101" y="20570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9" name="Freeform 2288"/>
          <p:cNvSpPr/>
          <p:nvPr/>
        </p:nvSpPr>
        <p:spPr>
          <a:xfrm>
            <a:off x="1040857" y="21004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0" name="Freeform 2289"/>
          <p:cNvSpPr/>
          <p:nvPr/>
        </p:nvSpPr>
        <p:spPr>
          <a:xfrm>
            <a:off x="1014819" y="16741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1" name="Freeform 2290"/>
          <p:cNvSpPr/>
          <p:nvPr/>
        </p:nvSpPr>
        <p:spPr>
          <a:xfrm>
            <a:off x="1072558" y="19456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2" name="Freeform 2291"/>
          <p:cNvSpPr/>
          <p:nvPr/>
        </p:nvSpPr>
        <p:spPr>
          <a:xfrm>
            <a:off x="1051529" y="34355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3" name="Freeform 2292"/>
          <p:cNvSpPr/>
          <p:nvPr/>
        </p:nvSpPr>
        <p:spPr>
          <a:xfrm>
            <a:off x="1000243" y="26252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4" name="Freeform 2293"/>
          <p:cNvSpPr/>
          <p:nvPr/>
        </p:nvSpPr>
        <p:spPr>
          <a:xfrm>
            <a:off x="959790" y="21556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5" name="Freeform 2294"/>
          <p:cNvSpPr/>
          <p:nvPr/>
        </p:nvSpPr>
        <p:spPr>
          <a:xfrm>
            <a:off x="1003254" y="23251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6" name="Freeform 2295"/>
          <p:cNvSpPr/>
          <p:nvPr/>
        </p:nvSpPr>
        <p:spPr>
          <a:xfrm>
            <a:off x="1162088" y="19829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7" name="Freeform 2296"/>
          <p:cNvSpPr/>
          <p:nvPr/>
        </p:nvSpPr>
        <p:spPr>
          <a:xfrm>
            <a:off x="1195932" y="18243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8" name="Freeform 2297"/>
          <p:cNvSpPr/>
          <p:nvPr/>
        </p:nvSpPr>
        <p:spPr>
          <a:xfrm>
            <a:off x="1108872" y="19163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9" name="Freeform 2298"/>
          <p:cNvSpPr/>
          <p:nvPr/>
        </p:nvSpPr>
        <p:spPr>
          <a:xfrm>
            <a:off x="1144414" y="23349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0" name="Freeform 2299"/>
          <p:cNvSpPr/>
          <p:nvPr/>
        </p:nvSpPr>
        <p:spPr>
          <a:xfrm>
            <a:off x="1031464" y="31654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1" name="Freeform 2300"/>
          <p:cNvSpPr/>
          <p:nvPr/>
        </p:nvSpPr>
        <p:spPr>
          <a:xfrm>
            <a:off x="1060629" y="24577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2" name="Freeform 2301"/>
          <p:cNvSpPr/>
          <p:nvPr/>
        </p:nvSpPr>
        <p:spPr>
          <a:xfrm>
            <a:off x="1084504" y="20141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3" name="Freeform 2302"/>
          <p:cNvSpPr/>
          <p:nvPr/>
        </p:nvSpPr>
        <p:spPr>
          <a:xfrm>
            <a:off x="994021" y="27808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4" name="Freeform 2303"/>
          <p:cNvSpPr/>
          <p:nvPr/>
        </p:nvSpPr>
        <p:spPr>
          <a:xfrm>
            <a:off x="1000080" y="19047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5" name="Freeform 2304"/>
          <p:cNvSpPr/>
          <p:nvPr/>
        </p:nvSpPr>
        <p:spPr>
          <a:xfrm>
            <a:off x="1072193" y="17637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6" name="Freeform 2305"/>
          <p:cNvSpPr/>
          <p:nvPr/>
        </p:nvSpPr>
        <p:spPr>
          <a:xfrm>
            <a:off x="1044500" y="21614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7" name="Freeform 2306"/>
          <p:cNvSpPr/>
          <p:nvPr/>
        </p:nvSpPr>
        <p:spPr>
          <a:xfrm>
            <a:off x="995197" y="37848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8" name="Freeform 2307"/>
          <p:cNvSpPr/>
          <p:nvPr/>
        </p:nvSpPr>
        <p:spPr>
          <a:xfrm>
            <a:off x="1091387" y="28762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9" name="Freeform 2308"/>
          <p:cNvSpPr/>
          <p:nvPr/>
        </p:nvSpPr>
        <p:spPr>
          <a:xfrm>
            <a:off x="1048283" y="12662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0" name="Freeform 2309"/>
          <p:cNvSpPr/>
          <p:nvPr/>
        </p:nvSpPr>
        <p:spPr>
          <a:xfrm>
            <a:off x="1133498" y="25040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1" name="Freeform 2310"/>
          <p:cNvSpPr/>
          <p:nvPr/>
        </p:nvSpPr>
        <p:spPr>
          <a:xfrm>
            <a:off x="1065404" y="32355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2" name="Freeform 2311"/>
          <p:cNvSpPr/>
          <p:nvPr/>
        </p:nvSpPr>
        <p:spPr>
          <a:xfrm>
            <a:off x="1045827" y="15974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3" name="Freeform 2312"/>
          <p:cNvSpPr/>
          <p:nvPr/>
        </p:nvSpPr>
        <p:spPr>
          <a:xfrm>
            <a:off x="1074216" y="22191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4" name="Freeform 2313"/>
          <p:cNvSpPr/>
          <p:nvPr/>
        </p:nvSpPr>
        <p:spPr>
          <a:xfrm>
            <a:off x="1054339" y="16637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5" name="Freeform 2314"/>
          <p:cNvSpPr/>
          <p:nvPr/>
        </p:nvSpPr>
        <p:spPr>
          <a:xfrm>
            <a:off x="1021433" y="20850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6" name="Freeform 2315"/>
          <p:cNvSpPr/>
          <p:nvPr/>
        </p:nvSpPr>
        <p:spPr>
          <a:xfrm>
            <a:off x="1039084" y="19926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7" name="Freeform 2316"/>
          <p:cNvSpPr/>
          <p:nvPr/>
        </p:nvSpPr>
        <p:spPr>
          <a:xfrm>
            <a:off x="1115459" y="2041257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8" name="Freeform 2317"/>
          <p:cNvSpPr/>
          <p:nvPr/>
        </p:nvSpPr>
        <p:spPr>
          <a:xfrm>
            <a:off x="1108633" y="18710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9" name="Freeform 2318"/>
          <p:cNvSpPr/>
          <p:nvPr/>
        </p:nvSpPr>
        <p:spPr>
          <a:xfrm>
            <a:off x="1151068" y="10671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0" name="Freeform 2319"/>
          <p:cNvSpPr/>
          <p:nvPr/>
        </p:nvSpPr>
        <p:spPr>
          <a:xfrm>
            <a:off x="953444" y="17318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1" name="Freeform 2320"/>
          <p:cNvSpPr/>
          <p:nvPr/>
        </p:nvSpPr>
        <p:spPr>
          <a:xfrm>
            <a:off x="1039672" y="30300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2" name="Freeform 2321"/>
          <p:cNvSpPr/>
          <p:nvPr/>
        </p:nvSpPr>
        <p:spPr>
          <a:xfrm>
            <a:off x="1038247" y="19986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3" name="Freeform 2322"/>
          <p:cNvSpPr/>
          <p:nvPr/>
        </p:nvSpPr>
        <p:spPr>
          <a:xfrm>
            <a:off x="1077142" y="164515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4" name="Freeform 2323"/>
          <p:cNvSpPr/>
          <p:nvPr/>
        </p:nvSpPr>
        <p:spPr>
          <a:xfrm>
            <a:off x="1035754" y="16140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5" name="Freeform 2324"/>
          <p:cNvSpPr/>
          <p:nvPr/>
        </p:nvSpPr>
        <p:spPr>
          <a:xfrm>
            <a:off x="1031706" y="24430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6" name="Freeform 2325"/>
          <p:cNvSpPr/>
          <p:nvPr/>
        </p:nvSpPr>
        <p:spPr>
          <a:xfrm>
            <a:off x="1117685" y="16332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7" name="Freeform 2326"/>
          <p:cNvSpPr/>
          <p:nvPr/>
        </p:nvSpPr>
        <p:spPr>
          <a:xfrm>
            <a:off x="1077560" y="17539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8" name="Freeform 2327"/>
          <p:cNvSpPr/>
          <p:nvPr/>
        </p:nvSpPr>
        <p:spPr>
          <a:xfrm>
            <a:off x="988378" y="9170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9" name="Freeform 2328"/>
          <p:cNvSpPr/>
          <p:nvPr/>
        </p:nvSpPr>
        <p:spPr>
          <a:xfrm>
            <a:off x="1154270" y="26075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0" name="Freeform 2329"/>
          <p:cNvSpPr/>
          <p:nvPr/>
        </p:nvSpPr>
        <p:spPr>
          <a:xfrm>
            <a:off x="1131866" y="24841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1" name="Freeform 2330"/>
          <p:cNvSpPr/>
          <p:nvPr/>
        </p:nvSpPr>
        <p:spPr>
          <a:xfrm>
            <a:off x="1027674" y="23817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2" name="Freeform 2331"/>
          <p:cNvSpPr/>
          <p:nvPr/>
        </p:nvSpPr>
        <p:spPr>
          <a:xfrm>
            <a:off x="1120889" y="24754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3" name="Freeform 2332"/>
          <p:cNvSpPr/>
          <p:nvPr/>
        </p:nvSpPr>
        <p:spPr>
          <a:xfrm>
            <a:off x="1016981" y="26788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4" name="Freeform 2333"/>
          <p:cNvSpPr/>
          <p:nvPr/>
        </p:nvSpPr>
        <p:spPr>
          <a:xfrm>
            <a:off x="1140419" y="36316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5" name="Freeform 2334"/>
          <p:cNvSpPr/>
          <p:nvPr/>
        </p:nvSpPr>
        <p:spPr>
          <a:xfrm>
            <a:off x="1051298" y="24471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6" name="Freeform 2335"/>
          <p:cNvSpPr/>
          <p:nvPr/>
        </p:nvSpPr>
        <p:spPr>
          <a:xfrm>
            <a:off x="1012492" y="20380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7" name="Freeform 2336"/>
          <p:cNvSpPr/>
          <p:nvPr/>
        </p:nvSpPr>
        <p:spPr>
          <a:xfrm>
            <a:off x="1040998" y="24769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8" name="Freeform 2337"/>
          <p:cNvSpPr/>
          <p:nvPr/>
        </p:nvSpPr>
        <p:spPr>
          <a:xfrm>
            <a:off x="1014947" y="12412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9" name="Freeform 2338"/>
          <p:cNvSpPr/>
          <p:nvPr/>
        </p:nvSpPr>
        <p:spPr>
          <a:xfrm>
            <a:off x="1078493" y="2219158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0" name="Freeform 2339"/>
          <p:cNvSpPr/>
          <p:nvPr/>
        </p:nvSpPr>
        <p:spPr>
          <a:xfrm>
            <a:off x="1077363" y="15690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1" name="Freeform 2340"/>
          <p:cNvSpPr/>
          <p:nvPr/>
        </p:nvSpPr>
        <p:spPr>
          <a:xfrm>
            <a:off x="1068122" y="20929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2" name="Freeform 2341"/>
          <p:cNvSpPr/>
          <p:nvPr/>
        </p:nvSpPr>
        <p:spPr>
          <a:xfrm>
            <a:off x="1028825" y="18054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3" name="Freeform 2342"/>
          <p:cNvSpPr/>
          <p:nvPr/>
        </p:nvSpPr>
        <p:spPr>
          <a:xfrm>
            <a:off x="822893" y="20838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4" name="Freeform 2343"/>
          <p:cNvSpPr/>
          <p:nvPr/>
        </p:nvSpPr>
        <p:spPr>
          <a:xfrm>
            <a:off x="1071905" y="15294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5" name="Freeform 2344"/>
          <p:cNvSpPr/>
          <p:nvPr/>
        </p:nvSpPr>
        <p:spPr>
          <a:xfrm>
            <a:off x="939963" y="21975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6" name="Freeform 2345"/>
          <p:cNvSpPr/>
          <p:nvPr/>
        </p:nvSpPr>
        <p:spPr>
          <a:xfrm>
            <a:off x="1081945" y="19735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7" name="Freeform 2346"/>
          <p:cNvSpPr/>
          <p:nvPr/>
        </p:nvSpPr>
        <p:spPr>
          <a:xfrm>
            <a:off x="1140757" y="20395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8" name="Freeform 2347"/>
          <p:cNvSpPr/>
          <p:nvPr/>
        </p:nvSpPr>
        <p:spPr>
          <a:xfrm>
            <a:off x="1083915" y="23726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9" name="Freeform 2348"/>
          <p:cNvSpPr/>
          <p:nvPr/>
        </p:nvSpPr>
        <p:spPr>
          <a:xfrm>
            <a:off x="1039914" y="20199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0" name="Freeform 2349"/>
          <p:cNvSpPr/>
          <p:nvPr/>
        </p:nvSpPr>
        <p:spPr>
          <a:xfrm>
            <a:off x="1053815" y="10890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1" name="Freeform 2350"/>
          <p:cNvSpPr/>
          <p:nvPr/>
        </p:nvSpPr>
        <p:spPr>
          <a:xfrm>
            <a:off x="1056921" y="23635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2" name="Freeform 2351"/>
          <p:cNvSpPr/>
          <p:nvPr/>
        </p:nvSpPr>
        <p:spPr>
          <a:xfrm>
            <a:off x="1029314" y="20125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3" name="Freeform 2352"/>
          <p:cNvSpPr/>
          <p:nvPr/>
        </p:nvSpPr>
        <p:spPr>
          <a:xfrm>
            <a:off x="1027022" y="158597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4" name="Freeform 2353"/>
          <p:cNvSpPr/>
          <p:nvPr/>
        </p:nvSpPr>
        <p:spPr>
          <a:xfrm>
            <a:off x="1004462" y="16457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5" name="Freeform 2354"/>
          <p:cNvSpPr/>
          <p:nvPr/>
        </p:nvSpPr>
        <p:spPr>
          <a:xfrm>
            <a:off x="1144563" y="22200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6" name="Freeform 2355"/>
          <p:cNvSpPr/>
          <p:nvPr/>
        </p:nvSpPr>
        <p:spPr>
          <a:xfrm>
            <a:off x="1064715" y="3438684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7" name="Freeform 2356"/>
          <p:cNvSpPr/>
          <p:nvPr/>
        </p:nvSpPr>
        <p:spPr>
          <a:xfrm>
            <a:off x="1129180" y="19630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8" name="Freeform 2357"/>
          <p:cNvSpPr/>
          <p:nvPr/>
        </p:nvSpPr>
        <p:spPr>
          <a:xfrm>
            <a:off x="1049160" y="33552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9" name="Freeform 2358"/>
          <p:cNvSpPr/>
          <p:nvPr/>
        </p:nvSpPr>
        <p:spPr>
          <a:xfrm>
            <a:off x="1070534" y="14780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0" name="Freeform 2359"/>
          <p:cNvSpPr/>
          <p:nvPr/>
        </p:nvSpPr>
        <p:spPr>
          <a:xfrm>
            <a:off x="1054445" y="21397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1" name="Freeform 2360"/>
          <p:cNvSpPr/>
          <p:nvPr/>
        </p:nvSpPr>
        <p:spPr>
          <a:xfrm>
            <a:off x="1096449" y="17173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2" name="Freeform 2361"/>
          <p:cNvSpPr/>
          <p:nvPr/>
        </p:nvSpPr>
        <p:spPr>
          <a:xfrm>
            <a:off x="1120581" y="26849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3" name="Freeform 2362"/>
          <p:cNvSpPr/>
          <p:nvPr/>
        </p:nvSpPr>
        <p:spPr>
          <a:xfrm>
            <a:off x="1081648" y="30159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4" name="Freeform 2363"/>
          <p:cNvSpPr/>
          <p:nvPr/>
        </p:nvSpPr>
        <p:spPr>
          <a:xfrm>
            <a:off x="1021050" y="20932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5" name="Freeform 2364"/>
          <p:cNvSpPr/>
          <p:nvPr/>
        </p:nvSpPr>
        <p:spPr>
          <a:xfrm>
            <a:off x="1014010" y="22430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6" name="Freeform 2365"/>
          <p:cNvSpPr/>
          <p:nvPr/>
        </p:nvSpPr>
        <p:spPr>
          <a:xfrm>
            <a:off x="1175806" y="24760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7" name="Freeform 2366"/>
          <p:cNvSpPr/>
          <p:nvPr/>
        </p:nvSpPr>
        <p:spPr>
          <a:xfrm>
            <a:off x="1047171" y="21828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8" name="Freeform 2367"/>
          <p:cNvSpPr/>
          <p:nvPr/>
        </p:nvSpPr>
        <p:spPr>
          <a:xfrm>
            <a:off x="1046437" y="8178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9" name="Freeform 2368"/>
          <p:cNvSpPr/>
          <p:nvPr/>
        </p:nvSpPr>
        <p:spPr>
          <a:xfrm>
            <a:off x="1162927" y="18013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0" name="Freeform 2369"/>
          <p:cNvSpPr/>
          <p:nvPr/>
        </p:nvSpPr>
        <p:spPr>
          <a:xfrm>
            <a:off x="1137909" y="16919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1" name="Freeform 2370"/>
          <p:cNvSpPr/>
          <p:nvPr/>
        </p:nvSpPr>
        <p:spPr>
          <a:xfrm>
            <a:off x="1101159" y="17965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2" name="Freeform 2371"/>
          <p:cNvSpPr/>
          <p:nvPr/>
        </p:nvSpPr>
        <p:spPr>
          <a:xfrm>
            <a:off x="1039254" y="14731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3" name="Freeform 2372"/>
          <p:cNvSpPr/>
          <p:nvPr/>
        </p:nvSpPr>
        <p:spPr>
          <a:xfrm>
            <a:off x="1221844" y="23226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4" name="Freeform 2373"/>
          <p:cNvSpPr/>
          <p:nvPr/>
        </p:nvSpPr>
        <p:spPr>
          <a:xfrm>
            <a:off x="1091815" y="32714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5" name="Freeform 2374"/>
          <p:cNvSpPr/>
          <p:nvPr/>
        </p:nvSpPr>
        <p:spPr>
          <a:xfrm>
            <a:off x="1102031" y="23219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6" name="Freeform 2375"/>
          <p:cNvSpPr/>
          <p:nvPr/>
        </p:nvSpPr>
        <p:spPr>
          <a:xfrm>
            <a:off x="1054397" y="18129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7" name="Freeform 2376"/>
          <p:cNvSpPr/>
          <p:nvPr/>
        </p:nvSpPr>
        <p:spPr>
          <a:xfrm>
            <a:off x="971931" y="27194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8" name="Freeform 2377"/>
          <p:cNvSpPr/>
          <p:nvPr/>
        </p:nvSpPr>
        <p:spPr>
          <a:xfrm>
            <a:off x="977207" y="23157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9" name="Freeform 2378"/>
          <p:cNvSpPr/>
          <p:nvPr/>
        </p:nvSpPr>
        <p:spPr>
          <a:xfrm>
            <a:off x="1092744" y="25779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0" name="Freeform 2379"/>
          <p:cNvSpPr/>
          <p:nvPr/>
        </p:nvSpPr>
        <p:spPr>
          <a:xfrm>
            <a:off x="1091739" y="14617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1" name="Freeform 2380"/>
          <p:cNvSpPr/>
          <p:nvPr/>
        </p:nvSpPr>
        <p:spPr>
          <a:xfrm>
            <a:off x="1049827" y="18446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2" name="Freeform 2381"/>
          <p:cNvSpPr/>
          <p:nvPr/>
        </p:nvSpPr>
        <p:spPr>
          <a:xfrm>
            <a:off x="988025" y="18944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3" name="Freeform 2382"/>
          <p:cNvSpPr/>
          <p:nvPr/>
        </p:nvSpPr>
        <p:spPr>
          <a:xfrm>
            <a:off x="970116" y="19096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4" name="Freeform 2383"/>
          <p:cNvSpPr/>
          <p:nvPr/>
        </p:nvSpPr>
        <p:spPr>
          <a:xfrm>
            <a:off x="1044000" y="22449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5" name="Freeform 2384"/>
          <p:cNvSpPr/>
          <p:nvPr/>
        </p:nvSpPr>
        <p:spPr>
          <a:xfrm>
            <a:off x="969157" y="212544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6" name="Freeform 2385"/>
          <p:cNvSpPr/>
          <p:nvPr/>
        </p:nvSpPr>
        <p:spPr>
          <a:xfrm>
            <a:off x="1125376" y="28290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7" name="Freeform 2386"/>
          <p:cNvSpPr/>
          <p:nvPr/>
        </p:nvSpPr>
        <p:spPr>
          <a:xfrm>
            <a:off x="1142208" y="33384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8" name="Freeform 2387"/>
          <p:cNvSpPr/>
          <p:nvPr/>
        </p:nvSpPr>
        <p:spPr>
          <a:xfrm>
            <a:off x="1253408" y="21496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9" name="Freeform 2388"/>
          <p:cNvSpPr/>
          <p:nvPr/>
        </p:nvSpPr>
        <p:spPr>
          <a:xfrm>
            <a:off x="1124009" y="20611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0" name="Freeform 2389"/>
          <p:cNvSpPr/>
          <p:nvPr/>
        </p:nvSpPr>
        <p:spPr>
          <a:xfrm>
            <a:off x="1026421" y="16106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1" name="Freeform 2390"/>
          <p:cNvSpPr/>
          <p:nvPr/>
        </p:nvSpPr>
        <p:spPr>
          <a:xfrm>
            <a:off x="1007926" y="14264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2" name="Freeform 2391"/>
          <p:cNvSpPr/>
          <p:nvPr/>
        </p:nvSpPr>
        <p:spPr>
          <a:xfrm>
            <a:off x="836781" y="1427115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3" name="Freeform 2392"/>
          <p:cNvSpPr/>
          <p:nvPr/>
        </p:nvSpPr>
        <p:spPr>
          <a:xfrm>
            <a:off x="1026286" y="27337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4" name="Freeform 2393"/>
          <p:cNvSpPr/>
          <p:nvPr/>
        </p:nvSpPr>
        <p:spPr>
          <a:xfrm>
            <a:off x="1054008" y="24052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5" name="Freeform 2394"/>
          <p:cNvSpPr/>
          <p:nvPr/>
        </p:nvSpPr>
        <p:spPr>
          <a:xfrm>
            <a:off x="1129946" y="19815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6" name="Freeform 2395"/>
          <p:cNvSpPr/>
          <p:nvPr/>
        </p:nvSpPr>
        <p:spPr>
          <a:xfrm>
            <a:off x="1106317" y="9376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7" name="Freeform 2396"/>
          <p:cNvSpPr/>
          <p:nvPr/>
        </p:nvSpPr>
        <p:spPr>
          <a:xfrm>
            <a:off x="1104775" y="14728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8" name="Freeform 2397"/>
          <p:cNvSpPr/>
          <p:nvPr/>
        </p:nvSpPr>
        <p:spPr>
          <a:xfrm>
            <a:off x="1079918" y="16563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9" name="Freeform 2398"/>
          <p:cNvSpPr/>
          <p:nvPr/>
        </p:nvSpPr>
        <p:spPr>
          <a:xfrm>
            <a:off x="1109588" y="24232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0" name="Freeform 2399"/>
          <p:cNvSpPr/>
          <p:nvPr/>
        </p:nvSpPr>
        <p:spPr>
          <a:xfrm>
            <a:off x="1161772" y="26753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1" name="Freeform 2400"/>
          <p:cNvSpPr/>
          <p:nvPr/>
        </p:nvSpPr>
        <p:spPr>
          <a:xfrm>
            <a:off x="995110" y="18245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2" name="Freeform 2401"/>
          <p:cNvSpPr/>
          <p:nvPr/>
        </p:nvSpPr>
        <p:spPr>
          <a:xfrm>
            <a:off x="1035413" y="27860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3" name="Freeform 2402"/>
          <p:cNvSpPr/>
          <p:nvPr/>
        </p:nvSpPr>
        <p:spPr>
          <a:xfrm>
            <a:off x="973641" y="23472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4" name="Freeform 2403"/>
          <p:cNvSpPr/>
          <p:nvPr/>
        </p:nvSpPr>
        <p:spPr>
          <a:xfrm>
            <a:off x="1173119" y="22843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5" name="Freeform 2404"/>
          <p:cNvSpPr/>
          <p:nvPr/>
        </p:nvSpPr>
        <p:spPr>
          <a:xfrm>
            <a:off x="1151774" y="14154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6" name="Freeform 2405"/>
          <p:cNvSpPr/>
          <p:nvPr/>
        </p:nvSpPr>
        <p:spPr>
          <a:xfrm>
            <a:off x="1115649" y="24064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7" name="Freeform 2406"/>
          <p:cNvSpPr/>
          <p:nvPr/>
        </p:nvSpPr>
        <p:spPr>
          <a:xfrm>
            <a:off x="986243" y="34671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8" name="Freeform 2407"/>
          <p:cNvSpPr/>
          <p:nvPr/>
        </p:nvSpPr>
        <p:spPr>
          <a:xfrm>
            <a:off x="1077219" y="19692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9" name="Freeform 2408"/>
          <p:cNvSpPr/>
          <p:nvPr/>
        </p:nvSpPr>
        <p:spPr>
          <a:xfrm>
            <a:off x="1050183" y="25816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0" name="Freeform 2409"/>
          <p:cNvSpPr/>
          <p:nvPr/>
        </p:nvSpPr>
        <p:spPr>
          <a:xfrm>
            <a:off x="1071109" y="22042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1" name="Freeform 2410"/>
          <p:cNvSpPr/>
          <p:nvPr/>
        </p:nvSpPr>
        <p:spPr>
          <a:xfrm>
            <a:off x="1053269" y="22700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2" name="Freeform 2411"/>
          <p:cNvSpPr/>
          <p:nvPr/>
        </p:nvSpPr>
        <p:spPr>
          <a:xfrm>
            <a:off x="1100238" y="23652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3" name="Freeform 2412"/>
          <p:cNvSpPr/>
          <p:nvPr/>
        </p:nvSpPr>
        <p:spPr>
          <a:xfrm>
            <a:off x="1039556" y="18238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4" name="Freeform 2413"/>
          <p:cNvSpPr/>
          <p:nvPr/>
        </p:nvSpPr>
        <p:spPr>
          <a:xfrm>
            <a:off x="1122434" y="30059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5" name="Freeform 2414"/>
          <p:cNvSpPr/>
          <p:nvPr/>
        </p:nvSpPr>
        <p:spPr>
          <a:xfrm>
            <a:off x="1081760" y="24890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6" name="Freeform 2415"/>
          <p:cNvSpPr/>
          <p:nvPr/>
        </p:nvSpPr>
        <p:spPr>
          <a:xfrm>
            <a:off x="1046306" y="18779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7" name="Freeform 2416"/>
          <p:cNvSpPr/>
          <p:nvPr/>
        </p:nvSpPr>
        <p:spPr>
          <a:xfrm>
            <a:off x="1058328" y="25384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8" name="Freeform 2417"/>
          <p:cNvSpPr/>
          <p:nvPr/>
        </p:nvSpPr>
        <p:spPr>
          <a:xfrm>
            <a:off x="1036521" y="30445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9" name="Freeform 2418"/>
          <p:cNvSpPr/>
          <p:nvPr/>
        </p:nvSpPr>
        <p:spPr>
          <a:xfrm>
            <a:off x="1119735" y="18857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0" name="Freeform 2419"/>
          <p:cNvSpPr/>
          <p:nvPr/>
        </p:nvSpPr>
        <p:spPr>
          <a:xfrm>
            <a:off x="1047740" y="16545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1" name="Freeform 2420"/>
          <p:cNvSpPr/>
          <p:nvPr/>
        </p:nvSpPr>
        <p:spPr>
          <a:xfrm>
            <a:off x="1085308" y="22488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2" name="Freeform 2421"/>
          <p:cNvSpPr/>
          <p:nvPr/>
        </p:nvSpPr>
        <p:spPr>
          <a:xfrm>
            <a:off x="1039717" y="322368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3" name="Freeform 2422"/>
          <p:cNvSpPr/>
          <p:nvPr/>
        </p:nvSpPr>
        <p:spPr>
          <a:xfrm>
            <a:off x="967235" y="18667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4" name="Freeform 2423"/>
          <p:cNvSpPr/>
          <p:nvPr/>
        </p:nvSpPr>
        <p:spPr>
          <a:xfrm>
            <a:off x="1125853" y="30705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5" name="Freeform 2424"/>
          <p:cNvSpPr/>
          <p:nvPr/>
        </p:nvSpPr>
        <p:spPr>
          <a:xfrm>
            <a:off x="995558" y="20688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6" name="Freeform 2425"/>
          <p:cNvSpPr/>
          <p:nvPr/>
        </p:nvSpPr>
        <p:spPr>
          <a:xfrm>
            <a:off x="1110799" y="26775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7" name="Freeform 2426"/>
          <p:cNvSpPr/>
          <p:nvPr/>
        </p:nvSpPr>
        <p:spPr>
          <a:xfrm>
            <a:off x="1093618" y="28161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8" name="Freeform 2427"/>
          <p:cNvSpPr/>
          <p:nvPr/>
        </p:nvSpPr>
        <p:spPr>
          <a:xfrm>
            <a:off x="955896" y="24508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9" name="Freeform 2428"/>
          <p:cNvSpPr/>
          <p:nvPr/>
        </p:nvSpPr>
        <p:spPr>
          <a:xfrm>
            <a:off x="1003083" y="23192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0" name="Freeform 2429"/>
          <p:cNvSpPr/>
          <p:nvPr/>
        </p:nvSpPr>
        <p:spPr>
          <a:xfrm>
            <a:off x="1031645" y="25537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1" name="Freeform 2430"/>
          <p:cNvSpPr/>
          <p:nvPr/>
        </p:nvSpPr>
        <p:spPr>
          <a:xfrm>
            <a:off x="1011306" y="19264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2" name="Freeform 2431"/>
          <p:cNvSpPr/>
          <p:nvPr/>
        </p:nvSpPr>
        <p:spPr>
          <a:xfrm>
            <a:off x="987336" y="24529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3" name="Freeform 2432"/>
          <p:cNvSpPr/>
          <p:nvPr/>
        </p:nvSpPr>
        <p:spPr>
          <a:xfrm>
            <a:off x="1114841" y="17272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4" name="Freeform 2433"/>
          <p:cNvSpPr/>
          <p:nvPr/>
        </p:nvSpPr>
        <p:spPr>
          <a:xfrm>
            <a:off x="1049860" y="20828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5" name="Freeform 2434"/>
          <p:cNvSpPr/>
          <p:nvPr/>
        </p:nvSpPr>
        <p:spPr>
          <a:xfrm>
            <a:off x="1091332" y="25808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6" name="Freeform 2435"/>
          <p:cNvSpPr/>
          <p:nvPr/>
        </p:nvSpPr>
        <p:spPr>
          <a:xfrm>
            <a:off x="1037190" y="26665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7" name="Freeform 2436"/>
          <p:cNvSpPr/>
          <p:nvPr/>
        </p:nvSpPr>
        <p:spPr>
          <a:xfrm>
            <a:off x="1086001" y="30642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8" name="Freeform 2437"/>
          <p:cNvSpPr/>
          <p:nvPr/>
        </p:nvSpPr>
        <p:spPr>
          <a:xfrm>
            <a:off x="1015920" y="20780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9" name="Freeform 2438"/>
          <p:cNvSpPr/>
          <p:nvPr/>
        </p:nvSpPr>
        <p:spPr>
          <a:xfrm>
            <a:off x="1063988" y="24063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0" name="Freeform 2439"/>
          <p:cNvSpPr/>
          <p:nvPr/>
        </p:nvSpPr>
        <p:spPr>
          <a:xfrm>
            <a:off x="1104343" y="34329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1" name="Freeform 2440"/>
          <p:cNvSpPr/>
          <p:nvPr/>
        </p:nvSpPr>
        <p:spPr>
          <a:xfrm>
            <a:off x="1068737" y="24985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2" name="Freeform 2441"/>
          <p:cNvSpPr/>
          <p:nvPr/>
        </p:nvSpPr>
        <p:spPr>
          <a:xfrm>
            <a:off x="1035425" y="26844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3" name="Freeform 2442"/>
          <p:cNvSpPr/>
          <p:nvPr/>
        </p:nvSpPr>
        <p:spPr>
          <a:xfrm>
            <a:off x="993664" y="14242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4" name="Freeform 2443"/>
          <p:cNvSpPr/>
          <p:nvPr/>
        </p:nvSpPr>
        <p:spPr>
          <a:xfrm>
            <a:off x="1076867" y="30923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5" name="Freeform 2444"/>
          <p:cNvSpPr/>
          <p:nvPr/>
        </p:nvSpPr>
        <p:spPr>
          <a:xfrm>
            <a:off x="1088629" y="29593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6" name="Freeform 2445"/>
          <p:cNvSpPr/>
          <p:nvPr/>
        </p:nvSpPr>
        <p:spPr>
          <a:xfrm>
            <a:off x="1048609" y="16611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7" name="Freeform 2446"/>
          <p:cNvSpPr/>
          <p:nvPr/>
        </p:nvSpPr>
        <p:spPr>
          <a:xfrm>
            <a:off x="1014715" y="15356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8" name="Freeform 2447"/>
          <p:cNvSpPr/>
          <p:nvPr/>
        </p:nvSpPr>
        <p:spPr>
          <a:xfrm>
            <a:off x="1101739" y="26050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9" name="Freeform 2448"/>
          <p:cNvSpPr/>
          <p:nvPr/>
        </p:nvSpPr>
        <p:spPr>
          <a:xfrm>
            <a:off x="1230370" y="25475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0" name="Freeform 2449"/>
          <p:cNvSpPr/>
          <p:nvPr/>
        </p:nvSpPr>
        <p:spPr>
          <a:xfrm>
            <a:off x="1045684" y="19124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1" name="Freeform 2450"/>
          <p:cNvSpPr/>
          <p:nvPr/>
        </p:nvSpPr>
        <p:spPr>
          <a:xfrm>
            <a:off x="1088084" y="34100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2" name="Freeform 2451"/>
          <p:cNvSpPr/>
          <p:nvPr/>
        </p:nvSpPr>
        <p:spPr>
          <a:xfrm>
            <a:off x="1090781" y="31729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3" name="Freeform 2452"/>
          <p:cNvSpPr/>
          <p:nvPr/>
        </p:nvSpPr>
        <p:spPr>
          <a:xfrm>
            <a:off x="895504" y="23688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4" name="Freeform 2453"/>
          <p:cNvSpPr/>
          <p:nvPr/>
        </p:nvSpPr>
        <p:spPr>
          <a:xfrm>
            <a:off x="1073963" y="14373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5" name="Freeform 2454"/>
          <p:cNvSpPr/>
          <p:nvPr/>
        </p:nvSpPr>
        <p:spPr>
          <a:xfrm>
            <a:off x="1018881" y="24476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6" name="Freeform 2455"/>
          <p:cNvSpPr/>
          <p:nvPr/>
        </p:nvSpPr>
        <p:spPr>
          <a:xfrm>
            <a:off x="1157599" y="21746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7" name="Freeform 2456"/>
          <p:cNvSpPr/>
          <p:nvPr/>
        </p:nvSpPr>
        <p:spPr>
          <a:xfrm>
            <a:off x="1048899" y="16490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8" name="Freeform 2457"/>
          <p:cNvSpPr/>
          <p:nvPr/>
        </p:nvSpPr>
        <p:spPr>
          <a:xfrm>
            <a:off x="1014170" y="11539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9" name="Freeform 2458"/>
          <p:cNvSpPr/>
          <p:nvPr/>
        </p:nvSpPr>
        <p:spPr>
          <a:xfrm>
            <a:off x="1051253" y="25194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0" name="Freeform 2459"/>
          <p:cNvSpPr/>
          <p:nvPr/>
        </p:nvSpPr>
        <p:spPr>
          <a:xfrm>
            <a:off x="1076796" y="22345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1" name="Freeform 2460"/>
          <p:cNvSpPr/>
          <p:nvPr/>
        </p:nvSpPr>
        <p:spPr>
          <a:xfrm>
            <a:off x="1028606" y="1298864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2" name="Freeform 2461"/>
          <p:cNvSpPr/>
          <p:nvPr/>
        </p:nvSpPr>
        <p:spPr>
          <a:xfrm>
            <a:off x="1062254" y="30004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3" name="Freeform 2462"/>
          <p:cNvSpPr/>
          <p:nvPr/>
        </p:nvSpPr>
        <p:spPr>
          <a:xfrm>
            <a:off x="975921" y="17031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4" name="Freeform 2463"/>
          <p:cNvSpPr/>
          <p:nvPr/>
        </p:nvSpPr>
        <p:spPr>
          <a:xfrm>
            <a:off x="1050805" y="27441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5" name="Freeform 2464"/>
          <p:cNvSpPr/>
          <p:nvPr/>
        </p:nvSpPr>
        <p:spPr>
          <a:xfrm>
            <a:off x="1117201" y="21738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6" name="Freeform 2465"/>
          <p:cNvSpPr/>
          <p:nvPr/>
        </p:nvSpPr>
        <p:spPr>
          <a:xfrm>
            <a:off x="1196370" y="23494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7" name="Freeform 2466"/>
          <p:cNvSpPr/>
          <p:nvPr/>
        </p:nvSpPr>
        <p:spPr>
          <a:xfrm>
            <a:off x="1112613" y="27134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8" name="Freeform 2467"/>
          <p:cNvSpPr/>
          <p:nvPr/>
        </p:nvSpPr>
        <p:spPr>
          <a:xfrm>
            <a:off x="1083786" y="27261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9" name="Freeform 2468"/>
          <p:cNvSpPr/>
          <p:nvPr/>
        </p:nvSpPr>
        <p:spPr>
          <a:xfrm>
            <a:off x="1144271" y="20853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0" name="Freeform 2469"/>
          <p:cNvSpPr/>
          <p:nvPr/>
        </p:nvSpPr>
        <p:spPr>
          <a:xfrm>
            <a:off x="1133349" y="17194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1" name="Freeform 2470"/>
          <p:cNvSpPr/>
          <p:nvPr/>
        </p:nvSpPr>
        <p:spPr>
          <a:xfrm>
            <a:off x="1176116" y="22919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2" name="Freeform 2471"/>
          <p:cNvSpPr/>
          <p:nvPr/>
        </p:nvSpPr>
        <p:spPr>
          <a:xfrm>
            <a:off x="1137564" y="21902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3" name="Freeform 2472"/>
          <p:cNvSpPr/>
          <p:nvPr/>
        </p:nvSpPr>
        <p:spPr>
          <a:xfrm>
            <a:off x="1057929" y="19353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4" name="Freeform 2473"/>
          <p:cNvSpPr/>
          <p:nvPr/>
        </p:nvSpPr>
        <p:spPr>
          <a:xfrm>
            <a:off x="1082891" y="27203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5" name="Freeform 2474"/>
          <p:cNvSpPr/>
          <p:nvPr/>
        </p:nvSpPr>
        <p:spPr>
          <a:xfrm>
            <a:off x="1077632" y="18495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6" name="Freeform 2475"/>
          <p:cNvSpPr/>
          <p:nvPr/>
        </p:nvSpPr>
        <p:spPr>
          <a:xfrm>
            <a:off x="1085789" y="18090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7" name="Freeform 2476"/>
          <p:cNvSpPr/>
          <p:nvPr/>
        </p:nvSpPr>
        <p:spPr>
          <a:xfrm>
            <a:off x="1079035" y="9011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8" name="Freeform 2477"/>
          <p:cNvSpPr/>
          <p:nvPr/>
        </p:nvSpPr>
        <p:spPr>
          <a:xfrm>
            <a:off x="1013846" y="24173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9" name="Freeform 2478"/>
          <p:cNvSpPr/>
          <p:nvPr/>
        </p:nvSpPr>
        <p:spPr>
          <a:xfrm>
            <a:off x="926205" y="24590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0" name="Freeform 2479"/>
          <p:cNvSpPr/>
          <p:nvPr/>
        </p:nvSpPr>
        <p:spPr>
          <a:xfrm>
            <a:off x="1021192" y="18346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1" name="Freeform 2480"/>
          <p:cNvSpPr/>
          <p:nvPr/>
        </p:nvSpPr>
        <p:spPr>
          <a:xfrm>
            <a:off x="931352" y="180918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2" name="Freeform 2481"/>
          <p:cNvSpPr/>
          <p:nvPr/>
        </p:nvSpPr>
        <p:spPr>
          <a:xfrm>
            <a:off x="1070255" y="24982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3" name="Freeform 2482"/>
          <p:cNvSpPr/>
          <p:nvPr/>
        </p:nvSpPr>
        <p:spPr>
          <a:xfrm>
            <a:off x="1066048" y="24311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4" name="Freeform 2483"/>
          <p:cNvSpPr/>
          <p:nvPr/>
        </p:nvSpPr>
        <p:spPr>
          <a:xfrm>
            <a:off x="954600" y="19506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5" name="Freeform 2484"/>
          <p:cNvSpPr/>
          <p:nvPr/>
        </p:nvSpPr>
        <p:spPr>
          <a:xfrm>
            <a:off x="1111396" y="26470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6" name="Freeform 2485"/>
          <p:cNvSpPr/>
          <p:nvPr/>
        </p:nvSpPr>
        <p:spPr>
          <a:xfrm>
            <a:off x="1123249" y="24348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7" name="Freeform 2486"/>
          <p:cNvSpPr/>
          <p:nvPr/>
        </p:nvSpPr>
        <p:spPr>
          <a:xfrm>
            <a:off x="1072105" y="21803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8" name="Freeform 2487"/>
          <p:cNvSpPr/>
          <p:nvPr/>
        </p:nvSpPr>
        <p:spPr>
          <a:xfrm>
            <a:off x="1176370" y="17192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9" name="Freeform 2488"/>
          <p:cNvSpPr/>
          <p:nvPr/>
        </p:nvSpPr>
        <p:spPr>
          <a:xfrm>
            <a:off x="1189902" y="25335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0" name="Freeform 2489"/>
          <p:cNvSpPr/>
          <p:nvPr/>
        </p:nvSpPr>
        <p:spPr>
          <a:xfrm>
            <a:off x="985749" y="31634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1" name="Freeform 2490"/>
          <p:cNvSpPr/>
          <p:nvPr/>
        </p:nvSpPr>
        <p:spPr>
          <a:xfrm>
            <a:off x="1134516" y="32011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2" name="Freeform 2491"/>
          <p:cNvSpPr/>
          <p:nvPr/>
        </p:nvSpPr>
        <p:spPr>
          <a:xfrm>
            <a:off x="1094990" y="28667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3" name="Freeform 2492"/>
          <p:cNvSpPr/>
          <p:nvPr/>
        </p:nvSpPr>
        <p:spPr>
          <a:xfrm>
            <a:off x="1093496" y="28941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4" name="Freeform 2493"/>
          <p:cNvSpPr/>
          <p:nvPr/>
        </p:nvSpPr>
        <p:spPr>
          <a:xfrm>
            <a:off x="1127733" y="23046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5" name="Freeform 2494"/>
          <p:cNvSpPr/>
          <p:nvPr/>
        </p:nvSpPr>
        <p:spPr>
          <a:xfrm>
            <a:off x="1018042" y="28308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6" name="Freeform 2495"/>
          <p:cNvSpPr/>
          <p:nvPr/>
        </p:nvSpPr>
        <p:spPr>
          <a:xfrm>
            <a:off x="1026453" y="25835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7" name="Freeform 2496"/>
          <p:cNvSpPr/>
          <p:nvPr/>
        </p:nvSpPr>
        <p:spPr>
          <a:xfrm>
            <a:off x="1010911" y="26198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8" name="Freeform 2497"/>
          <p:cNvSpPr/>
          <p:nvPr/>
        </p:nvSpPr>
        <p:spPr>
          <a:xfrm>
            <a:off x="1015672" y="24501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9" name="Freeform 2498"/>
          <p:cNvSpPr/>
          <p:nvPr/>
        </p:nvSpPr>
        <p:spPr>
          <a:xfrm>
            <a:off x="1059213" y="15530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0" name="Freeform 2499"/>
          <p:cNvSpPr/>
          <p:nvPr/>
        </p:nvSpPr>
        <p:spPr>
          <a:xfrm>
            <a:off x="969442" y="18891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1" name="Freeform 2500"/>
          <p:cNvSpPr/>
          <p:nvPr/>
        </p:nvSpPr>
        <p:spPr>
          <a:xfrm>
            <a:off x="996380" y="22177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2" name="Freeform 2501"/>
          <p:cNvSpPr/>
          <p:nvPr/>
        </p:nvSpPr>
        <p:spPr>
          <a:xfrm>
            <a:off x="1104057" y="24605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3" name="Freeform 2502"/>
          <p:cNvSpPr/>
          <p:nvPr/>
        </p:nvSpPr>
        <p:spPr>
          <a:xfrm>
            <a:off x="1061040" y="24464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4" name="Freeform 2503"/>
          <p:cNvSpPr/>
          <p:nvPr/>
        </p:nvSpPr>
        <p:spPr>
          <a:xfrm>
            <a:off x="1091150" y="20592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5" name="Freeform 2504"/>
          <p:cNvSpPr/>
          <p:nvPr/>
        </p:nvSpPr>
        <p:spPr>
          <a:xfrm>
            <a:off x="940425" y="19287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6" name="Freeform 2505"/>
          <p:cNvSpPr/>
          <p:nvPr/>
        </p:nvSpPr>
        <p:spPr>
          <a:xfrm>
            <a:off x="1013751" y="26877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7" name="Freeform 2506"/>
          <p:cNvSpPr/>
          <p:nvPr/>
        </p:nvSpPr>
        <p:spPr>
          <a:xfrm>
            <a:off x="1028904" y="22074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8" name="Freeform 2507"/>
          <p:cNvSpPr/>
          <p:nvPr/>
        </p:nvSpPr>
        <p:spPr>
          <a:xfrm>
            <a:off x="1067905" y="32596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9" name="Freeform 2508"/>
          <p:cNvSpPr/>
          <p:nvPr/>
        </p:nvSpPr>
        <p:spPr>
          <a:xfrm>
            <a:off x="1026857" y="21182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0" name="Freeform 2509"/>
          <p:cNvSpPr/>
          <p:nvPr/>
        </p:nvSpPr>
        <p:spPr>
          <a:xfrm>
            <a:off x="1127651" y="1838166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1" name="Freeform 2510"/>
          <p:cNvSpPr/>
          <p:nvPr/>
        </p:nvSpPr>
        <p:spPr>
          <a:xfrm>
            <a:off x="1061882" y="23684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2" name="Freeform 2511"/>
          <p:cNvSpPr/>
          <p:nvPr/>
        </p:nvSpPr>
        <p:spPr>
          <a:xfrm>
            <a:off x="1066876" y="13016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3" name="Freeform 2512"/>
          <p:cNvSpPr/>
          <p:nvPr/>
        </p:nvSpPr>
        <p:spPr>
          <a:xfrm>
            <a:off x="1066645" y="26743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4" name="Freeform 2513"/>
          <p:cNvSpPr/>
          <p:nvPr/>
        </p:nvSpPr>
        <p:spPr>
          <a:xfrm>
            <a:off x="1112711" y="21153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5" name="Freeform 2514"/>
          <p:cNvSpPr/>
          <p:nvPr/>
        </p:nvSpPr>
        <p:spPr>
          <a:xfrm>
            <a:off x="1034463" y="22441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6" name="Freeform 2515"/>
          <p:cNvSpPr/>
          <p:nvPr/>
        </p:nvSpPr>
        <p:spPr>
          <a:xfrm>
            <a:off x="1140200" y="22769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7" name="Freeform 2516"/>
          <p:cNvSpPr/>
          <p:nvPr/>
        </p:nvSpPr>
        <p:spPr>
          <a:xfrm>
            <a:off x="1096265" y="22841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8" name="Freeform 2517"/>
          <p:cNvSpPr/>
          <p:nvPr/>
        </p:nvSpPr>
        <p:spPr>
          <a:xfrm>
            <a:off x="1075965" y="21714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9" name="Freeform 2518"/>
          <p:cNvSpPr/>
          <p:nvPr/>
        </p:nvSpPr>
        <p:spPr>
          <a:xfrm>
            <a:off x="1068516" y="17945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0" name="Freeform 2519"/>
          <p:cNvSpPr/>
          <p:nvPr/>
        </p:nvSpPr>
        <p:spPr>
          <a:xfrm>
            <a:off x="1100261" y="15249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1" name="Freeform 2520"/>
          <p:cNvSpPr/>
          <p:nvPr/>
        </p:nvSpPr>
        <p:spPr>
          <a:xfrm>
            <a:off x="1133102" y="22271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2" name="Freeform 2521"/>
          <p:cNvSpPr/>
          <p:nvPr/>
        </p:nvSpPr>
        <p:spPr>
          <a:xfrm>
            <a:off x="1128468" y="18111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3" name="Freeform 2522"/>
          <p:cNvSpPr/>
          <p:nvPr/>
        </p:nvSpPr>
        <p:spPr>
          <a:xfrm>
            <a:off x="1090679" y="25830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4" name="Freeform 2523"/>
          <p:cNvSpPr/>
          <p:nvPr/>
        </p:nvSpPr>
        <p:spPr>
          <a:xfrm>
            <a:off x="1123903" y="18362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5" name="Freeform 2524"/>
          <p:cNvSpPr/>
          <p:nvPr/>
        </p:nvSpPr>
        <p:spPr>
          <a:xfrm>
            <a:off x="1073598" y="26136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6" name="Freeform 2525"/>
          <p:cNvSpPr/>
          <p:nvPr/>
        </p:nvSpPr>
        <p:spPr>
          <a:xfrm>
            <a:off x="1148830" y="16710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7" name="Freeform 2526"/>
          <p:cNvSpPr/>
          <p:nvPr/>
        </p:nvSpPr>
        <p:spPr>
          <a:xfrm>
            <a:off x="1063982" y="11011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8" name="Freeform 2527"/>
          <p:cNvSpPr/>
          <p:nvPr/>
        </p:nvSpPr>
        <p:spPr>
          <a:xfrm>
            <a:off x="928095" y="22880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9" name="Freeform 2528"/>
          <p:cNvSpPr/>
          <p:nvPr/>
        </p:nvSpPr>
        <p:spPr>
          <a:xfrm>
            <a:off x="1154494" y="3341577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0" name="Freeform 2529"/>
          <p:cNvSpPr/>
          <p:nvPr/>
        </p:nvSpPr>
        <p:spPr>
          <a:xfrm>
            <a:off x="1072901" y="25048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1" name="Freeform 2530"/>
          <p:cNvSpPr/>
          <p:nvPr/>
        </p:nvSpPr>
        <p:spPr>
          <a:xfrm>
            <a:off x="988065" y="15991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2" name="Freeform 2531"/>
          <p:cNvSpPr/>
          <p:nvPr/>
        </p:nvSpPr>
        <p:spPr>
          <a:xfrm>
            <a:off x="1052598" y="19445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3" name="Freeform 2532"/>
          <p:cNvSpPr/>
          <p:nvPr/>
        </p:nvSpPr>
        <p:spPr>
          <a:xfrm>
            <a:off x="1007119" y="20993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4" name="Freeform 2533"/>
          <p:cNvSpPr/>
          <p:nvPr/>
        </p:nvSpPr>
        <p:spPr>
          <a:xfrm>
            <a:off x="1205062" y="17127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5" name="Freeform 2534"/>
          <p:cNvSpPr/>
          <p:nvPr/>
        </p:nvSpPr>
        <p:spPr>
          <a:xfrm>
            <a:off x="1098761" y="19794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6" name="Freeform 2535"/>
          <p:cNvSpPr/>
          <p:nvPr/>
        </p:nvSpPr>
        <p:spPr>
          <a:xfrm>
            <a:off x="961689" y="16063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7" name="Freeform 2536"/>
          <p:cNvSpPr/>
          <p:nvPr/>
        </p:nvSpPr>
        <p:spPr>
          <a:xfrm>
            <a:off x="1101976" y="17581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8" name="Freeform 2537"/>
          <p:cNvSpPr/>
          <p:nvPr/>
        </p:nvSpPr>
        <p:spPr>
          <a:xfrm>
            <a:off x="1039297" y="14516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9" name="Freeform 2538"/>
          <p:cNvSpPr/>
          <p:nvPr/>
        </p:nvSpPr>
        <p:spPr>
          <a:xfrm>
            <a:off x="1192895" y="20434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0" name="Freeform 2539"/>
          <p:cNvSpPr/>
          <p:nvPr/>
        </p:nvSpPr>
        <p:spPr>
          <a:xfrm>
            <a:off x="995918" y="17653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1" name="Freeform 2540"/>
          <p:cNvSpPr/>
          <p:nvPr/>
        </p:nvSpPr>
        <p:spPr>
          <a:xfrm>
            <a:off x="916693" y="23822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2" name="Freeform 2541"/>
          <p:cNvSpPr/>
          <p:nvPr/>
        </p:nvSpPr>
        <p:spPr>
          <a:xfrm>
            <a:off x="1070117" y="25320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3" name="Freeform 2542"/>
          <p:cNvSpPr/>
          <p:nvPr/>
        </p:nvSpPr>
        <p:spPr>
          <a:xfrm>
            <a:off x="1042661" y="13575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4" name="Freeform 2543"/>
          <p:cNvSpPr/>
          <p:nvPr/>
        </p:nvSpPr>
        <p:spPr>
          <a:xfrm>
            <a:off x="1038113" y="21159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5" name="Freeform 2544"/>
          <p:cNvSpPr/>
          <p:nvPr/>
        </p:nvSpPr>
        <p:spPr>
          <a:xfrm>
            <a:off x="923710" y="1816424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6" name="Freeform 2545"/>
          <p:cNvSpPr/>
          <p:nvPr/>
        </p:nvSpPr>
        <p:spPr>
          <a:xfrm>
            <a:off x="1094059" y="21630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7" name="Freeform 2546"/>
          <p:cNvSpPr/>
          <p:nvPr/>
        </p:nvSpPr>
        <p:spPr>
          <a:xfrm>
            <a:off x="1176747" y="25243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8" name="Freeform 2547"/>
          <p:cNvSpPr/>
          <p:nvPr/>
        </p:nvSpPr>
        <p:spPr>
          <a:xfrm>
            <a:off x="939113" y="22203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9" name="Freeform 2548"/>
          <p:cNvSpPr/>
          <p:nvPr/>
        </p:nvSpPr>
        <p:spPr>
          <a:xfrm>
            <a:off x="1143439" y="14953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0" name="Freeform 2549"/>
          <p:cNvSpPr/>
          <p:nvPr/>
        </p:nvSpPr>
        <p:spPr>
          <a:xfrm>
            <a:off x="1028022" y="19434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1" name="Freeform 2550"/>
          <p:cNvSpPr/>
          <p:nvPr/>
        </p:nvSpPr>
        <p:spPr>
          <a:xfrm>
            <a:off x="1221566" y="30967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2" name="Freeform 2551"/>
          <p:cNvSpPr/>
          <p:nvPr/>
        </p:nvSpPr>
        <p:spPr>
          <a:xfrm>
            <a:off x="1094669" y="23354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3" name="Freeform 2552"/>
          <p:cNvSpPr/>
          <p:nvPr/>
        </p:nvSpPr>
        <p:spPr>
          <a:xfrm>
            <a:off x="1053287" y="13190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4" name="Freeform 2553"/>
          <p:cNvSpPr/>
          <p:nvPr/>
        </p:nvSpPr>
        <p:spPr>
          <a:xfrm>
            <a:off x="1139071" y="23347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5" name="Freeform 2554"/>
          <p:cNvSpPr/>
          <p:nvPr/>
        </p:nvSpPr>
        <p:spPr>
          <a:xfrm>
            <a:off x="1100641" y="31420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6" name="Freeform 2555"/>
          <p:cNvSpPr/>
          <p:nvPr/>
        </p:nvSpPr>
        <p:spPr>
          <a:xfrm>
            <a:off x="1026447" y="12627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7" name="Freeform 2556"/>
          <p:cNvSpPr/>
          <p:nvPr/>
        </p:nvSpPr>
        <p:spPr>
          <a:xfrm>
            <a:off x="1112859" y="18787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8" name="Freeform 2557"/>
          <p:cNvSpPr/>
          <p:nvPr/>
        </p:nvSpPr>
        <p:spPr>
          <a:xfrm>
            <a:off x="1031871" y="22615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9" name="Freeform 2558"/>
          <p:cNvSpPr/>
          <p:nvPr/>
        </p:nvSpPr>
        <p:spPr>
          <a:xfrm>
            <a:off x="947110" y="24149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0" name="Freeform 2559"/>
          <p:cNvSpPr/>
          <p:nvPr/>
        </p:nvSpPr>
        <p:spPr>
          <a:xfrm>
            <a:off x="1200511" y="16752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1" name="Freeform 2560"/>
          <p:cNvSpPr/>
          <p:nvPr/>
        </p:nvSpPr>
        <p:spPr>
          <a:xfrm>
            <a:off x="1042558" y="25017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2" name="Freeform 2561"/>
          <p:cNvSpPr/>
          <p:nvPr/>
        </p:nvSpPr>
        <p:spPr>
          <a:xfrm>
            <a:off x="1025349" y="16417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3" name="Freeform 2562"/>
          <p:cNvSpPr/>
          <p:nvPr/>
        </p:nvSpPr>
        <p:spPr>
          <a:xfrm>
            <a:off x="1088216" y="19500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4" name="Freeform 2563"/>
          <p:cNvSpPr/>
          <p:nvPr/>
        </p:nvSpPr>
        <p:spPr>
          <a:xfrm>
            <a:off x="962291" y="21014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5" name="Freeform 2564"/>
          <p:cNvSpPr/>
          <p:nvPr/>
        </p:nvSpPr>
        <p:spPr>
          <a:xfrm>
            <a:off x="975959" y="21519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6" name="Freeform 2565"/>
          <p:cNvSpPr/>
          <p:nvPr/>
        </p:nvSpPr>
        <p:spPr>
          <a:xfrm>
            <a:off x="1032604" y="23149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7" name="Freeform 2566"/>
          <p:cNvSpPr/>
          <p:nvPr/>
        </p:nvSpPr>
        <p:spPr>
          <a:xfrm>
            <a:off x="1031272" y="16939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8" name="Freeform 2567"/>
          <p:cNvSpPr/>
          <p:nvPr/>
        </p:nvSpPr>
        <p:spPr>
          <a:xfrm>
            <a:off x="1070516" y="26662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9" name="Freeform 2568"/>
          <p:cNvSpPr/>
          <p:nvPr/>
        </p:nvSpPr>
        <p:spPr>
          <a:xfrm>
            <a:off x="1140211" y="30512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0" name="Freeform 2569"/>
          <p:cNvSpPr/>
          <p:nvPr/>
        </p:nvSpPr>
        <p:spPr>
          <a:xfrm>
            <a:off x="1034303" y="19133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1" name="Freeform 2570"/>
          <p:cNvSpPr/>
          <p:nvPr/>
        </p:nvSpPr>
        <p:spPr>
          <a:xfrm>
            <a:off x="1098436" y="19047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2" name="Freeform 2571"/>
          <p:cNvSpPr/>
          <p:nvPr/>
        </p:nvSpPr>
        <p:spPr>
          <a:xfrm>
            <a:off x="1105650" y="19816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3" name="Freeform 2572"/>
          <p:cNvSpPr/>
          <p:nvPr/>
        </p:nvSpPr>
        <p:spPr>
          <a:xfrm>
            <a:off x="993836" y="20185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4" name="Freeform 2573"/>
          <p:cNvSpPr/>
          <p:nvPr/>
        </p:nvSpPr>
        <p:spPr>
          <a:xfrm>
            <a:off x="1080902" y="23890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5" name="Freeform 2574"/>
          <p:cNvSpPr/>
          <p:nvPr/>
        </p:nvSpPr>
        <p:spPr>
          <a:xfrm>
            <a:off x="1003216" y="18252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6" name="Freeform 2575"/>
          <p:cNvSpPr/>
          <p:nvPr/>
        </p:nvSpPr>
        <p:spPr>
          <a:xfrm>
            <a:off x="1136320" y="22491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7" name="Freeform 2576"/>
          <p:cNvSpPr/>
          <p:nvPr/>
        </p:nvSpPr>
        <p:spPr>
          <a:xfrm>
            <a:off x="1095935" y="24738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8" name="Freeform 2577"/>
          <p:cNvSpPr/>
          <p:nvPr/>
        </p:nvSpPr>
        <p:spPr>
          <a:xfrm>
            <a:off x="1066842" y="23846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9" name="Freeform 2578"/>
          <p:cNvSpPr/>
          <p:nvPr/>
        </p:nvSpPr>
        <p:spPr>
          <a:xfrm>
            <a:off x="976880" y="11978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0" name="Freeform 2579"/>
          <p:cNvSpPr/>
          <p:nvPr/>
        </p:nvSpPr>
        <p:spPr>
          <a:xfrm>
            <a:off x="1073441" y="31087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1" name="Freeform 2580"/>
          <p:cNvSpPr/>
          <p:nvPr/>
        </p:nvSpPr>
        <p:spPr>
          <a:xfrm>
            <a:off x="1014867" y="19716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2" name="Freeform 2581"/>
          <p:cNvSpPr/>
          <p:nvPr/>
        </p:nvSpPr>
        <p:spPr>
          <a:xfrm>
            <a:off x="1112576" y="30803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3" name="Freeform 2582"/>
          <p:cNvSpPr/>
          <p:nvPr/>
        </p:nvSpPr>
        <p:spPr>
          <a:xfrm>
            <a:off x="1057832" y="22810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4" name="Freeform 2583"/>
          <p:cNvSpPr/>
          <p:nvPr/>
        </p:nvSpPr>
        <p:spPr>
          <a:xfrm>
            <a:off x="1011861" y="24466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5" name="Freeform 2584"/>
          <p:cNvSpPr/>
          <p:nvPr/>
        </p:nvSpPr>
        <p:spPr>
          <a:xfrm>
            <a:off x="1127140" y="32868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6" name="Freeform 2585"/>
          <p:cNvSpPr/>
          <p:nvPr/>
        </p:nvSpPr>
        <p:spPr>
          <a:xfrm>
            <a:off x="1113609" y="20280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7" name="Freeform 2586"/>
          <p:cNvSpPr/>
          <p:nvPr/>
        </p:nvSpPr>
        <p:spPr>
          <a:xfrm>
            <a:off x="1026391" y="241933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8" name="Freeform 2587"/>
          <p:cNvSpPr/>
          <p:nvPr/>
        </p:nvSpPr>
        <p:spPr>
          <a:xfrm>
            <a:off x="1142829" y="32940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9" name="Freeform 2588"/>
          <p:cNvSpPr/>
          <p:nvPr/>
        </p:nvSpPr>
        <p:spPr>
          <a:xfrm>
            <a:off x="1045954" y="17987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0" name="Freeform 2589"/>
          <p:cNvSpPr/>
          <p:nvPr/>
        </p:nvSpPr>
        <p:spPr>
          <a:xfrm>
            <a:off x="1045240" y="149580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1" name="Freeform 2590"/>
          <p:cNvSpPr/>
          <p:nvPr/>
        </p:nvSpPr>
        <p:spPr>
          <a:xfrm>
            <a:off x="1073959" y="14677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2" name="Freeform 2591"/>
          <p:cNvSpPr/>
          <p:nvPr/>
        </p:nvSpPr>
        <p:spPr>
          <a:xfrm>
            <a:off x="1015822" y="20433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3" name="Freeform 2592"/>
          <p:cNvSpPr/>
          <p:nvPr/>
        </p:nvSpPr>
        <p:spPr>
          <a:xfrm>
            <a:off x="1036452" y="22025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4" name="Freeform 2593"/>
          <p:cNvSpPr/>
          <p:nvPr/>
        </p:nvSpPr>
        <p:spPr>
          <a:xfrm>
            <a:off x="1055102" y="15501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5" name="Freeform 2594"/>
          <p:cNvSpPr/>
          <p:nvPr/>
        </p:nvSpPr>
        <p:spPr>
          <a:xfrm>
            <a:off x="1167257" y="13699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6" name="Freeform 2595"/>
          <p:cNvSpPr/>
          <p:nvPr/>
        </p:nvSpPr>
        <p:spPr>
          <a:xfrm>
            <a:off x="1165225" y="16491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7" name="Freeform 2596"/>
          <p:cNvSpPr/>
          <p:nvPr/>
        </p:nvSpPr>
        <p:spPr>
          <a:xfrm>
            <a:off x="1048575" y="27050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8" name="Freeform 2597"/>
          <p:cNvSpPr/>
          <p:nvPr/>
        </p:nvSpPr>
        <p:spPr>
          <a:xfrm>
            <a:off x="1172574" y="21235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9" name="Freeform 2598"/>
          <p:cNvSpPr/>
          <p:nvPr/>
        </p:nvSpPr>
        <p:spPr>
          <a:xfrm>
            <a:off x="1062876" y="20023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0" name="Freeform 2599"/>
          <p:cNvSpPr/>
          <p:nvPr/>
        </p:nvSpPr>
        <p:spPr>
          <a:xfrm>
            <a:off x="1090993" y="31467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1" name="Freeform 2600"/>
          <p:cNvSpPr/>
          <p:nvPr/>
        </p:nvSpPr>
        <p:spPr>
          <a:xfrm>
            <a:off x="1124358" y="19871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2" name="Freeform 2601"/>
          <p:cNvSpPr/>
          <p:nvPr/>
        </p:nvSpPr>
        <p:spPr>
          <a:xfrm>
            <a:off x="1085120" y="10694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3" name="Freeform 2602"/>
          <p:cNvSpPr/>
          <p:nvPr/>
        </p:nvSpPr>
        <p:spPr>
          <a:xfrm>
            <a:off x="1225956" y="19003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4" name="Freeform 2603"/>
          <p:cNvSpPr/>
          <p:nvPr/>
        </p:nvSpPr>
        <p:spPr>
          <a:xfrm>
            <a:off x="1081889" y="14762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5" name="Freeform 2604"/>
          <p:cNvSpPr/>
          <p:nvPr/>
        </p:nvSpPr>
        <p:spPr>
          <a:xfrm>
            <a:off x="986306" y="21328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6" name="Freeform 2605"/>
          <p:cNvSpPr/>
          <p:nvPr/>
        </p:nvSpPr>
        <p:spPr>
          <a:xfrm>
            <a:off x="1152344" y="22632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7" name="Freeform 2606"/>
          <p:cNvSpPr/>
          <p:nvPr/>
        </p:nvSpPr>
        <p:spPr>
          <a:xfrm>
            <a:off x="1038413" y="20319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8" name="Freeform 2607"/>
          <p:cNvSpPr/>
          <p:nvPr/>
        </p:nvSpPr>
        <p:spPr>
          <a:xfrm>
            <a:off x="1045563" y="26410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9" name="Freeform 2608"/>
          <p:cNvSpPr/>
          <p:nvPr/>
        </p:nvSpPr>
        <p:spPr>
          <a:xfrm>
            <a:off x="867298" y="27163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0" name="Freeform 2609"/>
          <p:cNvSpPr/>
          <p:nvPr/>
        </p:nvSpPr>
        <p:spPr>
          <a:xfrm>
            <a:off x="1132146" y="158164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1" name="Freeform 2610"/>
          <p:cNvSpPr/>
          <p:nvPr/>
        </p:nvSpPr>
        <p:spPr>
          <a:xfrm>
            <a:off x="1120038" y="15276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2" name="Freeform 2611"/>
          <p:cNvSpPr/>
          <p:nvPr/>
        </p:nvSpPr>
        <p:spPr>
          <a:xfrm>
            <a:off x="1118749" y="273026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3" name="Freeform 2612"/>
          <p:cNvSpPr/>
          <p:nvPr/>
        </p:nvSpPr>
        <p:spPr>
          <a:xfrm>
            <a:off x="1130649" y="17334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4" name="Freeform 2613"/>
          <p:cNvSpPr/>
          <p:nvPr/>
        </p:nvSpPr>
        <p:spPr>
          <a:xfrm>
            <a:off x="1177918" y="22702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5" name="Freeform 2614"/>
          <p:cNvSpPr/>
          <p:nvPr/>
        </p:nvSpPr>
        <p:spPr>
          <a:xfrm>
            <a:off x="1062696" y="205306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6" name="Freeform 2615"/>
          <p:cNvSpPr/>
          <p:nvPr/>
        </p:nvSpPr>
        <p:spPr>
          <a:xfrm>
            <a:off x="1127943" y="19917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7" name="Freeform 2616"/>
          <p:cNvSpPr/>
          <p:nvPr/>
        </p:nvSpPr>
        <p:spPr>
          <a:xfrm>
            <a:off x="1016405" y="17200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8" name="Freeform 2617"/>
          <p:cNvSpPr/>
          <p:nvPr/>
        </p:nvSpPr>
        <p:spPr>
          <a:xfrm>
            <a:off x="1042278" y="21838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9" name="Freeform 2618"/>
          <p:cNvSpPr/>
          <p:nvPr/>
        </p:nvSpPr>
        <p:spPr>
          <a:xfrm>
            <a:off x="1135846" y="15084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0" name="Freeform 2619"/>
          <p:cNvSpPr/>
          <p:nvPr/>
        </p:nvSpPr>
        <p:spPr>
          <a:xfrm>
            <a:off x="1091692" y="2068528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1" name="Freeform 2620"/>
          <p:cNvSpPr/>
          <p:nvPr/>
        </p:nvSpPr>
        <p:spPr>
          <a:xfrm>
            <a:off x="977297" y="19083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2" name="Freeform 2621"/>
          <p:cNvSpPr/>
          <p:nvPr/>
        </p:nvSpPr>
        <p:spPr>
          <a:xfrm>
            <a:off x="1089716" y="26499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3" name="Freeform 2622"/>
          <p:cNvSpPr/>
          <p:nvPr/>
        </p:nvSpPr>
        <p:spPr>
          <a:xfrm>
            <a:off x="1053614" y="11275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4" name="Freeform 2623"/>
          <p:cNvSpPr/>
          <p:nvPr/>
        </p:nvSpPr>
        <p:spPr>
          <a:xfrm>
            <a:off x="1011442" y="19869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5" name="Freeform 2624"/>
          <p:cNvSpPr/>
          <p:nvPr/>
        </p:nvSpPr>
        <p:spPr>
          <a:xfrm>
            <a:off x="1094555" y="18631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6" name="Freeform 2625"/>
          <p:cNvSpPr/>
          <p:nvPr/>
        </p:nvSpPr>
        <p:spPr>
          <a:xfrm>
            <a:off x="1038915" y="30442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7" name="Freeform 2626"/>
          <p:cNvSpPr/>
          <p:nvPr/>
        </p:nvSpPr>
        <p:spPr>
          <a:xfrm>
            <a:off x="961571" y="26445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8" name="Freeform 2627"/>
          <p:cNvSpPr/>
          <p:nvPr/>
        </p:nvSpPr>
        <p:spPr>
          <a:xfrm>
            <a:off x="992040" y="15961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9" name="Freeform 2628"/>
          <p:cNvSpPr/>
          <p:nvPr/>
        </p:nvSpPr>
        <p:spPr>
          <a:xfrm>
            <a:off x="1183103" y="20799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0" name="Freeform 2629"/>
          <p:cNvSpPr/>
          <p:nvPr/>
        </p:nvSpPr>
        <p:spPr>
          <a:xfrm>
            <a:off x="965256" y="31997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1" name="Freeform 2630"/>
          <p:cNvSpPr/>
          <p:nvPr/>
        </p:nvSpPr>
        <p:spPr>
          <a:xfrm>
            <a:off x="1080527" y="16976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2" name="Freeform 2631"/>
          <p:cNvSpPr/>
          <p:nvPr/>
        </p:nvSpPr>
        <p:spPr>
          <a:xfrm>
            <a:off x="1106215" y="25026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3" name="Freeform 2632"/>
          <p:cNvSpPr/>
          <p:nvPr/>
        </p:nvSpPr>
        <p:spPr>
          <a:xfrm>
            <a:off x="1108147" y="15078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4" name="Freeform 2633"/>
          <p:cNvSpPr/>
          <p:nvPr/>
        </p:nvSpPr>
        <p:spPr>
          <a:xfrm>
            <a:off x="984457" y="22706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5" name="Freeform 2634"/>
          <p:cNvSpPr/>
          <p:nvPr/>
        </p:nvSpPr>
        <p:spPr>
          <a:xfrm>
            <a:off x="1044418" y="21218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6" name="Freeform 2635"/>
          <p:cNvSpPr/>
          <p:nvPr/>
        </p:nvSpPr>
        <p:spPr>
          <a:xfrm>
            <a:off x="1075090" y="16260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7" name="Freeform 2636"/>
          <p:cNvSpPr/>
          <p:nvPr/>
        </p:nvSpPr>
        <p:spPr>
          <a:xfrm>
            <a:off x="1118828" y="26826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8" name="Freeform 2637"/>
          <p:cNvSpPr/>
          <p:nvPr/>
        </p:nvSpPr>
        <p:spPr>
          <a:xfrm>
            <a:off x="1022964" y="27311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9" name="Freeform 2638"/>
          <p:cNvSpPr/>
          <p:nvPr/>
        </p:nvSpPr>
        <p:spPr>
          <a:xfrm>
            <a:off x="988569" y="23259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0" name="Freeform 2639"/>
          <p:cNvSpPr/>
          <p:nvPr/>
        </p:nvSpPr>
        <p:spPr>
          <a:xfrm>
            <a:off x="1132252" y="18050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1" name="Freeform 2640"/>
          <p:cNvSpPr/>
          <p:nvPr/>
        </p:nvSpPr>
        <p:spPr>
          <a:xfrm>
            <a:off x="1139056" y="29031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2" name="Freeform 2641"/>
          <p:cNvSpPr/>
          <p:nvPr/>
        </p:nvSpPr>
        <p:spPr>
          <a:xfrm>
            <a:off x="1090296" y="30746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3" name="Freeform 2642"/>
          <p:cNvSpPr/>
          <p:nvPr/>
        </p:nvSpPr>
        <p:spPr>
          <a:xfrm>
            <a:off x="1025364" y="1806837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4" name="Freeform 2643"/>
          <p:cNvSpPr/>
          <p:nvPr/>
        </p:nvSpPr>
        <p:spPr>
          <a:xfrm>
            <a:off x="1092729" y="25327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5" name="Freeform 2644"/>
          <p:cNvSpPr/>
          <p:nvPr/>
        </p:nvSpPr>
        <p:spPr>
          <a:xfrm>
            <a:off x="1072998" y="24255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6" name="Freeform 2645"/>
          <p:cNvSpPr/>
          <p:nvPr/>
        </p:nvSpPr>
        <p:spPr>
          <a:xfrm>
            <a:off x="1121310" y="31707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7" name="Freeform 2646"/>
          <p:cNvSpPr/>
          <p:nvPr/>
        </p:nvSpPr>
        <p:spPr>
          <a:xfrm>
            <a:off x="982889" y="25714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8" name="Freeform 2647"/>
          <p:cNvSpPr/>
          <p:nvPr/>
        </p:nvSpPr>
        <p:spPr>
          <a:xfrm>
            <a:off x="1073459" y="22298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9" name="Freeform 2648"/>
          <p:cNvSpPr/>
          <p:nvPr/>
        </p:nvSpPr>
        <p:spPr>
          <a:xfrm>
            <a:off x="1055196" y="17525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0" name="Freeform 2649"/>
          <p:cNvSpPr/>
          <p:nvPr/>
        </p:nvSpPr>
        <p:spPr>
          <a:xfrm>
            <a:off x="992138" y="26183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1" name="Freeform 2650"/>
          <p:cNvSpPr/>
          <p:nvPr/>
        </p:nvSpPr>
        <p:spPr>
          <a:xfrm>
            <a:off x="1080052" y="13826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2" name="Freeform 2651"/>
          <p:cNvSpPr/>
          <p:nvPr/>
        </p:nvSpPr>
        <p:spPr>
          <a:xfrm>
            <a:off x="1068063" y="25742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3" name="Freeform 2652"/>
          <p:cNvSpPr/>
          <p:nvPr/>
        </p:nvSpPr>
        <p:spPr>
          <a:xfrm>
            <a:off x="1038527" y="25735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4" name="Freeform 2653"/>
          <p:cNvSpPr/>
          <p:nvPr/>
        </p:nvSpPr>
        <p:spPr>
          <a:xfrm>
            <a:off x="1092017" y="14437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5" name="Freeform 2654"/>
          <p:cNvSpPr/>
          <p:nvPr/>
        </p:nvSpPr>
        <p:spPr>
          <a:xfrm>
            <a:off x="971633" y="21183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6" name="Freeform 2655"/>
          <p:cNvSpPr/>
          <p:nvPr/>
        </p:nvSpPr>
        <p:spPr>
          <a:xfrm>
            <a:off x="1062189" y="25068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7" name="Freeform 2656"/>
          <p:cNvSpPr/>
          <p:nvPr/>
        </p:nvSpPr>
        <p:spPr>
          <a:xfrm>
            <a:off x="1094365" y="23048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8" name="Freeform 2657"/>
          <p:cNvSpPr/>
          <p:nvPr/>
        </p:nvSpPr>
        <p:spPr>
          <a:xfrm>
            <a:off x="1084587" y="15374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9" name="Freeform 2658"/>
          <p:cNvSpPr/>
          <p:nvPr/>
        </p:nvSpPr>
        <p:spPr>
          <a:xfrm>
            <a:off x="1137151" y="14799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0" name="Freeform 2659"/>
          <p:cNvSpPr/>
          <p:nvPr/>
        </p:nvSpPr>
        <p:spPr>
          <a:xfrm>
            <a:off x="986073" y="26415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1" name="Freeform 2660"/>
          <p:cNvSpPr/>
          <p:nvPr/>
        </p:nvSpPr>
        <p:spPr>
          <a:xfrm>
            <a:off x="965724" y="22475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2" name="Freeform 2661"/>
          <p:cNvSpPr/>
          <p:nvPr/>
        </p:nvSpPr>
        <p:spPr>
          <a:xfrm>
            <a:off x="1081605" y="2180091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3" name="Freeform 2662"/>
          <p:cNvSpPr/>
          <p:nvPr/>
        </p:nvSpPr>
        <p:spPr>
          <a:xfrm>
            <a:off x="1095939" y="27277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4" name="Freeform 2663"/>
          <p:cNvSpPr/>
          <p:nvPr/>
        </p:nvSpPr>
        <p:spPr>
          <a:xfrm>
            <a:off x="1206363" y="22542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5" name="Freeform 2664"/>
          <p:cNvSpPr/>
          <p:nvPr/>
        </p:nvSpPr>
        <p:spPr>
          <a:xfrm>
            <a:off x="1106649" y="222325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6" name="Freeform 2665"/>
          <p:cNvSpPr/>
          <p:nvPr/>
        </p:nvSpPr>
        <p:spPr>
          <a:xfrm>
            <a:off x="1007775" y="16458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7" name="Freeform 2666"/>
          <p:cNvSpPr/>
          <p:nvPr/>
        </p:nvSpPr>
        <p:spPr>
          <a:xfrm>
            <a:off x="1119214" y="16116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8" name="Freeform 2667"/>
          <p:cNvSpPr/>
          <p:nvPr/>
        </p:nvSpPr>
        <p:spPr>
          <a:xfrm>
            <a:off x="1009653" y="23934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9" name="Freeform 2668"/>
          <p:cNvSpPr/>
          <p:nvPr/>
        </p:nvSpPr>
        <p:spPr>
          <a:xfrm>
            <a:off x="967186" y="23348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0" name="Freeform 2669"/>
          <p:cNvSpPr/>
          <p:nvPr/>
        </p:nvSpPr>
        <p:spPr>
          <a:xfrm>
            <a:off x="1238819" y="18879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1" name="Freeform 2670"/>
          <p:cNvSpPr/>
          <p:nvPr/>
        </p:nvSpPr>
        <p:spPr>
          <a:xfrm>
            <a:off x="1087360" y="25237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2" name="Freeform 2671"/>
          <p:cNvSpPr/>
          <p:nvPr/>
        </p:nvSpPr>
        <p:spPr>
          <a:xfrm>
            <a:off x="1113173" y="19264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3" name="Freeform 2672"/>
          <p:cNvSpPr/>
          <p:nvPr/>
        </p:nvSpPr>
        <p:spPr>
          <a:xfrm>
            <a:off x="1103130" y="22706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4" name="Freeform 2673"/>
          <p:cNvSpPr/>
          <p:nvPr/>
        </p:nvSpPr>
        <p:spPr>
          <a:xfrm>
            <a:off x="1185949" y="27192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5" name="Freeform 2674"/>
          <p:cNvSpPr/>
          <p:nvPr/>
        </p:nvSpPr>
        <p:spPr>
          <a:xfrm>
            <a:off x="1084593" y="27128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6" name="Freeform 2675"/>
          <p:cNvSpPr/>
          <p:nvPr/>
        </p:nvSpPr>
        <p:spPr>
          <a:xfrm>
            <a:off x="1146522" y="14896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7" name="Freeform 2676"/>
          <p:cNvSpPr/>
          <p:nvPr/>
        </p:nvSpPr>
        <p:spPr>
          <a:xfrm>
            <a:off x="997603" y="230555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8" name="Freeform 2677"/>
          <p:cNvSpPr/>
          <p:nvPr/>
        </p:nvSpPr>
        <p:spPr>
          <a:xfrm>
            <a:off x="973400" y="13913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9" name="Freeform 2678"/>
          <p:cNvSpPr/>
          <p:nvPr/>
        </p:nvSpPr>
        <p:spPr>
          <a:xfrm>
            <a:off x="1160376" y="248731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0" name="Freeform 2679"/>
          <p:cNvSpPr/>
          <p:nvPr/>
        </p:nvSpPr>
        <p:spPr>
          <a:xfrm>
            <a:off x="1163580" y="20777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1" name="Freeform 2680"/>
          <p:cNvSpPr/>
          <p:nvPr/>
        </p:nvSpPr>
        <p:spPr>
          <a:xfrm>
            <a:off x="1099626" y="10085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2" name="Freeform 2681"/>
          <p:cNvSpPr/>
          <p:nvPr/>
        </p:nvSpPr>
        <p:spPr>
          <a:xfrm>
            <a:off x="1080743" y="27639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3" name="Freeform 2682"/>
          <p:cNvSpPr/>
          <p:nvPr/>
        </p:nvSpPr>
        <p:spPr>
          <a:xfrm>
            <a:off x="1076770" y="31916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4" name="Freeform 2683"/>
          <p:cNvSpPr/>
          <p:nvPr/>
        </p:nvSpPr>
        <p:spPr>
          <a:xfrm>
            <a:off x="1020099" y="15713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5" name="Freeform 2684"/>
          <p:cNvSpPr/>
          <p:nvPr/>
        </p:nvSpPr>
        <p:spPr>
          <a:xfrm>
            <a:off x="1167811" y="26466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6" name="Freeform 2685"/>
          <p:cNvSpPr/>
          <p:nvPr/>
        </p:nvSpPr>
        <p:spPr>
          <a:xfrm>
            <a:off x="1109453" y="22365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7" name="Freeform 2686"/>
          <p:cNvSpPr/>
          <p:nvPr/>
        </p:nvSpPr>
        <p:spPr>
          <a:xfrm>
            <a:off x="1099306" y="25240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8" name="Freeform 2687"/>
          <p:cNvSpPr/>
          <p:nvPr/>
        </p:nvSpPr>
        <p:spPr>
          <a:xfrm>
            <a:off x="1090697" y="20895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9" name="Freeform 2688"/>
          <p:cNvSpPr/>
          <p:nvPr/>
        </p:nvSpPr>
        <p:spPr>
          <a:xfrm>
            <a:off x="1135259" y="27096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0" name="Freeform 2689"/>
          <p:cNvSpPr/>
          <p:nvPr/>
        </p:nvSpPr>
        <p:spPr>
          <a:xfrm>
            <a:off x="1099246" y="23175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1" name="Freeform 2690"/>
          <p:cNvSpPr/>
          <p:nvPr/>
        </p:nvSpPr>
        <p:spPr>
          <a:xfrm>
            <a:off x="1115190" y="19970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2" name="Freeform 2691"/>
          <p:cNvSpPr/>
          <p:nvPr/>
        </p:nvSpPr>
        <p:spPr>
          <a:xfrm>
            <a:off x="988207" y="2739014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3" name="Freeform 2692"/>
          <p:cNvSpPr/>
          <p:nvPr/>
        </p:nvSpPr>
        <p:spPr>
          <a:xfrm>
            <a:off x="1099580" y="25821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4" name="Freeform 2693"/>
          <p:cNvSpPr/>
          <p:nvPr/>
        </p:nvSpPr>
        <p:spPr>
          <a:xfrm>
            <a:off x="1210833" y="24027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5" name="Freeform 2694"/>
          <p:cNvSpPr/>
          <p:nvPr/>
        </p:nvSpPr>
        <p:spPr>
          <a:xfrm>
            <a:off x="1031352" y="29529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6" name="Freeform 2695"/>
          <p:cNvSpPr/>
          <p:nvPr/>
        </p:nvSpPr>
        <p:spPr>
          <a:xfrm>
            <a:off x="1057201" y="244097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7" name="Freeform 2696"/>
          <p:cNvSpPr/>
          <p:nvPr/>
        </p:nvSpPr>
        <p:spPr>
          <a:xfrm>
            <a:off x="1124913" y="21655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8" name="Freeform 2697"/>
          <p:cNvSpPr/>
          <p:nvPr/>
        </p:nvSpPr>
        <p:spPr>
          <a:xfrm>
            <a:off x="1129249" y="24292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9" name="Freeform 2698"/>
          <p:cNvSpPr/>
          <p:nvPr/>
        </p:nvSpPr>
        <p:spPr>
          <a:xfrm>
            <a:off x="1107168" y="23640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0" name="Freeform 2699"/>
          <p:cNvSpPr/>
          <p:nvPr/>
        </p:nvSpPr>
        <p:spPr>
          <a:xfrm>
            <a:off x="958446" y="22360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1" name="Freeform 2700"/>
          <p:cNvSpPr/>
          <p:nvPr/>
        </p:nvSpPr>
        <p:spPr>
          <a:xfrm>
            <a:off x="1099029" y="25596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2" name="Freeform 2701"/>
          <p:cNvSpPr/>
          <p:nvPr/>
        </p:nvSpPr>
        <p:spPr>
          <a:xfrm>
            <a:off x="987229" y="187433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3" name="Freeform 2702"/>
          <p:cNvSpPr/>
          <p:nvPr/>
        </p:nvSpPr>
        <p:spPr>
          <a:xfrm>
            <a:off x="1011042" y="14953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4" name="Freeform 2703"/>
          <p:cNvSpPr/>
          <p:nvPr/>
        </p:nvSpPr>
        <p:spPr>
          <a:xfrm>
            <a:off x="1102102" y="24622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5" name="Freeform 2704"/>
          <p:cNvSpPr/>
          <p:nvPr/>
        </p:nvSpPr>
        <p:spPr>
          <a:xfrm>
            <a:off x="1046124" y="19790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6" name="Freeform 2705"/>
          <p:cNvSpPr/>
          <p:nvPr/>
        </p:nvSpPr>
        <p:spPr>
          <a:xfrm>
            <a:off x="1119453" y="23478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7" name="Freeform 2706"/>
          <p:cNvSpPr/>
          <p:nvPr/>
        </p:nvSpPr>
        <p:spPr>
          <a:xfrm>
            <a:off x="1274575" y="20399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8" name="Freeform 2707"/>
          <p:cNvSpPr/>
          <p:nvPr/>
        </p:nvSpPr>
        <p:spPr>
          <a:xfrm>
            <a:off x="1117301" y="14292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9" name="Freeform 2708"/>
          <p:cNvSpPr/>
          <p:nvPr/>
        </p:nvSpPr>
        <p:spPr>
          <a:xfrm>
            <a:off x="1113697" y="1967147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0" name="Freeform 2709"/>
          <p:cNvSpPr/>
          <p:nvPr/>
        </p:nvSpPr>
        <p:spPr>
          <a:xfrm>
            <a:off x="1006330" y="31283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1" name="Freeform 2710"/>
          <p:cNvSpPr/>
          <p:nvPr/>
        </p:nvSpPr>
        <p:spPr>
          <a:xfrm>
            <a:off x="1023097" y="19949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2" name="Freeform 2711"/>
          <p:cNvSpPr/>
          <p:nvPr/>
        </p:nvSpPr>
        <p:spPr>
          <a:xfrm>
            <a:off x="995190" y="15986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3" name="Freeform 2712"/>
          <p:cNvSpPr/>
          <p:nvPr/>
        </p:nvSpPr>
        <p:spPr>
          <a:xfrm>
            <a:off x="1030418" y="23387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4" name="Freeform 2713"/>
          <p:cNvSpPr/>
          <p:nvPr/>
        </p:nvSpPr>
        <p:spPr>
          <a:xfrm>
            <a:off x="993327" y="17193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5" name="Freeform 2714"/>
          <p:cNvSpPr/>
          <p:nvPr/>
        </p:nvSpPr>
        <p:spPr>
          <a:xfrm>
            <a:off x="1021987" y="25771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6" name="Freeform 2715"/>
          <p:cNvSpPr/>
          <p:nvPr/>
        </p:nvSpPr>
        <p:spPr>
          <a:xfrm>
            <a:off x="1051902" y="29818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7" name="Freeform 2716"/>
          <p:cNvSpPr/>
          <p:nvPr/>
        </p:nvSpPr>
        <p:spPr>
          <a:xfrm>
            <a:off x="999375" y="21541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8" name="Freeform 2717"/>
          <p:cNvSpPr/>
          <p:nvPr/>
        </p:nvSpPr>
        <p:spPr>
          <a:xfrm>
            <a:off x="971613" y="31196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9" name="Freeform 2718"/>
          <p:cNvSpPr/>
          <p:nvPr/>
        </p:nvSpPr>
        <p:spPr>
          <a:xfrm>
            <a:off x="975436" y="23479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0" name="Freeform 2719"/>
          <p:cNvSpPr/>
          <p:nvPr/>
        </p:nvSpPr>
        <p:spPr>
          <a:xfrm>
            <a:off x="1095858" y="15711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1" name="Freeform 2720"/>
          <p:cNvSpPr/>
          <p:nvPr/>
        </p:nvSpPr>
        <p:spPr>
          <a:xfrm>
            <a:off x="1069710" y="31976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2" name="Freeform 2721"/>
          <p:cNvSpPr/>
          <p:nvPr/>
        </p:nvSpPr>
        <p:spPr>
          <a:xfrm>
            <a:off x="1133802" y="28770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3" name="Freeform 2722"/>
          <p:cNvSpPr/>
          <p:nvPr/>
        </p:nvSpPr>
        <p:spPr>
          <a:xfrm>
            <a:off x="1135029" y="275108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4" name="Freeform 2723"/>
          <p:cNvSpPr/>
          <p:nvPr/>
        </p:nvSpPr>
        <p:spPr>
          <a:xfrm>
            <a:off x="1043151" y="22581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5" name="Freeform 2724"/>
          <p:cNvSpPr/>
          <p:nvPr/>
        </p:nvSpPr>
        <p:spPr>
          <a:xfrm>
            <a:off x="1110194" y="24120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6" name="Freeform 2725"/>
          <p:cNvSpPr/>
          <p:nvPr/>
        </p:nvSpPr>
        <p:spPr>
          <a:xfrm>
            <a:off x="970192" y="15140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7" name="Freeform 2726"/>
          <p:cNvSpPr/>
          <p:nvPr/>
        </p:nvSpPr>
        <p:spPr>
          <a:xfrm>
            <a:off x="1217189" y="174037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8" name="Freeform 2727"/>
          <p:cNvSpPr/>
          <p:nvPr/>
        </p:nvSpPr>
        <p:spPr>
          <a:xfrm>
            <a:off x="1145043" y="19739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9" name="Freeform 2728"/>
          <p:cNvSpPr/>
          <p:nvPr/>
        </p:nvSpPr>
        <p:spPr>
          <a:xfrm>
            <a:off x="1051483" y="21518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0" name="Freeform 2729"/>
          <p:cNvSpPr/>
          <p:nvPr/>
        </p:nvSpPr>
        <p:spPr>
          <a:xfrm>
            <a:off x="988588" y="20258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1" name="Freeform 2730"/>
          <p:cNvSpPr/>
          <p:nvPr/>
        </p:nvSpPr>
        <p:spPr>
          <a:xfrm>
            <a:off x="1090957" y="26645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2" name="Freeform 2731"/>
          <p:cNvSpPr/>
          <p:nvPr/>
        </p:nvSpPr>
        <p:spPr>
          <a:xfrm>
            <a:off x="941698" y="17897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3" name="Freeform 2732"/>
          <p:cNvSpPr/>
          <p:nvPr/>
        </p:nvSpPr>
        <p:spPr>
          <a:xfrm>
            <a:off x="1014053" y="27917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4" name="Freeform 2733"/>
          <p:cNvSpPr/>
          <p:nvPr/>
        </p:nvSpPr>
        <p:spPr>
          <a:xfrm>
            <a:off x="1115415" y="18009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5" name="Freeform 2734"/>
          <p:cNvSpPr/>
          <p:nvPr/>
        </p:nvSpPr>
        <p:spPr>
          <a:xfrm>
            <a:off x="1070752" y="16224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6" name="Freeform 2735"/>
          <p:cNvSpPr/>
          <p:nvPr/>
        </p:nvSpPr>
        <p:spPr>
          <a:xfrm>
            <a:off x="1033180" y="21186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7" name="Freeform 2736"/>
          <p:cNvSpPr/>
          <p:nvPr/>
        </p:nvSpPr>
        <p:spPr>
          <a:xfrm>
            <a:off x="1128813" y="23156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8" name="Freeform 2737"/>
          <p:cNvSpPr/>
          <p:nvPr/>
        </p:nvSpPr>
        <p:spPr>
          <a:xfrm>
            <a:off x="996851" y="20222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9" name="Freeform 2738"/>
          <p:cNvSpPr/>
          <p:nvPr/>
        </p:nvSpPr>
        <p:spPr>
          <a:xfrm>
            <a:off x="1084632" y="368196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0" name="Freeform 2739"/>
          <p:cNvSpPr/>
          <p:nvPr/>
        </p:nvSpPr>
        <p:spPr>
          <a:xfrm>
            <a:off x="1032721" y="20721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1" name="Freeform 2740"/>
          <p:cNvSpPr/>
          <p:nvPr/>
        </p:nvSpPr>
        <p:spPr>
          <a:xfrm>
            <a:off x="1009538" y="22836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2" name="Freeform 2741"/>
          <p:cNvSpPr/>
          <p:nvPr/>
        </p:nvSpPr>
        <p:spPr>
          <a:xfrm>
            <a:off x="1096486" y="22517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3" name="Freeform 2742"/>
          <p:cNvSpPr/>
          <p:nvPr/>
        </p:nvSpPr>
        <p:spPr>
          <a:xfrm>
            <a:off x="999886" y="1866465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4" name="Freeform 2743"/>
          <p:cNvSpPr/>
          <p:nvPr/>
        </p:nvSpPr>
        <p:spPr>
          <a:xfrm>
            <a:off x="1191915" y="22640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5" name="Freeform 2744"/>
          <p:cNvSpPr/>
          <p:nvPr/>
        </p:nvSpPr>
        <p:spPr>
          <a:xfrm>
            <a:off x="1026961" y="28061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6" name="Freeform 2745"/>
          <p:cNvSpPr/>
          <p:nvPr/>
        </p:nvSpPr>
        <p:spPr>
          <a:xfrm>
            <a:off x="1197740" y="22979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7" name="Freeform 2746"/>
          <p:cNvSpPr/>
          <p:nvPr/>
        </p:nvSpPr>
        <p:spPr>
          <a:xfrm>
            <a:off x="993180" y="21915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8" name="Freeform 2747"/>
          <p:cNvSpPr/>
          <p:nvPr/>
        </p:nvSpPr>
        <p:spPr>
          <a:xfrm>
            <a:off x="1105942" y="21674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9" name="Freeform 2748"/>
          <p:cNvSpPr/>
          <p:nvPr/>
        </p:nvSpPr>
        <p:spPr>
          <a:xfrm>
            <a:off x="986175" y="21435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0" name="Freeform 2749"/>
          <p:cNvSpPr/>
          <p:nvPr/>
        </p:nvSpPr>
        <p:spPr>
          <a:xfrm>
            <a:off x="976786" y="16971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1" name="Freeform 2750"/>
          <p:cNvSpPr/>
          <p:nvPr/>
        </p:nvSpPr>
        <p:spPr>
          <a:xfrm>
            <a:off x="1076341" y="27785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2" name="Freeform 2751"/>
          <p:cNvSpPr/>
          <p:nvPr/>
        </p:nvSpPr>
        <p:spPr>
          <a:xfrm>
            <a:off x="1110692" y="21365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3" name="Freeform 2752"/>
          <p:cNvSpPr/>
          <p:nvPr/>
        </p:nvSpPr>
        <p:spPr>
          <a:xfrm>
            <a:off x="981220" y="156962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4" name="Freeform 2753"/>
          <p:cNvSpPr/>
          <p:nvPr/>
        </p:nvSpPr>
        <p:spPr>
          <a:xfrm>
            <a:off x="1144296" y="31085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5" name="Freeform 2754"/>
          <p:cNvSpPr/>
          <p:nvPr/>
        </p:nvSpPr>
        <p:spPr>
          <a:xfrm>
            <a:off x="1012839" y="21345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6" name="Freeform 2755"/>
          <p:cNvSpPr/>
          <p:nvPr/>
        </p:nvSpPr>
        <p:spPr>
          <a:xfrm>
            <a:off x="1074452" y="2523817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7" name="Freeform 2756"/>
          <p:cNvSpPr/>
          <p:nvPr/>
        </p:nvSpPr>
        <p:spPr>
          <a:xfrm>
            <a:off x="1090939" y="24145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8" name="Freeform 2757"/>
          <p:cNvSpPr/>
          <p:nvPr/>
        </p:nvSpPr>
        <p:spPr>
          <a:xfrm>
            <a:off x="1105195" y="26863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9" name="Freeform 2758"/>
          <p:cNvSpPr/>
          <p:nvPr/>
        </p:nvSpPr>
        <p:spPr>
          <a:xfrm>
            <a:off x="946491" y="23122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0" name="Freeform 2759"/>
          <p:cNvSpPr/>
          <p:nvPr/>
        </p:nvSpPr>
        <p:spPr>
          <a:xfrm>
            <a:off x="1173113" y="12890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1" name="Freeform 2760"/>
          <p:cNvSpPr/>
          <p:nvPr/>
        </p:nvSpPr>
        <p:spPr>
          <a:xfrm>
            <a:off x="1103013" y="28693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2" name="Freeform 2761"/>
          <p:cNvSpPr/>
          <p:nvPr/>
        </p:nvSpPr>
        <p:spPr>
          <a:xfrm>
            <a:off x="1037516" y="28210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3" name="Freeform 2762"/>
          <p:cNvSpPr/>
          <p:nvPr/>
        </p:nvSpPr>
        <p:spPr>
          <a:xfrm>
            <a:off x="997811" y="28884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4" name="Freeform 2763"/>
          <p:cNvSpPr/>
          <p:nvPr/>
        </p:nvSpPr>
        <p:spPr>
          <a:xfrm>
            <a:off x="953373" y="13470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5" name="Freeform 2764"/>
          <p:cNvSpPr/>
          <p:nvPr/>
        </p:nvSpPr>
        <p:spPr>
          <a:xfrm>
            <a:off x="975439" y="24612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6" name="Freeform 2765"/>
          <p:cNvSpPr/>
          <p:nvPr/>
        </p:nvSpPr>
        <p:spPr>
          <a:xfrm>
            <a:off x="1101895" y="22390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7" name="Freeform 2766"/>
          <p:cNvSpPr/>
          <p:nvPr/>
        </p:nvSpPr>
        <p:spPr>
          <a:xfrm>
            <a:off x="1043122" y="2430909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8" name="Freeform 2767"/>
          <p:cNvSpPr/>
          <p:nvPr/>
        </p:nvSpPr>
        <p:spPr>
          <a:xfrm>
            <a:off x="990689" y="27065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9" name="Freeform 2768"/>
          <p:cNvSpPr/>
          <p:nvPr/>
        </p:nvSpPr>
        <p:spPr>
          <a:xfrm>
            <a:off x="1030794" y="23456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0" name="Freeform 2769"/>
          <p:cNvSpPr/>
          <p:nvPr/>
        </p:nvSpPr>
        <p:spPr>
          <a:xfrm>
            <a:off x="1169501" y="9751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1" name="Freeform 2770"/>
          <p:cNvSpPr/>
          <p:nvPr/>
        </p:nvSpPr>
        <p:spPr>
          <a:xfrm>
            <a:off x="1043812" y="15176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2" name="Freeform 2771"/>
          <p:cNvSpPr/>
          <p:nvPr/>
        </p:nvSpPr>
        <p:spPr>
          <a:xfrm>
            <a:off x="1026978" y="265995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3" name="Freeform 2772"/>
          <p:cNvSpPr/>
          <p:nvPr/>
        </p:nvSpPr>
        <p:spPr>
          <a:xfrm>
            <a:off x="1155338" y="18964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4" name="Freeform 2773"/>
          <p:cNvSpPr/>
          <p:nvPr/>
        </p:nvSpPr>
        <p:spPr>
          <a:xfrm>
            <a:off x="1096386" y="26490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5" name="Freeform 2774"/>
          <p:cNvSpPr/>
          <p:nvPr/>
        </p:nvSpPr>
        <p:spPr>
          <a:xfrm>
            <a:off x="1068685" y="31298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6" name="Freeform 2775"/>
          <p:cNvSpPr/>
          <p:nvPr/>
        </p:nvSpPr>
        <p:spPr>
          <a:xfrm>
            <a:off x="1025431" y="17072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7" name="Freeform 2776"/>
          <p:cNvSpPr/>
          <p:nvPr/>
        </p:nvSpPr>
        <p:spPr>
          <a:xfrm>
            <a:off x="962770" y="16356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8" name="Freeform 2777"/>
          <p:cNvSpPr/>
          <p:nvPr/>
        </p:nvSpPr>
        <p:spPr>
          <a:xfrm>
            <a:off x="988101" y="16937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9" name="Freeform 2778"/>
          <p:cNvSpPr/>
          <p:nvPr/>
        </p:nvSpPr>
        <p:spPr>
          <a:xfrm>
            <a:off x="1033876" y="24650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0" name="Freeform 2779"/>
          <p:cNvSpPr/>
          <p:nvPr/>
        </p:nvSpPr>
        <p:spPr>
          <a:xfrm>
            <a:off x="1051179" y="23108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1" name="Freeform 2780"/>
          <p:cNvSpPr/>
          <p:nvPr/>
        </p:nvSpPr>
        <p:spPr>
          <a:xfrm>
            <a:off x="1089378" y="18444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2" name="Freeform 2781"/>
          <p:cNvSpPr/>
          <p:nvPr/>
        </p:nvSpPr>
        <p:spPr>
          <a:xfrm>
            <a:off x="1102348" y="20267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3" name="Freeform 2782"/>
          <p:cNvSpPr/>
          <p:nvPr/>
        </p:nvSpPr>
        <p:spPr>
          <a:xfrm>
            <a:off x="1080534" y="24262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4" name="Freeform 2783"/>
          <p:cNvSpPr/>
          <p:nvPr/>
        </p:nvSpPr>
        <p:spPr>
          <a:xfrm>
            <a:off x="1080368" y="30497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5" name="Freeform 2784"/>
          <p:cNvSpPr/>
          <p:nvPr/>
        </p:nvSpPr>
        <p:spPr>
          <a:xfrm>
            <a:off x="998914" y="21680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6" name="Freeform 2785"/>
          <p:cNvSpPr/>
          <p:nvPr/>
        </p:nvSpPr>
        <p:spPr>
          <a:xfrm>
            <a:off x="922814" y="16769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7" name="Freeform 2786"/>
          <p:cNvSpPr/>
          <p:nvPr/>
        </p:nvSpPr>
        <p:spPr>
          <a:xfrm>
            <a:off x="1031195" y="2835323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8" name="Freeform 2787"/>
          <p:cNvSpPr/>
          <p:nvPr/>
        </p:nvSpPr>
        <p:spPr>
          <a:xfrm>
            <a:off x="1002455" y="19009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9" name="Freeform 2788"/>
          <p:cNvSpPr/>
          <p:nvPr/>
        </p:nvSpPr>
        <p:spPr>
          <a:xfrm>
            <a:off x="1022456" y="20572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0" name="Freeform 2789"/>
          <p:cNvSpPr/>
          <p:nvPr/>
        </p:nvSpPr>
        <p:spPr>
          <a:xfrm>
            <a:off x="1047535" y="18442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1" name="Freeform 2790"/>
          <p:cNvSpPr/>
          <p:nvPr/>
        </p:nvSpPr>
        <p:spPr>
          <a:xfrm>
            <a:off x="983254" y="17822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2" name="Freeform 2791"/>
          <p:cNvSpPr/>
          <p:nvPr/>
        </p:nvSpPr>
        <p:spPr>
          <a:xfrm>
            <a:off x="992083" y="25793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3" name="Freeform 2792"/>
          <p:cNvSpPr/>
          <p:nvPr/>
        </p:nvSpPr>
        <p:spPr>
          <a:xfrm>
            <a:off x="1059093" y="30487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4" name="Freeform 2793"/>
          <p:cNvSpPr/>
          <p:nvPr/>
        </p:nvSpPr>
        <p:spPr>
          <a:xfrm>
            <a:off x="1073427" y="24974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5" name="Freeform 2794"/>
          <p:cNvSpPr/>
          <p:nvPr/>
        </p:nvSpPr>
        <p:spPr>
          <a:xfrm>
            <a:off x="1022232" y="17735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6" name="Freeform 2795"/>
          <p:cNvSpPr/>
          <p:nvPr/>
        </p:nvSpPr>
        <p:spPr>
          <a:xfrm>
            <a:off x="1098800" y="25017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7" name="Freeform 2796"/>
          <p:cNvSpPr/>
          <p:nvPr/>
        </p:nvSpPr>
        <p:spPr>
          <a:xfrm>
            <a:off x="1051190" y="2579108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8" name="Freeform 2797"/>
          <p:cNvSpPr/>
          <p:nvPr/>
        </p:nvSpPr>
        <p:spPr>
          <a:xfrm>
            <a:off x="998092" y="31527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9" name="Freeform 2798"/>
          <p:cNvSpPr/>
          <p:nvPr/>
        </p:nvSpPr>
        <p:spPr>
          <a:xfrm>
            <a:off x="1068449" y="13341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0" name="Freeform 2799"/>
          <p:cNvSpPr/>
          <p:nvPr/>
        </p:nvSpPr>
        <p:spPr>
          <a:xfrm>
            <a:off x="1190615" y="18058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1" name="Freeform 2800"/>
          <p:cNvSpPr/>
          <p:nvPr/>
        </p:nvSpPr>
        <p:spPr>
          <a:xfrm>
            <a:off x="1020977" y="18342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2" name="Freeform 2801"/>
          <p:cNvSpPr/>
          <p:nvPr/>
        </p:nvSpPr>
        <p:spPr>
          <a:xfrm>
            <a:off x="1143102" y="17335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3" name="Freeform 2802"/>
          <p:cNvSpPr/>
          <p:nvPr/>
        </p:nvSpPr>
        <p:spPr>
          <a:xfrm>
            <a:off x="1157140" y="19325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4" name="Freeform 2803"/>
          <p:cNvSpPr/>
          <p:nvPr/>
        </p:nvSpPr>
        <p:spPr>
          <a:xfrm>
            <a:off x="1165126" y="23502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5" name="Freeform 2804"/>
          <p:cNvSpPr/>
          <p:nvPr/>
        </p:nvSpPr>
        <p:spPr>
          <a:xfrm>
            <a:off x="1011179" y="23092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6" name="Freeform 2805"/>
          <p:cNvSpPr/>
          <p:nvPr/>
        </p:nvSpPr>
        <p:spPr>
          <a:xfrm>
            <a:off x="1199435" y="24435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7" name="Freeform 2806"/>
          <p:cNvSpPr/>
          <p:nvPr/>
        </p:nvSpPr>
        <p:spPr>
          <a:xfrm>
            <a:off x="1073465" y="8853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8" name="Freeform 2807"/>
          <p:cNvSpPr/>
          <p:nvPr/>
        </p:nvSpPr>
        <p:spPr>
          <a:xfrm>
            <a:off x="1048912" y="19431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9" name="Freeform 2808"/>
          <p:cNvSpPr/>
          <p:nvPr/>
        </p:nvSpPr>
        <p:spPr>
          <a:xfrm>
            <a:off x="1050467" y="24619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0" name="Freeform 2809"/>
          <p:cNvSpPr/>
          <p:nvPr/>
        </p:nvSpPr>
        <p:spPr>
          <a:xfrm>
            <a:off x="1105652" y="19891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1" name="Freeform 2810"/>
          <p:cNvSpPr/>
          <p:nvPr/>
        </p:nvSpPr>
        <p:spPr>
          <a:xfrm>
            <a:off x="1069139" y="27403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2" name="Freeform 2811"/>
          <p:cNvSpPr/>
          <p:nvPr/>
        </p:nvSpPr>
        <p:spPr>
          <a:xfrm>
            <a:off x="1054013" y="14604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3" name="Freeform 2812"/>
          <p:cNvSpPr/>
          <p:nvPr/>
        </p:nvSpPr>
        <p:spPr>
          <a:xfrm>
            <a:off x="1150893" y="256233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4" name="Freeform 2813"/>
          <p:cNvSpPr/>
          <p:nvPr/>
        </p:nvSpPr>
        <p:spPr>
          <a:xfrm>
            <a:off x="1017804" y="19710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5" name="Freeform 2814"/>
          <p:cNvSpPr/>
          <p:nvPr/>
        </p:nvSpPr>
        <p:spPr>
          <a:xfrm>
            <a:off x="996551" y="16835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6" name="Freeform 2815"/>
          <p:cNvSpPr/>
          <p:nvPr/>
        </p:nvSpPr>
        <p:spPr>
          <a:xfrm>
            <a:off x="1118357" y="20301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7" name="Freeform 2816"/>
          <p:cNvSpPr/>
          <p:nvPr/>
        </p:nvSpPr>
        <p:spPr>
          <a:xfrm>
            <a:off x="1112420" y="21778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8" name="Freeform 2817"/>
          <p:cNvSpPr/>
          <p:nvPr/>
        </p:nvSpPr>
        <p:spPr>
          <a:xfrm>
            <a:off x="1138315" y="22204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9" name="Freeform 2818"/>
          <p:cNvSpPr/>
          <p:nvPr/>
        </p:nvSpPr>
        <p:spPr>
          <a:xfrm>
            <a:off x="994624" y="22546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0" name="Freeform 2819"/>
          <p:cNvSpPr/>
          <p:nvPr/>
        </p:nvSpPr>
        <p:spPr>
          <a:xfrm>
            <a:off x="1137480" y="25194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1" name="Freeform 2820"/>
          <p:cNvSpPr/>
          <p:nvPr/>
        </p:nvSpPr>
        <p:spPr>
          <a:xfrm>
            <a:off x="1097722" y="24546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2" name="Freeform 2821"/>
          <p:cNvSpPr/>
          <p:nvPr/>
        </p:nvSpPr>
        <p:spPr>
          <a:xfrm>
            <a:off x="1182666" y="14731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3" name="Freeform 2822"/>
          <p:cNvSpPr/>
          <p:nvPr/>
        </p:nvSpPr>
        <p:spPr>
          <a:xfrm>
            <a:off x="982943" y="22811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4" name="Freeform 2823"/>
          <p:cNvSpPr/>
          <p:nvPr/>
        </p:nvSpPr>
        <p:spPr>
          <a:xfrm>
            <a:off x="1080224" y="26257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5" name="Freeform 2824"/>
          <p:cNvSpPr/>
          <p:nvPr/>
        </p:nvSpPr>
        <p:spPr>
          <a:xfrm>
            <a:off x="1047335" y="24886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6" name="Freeform 2825"/>
          <p:cNvSpPr/>
          <p:nvPr/>
        </p:nvSpPr>
        <p:spPr>
          <a:xfrm>
            <a:off x="960292" y="16660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7" name="Freeform 2826"/>
          <p:cNvSpPr/>
          <p:nvPr/>
        </p:nvSpPr>
        <p:spPr>
          <a:xfrm>
            <a:off x="1018326" y="18822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8" name="Freeform 2827"/>
          <p:cNvSpPr/>
          <p:nvPr/>
        </p:nvSpPr>
        <p:spPr>
          <a:xfrm>
            <a:off x="1140510" y="19408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9" name="Freeform 2828"/>
          <p:cNvSpPr/>
          <p:nvPr/>
        </p:nvSpPr>
        <p:spPr>
          <a:xfrm>
            <a:off x="1034639" y="23569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0" name="Freeform 2829"/>
          <p:cNvSpPr/>
          <p:nvPr/>
        </p:nvSpPr>
        <p:spPr>
          <a:xfrm>
            <a:off x="1017814" y="193422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1" name="Freeform 2830"/>
          <p:cNvSpPr/>
          <p:nvPr/>
        </p:nvSpPr>
        <p:spPr>
          <a:xfrm>
            <a:off x="1123342" y="25534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2" name="Freeform 2831"/>
          <p:cNvSpPr/>
          <p:nvPr/>
        </p:nvSpPr>
        <p:spPr>
          <a:xfrm>
            <a:off x="1131343" y="23580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3" name="Freeform 2832"/>
          <p:cNvSpPr/>
          <p:nvPr/>
        </p:nvSpPr>
        <p:spPr>
          <a:xfrm>
            <a:off x="1131204" y="17325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4" name="Freeform 2833"/>
          <p:cNvSpPr/>
          <p:nvPr/>
        </p:nvSpPr>
        <p:spPr>
          <a:xfrm>
            <a:off x="1013364" y="17811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5" name="Freeform 2834"/>
          <p:cNvSpPr/>
          <p:nvPr/>
        </p:nvSpPr>
        <p:spPr>
          <a:xfrm>
            <a:off x="1061899" y="27255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6" name="Freeform 2835"/>
          <p:cNvSpPr/>
          <p:nvPr/>
        </p:nvSpPr>
        <p:spPr>
          <a:xfrm>
            <a:off x="1134115" y="26612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7" name="Freeform 2836"/>
          <p:cNvSpPr/>
          <p:nvPr/>
        </p:nvSpPr>
        <p:spPr>
          <a:xfrm>
            <a:off x="1022230" y="21706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8" name="Freeform 2837"/>
          <p:cNvSpPr/>
          <p:nvPr/>
        </p:nvSpPr>
        <p:spPr>
          <a:xfrm>
            <a:off x="1016041" y="13476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9" name="Freeform 2838"/>
          <p:cNvSpPr/>
          <p:nvPr/>
        </p:nvSpPr>
        <p:spPr>
          <a:xfrm>
            <a:off x="1120687" y="32006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0" name="Freeform 2839"/>
          <p:cNvSpPr/>
          <p:nvPr/>
        </p:nvSpPr>
        <p:spPr>
          <a:xfrm>
            <a:off x="1169384" y="20843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1" name="Freeform 2840"/>
          <p:cNvSpPr/>
          <p:nvPr/>
        </p:nvSpPr>
        <p:spPr>
          <a:xfrm>
            <a:off x="989326" y="29261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2" name="Freeform 2841"/>
          <p:cNvSpPr/>
          <p:nvPr/>
        </p:nvSpPr>
        <p:spPr>
          <a:xfrm>
            <a:off x="893440" y="25487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3" name="Freeform 2842"/>
          <p:cNvSpPr/>
          <p:nvPr/>
        </p:nvSpPr>
        <p:spPr>
          <a:xfrm>
            <a:off x="969542" y="24113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4" name="Freeform 2843"/>
          <p:cNvSpPr/>
          <p:nvPr/>
        </p:nvSpPr>
        <p:spPr>
          <a:xfrm>
            <a:off x="998587" y="24399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5" name="Freeform 2844"/>
          <p:cNvSpPr/>
          <p:nvPr/>
        </p:nvSpPr>
        <p:spPr>
          <a:xfrm>
            <a:off x="1056615" y="24975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6" name="Freeform 2845"/>
          <p:cNvSpPr/>
          <p:nvPr/>
        </p:nvSpPr>
        <p:spPr>
          <a:xfrm>
            <a:off x="1106599" y="22222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7" name="Freeform 2846"/>
          <p:cNvSpPr/>
          <p:nvPr/>
        </p:nvSpPr>
        <p:spPr>
          <a:xfrm>
            <a:off x="1056029" y="24983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8" name="Freeform 2847"/>
          <p:cNvSpPr/>
          <p:nvPr/>
        </p:nvSpPr>
        <p:spPr>
          <a:xfrm>
            <a:off x="1019291" y="29700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9" name="Freeform 2848"/>
          <p:cNvSpPr/>
          <p:nvPr/>
        </p:nvSpPr>
        <p:spPr>
          <a:xfrm>
            <a:off x="1075921" y="18291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0" name="Freeform 2849"/>
          <p:cNvSpPr/>
          <p:nvPr/>
        </p:nvSpPr>
        <p:spPr>
          <a:xfrm>
            <a:off x="1001943" y="18428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1" name="Freeform 2850"/>
          <p:cNvSpPr/>
          <p:nvPr/>
        </p:nvSpPr>
        <p:spPr>
          <a:xfrm>
            <a:off x="1062635" y="17969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2" name="Freeform 2851"/>
          <p:cNvSpPr/>
          <p:nvPr/>
        </p:nvSpPr>
        <p:spPr>
          <a:xfrm>
            <a:off x="1023189" y="3009923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3" name="Freeform 2852"/>
          <p:cNvSpPr/>
          <p:nvPr/>
        </p:nvSpPr>
        <p:spPr>
          <a:xfrm>
            <a:off x="1243545" y="20738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4" name="Freeform 2853"/>
          <p:cNvSpPr/>
          <p:nvPr/>
        </p:nvSpPr>
        <p:spPr>
          <a:xfrm>
            <a:off x="1119928" y="18820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5" name="Freeform 2854"/>
          <p:cNvSpPr/>
          <p:nvPr/>
        </p:nvSpPr>
        <p:spPr>
          <a:xfrm>
            <a:off x="1010357" y="27506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6" name="Freeform 2855"/>
          <p:cNvSpPr/>
          <p:nvPr/>
        </p:nvSpPr>
        <p:spPr>
          <a:xfrm>
            <a:off x="999617" y="22212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7" name="Freeform 2856"/>
          <p:cNvSpPr/>
          <p:nvPr/>
        </p:nvSpPr>
        <p:spPr>
          <a:xfrm>
            <a:off x="1036681" y="22851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8" name="Freeform 2857"/>
          <p:cNvSpPr/>
          <p:nvPr/>
        </p:nvSpPr>
        <p:spPr>
          <a:xfrm>
            <a:off x="956636" y="12886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9" name="Freeform 2858"/>
          <p:cNvSpPr/>
          <p:nvPr/>
        </p:nvSpPr>
        <p:spPr>
          <a:xfrm>
            <a:off x="1017291" y="12467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0" name="Freeform 2859"/>
          <p:cNvSpPr/>
          <p:nvPr/>
        </p:nvSpPr>
        <p:spPr>
          <a:xfrm>
            <a:off x="1016778" y="30728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1" name="Freeform 2860"/>
          <p:cNvSpPr/>
          <p:nvPr/>
        </p:nvSpPr>
        <p:spPr>
          <a:xfrm>
            <a:off x="1124381" y="9570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2" name="Freeform 2861"/>
          <p:cNvSpPr/>
          <p:nvPr/>
        </p:nvSpPr>
        <p:spPr>
          <a:xfrm>
            <a:off x="1037449" y="26916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3" name="Freeform 2862"/>
          <p:cNvSpPr/>
          <p:nvPr/>
        </p:nvSpPr>
        <p:spPr>
          <a:xfrm>
            <a:off x="1013307" y="17269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4" name="Freeform 2863"/>
          <p:cNvSpPr/>
          <p:nvPr/>
        </p:nvSpPr>
        <p:spPr>
          <a:xfrm>
            <a:off x="976829" y="17321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5" name="Freeform 2864"/>
          <p:cNvSpPr/>
          <p:nvPr/>
        </p:nvSpPr>
        <p:spPr>
          <a:xfrm>
            <a:off x="987696" y="27325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6" name="Freeform 2865"/>
          <p:cNvSpPr/>
          <p:nvPr/>
        </p:nvSpPr>
        <p:spPr>
          <a:xfrm>
            <a:off x="1061346" y="19749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7" name="Freeform 2866"/>
          <p:cNvSpPr/>
          <p:nvPr/>
        </p:nvSpPr>
        <p:spPr>
          <a:xfrm>
            <a:off x="1051477" y="22806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8" name="Freeform 2867"/>
          <p:cNvSpPr/>
          <p:nvPr/>
        </p:nvSpPr>
        <p:spPr>
          <a:xfrm>
            <a:off x="1140986" y="1943909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9" name="Freeform 2868"/>
          <p:cNvSpPr/>
          <p:nvPr/>
        </p:nvSpPr>
        <p:spPr>
          <a:xfrm>
            <a:off x="1024015" y="21085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0" name="Freeform 2869"/>
          <p:cNvSpPr/>
          <p:nvPr/>
        </p:nvSpPr>
        <p:spPr>
          <a:xfrm>
            <a:off x="1136007" y="16172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1" name="Freeform 2870"/>
          <p:cNvSpPr/>
          <p:nvPr/>
        </p:nvSpPr>
        <p:spPr>
          <a:xfrm>
            <a:off x="1082803" y="21875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2" name="Freeform 2871"/>
          <p:cNvSpPr/>
          <p:nvPr/>
        </p:nvSpPr>
        <p:spPr>
          <a:xfrm>
            <a:off x="1065440" y="23113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3" name="Freeform 2872"/>
          <p:cNvSpPr/>
          <p:nvPr/>
        </p:nvSpPr>
        <p:spPr>
          <a:xfrm>
            <a:off x="932529" y="16682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4" name="Freeform 2873"/>
          <p:cNvSpPr/>
          <p:nvPr/>
        </p:nvSpPr>
        <p:spPr>
          <a:xfrm>
            <a:off x="980173" y="19306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5" name="Freeform 2874"/>
          <p:cNvSpPr/>
          <p:nvPr/>
        </p:nvSpPr>
        <p:spPr>
          <a:xfrm>
            <a:off x="1114929" y="18536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6" name="Freeform 2875"/>
          <p:cNvSpPr/>
          <p:nvPr/>
        </p:nvSpPr>
        <p:spPr>
          <a:xfrm>
            <a:off x="1158470" y="25641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7" name="Freeform 2876"/>
          <p:cNvSpPr/>
          <p:nvPr/>
        </p:nvSpPr>
        <p:spPr>
          <a:xfrm>
            <a:off x="1079442" y="27578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8" name="Freeform 2877"/>
          <p:cNvSpPr/>
          <p:nvPr/>
        </p:nvSpPr>
        <p:spPr>
          <a:xfrm>
            <a:off x="1116329" y="25148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9" name="Freeform 2878"/>
          <p:cNvSpPr/>
          <p:nvPr/>
        </p:nvSpPr>
        <p:spPr>
          <a:xfrm>
            <a:off x="1038701" y="25418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0" name="Freeform 2879"/>
          <p:cNvSpPr/>
          <p:nvPr/>
        </p:nvSpPr>
        <p:spPr>
          <a:xfrm>
            <a:off x="1041114" y="18259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1" name="Freeform 2880"/>
          <p:cNvSpPr/>
          <p:nvPr/>
        </p:nvSpPr>
        <p:spPr>
          <a:xfrm>
            <a:off x="1021770" y="17293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2" name="Freeform 2881"/>
          <p:cNvSpPr/>
          <p:nvPr/>
        </p:nvSpPr>
        <p:spPr>
          <a:xfrm>
            <a:off x="1130403" y="23048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3" name="Freeform 2882"/>
          <p:cNvSpPr/>
          <p:nvPr/>
        </p:nvSpPr>
        <p:spPr>
          <a:xfrm>
            <a:off x="1088486" y="14978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4" name="Freeform 2883"/>
          <p:cNvSpPr/>
          <p:nvPr/>
        </p:nvSpPr>
        <p:spPr>
          <a:xfrm>
            <a:off x="1050214" y="15296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5" name="Freeform 2884"/>
          <p:cNvSpPr/>
          <p:nvPr/>
        </p:nvSpPr>
        <p:spPr>
          <a:xfrm>
            <a:off x="1043964" y="21021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6" name="Freeform 2885"/>
          <p:cNvSpPr/>
          <p:nvPr/>
        </p:nvSpPr>
        <p:spPr>
          <a:xfrm>
            <a:off x="1102662" y="26441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7" name="Freeform 2886"/>
          <p:cNvSpPr/>
          <p:nvPr/>
        </p:nvSpPr>
        <p:spPr>
          <a:xfrm>
            <a:off x="1087181" y="14243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8" name="Freeform 2887"/>
          <p:cNvSpPr/>
          <p:nvPr/>
        </p:nvSpPr>
        <p:spPr>
          <a:xfrm>
            <a:off x="1010555" y="22570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9" name="Freeform 2888"/>
          <p:cNvSpPr/>
          <p:nvPr/>
        </p:nvSpPr>
        <p:spPr>
          <a:xfrm>
            <a:off x="1179575" y="21617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0" name="Freeform 2889"/>
          <p:cNvSpPr/>
          <p:nvPr/>
        </p:nvSpPr>
        <p:spPr>
          <a:xfrm>
            <a:off x="1082797" y="23987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1" name="Freeform 2890"/>
          <p:cNvSpPr/>
          <p:nvPr/>
        </p:nvSpPr>
        <p:spPr>
          <a:xfrm>
            <a:off x="1066442" y="26787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2" name="Freeform 2891"/>
          <p:cNvSpPr/>
          <p:nvPr/>
        </p:nvSpPr>
        <p:spPr>
          <a:xfrm>
            <a:off x="1163741" y="29732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3" name="Freeform 2892"/>
          <p:cNvSpPr/>
          <p:nvPr/>
        </p:nvSpPr>
        <p:spPr>
          <a:xfrm>
            <a:off x="1133674" y="19039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4" name="Freeform 2893"/>
          <p:cNvSpPr/>
          <p:nvPr/>
        </p:nvSpPr>
        <p:spPr>
          <a:xfrm>
            <a:off x="1059912" y="26245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5" name="Freeform 2894"/>
          <p:cNvSpPr/>
          <p:nvPr/>
        </p:nvSpPr>
        <p:spPr>
          <a:xfrm>
            <a:off x="1101301" y="6692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6" name="Freeform 2895"/>
          <p:cNvSpPr/>
          <p:nvPr/>
        </p:nvSpPr>
        <p:spPr>
          <a:xfrm>
            <a:off x="994771" y="27785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7" name="Freeform 2896"/>
          <p:cNvSpPr/>
          <p:nvPr/>
        </p:nvSpPr>
        <p:spPr>
          <a:xfrm>
            <a:off x="1023238" y="28657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8" name="Freeform 2897"/>
          <p:cNvSpPr/>
          <p:nvPr/>
        </p:nvSpPr>
        <p:spPr>
          <a:xfrm>
            <a:off x="915811" y="19663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9" name="Freeform 2898"/>
          <p:cNvSpPr/>
          <p:nvPr/>
        </p:nvSpPr>
        <p:spPr>
          <a:xfrm>
            <a:off x="1146699" y="14478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0" name="Freeform 2899"/>
          <p:cNvSpPr/>
          <p:nvPr/>
        </p:nvSpPr>
        <p:spPr>
          <a:xfrm>
            <a:off x="939818" y="21931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1" name="Freeform 2900"/>
          <p:cNvSpPr/>
          <p:nvPr/>
        </p:nvSpPr>
        <p:spPr>
          <a:xfrm>
            <a:off x="1110939" y="19347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2" name="Freeform 2901"/>
          <p:cNvSpPr/>
          <p:nvPr/>
        </p:nvSpPr>
        <p:spPr>
          <a:xfrm>
            <a:off x="1010645" y="31640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3" name="Freeform 2902"/>
          <p:cNvSpPr/>
          <p:nvPr/>
        </p:nvSpPr>
        <p:spPr>
          <a:xfrm>
            <a:off x="1000808" y="25706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4" name="Freeform 2903"/>
          <p:cNvSpPr/>
          <p:nvPr/>
        </p:nvSpPr>
        <p:spPr>
          <a:xfrm>
            <a:off x="1052810" y="27722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5" name="Freeform 2904"/>
          <p:cNvSpPr/>
          <p:nvPr/>
        </p:nvSpPr>
        <p:spPr>
          <a:xfrm>
            <a:off x="1083419" y="31902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6" name="Freeform 2905"/>
          <p:cNvSpPr/>
          <p:nvPr/>
        </p:nvSpPr>
        <p:spPr>
          <a:xfrm>
            <a:off x="1106351" y="21664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7" name="Freeform 2906"/>
          <p:cNvSpPr/>
          <p:nvPr/>
        </p:nvSpPr>
        <p:spPr>
          <a:xfrm>
            <a:off x="1183266" y="33671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8" name="Freeform 2907"/>
          <p:cNvSpPr/>
          <p:nvPr/>
        </p:nvSpPr>
        <p:spPr>
          <a:xfrm>
            <a:off x="1089535" y="28987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9" name="Freeform 2908"/>
          <p:cNvSpPr/>
          <p:nvPr/>
        </p:nvSpPr>
        <p:spPr>
          <a:xfrm>
            <a:off x="1124200" y="24993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0" name="Freeform 2909"/>
          <p:cNvSpPr/>
          <p:nvPr/>
        </p:nvSpPr>
        <p:spPr>
          <a:xfrm>
            <a:off x="1026047" y="26489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1" name="Freeform 2910"/>
          <p:cNvSpPr/>
          <p:nvPr/>
        </p:nvSpPr>
        <p:spPr>
          <a:xfrm>
            <a:off x="1113091" y="20242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2" name="Freeform 2911"/>
          <p:cNvSpPr/>
          <p:nvPr/>
        </p:nvSpPr>
        <p:spPr>
          <a:xfrm>
            <a:off x="1075914" y="20704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3" name="Freeform 2912"/>
          <p:cNvSpPr/>
          <p:nvPr/>
        </p:nvSpPr>
        <p:spPr>
          <a:xfrm>
            <a:off x="1035022" y="17711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4" name="Freeform 2913"/>
          <p:cNvSpPr/>
          <p:nvPr/>
        </p:nvSpPr>
        <p:spPr>
          <a:xfrm>
            <a:off x="1059381" y="18431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5" name="Freeform 2914"/>
          <p:cNvSpPr/>
          <p:nvPr/>
        </p:nvSpPr>
        <p:spPr>
          <a:xfrm>
            <a:off x="1061631" y="16454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6" name="Freeform 2915"/>
          <p:cNvSpPr/>
          <p:nvPr/>
        </p:nvSpPr>
        <p:spPr>
          <a:xfrm>
            <a:off x="1078425" y="222694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7" name="Freeform 2916"/>
          <p:cNvSpPr/>
          <p:nvPr/>
        </p:nvSpPr>
        <p:spPr>
          <a:xfrm>
            <a:off x="1092373" y="20715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8" name="Freeform 2917"/>
          <p:cNvSpPr/>
          <p:nvPr/>
        </p:nvSpPr>
        <p:spPr>
          <a:xfrm>
            <a:off x="1031991" y="19656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9" name="Freeform 2918"/>
          <p:cNvSpPr/>
          <p:nvPr/>
        </p:nvSpPr>
        <p:spPr>
          <a:xfrm>
            <a:off x="1016609" y="21538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0" name="Freeform 2919"/>
          <p:cNvSpPr/>
          <p:nvPr/>
        </p:nvSpPr>
        <p:spPr>
          <a:xfrm>
            <a:off x="1115330" y="24280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1" name="Freeform 2920"/>
          <p:cNvSpPr/>
          <p:nvPr/>
        </p:nvSpPr>
        <p:spPr>
          <a:xfrm>
            <a:off x="953208" y="23951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2" name="Freeform 2921"/>
          <p:cNvSpPr/>
          <p:nvPr/>
        </p:nvSpPr>
        <p:spPr>
          <a:xfrm>
            <a:off x="1024739" y="26419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3" name="Freeform 2922"/>
          <p:cNvSpPr/>
          <p:nvPr/>
        </p:nvSpPr>
        <p:spPr>
          <a:xfrm>
            <a:off x="1168738" y="20114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4" name="Freeform 2923"/>
          <p:cNvSpPr/>
          <p:nvPr/>
        </p:nvSpPr>
        <p:spPr>
          <a:xfrm>
            <a:off x="886168" y="22738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5" name="Freeform 2924"/>
          <p:cNvSpPr/>
          <p:nvPr/>
        </p:nvSpPr>
        <p:spPr>
          <a:xfrm>
            <a:off x="1019774" y="25634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6" name="Freeform 2925"/>
          <p:cNvSpPr/>
          <p:nvPr/>
        </p:nvSpPr>
        <p:spPr>
          <a:xfrm>
            <a:off x="1111366" y="25629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7" name="Freeform 2926"/>
          <p:cNvSpPr/>
          <p:nvPr/>
        </p:nvSpPr>
        <p:spPr>
          <a:xfrm>
            <a:off x="956275" y="28418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8" name="Freeform 2927"/>
          <p:cNvSpPr/>
          <p:nvPr/>
        </p:nvSpPr>
        <p:spPr>
          <a:xfrm>
            <a:off x="1238092" y="17279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9" name="Freeform 2928"/>
          <p:cNvSpPr/>
          <p:nvPr/>
        </p:nvSpPr>
        <p:spPr>
          <a:xfrm>
            <a:off x="894048" y="21859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0" name="Freeform 2929"/>
          <p:cNvSpPr/>
          <p:nvPr/>
        </p:nvSpPr>
        <p:spPr>
          <a:xfrm>
            <a:off x="1161040" y="2664975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1" name="Freeform 2930"/>
          <p:cNvSpPr/>
          <p:nvPr/>
        </p:nvSpPr>
        <p:spPr>
          <a:xfrm>
            <a:off x="1169052" y="18145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2" name="Freeform 2931"/>
          <p:cNvSpPr/>
          <p:nvPr/>
        </p:nvSpPr>
        <p:spPr>
          <a:xfrm>
            <a:off x="1126532" y="25111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3" name="Freeform 2932"/>
          <p:cNvSpPr/>
          <p:nvPr/>
        </p:nvSpPr>
        <p:spPr>
          <a:xfrm>
            <a:off x="1051049" y="29416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4" name="Freeform 2933"/>
          <p:cNvSpPr/>
          <p:nvPr/>
        </p:nvSpPr>
        <p:spPr>
          <a:xfrm>
            <a:off x="1089440" y="17063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5" name="Freeform 2934"/>
          <p:cNvSpPr/>
          <p:nvPr/>
        </p:nvSpPr>
        <p:spPr>
          <a:xfrm>
            <a:off x="1006229" y="24992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6" name="Freeform 2935"/>
          <p:cNvSpPr/>
          <p:nvPr/>
        </p:nvSpPr>
        <p:spPr>
          <a:xfrm>
            <a:off x="1119433" y="24340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7" name="Freeform 2936"/>
          <p:cNvSpPr/>
          <p:nvPr/>
        </p:nvSpPr>
        <p:spPr>
          <a:xfrm>
            <a:off x="991462" y="22050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8" name="Freeform 2937"/>
          <p:cNvSpPr/>
          <p:nvPr/>
        </p:nvSpPr>
        <p:spPr>
          <a:xfrm>
            <a:off x="1047580" y="164459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9" name="Freeform 2938"/>
          <p:cNvSpPr/>
          <p:nvPr/>
        </p:nvSpPr>
        <p:spPr>
          <a:xfrm>
            <a:off x="1131832" y="22157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0" name="Freeform 2939"/>
          <p:cNvSpPr/>
          <p:nvPr/>
        </p:nvSpPr>
        <p:spPr>
          <a:xfrm>
            <a:off x="991831" y="28361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1" name="Freeform 2940"/>
          <p:cNvSpPr/>
          <p:nvPr/>
        </p:nvSpPr>
        <p:spPr>
          <a:xfrm>
            <a:off x="1041584" y="19492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2" name="Freeform 2941"/>
          <p:cNvSpPr/>
          <p:nvPr/>
        </p:nvSpPr>
        <p:spPr>
          <a:xfrm>
            <a:off x="1076644" y="24727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3" name="Freeform 2942"/>
          <p:cNvSpPr/>
          <p:nvPr/>
        </p:nvSpPr>
        <p:spPr>
          <a:xfrm>
            <a:off x="976741" y="12653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4" name="Freeform 2943"/>
          <p:cNvSpPr/>
          <p:nvPr/>
        </p:nvSpPr>
        <p:spPr>
          <a:xfrm>
            <a:off x="1142985" y="22265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5" name="Freeform 2944"/>
          <p:cNvSpPr/>
          <p:nvPr/>
        </p:nvSpPr>
        <p:spPr>
          <a:xfrm>
            <a:off x="1088352" y="33631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6" name="Freeform 2945"/>
          <p:cNvSpPr/>
          <p:nvPr/>
        </p:nvSpPr>
        <p:spPr>
          <a:xfrm>
            <a:off x="965212" y="20441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7" name="Freeform 2946"/>
          <p:cNvSpPr/>
          <p:nvPr/>
        </p:nvSpPr>
        <p:spPr>
          <a:xfrm>
            <a:off x="1062632" y="12365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8" name="Freeform 2947"/>
          <p:cNvSpPr/>
          <p:nvPr/>
        </p:nvSpPr>
        <p:spPr>
          <a:xfrm>
            <a:off x="1014316" y="14241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9" name="Freeform 2948"/>
          <p:cNvSpPr/>
          <p:nvPr/>
        </p:nvSpPr>
        <p:spPr>
          <a:xfrm>
            <a:off x="1022129" y="12943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0" name="Freeform 2949"/>
          <p:cNvSpPr/>
          <p:nvPr/>
        </p:nvSpPr>
        <p:spPr>
          <a:xfrm>
            <a:off x="1070838" y="27448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1" name="Freeform 2950"/>
          <p:cNvSpPr/>
          <p:nvPr/>
        </p:nvSpPr>
        <p:spPr>
          <a:xfrm>
            <a:off x="1018671" y="17618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2" name="Freeform 2951"/>
          <p:cNvSpPr/>
          <p:nvPr/>
        </p:nvSpPr>
        <p:spPr>
          <a:xfrm>
            <a:off x="1129727" y="25933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3" name="Freeform 2952"/>
          <p:cNvSpPr/>
          <p:nvPr/>
        </p:nvSpPr>
        <p:spPr>
          <a:xfrm>
            <a:off x="1019004" y="2111841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4" name="Freeform 2953"/>
          <p:cNvSpPr/>
          <p:nvPr/>
        </p:nvSpPr>
        <p:spPr>
          <a:xfrm>
            <a:off x="1130868" y="28736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5" name="Freeform 2954"/>
          <p:cNvSpPr/>
          <p:nvPr/>
        </p:nvSpPr>
        <p:spPr>
          <a:xfrm>
            <a:off x="1062844" y="25538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6" name="Freeform 2955"/>
          <p:cNvSpPr/>
          <p:nvPr/>
        </p:nvSpPr>
        <p:spPr>
          <a:xfrm>
            <a:off x="1122514" y="25700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7" name="Freeform 2956"/>
          <p:cNvSpPr/>
          <p:nvPr/>
        </p:nvSpPr>
        <p:spPr>
          <a:xfrm>
            <a:off x="1029838" y="17687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8" name="Freeform 2957"/>
          <p:cNvSpPr/>
          <p:nvPr/>
        </p:nvSpPr>
        <p:spPr>
          <a:xfrm>
            <a:off x="1032230" y="18185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9" name="Freeform 2958"/>
          <p:cNvSpPr/>
          <p:nvPr/>
        </p:nvSpPr>
        <p:spPr>
          <a:xfrm>
            <a:off x="989300" y="20851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0" name="Freeform 2959"/>
          <p:cNvSpPr/>
          <p:nvPr/>
        </p:nvSpPr>
        <p:spPr>
          <a:xfrm>
            <a:off x="1104087" y="29130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1" name="Freeform 2960"/>
          <p:cNvSpPr/>
          <p:nvPr/>
        </p:nvSpPr>
        <p:spPr>
          <a:xfrm>
            <a:off x="1127955" y="23845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2" name="Freeform 2961"/>
          <p:cNvSpPr/>
          <p:nvPr/>
        </p:nvSpPr>
        <p:spPr>
          <a:xfrm>
            <a:off x="1206321" y="26056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3" name="Freeform 2962"/>
          <p:cNvSpPr/>
          <p:nvPr/>
        </p:nvSpPr>
        <p:spPr>
          <a:xfrm>
            <a:off x="1151353" y="17834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4" name="Freeform 2963"/>
          <p:cNvSpPr/>
          <p:nvPr/>
        </p:nvSpPr>
        <p:spPr>
          <a:xfrm>
            <a:off x="1082316" y="16264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5" name="Freeform 2964"/>
          <p:cNvSpPr/>
          <p:nvPr/>
        </p:nvSpPr>
        <p:spPr>
          <a:xfrm>
            <a:off x="1051753" y="16884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6" name="Freeform 2965"/>
          <p:cNvSpPr/>
          <p:nvPr/>
        </p:nvSpPr>
        <p:spPr>
          <a:xfrm>
            <a:off x="1091531" y="26102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7" name="Freeform 2966"/>
          <p:cNvSpPr/>
          <p:nvPr/>
        </p:nvSpPr>
        <p:spPr>
          <a:xfrm>
            <a:off x="1063907" y="36198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8" name="Freeform 2967"/>
          <p:cNvSpPr/>
          <p:nvPr/>
        </p:nvSpPr>
        <p:spPr>
          <a:xfrm>
            <a:off x="1162825" y="31250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9" name="Freeform 2968"/>
          <p:cNvSpPr/>
          <p:nvPr/>
        </p:nvSpPr>
        <p:spPr>
          <a:xfrm>
            <a:off x="1128363" y="15026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0" name="Freeform 2969"/>
          <p:cNvSpPr/>
          <p:nvPr/>
        </p:nvSpPr>
        <p:spPr>
          <a:xfrm>
            <a:off x="1010242" y="243013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1" name="Freeform 2970"/>
          <p:cNvSpPr/>
          <p:nvPr/>
        </p:nvSpPr>
        <p:spPr>
          <a:xfrm>
            <a:off x="1020134" y="26079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2" name="Freeform 2971"/>
          <p:cNvSpPr/>
          <p:nvPr/>
        </p:nvSpPr>
        <p:spPr>
          <a:xfrm>
            <a:off x="1156444" y="13901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3" name="Freeform 2972"/>
          <p:cNvSpPr/>
          <p:nvPr/>
        </p:nvSpPr>
        <p:spPr>
          <a:xfrm>
            <a:off x="1086183" y="15822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4" name="Freeform 2973"/>
          <p:cNvSpPr/>
          <p:nvPr/>
        </p:nvSpPr>
        <p:spPr>
          <a:xfrm>
            <a:off x="1050374" y="22135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5" name="Freeform 2974"/>
          <p:cNvSpPr/>
          <p:nvPr/>
        </p:nvSpPr>
        <p:spPr>
          <a:xfrm>
            <a:off x="1144441" y="23752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6" name="Freeform 2975"/>
          <p:cNvSpPr/>
          <p:nvPr/>
        </p:nvSpPr>
        <p:spPr>
          <a:xfrm>
            <a:off x="1040037" y="22931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7" name="Freeform 2976"/>
          <p:cNvSpPr/>
          <p:nvPr/>
        </p:nvSpPr>
        <p:spPr>
          <a:xfrm>
            <a:off x="1047189" y="21103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8" name="Freeform 2977"/>
          <p:cNvSpPr/>
          <p:nvPr/>
        </p:nvSpPr>
        <p:spPr>
          <a:xfrm>
            <a:off x="1035156" y="14118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9" name="Freeform 2978"/>
          <p:cNvSpPr/>
          <p:nvPr/>
        </p:nvSpPr>
        <p:spPr>
          <a:xfrm>
            <a:off x="935622" y="20110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0" name="Freeform 2979"/>
          <p:cNvSpPr/>
          <p:nvPr/>
        </p:nvSpPr>
        <p:spPr>
          <a:xfrm>
            <a:off x="1123077" y="18565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1" name="Freeform 2980"/>
          <p:cNvSpPr/>
          <p:nvPr/>
        </p:nvSpPr>
        <p:spPr>
          <a:xfrm>
            <a:off x="985544" y="16310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2" name="Freeform 2981"/>
          <p:cNvSpPr/>
          <p:nvPr/>
        </p:nvSpPr>
        <p:spPr>
          <a:xfrm>
            <a:off x="1028024" y="28211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3" name="Freeform 2982"/>
          <p:cNvSpPr/>
          <p:nvPr/>
        </p:nvSpPr>
        <p:spPr>
          <a:xfrm>
            <a:off x="1016403" y="18418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4" name="Freeform 2983"/>
          <p:cNvSpPr/>
          <p:nvPr/>
        </p:nvSpPr>
        <p:spPr>
          <a:xfrm>
            <a:off x="1113971" y="23758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5" name="Freeform 2984"/>
          <p:cNvSpPr/>
          <p:nvPr/>
        </p:nvSpPr>
        <p:spPr>
          <a:xfrm>
            <a:off x="1061198" y="35062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6" name="Freeform 2985"/>
          <p:cNvSpPr/>
          <p:nvPr/>
        </p:nvSpPr>
        <p:spPr>
          <a:xfrm>
            <a:off x="1066770" y="33088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7" name="Freeform 2986"/>
          <p:cNvSpPr/>
          <p:nvPr/>
        </p:nvSpPr>
        <p:spPr>
          <a:xfrm>
            <a:off x="954342" y="27440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8" name="Freeform 2987"/>
          <p:cNvSpPr/>
          <p:nvPr/>
        </p:nvSpPr>
        <p:spPr>
          <a:xfrm>
            <a:off x="1059947" y="19556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9" name="Freeform 2988"/>
          <p:cNvSpPr/>
          <p:nvPr/>
        </p:nvSpPr>
        <p:spPr>
          <a:xfrm>
            <a:off x="967816" y="21680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0" name="Freeform 2989"/>
          <p:cNvSpPr/>
          <p:nvPr/>
        </p:nvSpPr>
        <p:spPr>
          <a:xfrm>
            <a:off x="1086125" y="21321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1" name="Freeform 2990"/>
          <p:cNvSpPr/>
          <p:nvPr/>
        </p:nvSpPr>
        <p:spPr>
          <a:xfrm>
            <a:off x="1090073" y="12332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2" name="Freeform 2991"/>
          <p:cNvSpPr/>
          <p:nvPr/>
        </p:nvSpPr>
        <p:spPr>
          <a:xfrm>
            <a:off x="1064593" y="28717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3" name="Freeform 2992"/>
          <p:cNvSpPr/>
          <p:nvPr/>
        </p:nvSpPr>
        <p:spPr>
          <a:xfrm>
            <a:off x="1201277" y="22399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4" name="Freeform 2993"/>
          <p:cNvSpPr/>
          <p:nvPr/>
        </p:nvSpPr>
        <p:spPr>
          <a:xfrm>
            <a:off x="1100753" y="2071061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5" name="Freeform 2994"/>
          <p:cNvSpPr/>
          <p:nvPr/>
        </p:nvSpPr>
        <p:spPr>
          <a:xfrm>
            <a:off x="1105271" y="26005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6" name="Freeform 2995"/>
          <p:cNvSpPr/>
          <p:nvPr/>
        </p:nvSpPr>
        <p:spPr>
          <a:xfrm>
            <a:off x="1075187" y="22115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7" name="Freeform 2996"/>
          <p:cNvSpPr/>
          <p:nvPr/>
        </p:nvSpPr>
        <p:spPr>
          <a:xfrm>
            <a:off x="1052961" y="30400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8" name="Freeform 2997"/>
          <p:cNvSpPr/>
          <p:nvPr/>
        </p:nvSpPr>
        <p:spPr>
          <a:xfrm>
            <a:off x="1129820" y="15085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9" name="Freeform 2998"/>
          <p:cNvSpPr/>
          <p:nvPr/>
        </p:nvSpPr>
        <p:spPr>
          <a:xfrm>
            <a:off x="1138811" y="25727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" name="Freeform 2999"/>
          <p:cNvSpPr/>
          <p:nvPr/>
        </p:nvSpPr>
        <p:spPr>
          <a:xfrm>
            <a:off x="979436" y="11923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" name="Freeform 3000"/>
          <p:cNvSpPr/>
          <p:nvPr/>
        </p:nvSpPr>
        <p:spPr>
          <a:xfrm>
            <a:off x="1135696" y="22424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2" name="Freeform 3001"/>
          <p:cNvSpPr/>
          <p:nvPr/>
        </p:nvSpPr>
        <p:spPr>
          <a:xfrm>
            <a:off x="1099831" y="17028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3" name="Freeform 3002"/>
          <p:cNvSpPr/>
          <p:nvPr/>
        </p:nvSpPr>
        <p:spPr>
          <a:xfrm>
            <a:off x="1129474" y="22530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4" name="Freeform 3003"/>
          <p:cNvSpPr/>
          <p:nvPr/>
        </p:nvSpPr>
        <p:spPr>
          <a:xfrm>
            <a:off x="1096671" y="2241607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5" name="Freeform 3004"/>
          <p:cNvSpPr/>
          <p:nvPr/>
        </p:nvSpPr>
        <p:spPr>
          <a:xfrm>
            <a:off x="983210" y="25231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6" name="Freeform 3005"/>
          <p:cNvSpPr/>
          <p:nvPr/>
        </p:nvSpPr>
        <p:spPr>
          <a:xfrm>
            <a:off x="987943" y="21653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7" name="Freeform 3006"/>
          <p:cNvSpPr/>
          <p:nvPr/>
        </p:nvSpPr>
        <p:spPr>
          <a:xfrm>
            <a:off x="1186779" y="20641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8" name="Freeform 3007"/>
          <p:cNvSpPr/>
          <p:nvPr/>
        </p:nvSpPr>
        <p:spPr>
          <a:xfrm>
            <a:off x="1082491" y="26250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9" name="Freeform 3008"/>
          <p:cNvSpPr/>
          <p:nvPr/>
        </p:nvSpPr>
        <p:spPr>
          <a:xfrm>
            <a:off x="971735" y="22895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0" name="Freeform 3009"/>
          <p:cNvSpPr/>
          <p:nvPr/>
        </p:nvSpPr>
        <p:spPr>
          <a:xfrm>
            <a:off x="1088840" y="25363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1" name="Freeform 3010"/>
          <p:cNvSpPr/>
          <p:nvPr/>
        </p:nvSpPr>
        <p:spPr>
          <a:xfrm>
            <a:off x="1041726" y="10558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2" name="Freeform 3011"/>
          <p:cNvSpPr/>
          <p:nvPr/>
        </p:nvSpPr>
        <p:spPr>
          <a:xfrm>
            <a:off x="943466" y="22716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3" name="Freeform 3012"/>
          <p:cNvSpPr/>
          <p:nvPr/>
        </p:nvSpPr>
        <p:spPr>
          <a:xfrm>
            <a:off x="913830" y="14397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4" name="Freeform 3013"/>
          <p:cNvSpPr/>
          <p:nvPr/>
        </p:nvSpPr>
        <p:spPr>
          <a:xfrm>
            <a:off x="959436" y="23255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5" name="Freeform 3014"/>
          <p:cNvSpPr/>
          <p:nvPr/>
        </p:nvSpPr>
        <p:spPr>
          <a:xfrm>
            <a:off x="1083776" y="20940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6" name="Freeform 3015"/>
          <p:cNvSpPr/>
          <p:nvPr/>
        </p:nvSpPr>
        <p:spPr>
          <a:xfrm>
            <a:off x="1062558" y="28983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7" name="Freeform 3016"/>
          <p:cNvSpPr/>
          <p:nvPr/>
        </p:nvSpPr>
        <p:spPr>
          <a:xfrm>
            <a:off x="1049219" y="2453444"/>
            <a:ext cx="35922" cy="35922"/>
          </a:xfrm>
          <a:custGeom>
            <a:avLst/>
            <a:gdLst/>
            <a:ahLst/>
            <a:cxnLst/>
            <a:rect l="l" t="t" r="r" b="b"/>
            <a:pathLst>
              <a:path w="35922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8" name="Freeform 3017"/>
          <p:cNvSpPr/>
          <p:nvPr/>
        </p:nvSpPr>
        <p:spPr>
          <a:xfrm>
            <a:off x="1084631" y="21188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9" name="Freeform 3018"/>
          <p:cNvSpPr/>
          <p:nvPr/>
        </p:nvSpPr>
        <p:spPr>
          <a:xfrm>
            <a:off x="1105623" y="14189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0" name="Freeform 3019"/>
          <p:cNvSpPr/>
          <p:nvPr/>
        </p:nvSpPr>
        <p:spPr>
          <a:xfrm>
            <a:off x="926280" y="21130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1" name="Freeform 3020"/>
          <p:cNvSpPr/>
          <p:nvPr/>
        </p:nvSpPr>
        <p:spPr>
          <a:xfrm>
            <a:off x="1045771" y="15218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2" name="Freeform 3021"/>
          <p:cNvSpPr/>
          <p:nvPr/>
        </p:nvSpPr>
        <p:spPr>
          <a:xfrm>
            <a:off x="1010828" y="18999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3" name="Freeform 3022"/>
          <p:cNvSpPr/>
          <p:nvPr/>
        </p:nvSpPr>
        <p:spPr>
          <a:xfrm>
            <a:off x="983945" y="13979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4" name="Freeform 3023"/>
          <p:cNvSpPr/>
          <p:nvPr/>
        </p:nvSpPr>
        <p:spPr>
          <a:xfrm>
            <a:off x="1029449" y="22560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5" name="Freeform 3024"/>
          <p:cNvSpPr/>
          <p:nvPr/>
        </p:nvSpPr>
        <p:spPr>
          <a:xfrm>
            <a:off x="1057597" y="10097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6" name="Freeform 3025"/>
          <p:cNvSpPr/>
          <p:nvPr/>
        </p:nvSpPr>
        <p:spPr>
          <a:xfrm>
            <a:off x="1048079" y="24729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7" name="Freeform 3026"/>
          <p:cNvSpPr/>
          <p:nvPr/>
        </p:nvSpPr>
        <p:spPr>
          <a:xfrm>
            <a:off x="969253" y="261595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8" name="Freeform 3027"/>
          <p:cNvSpPr/>
          <p:nvPr/>
        </p:nvSpPr>
        <p:spPr>
          <a:xfrm>
            <a:off x="1033698" y="28416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9" name="Freeform 3028"/>
          <p:cNvSpPr/>
          <p:nvPr/>
        </p:nvSpPr>
        <p:spPr>
          <a:xfrm>
            <a:off x="1199465" y="10398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0" name="Freeform 3029"/>
          <p:cNvSpPr/>
          <p:nvPr/>
        </p:nvSpPr>
        <p:spPr>
          <a:xfrm>
            <a:off x="995794" y="180901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1" name="Freeform 3030"/>
          <p:cNvSpPr/>
          <p:nvPr/>
        </p:nvSpPr>
        <p:spPr>
          <a:xfrm>
            <a:off x="953836" y="23959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2" name="Freeform 3031"/>
          <p:cNvSpPr/>
          <p:nvPr/>
        </p:nvSpPr>
        <p:spPr>
          <a:xfrm>
            <a:off x="1084005" y="15904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3" name="Freeform 3032"/>
          <p:cNvSpPr/>
          <p:nvPr/>
        </p:nvSpPr>
        <p:spPr>
          <a:xfrm>
            <a:off x="1105324" y="18760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4" name="Freeform 3033"/>
          <p:cNvSpPr/>
          <p:nvPr/>
        </p:nvSpPr>
        <p:spPr>
          <a:xfrm>
            <a:off x="1096529" y="12255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5" name="Freeform 3034"/>
          <p:cNvSpPr/>
          <p:nvPr/>
        </p:nvSpPr>
        <p:spPr>
          <a:xfrm>
            <a:off x="991472" y="30135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6" name="Freeform 3035"/>
          <p:cNvSpPr/>
          <p:nvPr/>
        </p:nvSpPr>
        <p:spPr>
          <a:xfrm>
            <a:off x="1131955" y="23609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7" name="Freeform 3036"/>
          <p:cNvSpPr/>
          <p:nvPr/>
        </p:nvSpPr>
        <p:spPr>
          <a:xfrm>
            <a:off x="1013653" y="24613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8" name="Freeform 3037"/>
          <p:cNvSpPr/>
          <p:nvPr/>
        </p:nvSpPr>
        <p:spPr>
          <a:xfrm>
            <a:off x="990466" y="32302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9" name="Freeform 3038"/>
          <p:cNvSpPr/>
          <p:nvPr/>
        </p:nvSpPr>
        <p:spPr>
          <a:xfrm>
            <a:off x="1025385" y="16864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0" name="Freeform 3039"/>
          <p:cNvSpPr/>
          <p:nvPr/>
        </p:nvSpPr>
        <p:spPr>
          <a:xfrm>
            <a:off x="1058537" y="23635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1" name="Freeform 3040"/>
          <p:cNvSpPr/>
          <p:nvPr/>
        </p:nvSpPr>
        <p:spPr>
          <a:xfrm>
            <a:off x="1113116" y="18496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2" name="Freeform 3041"/>
          <p:cNvSpPr/>
          <p:nvPr/>
        </p:nvSpPr>
        <p:spPr>
          <a:xfrm>
            <a:off x="1107128" y="10252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3" name="Freeform 3042"/>
          <p:cNvSpPr/>
          <p:nvPr/>
        </p:nvSpPr>
        <p:spPr>
          <a:xfrm>
            <a:off x="1064255" y="24057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4" name="Freeform 3043"/>
          <p:cNvSpPr/>
          <p:nvPr/>
        </p:nvSpPr>
        <p:spPr>
          <a:xfrm>
            <a:off x="1127630" y="24402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5" name="Freeform 3044"/>
          <p:cNvSpPr/>
          <p:nvPr/>
        </p:nvSpPr>
        <p:spPr>
          <a:xfrm>
            <a:off x="1071153" y="2165585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6" name="Freeform 3045"/>
          <p:cNvSpPr/>
          <p:nvPr/>
        </p:nvSpPr>
        <p:spPr>
          <a:xfrm>
            <a:off x="1125181" y="17236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7" name="Freeform 3046"/>
          <p:cNvSpPr/>
          <p:nvPr/>
        </p:nvSpPr>
        <p:spPr>
          <a:xfrm>
            <a:off x="972623" y="25143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8" name="Freeform 3047"/>
          <p:cNvSpPr/>
          <p:nvPr/>
        </p:nvSpPr>
        <p:spPr>
          <a:xfrm>
            <a:off x="961326" y="25470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9" name="Freeform 3048"/>
          <p:cNvSpPr/>
          <p:nvPr/>
        </p:nvSpPr>
        <p:spPr>
          <a:xfrm>
            <a:off x="1117204" y="16880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0" name="Freeform 3049"/>
          <p:cNvSpPr/>
          <p:nvPr/>
        </p:nvSpPr>
        <p:spPr>
          <a:xfrm>
            <a:off x="973538" y="20333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1" name="Freeform 3050"/>
          <p:cNvSpPr/>
          <p:nvPr/>
        </p:nvSpPr>
        <p:spPr>
          <a:xfrm>
            <a:off x="1045746" y="32663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2" name="Freeform 3051"/>
          <p:cNvSpPr/>
          <p:nvPr/>
        </p:nvSpPr>
        <p:spPr>
          <a:xfrm>
            <a:off x="1059240" y="28494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3" name="Freeform 3052"/>
          <p:cNvSpPr/>
          <p:nvPr/>
        </p:nvSpPr>
        <p:spPr>
          <a:xfrm>
            <a:off x="1033380" y="14621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4" name="Freeform 3053"/>
          <p:cNvSpPr/>
          <p:nvPr/>
        </p:nvSpPr>
        <p:spPr>
          <a:xfrm>
            <a:off x="1035665" y="202145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5" name="Freeform 3054"/>
          <p:cNvSpPr/>
          <p:nvPr/>
        </p:nvSpPr>
        <p:spPr>
          <a:xfrm>
            <a:off x="1158125" y="261378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6" name="Freeform 3055"/>
          <p:cNvSpPr/>
          <p:nvPr/>
        </p:nvSpPr>
        <p:spPr>
          <a:xfrm>
            <a:off x="897949" y="23126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7" name="Freeform 3056"/>
          <p:cNvSpPr/>
          <p:nvPr/>
        </p:nvSpPr>
        <p:spPr>
          <a:xfrm>
            <a:off x="1124378" y="22192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8" name="Freeform 3057"/>
          <p:cNvSpPr/>
          <p:nvPr/>
        </p:nvSpPr>
        <p:spPr>
          <a:xfrm>
            <a:off x="1217995" y="18516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9" name="Freeform 3058"/>
          <p:cNvSpPr/>
          <p:nvPr/>
        </p:nvSpPr>
        <p:spPr>
          <a:xfrm>
            <a:off x="1067312" y="29170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0" name="Freeform 3059"/>
          <p:cNvSpPr/>
          <p:nvPr/>
        </p:nvSpPr>
        <p:spPr>
          <a:xfrm>
            <a:off x="1064489" y="26538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1" name="Freeform 3060"/>
          <p:cNvSpPr/>
          <p:nvPr/>
        </p:nvSpPr>
        <p:spPr>
          <a:xfrm>
            <a:off x="1113930" y="20870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2" name="Freeform 3061"/>
          <p:cNvSpPr/>
          <p:nvPr/>
        </p:nvSpPr>
        <p:spPr>
          <a:xfrm>
            <a:off x="1187062" y="22767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3" name="Freeform 3062"/>
          <p:cNvSpPr/>
          <p:nvPr/>
        </p:nvSpPr>
        <p:spPr>
          <a:xfrm>
            <a:off x="986939" y="19349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4" name="Freeform 3063"/>
          <p:cNvSpPr/>
          <p:nvPr/>
        </p:nvSpPr>
        <p:spPr>
          <a:xfrm>
            <a:off x="1071564" y="28515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5" name="Freeform 3064"/>
          <p:cNvSpPr/>
          <p:nvPr/>
        </p:nvSpPr>
        <p:spPr>
          <a:xfrm>
            <a:off x="1053395" y="20442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6" name="Freeform 3065"/>
          <p:cNvSpPr/>
          <p:nvPr/>
        </p:nvSpPr>
        <p:spPr>
          <a:xfrm>
            <a:off x="1102853" y="16705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7" name="Freeform 3066"/>
          <p:cNvSpPr/>
          <p:nvPr/>
        </p:nvSpPr>
        <p:spPr>
          <a:xfrm>
            <a:off x="1076307" y="19782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8" name="Freeform 3067"/>
          <p:cNvSpPr/>
          <p:nvPr/>
        </p:nvSpPr>
        <p:spPr>
          <a:xfrm>
            <a:off x="1109505" y="21551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9" name="Freeform 3068"/>
          <p:cNvSpPr/>
          <p:nvPr/>
        </p:nvSpPr>
        <p:spPr>
          <a:xfrm>
            <a:off x="1037779" y="22747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0" name="Freeform 3069"/>
          <p:cNvSpPr/>
          <p:nvPr/>
        </p:nvSpPr>
        <p:spPr>
          <a:xfrm>
            <a:off x="1068998" y="26507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1" name="Freeform 3070"/>
          <p:cNvSpPr/>
          <p:nvPr/>
        </p:nvSpPr>
        <p:spPr>
          <a:xfrm>
            <a:off x="1021281" y="22625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2" name="Freeform 3071"/>
          <p:cNvSpPr/>
          <p:nvPr/>
        </p:nvSpPr>
        <p:spPr>
          <a:xfrm>
            <a:off x="1021682" y="15849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3" name="Freeform 3072"/>
          <p:cNvSpPr/>
          <p:nvPr/>
        </p:nvSpPr>
        <p:spPr>
          <a:xfrm>
            <a:off x="1056358" y="22865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4" name="Freeform 3073"/>
          <p:cNvSpPr/>
          <p:nvPr/>
        </p:nvSpPr>
        <p:spPr>
          <a:xfrm>
            <a:off x="1056327" y="26787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5" name="Freeform 3074"/>
          <p:cNvSpPr/>
          <p:nvPr/>
        </p:nvSpPr>
        <p:spPr>
          <a:xfrm>
            <a:off x="987972" y="24764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6" name="Freeform 3075"/>
          <p:cNvSpPr/>
          <p:nvPr/>
        </p:nvSpPr>
        <p:spPr>
          <a:xfrm>
            <a:off x="1169895" y="21237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7" name="Freeform 3076"/>
          <p:cNvSpPr/>
          <p:nvPr/>
        </p:nvSpPr>
        <p:spPr>
          <a:xfrm>
            <a:off x="1056787" y="24160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8" name="Freeform 3077"/>
          <p:cNvSpPr/>
          <p:nvPr/>
        </p:nvSpPr>
        <p:spPr>
          <a:xfrm>
            <a:off x="973961" y="19790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9" name="Freeform 3078"/>
          <p:cNvSpPr/>
          <p:nvPr/>
        </p:nvSpPr>
        <p:spPr>
          <a:xfrm>
            <a:off x="1138816" y="19599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0" name="Freeform 3079"/>
          <p:cNvSpPr/>
          <p:nvPr/>
        </p:nvSpPr>
        <p:spPr>
          <a:xfrm>
            <a:off x="1016111" y="17736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1" name="Freeform 3080"/>
          <p:cNvSpPr/>
          <p:nvPr/>
        </p:nvSpPr>
        <p:spPr>
          <a:xfrm>
            <a:off x="1099463" y="15016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2" name="Freeform 3081"/>
          <p:cNvSpPr/>
          <p:nvPr/>
        </p:nvSpPr>
        <p:spPr>
          <a:xfrm>
            <a:off x="1064618" y="17192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3" name="Freeform 3082"/>
          <p:cNvSpPr/>
          <p:nvPr/>
        </p:nvSpPr>
        <p:spPr>
          <a:xfrm>
            <a:off x="1082372" y="27013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4" name="Freeform 3083"/>
          <p:cNvSpPr/>
          <p:nvPr/>
        </p:nvSpPr>
        <p:spPr>
          <a:xfrm>
            <a:off x="1077092" y="26857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5" name="Freeform 3084"/>
          <p:cNvSpPr/>
          <p:nvPr/>
        </p:nvSpPr>
        <p:spPr>
          <a:xfrm>
            <a:off x="1027594" y="22645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6" name="Freeform 3085"/>
          <p:cNvSpPr/>
          <p:nvPr/>
        </p:nvSpPr>
        <p:spPr>
          <a:xfrm>
            <a:off x="1068463" y="24555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7" name="Freeform 3086"/>
          <p:cNvSpPr/>
          <p:nvPr/>
        </p:nvSpPr>
        <p:spPr>
          <a:xfrm>
            <a:off x="1200610" y="28051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8" name="Freeform 3087"/>
          <p:cNvSpPr/>
          <p:nvPr/>
        </p:nvSpPr>
        <p:spPr>
          <a:xfrm>
            <a:off x="917318" y="24507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9" name="Freeform 3088"/>
          <p:cNvSpPr/>
          <p:nvPr/>
        </p:nvSpPr>
        <p:spPr>
          <a:xfrm>
            <a:off x="1070122" y="24674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0" name="Freeform 3089"/>
          <p:cNvSpPr/>
          <p:nvPr/>
        </p:nvSpPr>
        <p:spPr>
          <a:xfrm>
            <a:off x="1094601" y="25678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1" name="Freeform 3090"/>
          <p:cNvSpPr/>
          <p:nvPr/>
        </p:nvSpPr>
        <p:spPr>
          <a:xfrm>
            <a:off x="995946" y="23866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2" name="Freeform 3091"/>
          <p:cNvSpPr/>
          <p:nvPr/>
        </p:nvSpPr>
        <p:spPr>
          <a:xfrm>
            <a:off x="974847" y="16263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3" name="Freeform 3092"/>
          <p:cNvSpPr/>
          <p:nvPr/>
        </p:nvSpPr>
        <p:spPr>
          <a:xfrm>
            <a:off x="1208956" y="21245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4" name="Freeform 3093"/>
          <p:cNvSpPr/>
          <p:nvPr/>
        </p:nvSpPr>
        <p:spPr>
          <a:xfrm>
            <a:off x="1041104" y="9682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5" name="Freeform 3094"/>
          <p:cNvSpPr/>
          <p:nvPr/>
        </p:nvSpPr>
        <p:spPr>
          <a:xfrm>
            <a:off x="1203655" y="21392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6" name="Freeform 3095"/>
          <p:cNvSpPr/>
          <p:nvPr/>
        </p:nvSpPr>
        <p:spPr>
          <a:xfrm>
            <a:off x="1101286" y="23735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7" name="Freeform 3096"/>
          <p:cNvSpPr/>
          <p:nvPr/>
        </p:nvSpPr>
        <p:spPr>
          <a:xfrm>
            <a:off x="1070798" y="222386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8" name="Freeform 3097"/>
          <p:cNvSpPr/>
          <p:nvPr/>
        </p:nvSpPr>
        <p:spPr>
          <a:xfrm>
            <a:off x="1097320" y="20954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9" name="Freeform 3098"/>
          <p:cNvSpPr/>
          <p:nvPr/>
        </p:nvSpPr>
        <p:spPr>
          <a:xfrm>
            <a:off x="1107870" y="20044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0" name="Freeform 3099"/>
          <p:cNvSpPr/>
          <p:nvPr/>
        </p:nvSpPr>
        <p:spPr>
          <a:xfrm>
            <a:off x="1143998" y="11692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1" name="Freeform 3100"/>
          <p:cNvSpPr/>
          <p:nvPr/>
        </p:nvSpPr>
        <p:spPr>
          <a:xfrm>
            <a:off x="1094657" y="26560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2" name="Freeform 3101"/>
          <p:cNvSpPr/>
          <p:nvPr/>
        </p:nvSpPr>
        <p:spPr>
          <a:xfrm>
            <a:off x="1075340" y="17888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3" name="Freeform 3102"/>
          <p:cNvSpPr/>
          <p:nvPr/>
        </p:nvSpPr>
        <p:spPr>
          <a:xfrm>
            <a:off x="1077441" y="21202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4" name="Freeform 3103"/>
          <p:cNvSpPr/>
          <p:nvPr/>
        </p:nvSpPr>
        <p:spPr>
          <a:xfrm>
            <a:off x="1155425" y="30253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5" name="Freeform 3104"/>
          <p:cNvSpPr/>
          <p:nvPr/>
        </p:nvSpPr>
        <p:spPr>
          <a:xfrm>
            <a:off x="1119940" y="18338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6" name="Freeform 3105"/>
          <p:cNvSpPr/>
          <p:nvPr/>
        </p:nvSpPr>
        <p:spPr>
          <a:xfrm>
            <a:off x="999279" y="15809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7" name="Freeform 3106"/>
          <p:cNvSpPr/>
          <p:nvPr/>
        </p:nvSpPr>
        <p:spPr>
          <a:xfrm>
            <a:off x="1023583" y="2662114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8" name="Freeform 3107"/>
          <p:cNvSpPr/>
          <p:nvPr/>
        </p:nvSpPr>
        <p:spPr>
          <a:xfrm>
            <a:off x="1087687" y="22305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9" name="Freeform 3108"/>
          <p:cNvSpPr/>
          <p:nvPr/>
        </p:nvSpPr>
        <p:spPr>
          <a:xfrm>
            <a:off x="1024426" y="31038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0" name="Freeform 3109"/>
          <p:cNvSpPr/>
          <p:nvPr/>
        </p:nvSpPr>
        <p:spPr>
          <a:xfrm>
            <a:off x="1040773" y="28664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1" name="Freeform 3110"/>
          <p:cNvSpPr/>
          <p:nvPr/>
        </p:nvSpPr>
        <p:spPr>
          <a:xfrm>
            <a:off x="1002337" y="16927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2" name="Freeform 3111"/>
          <p:cNvSpPr/>
          <p:nvPr/>
        </p:nvSpPr>
        <p:spPr>
          <a:xfrm>
            <a:off x="1048391" y="24632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3" name="Freeform 3112"/>
          <p:cNvSpPr/>
          <p:nvPr/>
        </p:nvSpPr>
        <p:spPr>
          <a:xfrm>
            <a:off x="1093848" y="27901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4" name="Freeform 3113"/>
          <p:cNvSpPr/>
          <p:nvPr/>
        </p:nvSpPr>
        <p:spPr>
          <a:xfrm>
            <a:off x="1131760" y="21092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5" name="Freeform 3114"/>
          <p:cNvSpPr/>
          <p:nvPr/>
        </p:nvSpPr>
        <p:spPr>
          <a:xfrm>
            <a:off x="1066360" y="24917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6" name="Freeform 3115"/>
          <p:cNvSpPr/>
          <p:nvPr/>
        </p:nvSpPr>
        <p:spPr>
          <a:xfrm>
            <a:off x="1203380" y="24655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7" name="Freeform 3116"/>
          <p:cNvSpPr/>
          <p:nvPr/>
        </p:nvSpPr>
        <p:spPr>
          <a:xfrm>
            <a:off x="1060678" y="18497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8" name="Freeform 3117"/>
          <p:cNvSpPr/>
          <p:nvPr/>
        </p:nvSpPr>
        <p:spPr>
          <a:xfrm>
            <a:off x="1277579" y="28170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9" name="Freeform 3118"/>
          <p:cNvSpPr/>
          <p:nvPr/>
        </p:nvSpPr>
        <p:spPr>
          <a:xfrm>
            <a:off x="1132191" y="26866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0" name="Freeform 3119"/>
          <p:cNvSpPr/>
          <p:nvPr/>
        </p:nvSpPr>
        <p:spPr>
          <a:xfrm>
            <a:off x="1098697" y="21475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1" name="Freeform 3120"/>
          <p:cNvSpPr/>
          <p:nvPr/>
        </p:nvSpPr>
        <p:spPr>
          <a:xfrm>
            <a:off x="1032644" y="17327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2" name="Freeform 3121"/>
          <p:cNvSpPr/>
          <p:nvPr/>
        </p:nvSpPr>
        <p:spPr>
          <a:xfrm>
            <a:off x="878388" y="15959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3" name="Freeform 3122"/>
          <p:cNvSpPr/>
          <p:nvPr/>
        </p:nvSpPr>
        <p:spPr>
          <a:xfrm>
            <a:off x="1055457" y="25643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4" name="Freeform 3123"/>
          <p:cNvSpPr/>
          <p:nvPr/>
        </p:nvSpPr>
        <p:spPr>
          <a:xfrm>
            <a:off x="1077569" y="17490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5" name="Freeform 3124"/>
          <p:cNvSpPr/>
          <p:nvPr/>
        </p:nvSpPr>
        <p:spPr>
          <a:xfrm>
            <a:off x="1193271" y="26249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6" name="Freeform 3125"/>
          <p:cNvSpPr/>
          <p:nvPr/>
        </p:nvSpPr>
        <p:spPr>
          <a:xfrm>
            <a:off x="974223" y="12967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7" name="Freeform 3126"/>
          <p:cNvSpPr/>
          <p:nvPr/>
        </p:nvSpPr>
        <p:spPr>
          <a:xfrm>
            <a:off x="1192172" y="28028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8" name="Freeform 3127"/>
          <p:cNvSpPr/>
          <p:nvPr/>
        </p:nvSpPr>
        <p:spPr>
          <a:xfrm>
            <a:off x="1049081" y="15500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9" name="Freeform 3128"/>
          <p:cNvSpPr/>
          <p:nvPr/>
        </p:nvSpPr>
        <p:spPr>
          <a:xfrm>
            <a:off x="1113777" y="25599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0" name="Freeform 3129"/>
          <p:cNvSpPr/>
          <p:nvPr/>
        </p:nvSpPr>
        <p:spPr>
          <a:xfrm>
            <a:off x="897269" y="12015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1" name="Freeform 3130"/>
          <p:cNvSpPr/>
          <p:nvPr/>
        </p:nvSpPr>
        <p:spPr>
          <a:xfrm>
            <a:off x="1074970" y="19250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2" name="Freeform 3131"/>
          <p:cNvSpPr/>
          <p:nvPr/>
        </p:nvSpPr>
        <p:spPr>
          <a:xfrm>
            <a:off x="1042946" y="27429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3" name="Freeform 3132"/>
          <p:cNvSpPr/>
          <p:nvPr/>
        </p:nvSpPr>
        <p:spPr>
          <a:xfrm>
            <a:off x="1111015" y="249169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4" name="Freeform 3133"/>
          <p:cNvSpPr/>
          <p:nvPr/>
        </p:nvSpPr>
        <p:spPr>
          <a:xfrm>
            <a:off x="1071799" y="18284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5" name="Freeform 3134"/>
          <p:cNvSpPr/>
          <p:nvPr/>
        </p:nvSpPr>
        <p:spPr>
          <a:xfrm>
            <a:off x="989978" y="16903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6" name="Freeform 3135"/>
          <p:cNvSpPr/>
          <p:nvPr/>
        </p:nvSpPr>
        <p:spPr>
          <a:xfrm>
            <a:off x="1128565" y="22619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7" name="Freeform 3136"/>
          <p:cNvSpPr/>
          <p:nvPr/>
        </p:nvSpPr>
        <p:spPr>
          <a:xfrm>
            <a:off x="1111825" y="22032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8" name="Freeform 3137"/>
          <p:cNvSpPr/>
          <p:nvPr/>
        </p:nvSpPr>
        <p:spPr>
          <a:xfrm>
            <a:off x="1105333" y="18400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9" name="Freeform 3138"/>
          <p:cNvSpPr/>
          <p:nvPr/>
        </p:nvSpPr>
        <p:spPr>
          <a:xfrm>
            <a:off x="1132672" y="21589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0" name="Freeform 3139"/>
          <p:cNvSpPr/>
          <p:nvPr/>
        </p:nvSpPr>
        <p:spPr>
          <a:xfrm>
            <a:off x="1138779" y="28841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1" name="Freeform 3140"/>
          <p:cNvSpPr/>
          <p:nvPr/>
        </p:nvSpPr>
        <p:spPr>
          <a:xfrm>
            <a:off x="1064300" y="26396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2" name="Freeform 3141"/>
          <p:cNvSpPr/>
          <p:nvPr/>
        </p:nvSpPr>
        <p:spPr>
          <a:xfrm>
            <a:off x="975689" y="21063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3" name="Freeform 3142"/>
          <p:cNvSpPr/>
          <p:nvPr/>
        </p:nvSpPr>
        <p:spPr>
          <a:xfrm>
            <a:off x="973877" y="16075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4" name="Freeform 3143"/>
          <p:cNvSpPr/>
          <p:nvPr/>
        </p:nvSpPr>
        <p:spPr>
          <a:xfrm>
            <a:off x="1155281" y="14037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5" name="Freeform 3144"/>
          <p:cNvSpPr/>
          <p:nvPr/>
        </p:nvSpPr>
        <p:spPr>
          <a:xfrm>
            <a:off x="1112874" y="18293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6" name="Freeform 3145"/>
          <p:cNvSpPr/>
          <p:nvPr/>
        </p:nvSpPr>
        <p:spPr>
          <a:xfrm>
            <a:off x="1072515" y="20797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7" name="Freeform 3146"/>
          <p:cNvSpPr/>
          <p:nvPr/>
        </p:nvSpPr>
        <p:spPr>
          <a:xfrm>
            <a:off x="1036915" y="18449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8" name="Freeform 3147"/>
          <p:cNvSpPr/>
          <p:nvPr/>
        </p:nvSpPr>
        <p:spPr>
          <a:xfrm>
            <a:off x="1067840" y="2565221"/>
            <a:ext cx="35922" cy="35922"/>
          </a:xfrm>
          <a:custGeom>
            <a:avLst/>
            <a:gdLst/>
            <a:ahLst/>
            <a:cxnLst/>
            <a:rect l="l" t="t" r="r" b="b"/>
            <a:pathLst>
              <a:path w="35922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9" name="Freeform 3148"/>
          <p:cNvSpPr/>
          <p:nvPr/>
        </p:nvSpPr>
        <p:spPr>
          <a:xfrm>
            <a:off x="1067392" y="23039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0" name="Freeform 3149"/>
          <p:cNvSpPr/>
          <p:nvPr/>
        </p:nvSpPr>
        <p:spPr>
          <a:xfrm>
            <a:off x="1043409" y="26453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1" name="Freeform 3150"/>
          <p:cNvSpPr/>
          <p:nvPr/>
        </p:nvSpPr>
        <p:spPr>
          <a:xfrm>
            <a:off x="1019378" y="28613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2" name="Freeform 3151"/>
          <p:cNvSpPr/>
          <p:nvPr/>
        </p:nvSpPr>
        <p:spPr>
          <a:xfrm>
            <a:off x="1209315" y="2056247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3" name="Freeform 3152"/>
          <p:cNvSpPr/>
          <p:nvPr/>
        </p:nvSpPr>
        <p:spPr>
          <a:xfrm>
            <a:off x="1080908" y="21315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4" name="Freeform 3153"/>
          <p:cNvSpPr/>
          <p:nvPr/>
        </p:nvSpPr>
        <p:spPr>
          <a:xfrm>
            <a:off x="1025562" y="18760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5" name="Freeform 3154"/>
          <p:cNvSpPr/>
          <p:nvPr/>
        </p:nvSpPr>
        <p:spPr>
          <a:xfrm>
            <a:off x="979376" y="19480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6" name="Freeform 3155"/>
          <p:cNvSpPr/>
          <p:nvPr/>
        </p:nvSpPr>
        <p:spPr>
          <a:xfrm>
            <a:off x="1017609" y="21025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7" name="Freeform 3156"/>
          <p:cNvSpPr/>
          <p:nvPr/>
        </p:nvSpPr>
        <p:spPr>
          <a:xfrm>
            <a:off x="1113489" y="19427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8" name="Freeform 3157"/>
          <p:cNvSpPr/>
          <p:nvPr/>
        </p:nvSpPr>
        <p:spPr>
          <a:xfrm>
            <a:off x="1116054" y="22476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9" name="Freeform 3158"/>
          <p:cNvSpPr/>
          <p:nvPr/>
        </p:nvSpPr>
        <p:spPr>
          <a:xfrm>
            <a:off x="1051263" y="20158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0" name="Freeform 3159"/>
          <p:cNvSpPr/>
          <p:nvPr/>
        </p:nvSpPr>
        <p:spPr>
          <a:xfrm>
            <a:off x="1069177" y="25954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1" name="Freeform 3160"/>
          <p:cNvSpPr/>
          <p:nvPr/>
        </p:nvSpPr>
        <p:spPr>
          <a:xfrm>
            <a:off x="1045512" y="20378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2" name="Freeform 3161"/>
          <p:cNvSpPr/>
          <p:nvPr/>
        </p:nvSpPr>
        <p:spPr>
          <a:xfrm>
            <a:off x="992260" y="18858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3" name="Freeform 3162"/>
          <p:cNvSpPr/>
          <p:nvPr/>
        </p:nvSpPr>
        <p:spPr>
          <a:xfrm>
            <a:off x="1152093" y="25667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4" name="Freeform 3163"/>
          <p:cNvSpPr/>
          <p:nvPr/>
        </p:nvSpPr>
        <p:spPr>
          <a:xfrm>
            <a:off x="1090466" y="21995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5" name="Freeform 3164"/>
          <p:cNvSpPr/>
          <p:nvPr/>
        </p:nvSpPr>
        <p:spPr>
          <a:xfrm>
            <a:off x="1230013" y="25432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6" name="Freeform 3165"/>
          <p:cNvSpPr/>
          <p:nvPr/>
        </p:nvSpPr>
        <p:spPr>
          <a:xfrm>
            <a:off x="1015587" y="249386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7" name="Freeform 3166"/>
          <p:cNvSpPr/>
          <p:nvPr/>
        </p:nvSpPr>
        <p:spPr>
          <a:xfrm>
            <a:off x="1056624" y="27983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8" name="Freeform 3167"/>
          <p:cNvSpPr/>
          <p:nvPr/>
        </p:nvSpPr>
        <p:spPr>
          <a:xfrm>
            <a:off x="1124318" y="15819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9" name="Freeform 3168"/>
          <p:cNvSpPr/>
          <p:nvPr/>
        </p:nvSpPr>
        <p:spPr>
          <a:xfrm>
            <a:off x="1049489" y="16837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0" name="Freeform 3169"/>
          <p:cNvSpPr/>
          <p:nvPr/>
        </p:nvSpPr>
        <p:spPr>
          <a:xfrm>
            <a:off x="973696" y="1952506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1" name="Freeform 3170"/>
          <p:cNvSpPr/>
          <p:nvPr/>
        </p:nvSpPr>
        <p:spPr>
          <a:xfrm>
            <a:off x="1002805" y="12224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2" name="Freeform 3171"/>
          <p:cNvSpPr/>
          <p:nvPr/>
        </p:nvSpPr>
        <p:spPr>
          <a:xfrm>
            <a:off x="1072430" y="23222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3" name="Freeform 3172"/>
          <p:cNvSpPr/>
          <p:nvPr/>
        </p:nvSpPr>
        <p:spPr>
          <a:xfrm>
            <a:off x="1088524" y="6833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4" name="Freeform 3173"/>
          <p:cNvSpPr/>
          <p:nvPr/>
        </p:nvSpPr>
        <p:spPr>
          <a:xfrm>
            <a:off x="1059472" y="23417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5" name="Freeform 3174"/>
          <p:cNvSpPr/>
          <p:nvPr/>
        </p:nvSpPr>
        <p:spPr>
          <a:xfrm>
            <a:off x="1132312" y="20961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6" name="Freeform 3175"/>
          <p:cNvSpPr/>
          <p:nvPr/>
        </p:nvSpPr>
        <p:spPr>
          <a:xfrm>
            <a:off x="1131601" y="24283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7" name="Freeform 3176"/>
          <p:cNvSpPr/>
          <p:nvPr/>
        </p:nvSpPr>
        <p:spPr>
          <a:xfrm>
            <a:off x="1087158" y="20365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8" name="Freeform 3177"/>
          <p:cNvSpPr/>
          <p:nvPr/>
        </p:nvSpPr>
        <p:spPr>
          <a:xfrm>
            <a:off x="1067531" y="18007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9" name="Freeform 3178"/>
          <p:cNvSpPr/>
          <p:nvPr/>
        </p:nvSpPr>
        <p:spPr>
          <a:xfrm>
            <a:off x="1048972" y="22839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0" name="Freeform 3179"/>
          <p:cNvSpPr/>
          <p:nvPr/>
        </p:nvSpPr>
        <p:spPr>
          <a:xfrm>
            <a:off x="1102299" y="13219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1" name="Freeform 3180"/>
          <p:cNvSpPr/>
          <p:nvPr/>
        </p:nvSpPr>
        <p:spPr>
          <a:xfrm>
            <a:off x="1126750" y="21042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2" name="Freeform 3181"/>
          <p:cNvSpPr/>
          <p:nvPr/>
        </p:nvSpPr>
        <p:spPr>
          <a:xfrm>
            <a:off x="1069767" y="20883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3" name="Freeform 3182"/>
          <p:cNvSpPr/>
          <p:nvPr/>
        </p:nvSpPr>
        <p:spPr>
          <a:xfrm>
            <a:off x="1095597" y="26884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4" name="Freeform 3183"/>
          <p:cNvSpPr/>
          <p:nvPr/>
        </p:nvSpPr>
        <p:spPr>
          <a:xfrm>
            <a:off x="1044234" y="20130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5" name="Freeform 3184"/>
          <p:cNvSpPr/>
          <p:nvPr/>
        </p:nvSpPr>
        <p:spPr>
          <a:xfrm>
            <a:off x="972114" y="22941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6" name="Freeform 3185"/>
          <p:cNvSpPr/>
          <p:nvPr/>
        </p:nvSpPr>
        <p:spPr>
          <a:xfrm>
            <a:off x="999350" y="25354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7" name="Freeform 3186"/>
          <p:cNvSpPr/>
          <p:nvPr/>
        </p:nvSpPr>
        <p:spPr>
          <a:xfrm>
            <a:off x="1116543" y="26210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8" name="Freeform 3187"/>
          <p:cNvSpPr/>
          <p:nvPr/>
        </p:nvSpPr>
        <p:spPr>
          <a:xfrm>
            <a:off x="1095399" y="8665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9" name="Freeform 3188"/>
          <p:cNvSpPr/>
          <p:nvPr/>
        </p:nvSpPr>
        <p:spPr>
          <a:xfrm>
            <a:off x="1171232" y="23600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0" name="Freeform 3189"/>
          <p:cNvSpPr/>
          <p:nvPr/>
        </p:nvSpPr>
        <p:spPr>
          <a:xfrm>
            <a:off x="1069468" y="29673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1" name="Freeform 3190"/>
          <p:cNvSpPr/>
          <p:nvPr/>
        </p:nvSpPr>
        <p:spPr>
          <a:xfrm>
            <a:off x="1123111" y="25812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2" name="Freeform 3191"/>
          <p:cNvSpPr/>
          <p:nvPr/>
        </p:nvSpPr>
        <p:spPr>
          <a:xfrm>
            <a:off x="1153508" y="22522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3" name="Freeform 3192"/>
          <p:cNvSpPr/>
          <p:nvPr/>
        </p:nvSpPr>
        <p:spPr>
          <a:xfrm>
            <a:off x="1131713" y="19478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4" name="Freeform 3193"/>
          <p:cNvSpPr/>
          <p:nvPr/>
        </p:nvSpPr>
        <p:spPr>
          <a:xfrm>
            <a:off x="1025380" y="19436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5" name="Freeform 3194"/>
          <p:cNvSpPr/>
          <p:nvPr/>
        </p:nvSpPr>
        <p:spPr>
          <a:xfrm>
            <a:off x="1053504" y="18816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6" name="Freeform 3195"/>
          <p:cNvSpPr/>
          <p:nvPr/>
        </p:nvSpPr>
        <p:spPr>
          <a:xfrm>
            <a:off x="1074356" y="25540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7" name="Freeform 3196"/>
          <p:cNvSpPr/>
          <p:nvPr/>
        </p:nvSpPr>
        <p:spPr>
          <a:xfrm>
            <a:off x="1000351" y="20527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8" name="Freeform 3197"/>
          <p:cNvSpPr/>
          <p:nvPr/>
        </p:nvSpPr>
        <p:spPr>
          <a:xfrm>
            <a:off x="1097209" y="26717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9" name="Freeform 3198"/>
          <p:cNvSpPr/>
          <p:nvPr/>
        </p:nvSpPr>
        <p:spPr>
          <a:xfrm>
            <a:off x="1133672" y="25412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0" name="Freeform 3199"/>
          <p:cNvSpPr/>
          <p:nvPr/>
        </p:nvSpPr>
        <p:spPr>
          <a:xfrm>
            <a:off x="1033850" y="26929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1" name="Freeform 3200"/>
          <p:cNvSpPr/>
          <p:nvPr/>
        </p:nvSpPr>
        <p:spPr>
          <a:xfrm>
            <a:off x="1196594" y="28306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2" name="Freeform 3201"/>
          <p:cNvSpPr/>
          <p:nvPr/>
        </p:nvSpPr>
        <p:spPr>
          <a:xfrm>
            <a:off x="1046462" y="16844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3" name="Freeform 3202"/>
          <p:cNvSpPr/>
          <p:nvPr/>
        </p:nvSpPr>
        <p:spPr>
          <a:xfrm>
            <a:off x="1052284" y="18755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4" name="Freeform 3203"/>
          <p:cNvSpPr/>
          <p:nvPr/>
        </p:nvSpPr>
        <p:spPr>
          <a:xfrm>
            <a:off x="1049941" y="17290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5" name="Freeform 3204"/>
          <p:cNvSpPr/>
          <p:nvPr/>
        </p:nvSpPr>
        <p:spPr>
          <a:xfrm>
            <a:off x="1018764" y="2205961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6" name="Freeform 3205"/>
          <p:cNvSpPr/>
          <p:nvPr/>
        </p:nvSpPr>
        <p:spPr>
          <a:xfrm>
            <a:off x="1093465" y="18307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7" name="Freeform 3206"/>
          <p:cNvSpPr/>
          <p:nvPr/>
        </p:nvSpPr>
        <p:spPr>
          <a:xfrm>
            <a:off x="1067076" y="31221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8" name="Freeform 3207"/>
          <p:cNvSpPr/>
          <p:nvPr/>
        </p:nvSpPr>
        <p:spPr>
          <a:xfrm>
            <a:off x="1175952" y="17868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9" name="Freeform 3208"/>
          <p:cNvSpPr/>
          <p:nvPr/>
        </p:nvSpPr>
        <p:spPr>
          <a:xfrm>
            <a:off x="1106032" y="21358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0" name="Freeform 3209"/>
          <p:cNvSpPr/>
          <p:nvPr/>
        </p:nvSpPr>
        <p:spPr>
          <a:xfrm>
            <a:off x="1101414" y="19068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1" name="Freeform 3210"/>
          <p:cNvSpPr/>
          <p:nvPr/>
        </p:nvSpPr>
        <p:spPr>
          <a:xfrm>
            <a:off x="1051052" y="20326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2" name="Freeform 3211"/>
          <p:cNvSpPr/>
          <p:nvPr/>
        </p:nvSpPr>
        <p:spPr>
          <a:xfrm>
            <a:off x="971936" y="27281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3" name="Freeform 3212"/>
          <p:cNvSpPr/>
          <p:nvPr/>
        </p:nvSpPr>
        <p:spPr>
          <a:xfrm>
            <a:off x="1059810" y="29881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4" name="Freeform 3213"/>
          <p:cNvSpPr/>
          <p:nvPr/>
        </p:nvSpPr>
        <p:spPr>
          <a:xfrm>
            <a:off x="1009344" y="25882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5" name="Freeform 3214"/>
          <p:cNvSpPr/>
          <p:nvPr/>
        </p:nvSpPr>
        <p:spPr>
          <a:xfrm>
            <a:off x="1128887" y="19385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6" name="Freeform 3215"/>
          <p:cNvSpPr/>
          <p:nvPr/>
        </p:nvSpPr>
        <p:spPr>
          <a:xfrm>
            <a:off x="1063728" y="18748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7" name="Freeform 3216"/>
          <p:cNvSpPr/>
          <p:nvPr/>
        </p:nvSpPr>
        <p:spPr>
          <a:xfrm>
            <a:off x="1176242" y="29220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8" name="Freeform 3217"/>
          <p:cNvSpPr/>
          <p:nvPr/>
        </p:nvSpPr>
        <p:spPr>
          <a:xfrm>
            <a:off x="1114523" y="27251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9" name="Freeform 3218"/>
          <p:cNvSpPr/>
          <p:nvPr/>
        </p:nvSpPr>
        <p:spPr>
          <a:xfrm>
            <a:off x="1121172" y="25939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0" name="Freeform 3219"/>
          <p:cNvSpPr/>
          <p:nvPr/>
        </p:nvSpPr>
        <p:spPr>
          <a:xfrm>
            <a:off x="1081048" y="24077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1" name="Freeform 3220"/>
          <p:cNvSpPr/>
          <p:nvPr/>
        </p:nvSpPr>
        <p:spPr>
          <a:xfrm>
            <a:off x="1079589" y="29190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2" name="Freeform 3221"/>
          <p:cNvSpPr/>
          <p:nvPr/>
        </p:nvSpPr>
        <p:spPr>
          <a:xfrm>
            <a:off x="1109081" y="29495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3" name="Freeform 3222"/>
          <p:cNvSpPr/>
          <p:nvPr/>
        </p:nvSpPr>
        <p:spPr>
          <a:xfrm>
            <a:off x="1126951" y="26441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4" name="Freeform 3223"/>
          <p:cNvSpPr/>
          <p:nvPr/>
        </p:nvSpPr>
        <p:spPr>
          <a:xfrm>
            <a:off x="1018612" y="21820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5" name="Freeform 3224"/>
          <p:cNvSpPr/>
          <p:nvPr/>
        </p:nvSpPr>
        <p:spPr>
          <a:xfrm>
            <a:off x="1098402" y="28266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6" name="Freeform 3225"/>
          <p:cNvSpPr/>
          <p:nvPr/>
        </p:nvSpPr>
        <p:spPr>
          <a:xfrm>
            <a:off x="1239614" y="22848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7" name="Freeform 3226"/>
          <p:cNvSpPr/>
          <p:nvPr/>
        </p:nvSpPr>
        <p:spPr>
          <a:xfrm>
            <a:off x="1059798" y="16873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8" name="Freeform 3227"/>
          <p:cNvSpPr/>
          <p:nvPr/>
        </p:nvSpPr>
        <p:spPr>
          <a:xfrm>
            <a:off x="1048796" y="28883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9" name="Freeform 3228"/>
          <p:cNvSpPr/>
          <p:nvPr/>
        </p:nvSpPr>
        <p:spPr>
          <a:xfrm>
            <a:off x="1019813" y="23310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0" name="Freeform 3229"/>
          <p:cNvSpPr/>
          <p:nvPr/>
        </p:nvSpPr>
        <p:spPr>
          <a:xfrm>
            <a:off x="969658" y="17045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1" name="Freeform 3230"/>
          <p:cNvSpPr/>
          <p:nvPr/>
        </p:nvSpPr>
        <p:spPr>
          <a:xfrm>
            <a:off x="1144611" y="24387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2" name="Freeform 3231"/>
          <p:cNvSpPr/>
          <p:nvPr/>
        </p:nvSpPr>
        <p:spPr>
          <a:xfrm>
            <a:off x="1069791" y="25178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3" name="Freeform 3232"/>
          <p:cNvSpPr/>
          <p:nvPr/>
        </p:nvSpPr>
        <p:spPr>
          <a:xfrm>
            <a:off x="1085623" y="16339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4" name="Freeform 3233"/>
          <p:cNvSpPr/>
          <p:nvPr/>
        </p:nvSpPr>
        <p:spPr>
          <a:xfrm>
            <a:off x="1188122" y="23817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5" name="Freeform 3234"/>
          <p:cNvSpPr/>
          <p:nvPr/>
        </p:nvSpPr>
        <p:spPr>
          <a:xfrm>
            <a:off x="1232191" y="16639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6" name="Freeform 3235"/>
          <p:cNvSpPr/>
          <p:nvPr/>
        </p:nvSpPr>
        <p:spPr>
          <a:xfrm>
            <a:off x="1006806" y="2007698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7" name="Freeform 3236"/>
          <p:cNvSpPr/>
          <p:nvPr/>
        </p:nvSpPr>
        <p:spPr>
          <a:xfrm>
            <a:off x="1135700" y="24004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8" name="Freeform 3237"/>
          <p:cNvSpPr/>
          <p:nvPr/>
        </p:nvSpPr>
        <p:spPr>
          <a:xfrm>
            <a:off x="1107129" y="19818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9" name="Freeform 3238"/>
          <p:cNvSpPr/>
          <p:nvPr/>
        </p:nvSpPr>
        <p:spPr>
          <a:xfrm>
            <a:off x="1092254" y="20629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0" name="Freeform 3239"/>
          <p:cNvSpPr/>
          <p:nvPr/>
        </p:nvSpPr>
        <p:spPr>
          <a:xfrm>
            <a:off x="1097586" y="17065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1" name="Freeform 3240"/>
          <p:cNvSpPr/>
          <p:nvPr/>
        </p:nvSpPr>
        <p:spPr>
          <a:xfrm>
            <a:off x="1064318" y="2504974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2" name="Freeform 3241"/>
          <p:cNvSpPr/>
          <p:nvPr/>
        </p:nvSpPr>
        <p:spPr>
          <a:xfrm>
            <a:off x="1171303" y="22049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3" name="Freeform 3242"/>
          <p:cNvSpPr/>
          <p:nvPr/>
        </p:nvSpPr>
        <p:spPr>
          <a:xfrm>
            <a:off x="1106652" y="22572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4" name="Freeform 3243"/>
          <p:cNvSpPr/>
          <p:nvPr/>
        </p:nvSpPr>
        <p:spPr>
          <a:xfrm>
            <a:off x="1088767" y="18676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5" name="Freeform 3244"/>
          <p:cNvSpPr/>
          <p:nvPr/>
        </p:nvSpPr>
        <p:spPr>
          <a:xfrm>
            <a:off x="1148626" y="27475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6" name="Freeform 3245"/>
          <p:cNvSpPr/>
          <p:nvPr/>
        </p:nvSpPr>
        <p:spPr>
          <a:xfrm>
            <a:off x="1125387" y="17085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7" name="Freeform 3246"/>
          <p:cNvSpPr/>
          <p:nvPr/>
        </p:nvSpPr>
        <p:spPr>
          <a:xfrm>
            <a:off x="1096446" y="19886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8" name="Freeform 3247"/>
          <p:cNvSpPr/>
          <p:nvPr/>
        </p:nvSpPr>
        <p:spPr>
          <a:xfrm>
            <a:off x="1087608" y="28960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9" name="Freeform 3248"/>
          <p:cNvSpPr/>
          <p:nvPr/>
        </p:nvSpPr>
        <p:spPr>
          <a:xfrm>
            <a:off x="1182392" y="16111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0" name="Freeform 3249"/>
          <p:cNvSpPr/>
          <p:nvPr/>
        </p:nvSpPr>
        <p:spPr>
          <a:xfrm>
            <a:off x="1099730" y="10892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1" name="Freeform 3250"/>
          <p:cNvSpPr/>
          <p:nvPr/>
        </p:nvSpPr>
        <p:spPr>
          <a:xfrm>
            <a:off x="1059975" y="17162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2" name="Freeform 3251"/>
          <p:cNvSpPr/>
          <p:nvPr/>
        </p:nvSpPr>
        <p:spPr>
          <a:xfrm>
            <a:off x="1009075" y="14998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3" name="Freeform 3252"/>
          <p:cNvSpPr/>
          <p:nvPr/>
        </p:nvSpPr>
        <p:spPr>
          <a:xfrm>
            <a:off x="1043114" y="21825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4" name="Freeform 3253"/>
          <p:cNvSpPr/>
          <p:nvPr/>
        </p:nvSpPr>
        <p:spPr>
          <a:xfrm>
            <a:off x="996302" y="30713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5" name="Freeform 3254"/>
          <p:cNvSpPr/>
          <p:nvPr/>
        </p:nvSpPr>
        <p:spPr>
          <a:xfrm>
            <a:off x="1073074" y="31642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6" name="Freeform 3255"/>
          <p:cNvSpPr/>
          <p:nvPr/>
        </p:nvSpPr>
        <p:spPr>
          <a:xfrm>
            <a:off x="1082983" y="20961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7" name="Freeform 3256"/>
          <p:cNvSpPr/>
          <p:nvPr/>
        </p:nvSpPr>
        <p:spPr>
          <a:xfrm>
            <a:off x="929901" y="25271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8" name="Freeform 3257"/>
          <p:cNvSpPr/>
          <p:nvPr/>
        </p:nvSpPr>
        <p:spPr>
          <a:xfrm>
            <a:off x="1067148" y="26913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9" name="Freeform 3258"/>
          <p:cNvSpPr/>
          <p:nvPr/>
        </p:nvSpPr>
        <p:spPr>
          <a:xfrm>
            <a:off x="1108991" y="22578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0" name="Freeform 3259"/>
          <p:cNvSpPr/>
          <p:nvPr/>
        </p:nvSpPr>
        <p:spPr>
          <a:xfrm>
            <a:off x="1076977" y="19127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1" name="Freeform 3260"/>
          <p:cNvSpPr/>
          <p:nvPr/>
        </p:nvSpPr>
        <p:spPr>
          <a:xfrm>
            <a:off x="1002601" y="29651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2" name="Freeform 3261"/>
          <p:cNvSpPr/>
          <p:nvPr/>
        </p:nvSpPr>
        <p:spPr>
          <a:xfrm>
            <a:off x="1150086" y="24543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3" name="Freeform 3262"/>
          <p:cNvSpPr/>
          <p:nvPr/>
        </p:nvSpPr>
        <p:spPr>
          <a:xfrm>
            <a:off x="1019729" y="14577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4" name="Freeform 3263"/>
          <p:cNvSpPr/>
          <p:nvPr/>
        </p:nvSpPr>
        <p:spPr>
          <a:xfrm>
            <a:off x="984439" y="27730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5" name="Freeform 3264"/>
          <p:cNvSpPr/>
          <p:nvPr/>
        </p:nvSpPr>
        <p:spPr>
          <a:xfrm>
            <a:off x="994228" y="17834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6" name="Freeform 3265"/>
          <p:cNvSpPr/>
          <p:nvPr/>
        </p:nvSpPr>
        <p:spPr>
          <a:xfrm>
            <a:off x="1064952" y="24726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7" name="Freeform 3266"/>
          <p:cNvSpPr/>
          <p:nvPr/>
        </p:nvSpPr>
        <p:spPr>
          <a:xfrm>
            <a:off x="1131112" y="19482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8" name="Freeform 3267"/>
          <p:cNvSpPr/>
          <p:nvPr/>
        </p:nvSpPr>
        <p:spPr>
          <a:xfrm>
            <a:off x="1143224" y="16676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9" name="Freeform 3268"/>
          <p:cNvSpPr/>
          <p:nvPr/>
        </p:nvSpPr>
        <p:spPr>
          <a:xfrm>
            <a:off x="1079814" y="18487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0" name="Freeform 3269"/>
          <p:cNvSpPr/>
          <p:nvPr/>
        </p:nvSpPr>
        <p:spPr>
          <a:xfrm>
            <a:off x="986717" y="176336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1" name="Freeform 3270"/>
          <p:cNvSpPr/>
          <p:nvPr/>
        </p:nvSpPr>
        <p:spPr>
          <a:xfrm>
            <a:off x="1022319" y="281192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2" name="Freeform 3271"/>
          <p:cNvSpPr/>
          <p:nvPr/>
        </p:nvSpPr>
        <p:spPr>
          <a:xfrm>
            <a:off x="1006327" y="16593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3" name="Freeform 3272"/>
          <p:cNvSpPr/>
          <p:nvPr/>
        </p:nvSpPr>
        <p:spPr>
          <a:xfrm>
            <a:off x="1054037" y="26598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4" name="Freeform 3273"/>
          <p:cNvSpPr/>
          <p:nvPr/>
        </p:nvSpPr>
        <p:spPr>
          <a:xfrm>
            <a:off x="948179" y="20939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5" name="Freeform 3274"/>
          <p:cNvSpPr/>
          <p:nvPr/>
        </p:nvSpPr>
        <p:spPr>
          <a:xfrm>
            <a:off x="1073226" y="20945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6" name="Freeform 3275"/>
          <p:cNvSpPr/>
          <p:nvPr/>
        </p:nvSpPr>
        <p:spPr>
          <a:xfrm>
            <a:off x="1108635" y="19791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7" name="Freeform 3276"/>
          <p:cNvSpPr/>
          <p:nvPr/>
        </p:nvSpPr>
        <p:spPr>
          <a:xfrm>
            <a:off x="1055952" y="20545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8" name="Freeform 3277"/>
          <p:cNvSpPr/>
          <p:nvPr/>
        </p:nvSpPr>
        <p:spPr>
          <a:xfrm>
            <a:off x="1096353" y="26553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9" name="Freeform 3278"/>
          <p:cNvSpPr/>
          <p:nvPr/>
        </p:nvSpPr>
        <p:spPr>
          <a:xfrm>
            <a:off x="1003563" y="29128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0" name="Freeform 3279"/>
          <p:cNvSpPr/>
          <p:nvPr/>
        </p:nvSpPr>
        <p:spPr>
          <a:xfrm>
            <a:off x="969320" y="17820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1" name="Freeform 3280"/>
          <p:cNvSpPr/>
          <p:nvPr/>
        </p:nvSpPr>
        <p:spPr>
          <a:xfrm>
            <a:off x="1023558" y="21314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2" name="Freeform 3281"/>
          <p:cNvSpPr/>
          <p:nvPr/>
        </p:nvSpPr>
        <p:spPr>
          <a:xfrm>
            <a:off x="1142566" y="16411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3" name="Freeform 3282"/>
          <p:cNvSpPr/>
          <p:nvPr/>
        </p:nvSpPr>
        <p:spPr>
          <a:xfrm>
            <a:off x="1134131" y="22487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4" name="Freeform 3283"/>
          <p:cNvSpPr/>
          <p:nvPr/>
        </p:nvSpPr>
        <p:spPr>
          <a:xfrm>
            <a:off x="1035501" y="294094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5" name="Freeform 3284"/>
          <p:cNvSpPr/>
          <p:nvPr/>
        </p:nvSpPr>
        <p:spPr>
          <a:xfrm>
            <a:off x="1145655" y="17343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6" name="Freeform 3285"/>
          <p:cNvSpPr/>
          <p:nvPr/>
        </p:nvSpPr>
        <p:spPr>
          <a:xfrm>
            <a:off x="1044249" y="24144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7" name="Freeform 3286"/>
          <p:cNvSpPr/>
          <p:nvPr/>
        </p:nvSpPr>
        <p:spPr>
          <a:xfrm>
            <a:off x="1166089" y="20519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8" name="Freeform 3287"/>
          <p:cNvSpPr/>
          <p:nvPr/>
        </p:nvSpPr>
        <p:spPr>
          <a:xfrm>
            <a:off x="1097810" y="25554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9" name="Freeform 3288"/>
          <p:cNvSpPr/>
          <p:nvPr/>
        </p:nvSpPr>
        <p:spPr>
          <a:xfrm>
            <a:off x="1035814" y="13893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0" name="Freeform 3289"/>
          <p:cNvSpPr/>
          <p:nvPr/>
        </p:nvSpPr>
        <p:spPr>
          <a:xfrm>
            <a:off x="1118545" y="26719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1" name="Freeform 3290"/>
          <p:cNvSpPr/>
          <p:nvPr/>
        </p:nvSpPr>
        <p:spPr>
          <a:xfrm>
            <a:off x="1014399" y="23976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2" name="Freeform 3291"/>
          <p:cNvSpPr/>
          <p:nvPr/>
        </p:nvSpPr>
        <p:spPr>
          <a:xfrm>
            <a:off x="1003708" y="21712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3" name="Freeform 3292"/>
          <p:cNvSpPr/>
          <p:nvPr/>
        </p:nvSpPr>
        <p:spPr>
          <a:xfrm>
            <a:off x="969526" y="27816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4" name="Freeform 3293"/>
          <p:cNvSpPr/>
          <p:nvPr/>
        </p:nvSpPr>
        <p:spPr>
          <a:xfrm>
            <a:off x="1082900" y="20577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5" name="Freeform 3294"/>
          <p:cNvSpPr/>
          <p:nvPr/>
        </p:nvSpPr>
        <p:spPr>
          <a:xfrm>
            <a:off x="1062221" y="14057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6" name="Freeform 3295"/>
          <p:cNvSpPr/>
          <p:nvPr/>
        </p:nvSpPr>
        <p:spPr>
          <a:xfrm>
            <a:off x="1060632" y="24755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7" name="Freeform 3296"/>
          <p:cNvSpPr/>
          <p:nvPr/>
        </p:nvSpPr>
        <p:spPr>
          <a:xfrm>
            <a:off x="1038560" y="20249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8" name="Freeform 3297"/>
          <p:cNvSpPr/>
          <p:nvPr/>
        </p:nvSpPr>
        <p:spPr>
          <a:xfrm>
            <a:off x="1161128" y="36249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9" name="Freeform 3298"/>
          <p:cNvSpPr/>
          <p:nvPr/>
        </p:nvSpPr>
        <p:spPr>
          <a:xfrm>
            <a:off x="1037648" y="22457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0" name="Freeform 3299"/>
          <p:cNvSpPr/>
          <p:nvPr/>
        </p:nvSpPr>
        <p:spPr>
          <a:xfrm>
            <a:off x="1017760" y="23852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1" name="Freeform 3300"/>
          <p:cNvSpPr/>
          <p:nvPr/>
        </p:nvSpPr>
        <p:spPr>
          <a:xfrm>
            <a:off x="1148407" y="264243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2" name="Freeform 3301"/>
          <p:cNvSpPr/>
          <p:nvPr/>
        </p:nvSpPr>
        <p:spPr>
          <a:xfrm>
            <a:off x="1160026" y="16756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3" name="Freeform 3302"/>
          <p:cNvSpPr/>
          <p:nvPr/>
        </p:nvSpPr>
        <p:spPr>
          <a:xfrm>
            <a:off x="1088225" y="23919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4" name="Freeform 3303"/>
          <p:cNvSpPr/>
          <p:nvPr/>
        </p:nvSpPr>
        <p:spPr>
          <a:xfrm>
            <a:off x="950324" y="23162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5" name="Freeform 3304"/>
          <p:cNvSpPr/>
          <p:nvPr/>
        </p:nvSpPr>
        <p:spPr>
          <a:xfrm>
            <a:off x="1025966" y="24178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6" name="Freeform 3305"/>
          <p:cNvSpPr/>
          <p:nvPr/>
        </p:nvSpPr>
        <p:spPr>
          <a:xfrm>
            <a:off x="1106403" y="32012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7" name="Freeform 3306"/>
          <p:cNvSpPr/>
          <p:nvPr/>
        </p:nvSpPr>
        <p:spPr>
          <a:xfrm>
            <a:off x="1066923" y="28019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8" name="Freeform 3307"/>
          <p:cNvSpPr/>
          <p:nvPr/>
        </p:nvSpPr>
        <p:spPr>
          <a:xfrm>
            <a:off x="1168835" y="17369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9" name="Freeform 3308"/>
          <p:cNvSpPr/>
          <p:nvPr/>
        </p:nvSpPr>
        <p:spPr>
          <a:xfrm>
            <a:off x="975074" y="32995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0" name="Freeform 3309"/>
          <p:cNvSpPr/>
          <p:nvPr/>
        </p:nvSpPr>
        <p:spPr>
          <a:xfrm>
            <a:off x="1110747" y="26158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1" name="Freeform 3310"/>
          <p:cNvSpPr/>
          <p:nvPr/>
        </p:nvSpPr>
        <p:spPr>
          <a:xfrm>
            <a:off x="1024154" y="242935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2" name="Freeform 3311"/>
          <p:cNvSpPr/>
          <p:nvPr/>
        </p:nvSpPr>
        <p:spPr>
          <a:xfrm>
            <a:off x="1153510" y="13387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3" name="Freeform 3312"/>
          <p:cNvSpPr/>
          <p:nvPr/>
        </p:nvSpPr>
        <p:spPr>
          <a:xfrm>
            <a:off x="1060764" y="18348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4" name="Freeform 3313"/>
          <p:cNvSpPr/>
          <p:nvPr/>
        </p:nvSpPr>
        <p:spPr>
          <a:xfrm>
            <a:off x="1134114" y="25094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5" name="Freeform 3314"/>
          <p:cNvSpPr/>
          <p:nvPr/>
        </p:nvSpPr>
        <p:spPr>
          <a:xfrm>
            <a:off x="1022794" y="15622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6" name="Freeform 3315"/>
          <p:cNvSpPr/>
          <p:nvPr/>
        </p:nvSpPr>
        <p:spPr>
          <a:xfrm>
            <a:off x="972250" y="26027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7" name="Freeform 3316"/>
          <p:cNvSpPr/>
          <p:nvPr/>
        </p:nvSpPr>
        <p:spPr>
          <a:xfrm>
            <a:off x="992091" y="17125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8" name="Freeform 3317"/>
          <p:cNvSpPr/>
          <p:nvPr/>
        </p:nvSpPr>
        <p:spPr>
          <a:xfrm>
            <a:off x="1025502" y="291739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9" name="Freeform 3318"/>
          <p:cNvSpPr/>
          <p:nvPr/>
        </p:nvSpPr>
        <p:spPr>
          <a:xfrm>
            <a:off x="997767" y="16798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0" name="Freeform 3319"/>
          <p:cNvSpPr/>
          <p:nvPr/>
        </p:nvSpPr>
        <p:spPr>
          <a:xfrm>
            <a:off x="1145378" y="24326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1" name="Freeform 3320"/>
          <p:cNvSpPr/>
          <p:nvPr/>
        </p:nvSpPr>
        <p:spPr>
          <a:xfrm>
            <a:off x="1154562" y="27492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2" name="Freeform 3321"/>
          <p:cNvSpPr/>
          <p:nvPr/>
        </p:nvSpPr>
        <p:spPr>
          <a:xfrm>
            <a:off x="1083859" y="23364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3" name="Freeform 3322"/>
          <p:cNvSpPr/>
          <p:nvPr/>
        </p:nvSpPr>
        <p:spPr>
          <a:xfrm>
            <a:off x="997145" y="20848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4" name="Freeform 3323"/>
          <p:cNvSpPr/>
          <p:nvPr/>
        </p:nvSpPr>
        <p:spPr>
          <a:xfrm>
            <a:off x="1057895" y="24777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5" name="Freeform 3324"/>
          <p:cNvSpPr/>
          <p:nvPr/>
        </p:nvSpPr>
        <p:spPr>
          <a:xfrm>
            <a:off x="1020244" y="19441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6" name="Freeform 3325"/>
          <p:cNvSpPr/>
          <p:nvPr/>
        </p:nvSpPr>
        <p:spPr>
          <a:xfrm>
            <a:off x="1162202" y="25226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7" name="Freeform 3326"/>
          <p:cNvSpPr/>
          <p:nvPr/>
        </p:nvSpPr>
        <p:spPr>
          <a:xfrm>
            <a:off x="1086705" y="19103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8" name="Freeform 3327"/>
          <p:cNvSpPr/>
          <p:nvPr/>
        </p:nvSpPr>
        <p:spPr>
          <a:xfrm>
            <a:off x="1098213" y="20009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9" name="Freeform 3328"/>
          <p:cNvSpPr/>
          <p:nvPr/>
        </p:nvSpPr>
        <p:spPr>
          <a:xfrm>
            <a:off x="1039235" y="22569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0" name="Freeform 3329"/>
          <p:cNvSpPr/>
          <p:nvPr/>
        </p:nvSpPr>
        <p:spPr>
          <a:xfrm>
            <a:off x="932328" y="24505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1" name="Freeform 3330"/>
          <p:cNvSpPr/>
          <p:nvPr/>
        </p:nvSpPr>
        <p:spPr>
          <a:xfrm>
            <a:off x="1014595" y="21488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2" name="Freeform 3331"/>
          <p:cNvSpPr/>
          <p:nvPr/>
        </p:nvSpPr>
        <p:spPr>
          <a:xfrm>
            <a:off x="991677" y="194598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3" name="Freeform 3332"/>
          <p:cNvSpPr/>
          <p:nvPr/>
        </p:nvSpPr>
        <p:spPr>
          <a:xfrm>
            <a:off x="1090308" y="11768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4" name="Freeform 3333"/>
          <p:cNvSpPr/>
          <p:nvPr/>
        </p:nvSpPr>
        <p:spPr>
          <a:xfrm>
            <a:off x="1072151" y="17479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5" name="Freeform 3334"/>
          <p:cNvSpPr/>
          <p:nvPr/>
        </p:nvSpPr>
        <p:spPr>
          <a:xfrm>
            <a:off x="1012572" y="17293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6" name="Freeform 3335"/>
          <p:cNvSpPr/>
          <p:nvPr/>
        </p:nvSpPr>
        <p:spPr>
          <a:xfrm>
            <a:off x="1039969" y="6544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7" name="Freeform 3336"/>
          <p:cNvSpPr/>
          <p:nvPr/>
        </p:nvSpPr>
        <p:spPr>
          <a:xfrm>
            <a:off x="1169658" y="19634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8" name="Freeform 3337"/>
          <p:cNvSpPr/>
          <p:nvPr/>
        </p:nvSpPr>
        <p:spPr>
          <a:xfrm>
            <a:off x="1002110" y="19793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9" name="Freeform 3338"/>
          <p:cNvSpPr/>
          <p:nvPr/>
        </p:nvSpPr>
        <p:spPr>
          <a:xfrm>
            <a:off x="1004856" y="18677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0" name="Freeform 3339"/>
          <p:cNvSpPr/>
          <p:nvPr/>
        </p:nvSpPr>
        <p:spPr>
          <a:xfrm>
            <a:off x="1050600" y="27393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1" name="Freeform 3340"/>
          <p:cNvSpPr/>
          <p:nvPr/>
        </p:nvSpPr>
        <p:spPr>
          <a:xfrm>
            <a:off x="1019371" y="24518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2" name="Freeform 3341"/>
          <p:cNvSpPr/>
          <p:nvPr/>
        </p:nvSpPr>
        <p:spPr>
          <a:xfrm>
            <a:off x="1037307" y="24835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3" name="Freeform 3342"/>
          <p:cNvSpPr/>
          <p:nvPr/>
        </p:nvSpPr>
        <p:spPr>
          <a:xfrm>
            <a:off x="1101000" y="189644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4" name="Freeform 3343"/>
          <p:cNvSpPr/>
          <p:nvPr/>
        </p:nvSpPr>
        <p:spPr>
          <a:xfrm>
            <a:off x="1180652" y="23145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5" name="Freeform 3344"/>
          <p:cNvSpPr/>
          <p:nvPr/>
        </p:nvSpPr>
        <p:spPr>
          <a:xfrm>
            <a:off x="947706" y="21556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6" name="Freeform 3345"/>
          <p:cNvSpPr/>
          <p:nvPr/>
        </p:nvSpPr>
        <p:spPr>
          <a:xfrm>
            <a:off x="1064537" y="16726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7" name="Freeform 3346"/>
          <p:cNvSpPr/>
          <p:nvPr/>
        </p:nvSpPr>
        <p:spPr>
          <a:xfrm>
            <a:off x="1068496" y="17867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8" name="Freeform 3347"/>
          <p:cNvSpPr/>
          <p:nvPr/>
        </p:nvSpPr>
        <p:spPr>
          <a:xfrm>
            <a:off x="1060180" y="230825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9" name="Freeform 3348"/>
          <p:cNvSpPr/>
          <p:nvPr/>
        </p:nvSpPr>
        <p:spPr>
          <a:xfrm>
            <a:off x="1053335" y="25668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0" name="Freeform 3349"/>
          <p:cNvSpPr/>
          <p:nvPr/>
        </p:nvSpPr>
        <p:spPr>
          <a:xfrm>
            <a:off x="1043169" y="16483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1" name="Freeform 3350"/>
          <p:cNvSpPr/>
          <p:nvPr/>
        </p:nvSpPr>
        <p:spPr>
          <a:xfrm>
            <a:off x="1132359" y="18321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2" name="Freeform 3351"/>
          <p:cNvSpPr/>
          <p:nvPr/>
        </p:nvSpPr>
        <p:spPr>
          <a:xfrm>
            <a:off x="1034893" y="30432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3" name="Freeform 3352"/>
          <p:cNvSpPr/>
          <p:nvPr/>
        </p:nvSpPr>
        <p:spPr>
          <a:xfrm>
            <a:off x="1057302" y="23853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4" name="Freeform 3353"/>
          <p:cNvSpPr/>
          <p:nvPr/>
        </p:nvSpPr>
        <p:spPr>
          <a:xfrm>
            <a:off x="1065740" y="21417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5" name="Freeform 3354"/>
          <p:cNvSpPr/>
          <p:nvPr/>
        </p:nvSpPr>
        <p:spPr>
          <a:xfrm>
            <a:off x="1072878" y="18296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6" name="Freeform 3355"/>
          <p:cNvSpPr/>
          <p:nvPr/>
        </p:nvSpPr>
        <p:spPr>
          <a:xfrm>
            <a:off x="1054413" y="17628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7" name="Freeform 3356"/>
          <p:cNvSpPr/>
          <p:nvPr/>
        </p:nvSpPr>
        <p:spPr>
          <a:xfrm>
            <a:off x="1132031" y="20815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8" name="Freeform 3357"/>
          <p:cNvSpPr/>
          <p:nvPr/>
        </p:nvSpPr>
        <p:spPr>
          <a:xfrm>
            <a:off x="1065171" y="1928178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9" name="Freeform 3358"/>
          <p:cNvSpPr/>
          <p:nvPr/>
        </p:nvSpPr>
        <p:spPr>
          <a:xfrm>
            <a:off x="1077293" y="21933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0" name="Freeform 3359"/>
          <p:cNvSpPr/>
          <p:nvPr/>
        </p:nvSpPr>
        <p:spPr>
          <a:xfrm>
            <a:off x="1062334" y="25688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1" name="Freeform 3360"/>
          <p:cNvSpPr/>
          <p:nvPr/>
        </p:nvSpPr>
        <p:spPr>
          <a:xfrm>
            <a:off x="999213" y="23589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2" name="Freeform 3361"/>
          <p:cNvSpPr/>
          <p:nvPr/>
        </p:nvSpPr>
        <p:spPr>
          <a:xfrm>
            <a:off x="1010692" y="22163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3" name="Freeform 3362"/>
          <p:cNvSpPr/>
          <p:nvPr/>
        </p:nvSpPr>
        <p:spPr>
          <a:xfrm>
            <a:off x="996096" y="22436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4" name="Freeform 3363"/>
          <p:cNvSpPr/>
          <p:nvPr/>
        </p:nvSpPr>
        <p:spPr>
          <a:xfrm>
            <a:off x="1078526" y="31853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5" name="Freeform 3364"/>
          <p:cNvSpPr/>
          <p:nvPr/>
        </p:nvSpPr>
        <p:spPr>
          <a:xfrm>
            <a:off x="1018418" y="24282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6" name="Freeform 3365"/>
          <p:cNvSpPr/>
          <p:nvPr/>
        </p:nvSpPr>
        <p:spPr>
          <a:xfrm>
            <a:off x="995341" y="21973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7" name="Freeform 3366"/>
          <p:cNvSpPr/>
          <p:nvPr/>
        </p:nvSpPr>
        <p:spPr>
          <a:xfrm>
            <a:off x="1081542" y="23691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8" name="Freeform 3367"/>
          <p:cNvSpPr/>
          <p:nvPr/>
        </p:nvSpPr>
        <p:spPr>
          <a:xfrm>
            <a:off x="1100575" y="23515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9" name="Freeform 3368"/>
          <p:cNvSpPr/>
          <p:nvPr/>
        </p:nvSpPr>
        <p:spPr>
          <a:xfrm>
            <a:off x="948946" y="19776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0" name="Freeform 3369"/>
          <p:cNvSpPr/>
          <p:nvPr/>
        </p:nvSpPr>
        <p:spPr>
          <a:xfrm>
            <a:off x="1177830" y="27749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1" name="Freeform 3370"/>
          <p:cNvSpPr/>
          <p:nvPr/>
        </p:nvSpPr>
        <p:spPr>
          <a:xfrm>
            <a:off x="1067889" y="30543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2" name="Freeform 3371"/>
          <p:cNvSpPr/>
          <p:nvPr/>
        </p:nvSpPr>
        <p:spPr>
          <a:xfrm>
            <a:off x="1058771" y="24031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3" name="Freeform 3372"/>
          <p:cNvSpPr/>
          <p:nvPr/>
        </p:nvSpPr>
        <p:spPr>
          <a:xfrm>
            <a:off x="1136511" y="18371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4" name="Freeform 3373"/>
          <p:cNvSpPr/>
          <p:nvPr/>
        </p:nvSpPr>
        <p:spPr>
          <a:xfrm>
            <a:off x="1070378" y="13673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5" name="Freeform 3374"/>
          <p:cNvSpPr/>
          <p:nvPr/>
        </p:nvSpPr>
        <p:spPr>
          <a:xfrm>
            <a:off x="1025691" y="18280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6" name="Freeform 3375"/>
          <p:cNvSpPr/>
          <p:nvPr/>
        </p:nvSpPr>
        <p:spPr>
          <a:xfrm>
            <a:off x="1211322" y="29730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7" name="Freeform 3376"/>
          <p:cNvSpPr/>
          <p:nvPr/>
        </p:nvSpPr>
        <p:spPr>
          <a:xfrm>
            <a:off x="994478" y="23441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8" name="Freeform 3377"/>
          <p:cNvSpPr/>
          <p:nvPr/>
        </p:nvSpPr>
        <p:spPr>
          <a:xfrm>
            <a:off x="1059272" y="20953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9" name="Freeform 3378"/>
          <p:cNvSpPr/>
          <p:nvPr/>
        </p:nvSpPr>
        <p:spPr>
          <a:xfrm>
            <a:off x="1121945" y="21356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0" name="Freeform 3379"/>
          <p:cNvSpPr/>
          <p:nvPr/>
        </p:nvSpPr>
        <p:spPr>
          <a:xfrm>
            <a:off x="994793" y="19515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1" name="Freeform 3380"/>
          <p:cNvSpPr/>
          <p:nvPr/>
        </p:nvSpPr>
        <p:spPr>
          <a:xfrm>
            <a:off x="1058979" y="26925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2" name="Freeform 3381"/>
          <p:cNvSpPr/>
          <p:nvPr/>
        </p:nvSpPr>
        <p:spPr>
          <a:xfrm>
            <a:off x="1091390" y="21929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3" name="Freeform 3382"/>
          <p:cNvSpPr/>
          <p:nvPr/>
        </p:nvSpPr>
        <p:spPr>
          <a:xfrm>
            <a:off x="1225058" y="20120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4" name="Freeform 3383"/>
          <p:cNvSpPr/>
          <p:nvPr/>
        </p:nvSpPr>
        <p:spPr>
          <a:xfrm>
            <a:off x="1006524" y="180584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5" name="Freeform 3384"/>
          <p:cNvSpPr/>
          <p:nvPr/>
        </p:nvSpPr>
        <p:spPr>
          <a:xfrm>
            <a:off x="1062586" y="26359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6" name="Freeform 3385"/>
          <p:cNvSpPr/>
          <p:nvPr/>
        </p:nvSpPr>
        <p:spPr>
          <a:xfrm>
            <a:off x="1109442" y="24015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7" name="Freeform 3386"/>
          <p:cNvSpPr/>
          <p:nvPr/>
        </p:nvSpPr>
        <p:spPr>
          <a:xfrm>
            <a:off x="1071123" y="36017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8" name="Freeform 3387"/>
          <p:cNvSpPr/>
          <p:nvPr/>
        </p:nvSpPr>
        <p:spPr>
          <a:xfrm>
            <a:off x="985958" y="25421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9" name="Freeform 3388"/>
          <p:cNvSpPr/>
          <p:nvPr/>
        </p:nvSpPr>
        <p:spPr>
          <a:xfrm>
            <a:off x="1092820" y="24927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0" name="Freeform 3389"/>
          <p:cNvSpPr/>
          <p:nvPr/>
        </p:nvSpPr>
        <p:spPr>
          <a:xfrm>
            <a:off x="1072881" y="27447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1" name="Freeform 3390"/>
          <p:cNvSpPr/>
          <p:nvPr/>
        </p:nvSpPr>
        <p:spPr>
          <a:xfrm>
            <a:off x="1095308" y="21416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2" name="Freeform 3391"/>
          <p:cNvSpPr/>
          <p:nvPr/>
        </p:nvSpPr>
        <p:spPr>
          <a:xfrm>
            <a:off x="1140802" y="22544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3" name="Freeform 3392"/>
          <p:cNvSpPr/>
          <p:nvPr/>
        </p:nvSpPr>
        <p:spPr>
          <a:xfrm>
            <a:off x="1132956" y="33755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4" name="Freeform 3393"/>
          <p:cNvSpPr/>
          <p:nvPr/>
        </p:nvSpPr>
        <p:spPr>
          <a:xfrm>
            <a:off x="1092796" y="21163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5" name="Freeform 3394"/>
          <p:cNvSpPr/>
          <p:nvPr/>
        </p:nvSpPr>
        <p:spPr>
          <a:xfrm>
            <a:off x="1086350" y="26983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6" name="Freeform 3395"/>
          <p:cNvSpPr/>
          <p:nvPr/>
        </p:nvSpPr>
        <p:spPr>
          <a:xfrm>
            <a:off x="992881" y="19788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7" name="Freeform 3396"/>
          <p:cNvSpPr/>
          <p:nvPr/>
        </p:nvSpPr>
        <p:spPr>
          <a:xfrm>
            <a:off x="1056838" y="28781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8" name="Freeform 3397"/>
          <p:cNvSpPr/>
          <p:nvPr/>
        </p:nvSpPr>
        <p:spPr>
          <a:xfrm>
            <a:off x="1080362" y="22106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9" name="Freeform 3398"/>
          <p:cNvSpPr/>
          <p:nvPr/>
        </p:nvSpPr>
        <p:spPr>
          <a:xfrm>
            <a:off x="1039146" y="23700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0" name="Freeform 3399"/>
          <p:cNvSpPr/>
          <p:nvPr/>
        </p:nvSpPr>
        <p:spPr>
          <a:xfrm>
            <a:off x="1072222" y="20717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1" name="Freeform 3400"/>
          <p:cNvSpPr/>
          <p:nvPr/>
        </p:nvSpPr>
        <p:spPr>
          <a:xfrm>
            <a:off x="1011001" y="21625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2" name="Freeform 3401"/>
          <p:cNvSpPr/>
          <p:nvPr/>
        </p:nvSpPr>
        <p:spPr>
          <a:xfrm>
            <a:off x="1167525" y="23557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3" name="Freeform 3402"/>
          <p:cNvSpPr/>
          <p:nvPr/>
        </p:nvSpPr>
        <p:spPr>
          <a:xfrm>
            <a:off x="1208503" y="30076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4" name="Freeform 3403"/>
          <p:cNvSpPr/>
          <p:nvPr/>
        </p:nvSpPr>
        <p:spPr>
          <a:xfrm>
            <a:off x="1039907" y="29775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5" name="Freeform 3404"/>
          <p:cNvSpPr/>
          <p:nvPr/>
        </p:nvSpPr>
        <p:spPr>
          <a:xfrm>
            <a:off x="1092305" y="25230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6" name="Freeform 3405"/>
          <p:cNvSpPr/>
          <p:nvPr/>
        </p:nvSpPr>
        <p:spPr>
          <a:xfrm>
            <a:off x="1050214" y="223017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7" name="Freeform 3406"/>
          <p:cNvSpPr/>
          <p:nvPr/>
        </p:nvSpPr>
        <p:spPr>
          <a:xfrm>
            <a:off x="1149518" y="25354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8" name="Freeform 3407"/>
          <p:cNvSpPr/>
          <p:nvPr/>
        </p:nvSpPr>
        <p:spPr>
          <a:xfrm>
            <a:off x="1094602" y="19078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9" name="Freeform 3408"/>
          <p:cNvSpPr/>
          <p:nvPr/>
        </p:nvSpPr>
        <p:spPr>
          <a:xfrm>
            <a:off x="1070877" y="23680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0" name="Freeform 3409"/>
          <p:cNvSpPr/>
          <p:nvPr/>
        </p:nvSpPr>
        <p:spPr>
          <a:xfrm>
            <a:off x="1050911" y="27169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1" name="Freeform 3410"/>
          <p:cNvSpPr/>
          <p:nvPr/>
        </p:nvSpPr>
        <p:spPr>
          <a:xfrm>
            <a:off x="1074114" y="23674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2" name="Freeform 3411"/>
          <p:cNvSpPr/>
          <p:nvPr/>
        </p:nvSpPr>
        <p:spPr>
          <a:xfrm>
            <a:off x="999389" y="21110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3" name="Freeform 3412"/>
          <p:cNvSpPr/>
          <p:nvPr/>
        </p:nvSpPr>
        <p:spPr>
          <a:xfrm>
            <a:off x="1110558" y="20606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4" name="Freeform 3413"/>
          <p:cNvSpPr/>
          <p:nvPr/>
        </p:nvSpPr>
        <p:spPr>
          <a:xfrm>
            <a:off x="1018385" y="12702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5" name="Freeform 3414"/>
          <p:cNvSpPr/>
          <p:nvPr/>
        </p:nvSpPr>
        <p:spPr>
          <a:xfrm>
            <a:off x="1101228" y="25663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6" name="Freeform 3415"/>
          <p:cNvSpPr/>
          <p:nvPr/>
        </p:nvSpPr>
        <p:spPr>
          <a:xfrm>
            <a:off x="1074346" y="22633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7" name="Freeform 3416"/>
          <p:cNvSpPr/>
          <p:nvPr/>
        </p:nvSpPr>
        <p:spPr>
          <a:xfrm>
            <a:off x="1138379" y="20091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8" name="Freeform 3417"/>
          <p:cNvSpPr/>
          <p:nvPr/>
        </p:nvSpPr>
        <p:spPr>
          <a:xfrm>
            <a:off x="1064620" y="223788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9" name="Freeform 3418"/>
          <p:cNvSpPr/>
          <p:nvPr/>
        </p:nvSpPr>
        <p:spPr>
          <a:xfrm>
            <a:off x="1133611" y="24806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0" name="Freeform 3419"/>
          <p:cNvSpPr/>
          <p:nvPr/>
        </p:nvSpPr>
        <p:spPr>
          <a:xfrm>
            <a:off x="1004564" y="30142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1" name="Freeform 3420"/>
          <p:cNvSpPr/>
          <p:nvPr/>
        </p:nvSpPr>
        <p:spPr>
          <a:xfrm>
            <a:off x="1106174" y="24858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2" name="Freeform 3421"/>
          <p:cNvSpPr/>
          <p:nvPr/>
        </p:nvSpPr>
        <p:spPr>
          <a:xfrm>
            <a:off x="1050882" y="27722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3" name="Freeform 3422"/>
          <p:cNvSpPr/>
          <p:nvPr/>
        </p:nvSpPr>
        <p:spPr>
          <a:xfrm>
            <a:off x="1078630" y="31044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4" name="Freeform 3423"/>
          <p:cNvSpPr/>
          <p:nvPr/>
        </p:nvSpPr>
        <p:spPr>
          <a:xfrm>
            <a:off x="1070507" y="26308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5" name="Freeform 3424"/>
          <p:cNvSpPr/>
          <p:nvPr/>
        </p:nvSpPr>
        <p:spPr>
          <a:xfrm>
            <a:off x="1127855" y="27587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6" name="Freeform 3425"/>
          <p:cNvSpPr/>
          <p:nvPr/>
        </p:nvSpPr>
        <p:spPr>
          <a:xfrm>
            <a:off x="931778" y="1928921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7" name="Freeform 3426"/>
          <p:cNvSpPr/>
          <p:nvPr/>
        </p:nvSpPr>
        <p:spPr>
          <a:xfrm>
            <a:off x="1087178" y="19201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8" name="Freeform 3427"/>
          <p:cNvSpPr/>
          <p:nvPr/>
        </p:nvSpPr>
        <p:spPr>
          <a:xfrm>
            <a:off x="966611" y="26858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9" name="Freeform 3428"/>
          <p:cNvSpPr/>
          <p:nvPr/>
        </p:nvSpPr>
        <p:spPr>
          <a:xfrm>
            <a:off x="1145800" y="23583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0" name="Freeform 3429"/>
          <p:cNvSpPr/>
          <p:nvPr/>
        </p:nvSpPr>
        <p:spPr>
          <a:xfrm>
            <a:off x="934887" y="3171478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1" name="Freeform 3430"/>
          <p:cNvSpPr/>
          <p:nvPr/>
        </p:nvSpPr>
        <p:spPr>
          <a:xfrm>
            <a:off x="999162" y="24774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2" name="Freeform 3431"/>
          <p:cNvSpPr/>
          <p:nvPr/>
        </p:nvSpPr>
        <p:spPr>
          <a:xfrm>
            <a:off x="954712" y="20229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3" name="Freeform 3432"/>
          <p:cNvSpPr/>
          <p:nvPr/>
        </p:nvSpPr>
        <p:spPr>
          <a:xfrm>
            <a:off x="1174484" y="18062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4" name="Freeform 3433"/>
          <p:cNvSpPr/>
          <p:nvPr/>
        </p:nvSpPr>
        <p:spPr>
          <a:xfrm>
            <a:off x="980243" y="25887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5" name="Freeform 3434"/>
          <p:cNvSpPr/>
          <p:nvPr/>
        </p:nvSpPr>
        <p:spPr>
          <a:xfrm>
            <a:off x="1073304" y="16907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6" name="Freeform 3435"/>
          <p:cNvSpPr/>
          <p:nvPr/>
        </p:nvSpPr>
        <p:spPr>
          <a:xfrm>
            <a:off x="1030206" y="29971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7" name="Freeform 3436"/>
          <p:cNvSpPr/>
          <p:nvPr/>
        </p:nvSpPr>
        <p:spPr>
          <a:xfrm>
            <a:off x="946362" y="28607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8" name="Freeform 3437"/>
          <p:cNvSpPr/>
          <p:nvPr/>
        </p:nvSpPr>
        <p:spPr>
          <a:xfrm>
            <a:off x="1043374" y="18648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9" name="Freeform 3438"/>
          <p:cNvSpPr/>
          <p:nvPr/>
        </p:nvSpPr>
        <p:spPr>
          <a:xfrm>
            <a:off x="1109709" y="13756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0" name="Freeform 3439"/>
          <p:cNvSpPr/>
          <p:nvPr/>
        </p:nvSpPr>
        <p:spPr>
          <a:xfrm>
            <a:off x="1053524" y="19748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1" name="Freeform 3440"/>
          <p:cNvSpPr/>
          <p:nvPr/>
        </p:nvSpPr>
        <p:spPr>
          <a:xfrm>
            <a:off x="1128173" y="22464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2" name="Freeform 3441"/>
          <p:cNvSpPr/>
          <p:nvPr/>
        </p:nvSpPr>
        <p:spPr>
          <a:xfrm>
            <a:off x="1041739" y="33429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3" name="Freeform 3442"/>
          <p:cNvSpPr/>
          <p:nvPr/>
        </p:nvSpPr>
        <p:spPr>
          <a:xfrm>
            <a:off x="1066202" y="32550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4" name="Freeform 3443"/>
          <p:cNvSpPr/>
          <p:nvPr/>
        </p:nvSpPr>
        <p:spPr>
          <a:xfrm>
            <a:off x="1040222" y="21601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5" name="Freeform 3444"/>
          <p:cNvSpPr/>
          <p:nvPr/>
        </p:nvSpPr>
        <p:spPr>
          <a:xfrm>
            <a:off x="1088537" y="24081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6" name="Freeform 3445"/>
          <p:cNvSpPr/>
          <p:nvPr/>
        </p:nvSpPr>
        <p:spPr>
          <a:xfrm>
            <a:off x="1191709" y="27886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7" name="Freeform 3446"/>
          <p:cNvSpPr/>
          <p:nvPr/>
        </p:nvSpPr>
        <p:spPr>
          <a:xfrm>
            <a:off x="1089776" y="21926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8" name="Freeform 3447"/>
          <p:cNvSpPr/>
          <p:nvPr/>
        </p:nvSpPr>
        <p:spPr>
          <a:xfrm>
            <a:off x="1078645" y="21673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9" name="Freeform 3448"/>
          <p:cNvSpPr/>
          <p:nvPr/>
        </p:nvSpPr>
        <p:spPr>
          <a:xfrm>
            <a:off x="1024725" y="17454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0" name="Freeform 3449"/>
          <p:cNvSpPr/>
          <p:nvPr/>
        </p:nvSpPr>
        <p:spPr>
          <a:xfrm>
            <a:off x="1015633" y="21564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1" name="Freeform 3450"/>
          <p:cNvSpPr/>
          <p:nvPr/>
        </p:nvSpPr>
        <p:spPr>
          <a:xfrm>
            <a:off x="1162865" y="16009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2" name="Freeform 3451"/>
          <p:cNvSpPr/>
          <p:nvPr/>
        </p:nvSpPr>
        <p:spPr>
          <a:xfrm>
            <a:off x="991968" y="22218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3" name="Freeform 3452"/>
          <p:cNvSpPr/>
          <p:nvPr/>
        </p:nvSpPr>
        <p:spPr>
          <a:xfrm>
            <a:off x="1005175" y="22846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4" name="Freeform 3453"/>
          <p:cNvSpPr/>
          <p:nvPr/>
        </p:nvSpPr>
        <p:spPr>
          <a:xfrm>
            <a:off x="1059283" y="16844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5" name="Freeform 3454"/>
          <p:cNvSpPr/>
          <p:nvPr/>
        </p:nvSpPr>
        <p:spPr>
          <a:xfrm>
            <a:off x="1037468" y="27238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6" name="Freeform 3455"/>
          <p:cNvSpPr/>
          <p:nvPr/>
        </p:nvSpPr>
        <p:spPr>
          <a:xfrm>
            <a:off x="1195509" y="7939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7" name="Freeform 3456"/>
          <p:cNvSpPr/>
          <p:nvPr/>
        </p:nvSpPr>
        <p:spPr>
          <a:xfrm>
            <a:off x="908786" y="20350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8" name="Freeform 3457"/>
          <p:cNvSpPr/>
          <p:nvPr/>
        </p:nvSpPr>
        <p:spPr>
          <a:xfrm>
            <a:off x="1089718" y="20321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9" name="Freeform 3458"/>
          <p:cNvSpPr/>
          <p:nvPr/>
        </p:nvSpPr>
        <p:spPr>
          <a:xfrm>
            <a:off x="1113024" y="19587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0" name="Freeform 3459"/>
          <p:cNvSpPr/>
          <p:nvPr/>
        </p:nvSpPr>
        <p:spPr>
          <a:xfrm>
            <a:off x="991421" y="12708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1" name="Freeform 3460"/>
          <p:cNvSpPr/>
          <p:nvPr/>
        </p:nvSpPr>
        <p:spPr>
          <a:xfrm>
            <a:off x="1022990" y="18227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2" name="Freeform 3461"/>
          <p:cNvSpPr/>
          <p:nvPr/>
        </p:nvSpPr>
        <p:spPr>
          <a:xfrm>
            <a:off x="1094444" y="30426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3" name="Freeform 3462"/>
          <p:cNvSpPr/>
          <p:nvPr/>
        </p:nvSpPr>
        <p:spPr>
          <a:xfrm>
            <a:off x="1173839" y="15118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4" name="Freeform 3463"/>
          <p:cNvSpPr/>
          <p:nvPr/>
        </p:nvSpPr>
        <p:spPr>
          <a:xfrm>
            <a:off x="1004686" y="23994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5" name="Freeform 3464"/>
          <p:cNvSpPr/>
          <p:nvPr/>
        </p:nvSpPr>
        <p:spPr>
          <a:xfrm>
            <a:off x="960991" y="21714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6" name="Freeform 3465"/>
          <p:cNvSpPr/>
          <p:nvPr/>
        </p:nvSpPr>
        <p:spPr>
          <a:xfrm>
            <a:off x="1130255" y="28768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7" name="Freeform 3466"/>
          <p:cNvSpPr/>
          <p:nvPr/>
        </p:nvSpPr>
        <p:spPr>
          <a:xfrm>
            <a:off x="1166823" y="195822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8" name="Freeform 3467"/>
          <p:cNvSpPr/>
          <p:nvPr/>
        </p:nvSpPr>
        <p:spPr>
          <a:xfrm>
            <a:off x="1043523" y="25573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9" name="Freeform 3468"/>
          <p:cNvSpPr/>
          <p:nvPr/>
        </p:nvSpPr>
        <p:spPr>
          <a:xfrm>
            <a:off x="918898" y="21749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0" name="Freeform 3469"/>
          <p:cNvSpPr/>
          <p:nvPr/>
        </p:nvSpPr>
        <p:spPr>
          <a:xfrm>
            <a:off x="1162055" y="23705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1" name="Freeform 3470"/>
          <p:cNvSpPr/>
          <p:nvPr/>
        </p:nvSpPr>
        <p:spPr>
          <a:xfrm>
            <a:off x="1052578" y="12464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2" name="Freeform 3471"/>
          <p:cNvSpPr/>
          <p:nvPr/>
        </p:nvSpPr>
        <p:spPr>
          <a:xfrm>
            <a:off x="1140300" y="12173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3" name="Freeform 3472"/>
          <p:cNvSpPr/>
          <p:nvPr/>
        </p:nvSpPr>
        <p:spPr>
          <a:xfrm>
            <a:off x="1062863" y="22022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4" name="Freeform 3473"/>
          <p:cNvSpPr/>
          <p:nvPr/>
        </p:nvSpPr>
        <p:spPr>
          <a:xfrm>
            <a:off x="1040829" y="21934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5" name="Freeform 3474"/>
          <p:cNvSpPr/>
          <p:nvPr/>
        </p:nvSpPr>
        <p:spPr>
          <a:xfrm>
            <a:off x="1035770" y="24159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6" name="Freeform 3475"/>
          <p:cNvSpPr/>
          <p:nvPr/>
        </p:nvSpPr>
        <p:spPr>
          <a:xfrm>
            <a:off x="1163486" y="166320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7" name="Freeform 3476"/>
          <p:cNvSpPr/>
          <p:nvPr/>
        </p:nvSpPr>
        <p:spPr>
          <a:xfrm>
            <a:off x="1160900" y="23933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8" name="Freeform 3477"/>
          <p:cNvSpPr/>
          <p:nvPr/>
        </p:nvSpPr>
        <p:spPr>
          <a:xfrm>
            <a:off x="923935" y="24403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9" name="Freeform 3478"/>
          <p:cNvSpPr/>
          <p:nvPr/>
        </p:nvSpPr>
        <p:spPr>
          <a:xfrm>
            <a:off x="1003642" y="17280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0" name="Freeform 3479"/>
          <p:cNvSpPr/>
          <p:nvPr/>
        </p:nvSpPr>
        <p:spPr>
          <a:xfrm>
            <a:off x="1183628" y="249986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1" name="Freeform 3480"/>
          <p:cNvSpPr/>
          <p:nvPr/>
        </p:nvSpPr>
        <p:spPr>
          <a:xfrm>
            <a:off x="1041383" y="22451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2" name="Freeform 3481"/>
          <p:cNvSpPr/>
          <p:nvPr/>
        </p:nvSpPr>
        <p:spPr>
          <a:xfrm>
            <a:off x="975502" y="30305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3" name="Freeform 3482"/>
          <p:cNvSpPr/>
          <p:nvPr/>
        </p:nvSpPr>
        <p:spPr>
          <a:xfrm>
            <a:off x="1066043" y="18676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4" name="Freeform 3483"/>
          <p:cNvSpPr/>
          <p:nvPr/>
        </p:nvSpPr>
        <p:spPr>
          <a:xfrm>
            <a:off x="1058559" y="12384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5" name="Freeform 3484"/>
          <p:cNvSpPr/>
          <p:nvPr/>
        </p:nvSpPr>
        <p:spPr>
          <a:xfrm>
            <a:off x="1059290" y="18589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6" name="Freeform 3485"/>
          <p:cNvSpPr/>
          <p:nvPr/>
        </p:nvSpPr>
        <p:spPr>
          <a:xfrm>
            <a:off x="1033936" y="14821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7" name="Freeform 3486"/>
          <p:cNvSpPr/>
          <p:nvPr/>
        </p:nvSpPr>
        <p:spPr>
          <a:xfrm>
            <a:off x="1045179" y="26564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8" name="Freeform 3487"/>
          <p:cNvSpPr/>
          <p:nvPr/>
        </p:nvSpPr>
        <p:spPr>
          <a:xfrm>
            <a:off x="1035505" y="21057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9" name="Freeform 3488"/>
          <p:cNvSpPr/>
          <p:nvPr/>
        </p:nvSpPr>
        <p:spPr>
          <a:xfrm>
            <a:off x="1087897" y="27058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0" name="Freeform 3489"/>
          <p:cNvSpPr/>
          <p:nvPr/>
        </p:nvSpPr>
        <p:spPr>
          <a:xfrm>
            <a:off x="1011835" y="23418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1" name="Freeform 3490"/>
          <p:cNvSpPr/>
          <p:nvPr/>
        </p:nvSpPr>
        <p:spPr>
          <a:xfrm>
            <a:off x="1046534" y="18330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2" name="Freeform 3491"/>
          <p:cNvSpPr/>
          <p:nvPr/>
        </p:nvSpPr>
        <p:spPr>
          <a:xfrm>
            <a:off x="1056190" y="21741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3" name="Freeform 3492"/>
          <p:cNvSpPr/>
          <p:nvPr/>
        </p:nvSpPr>
        <p:spPr>
          <a:xfrm>
            <a:off x="1152362" y="29447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4" name="Freeform 3493"/>
          <p:cNvSpPr/>
          <p:nvPr/>
        </p:nvSpPr>
        <p:spPr>
          <a:xfrm>
            <a:off x="1090517" y="28950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5" name="Freeform 3494"/>
          <p:cNvSpPr/>
          <p:nvPr/>
        </p:nvSpPr>
        <p:spPr>
          <a:xfrm>
            <a:off x="1058470" y="29287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6" name="Freeform 3495"/>
          <p:cNvSpPr/>
          <p:nvPr/>
        </p:nvSpPr>
        <p:spPr>
          <a:xfrm>
            <a:off x="1101315" y="19759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7" name="Freeform 3496"/>
          <p:cNvSpPr/>
          <p:nvPr/>
        </p:nvSpPr>
        <p:spPr>
          <a:xfrm>
            <a:off x="1092687" y="11758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8" name="Freeform 3497"/>
          <p:cNvSpPr/>
          <p:nvPr/>
        </p:nvSpPr>
        <p:spPr>
          <a:xfrm>
            <a:off x="1137907" y="153271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9" name="Freeform 3498"/>
          <p:cNvSpPr/>
          <p:nvPr/>
        </p:nvSpPr>
        <p:spPr>
          <a:xfrm>
            <a:off x="1099346" y="31906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0" name="Freeform 3499"/>
          <p:cNvSpPr/>
          <p:nvPr/>
        </p:nvSpPr>
        <p:spPr>
          <a:xfrm>
            <a:off x="1184744" y="150289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1" name="Freeform 3500"/>
          <p:cNvSpPr/>
          <p:nvPr/>
        </p:nvSpPr>
        <p:spPr>
          <a:xfrm>
            <a:off x="1154941" y="17495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2" name="Freeform 3501"/>
          <p:cNvSpPr/>
          <p:nvPr/>
        </p:nvSpPr>
        <p:spPr>
          <a:xfrm>
            <a:off x="1063027" y="30122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3" name="Freeform 3502"/>
          <p:cNvSpPr/>
          <p:nvPr/>
        </p:nvSpPr>
        <p:spPr>
          <a:xfrm>
            <a:off x="1038251" y="23802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4" name="Freeform 3503"/>
          <p:cNvSpPr/>
          <p:nvPr/>
        </p:nvSpPr>
        <p:spPr>
          <a:xfrm>
            <a:off x="1124291" y="16685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5" name="Freeform 3504"/>
          <p:cNvSpPr/>
          <p:nvPr/>
        </p:nvSpPr>
        <p:spPr>
          <a:xfrm>
            <a:off x="1100017" y="19458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6" name="Freeform 3505"/>
          <p:cNvSpPr/>
          <p:nvPr/>
        </p:nvSpPr>
        <p:spPr>
          <a:xfrm>
            <a:off x="1059474" y="28920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7" name="Freeform 3506"/>
          <p:cNvSpPr/>
          <p:nvPr/>
        </p:nvSpPr>
        <p:spPr>
          <a:xfrm>
            <a:off x="967775" y="19152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8" name="Freeform 3507"/>
          <p:cNvSpPr/>
          <p:nvPr/>
        </p:nvSpPr>
        <p:spPr>
          <a:xfrm>
            <a:off x="944199" y="33135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9" name="Freeform 3508"/>
          <p:cNvSpPr/>
          <p:nvPr/>
        </p:nvSpPr>
        <p:spPr>
          <a:xfrm>
            <a:off x="1088849" y="23393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0" name="Freeform 3509"/>
          <p:cNvSpPr/>
          <p:nvPr/>
        </p:nvSpPr>
        <p:spPr>
          <a:xfrm>
            <a:off x="1116880" y="16469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1" name="Freeform 3510"/>
          <p:cNvSpPr/>
          <p:nvPr/>
        </p:nvSpPr>
        <p:spPr>
          <a:xfrm>
            <a:off x="1119042" y="22166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2" name="Freeform 3511"/>
          <p:cNvSpPr/>
          <p:nvPr/>
        </p:nvSpPr>
        <p:spPr>
          <a:xfrm>
            <a:off x="980364" y="247983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3" name="Freeform 3512"/>
          <p:cNvSpPr/>
          <p:nvPr/>
        </p:nvSpPr>
        <p:spPr>
          <a:xfrm>
            <a:off x="1134558" y="17734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4" name="Freeform 3513"/>
          <p:cNvSpPr/>
          <p:nvPr/>
        </p:nvSpPr>
        <p:spPr>
          <a:xfrm>
            <a:off x="1030314" y="17299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5" name="Freeform 3514"/>
          <p:cNvSpPr/>
          <p:nvPr/>
        </p:nvSpPr>
        <p:spPr>
          <a:xfrm>
            <a:off x="1091513" y="15593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6" name="Freeform 3515"/>
          <p:cNvSpPr/>
          <p:nvPr/>
        </p:nvSpPr>
        <p:spPr>
          <a:xfrm>
            <a:off x="1093388" y="17810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7" name="Freeform 3516"/>
          <p:cNvSpPr/>
          <p:nvPr/>
        </p:nvSpPr>
        <p:spPr>
          <a:xfrm>
            <a:off x="1012515" y="16757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8" name="Freeform 3517"/>
          <p:cNvSpPr/>
          <p:nvPr/>
        </p:nvSpPr>
        <p:spPr>
          <a:xfrm>
            <a:off x="1026522" y="18530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9" name="Freeform 3518"/>
          <p:cNvSpPr/>
          <p:nvPr/>
        </p:nvSpPr>
        <p:spPr>
          <a:xfrm>
            <a:off x="928234" y="20908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0" name="Freeform 3519"/>
          <p:cNvSpPr/>
          <p:nvPr/>
        </p:nvSpPr>
        <p:spPr>
          <a:xfrm>
            <a:off x="1004936" y="21804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1" name="Freeform 3520"/>
          <p:cNvSpPr/>
          <p:nvPr/>
        </p:nvSpPr>
        <p:spPr>
          <a:xfrm>
            <a:off x="946178" y="23466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2" name="Freeform 3521"/>
          <p:cNvSpPr/>
          <p:nvPr/>
        </p:nvSpPr>
        <p:spPr>
          <a:xfrm>
            <a:off x="1094759" y="28428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3" name="Freeform 3522"/>
          <p:cNvSpPr/>
          <p:nvPr/>
        </p:nvSpPr>
        <p:spPr>
          <a:xfrm>
            <a:off x="1069821" y="27120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4" name="Freeform 3523"/>
          <p:cNvSpPr/>
          <p:nvPr/>
        </p:nvSpPr>
        <p:spPr>
          <a:xfrm>
            <a:off x="1126380" y="23694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5" name="Freeform 3524"/>
          <p:cNvSpPr/>
          <p:nvPr/>
        </p:nvSpPr>
        <p:spPr>
          <a:xfrm>
            <a:off x="1089398" y="21031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6" name="Freeform 3525"/>
          <p:cNvSpPr/>
          <p:nvPr/>
        </p:nvSpPr>
        <p:spPr>
          <a:xfrm>
            <a:off x="1023641" y="14928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7" name="Freeform 3526"/>
          <p:cNvSpPr/>
          <p:nvPr/>
        </p:nvSpPr>
        <p:spPr>
          <a:xfrm>
            <a:off x="1088712" y="22472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8" name="Freeform 3527"/>
          <p:cNvSpPr/>
          <p:nvPr/>
        </p:nvSpPr>
        <p:spPr>
          <a:xfrm>
            <a:off x="1039849" y="17153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9" name="Freeform 3528"/>
          <p:cNvSpPr/>
          <p:nvPr/>
        </p:nvSpPr>
        <p:spPr>
          <a:xfrm>
            <a:off x="1106149" y="16767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0" name="Freeform 3529"/>
          <p:cNvSpPr/>
          <p:nvPr/>
        </p:nvSpPr>
        <p:spPr>
          <a:xfrm>
            <a:off x="1086667" y="23437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1" name="Freeform 3530"/>
          <p:cNvSpPr/>
          <p:nvPr/>
        </p:nvSpPr>
        <p:spPr>
          <a:xfrm>
            <a:off x="1000171" y="19233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2" name="Freeform 3531"/>
          <p:cNvSpPr/>
          <p:nvPr/>
        </p:nvSpPr>
        <p:spPr>
          <a:xfrm>
            <a:off x="1065893" y="23498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3" name="Freeform 3532"/>
          <p:cNvSpPr/>
          <p:nvPr/>
        </p:nvSpPr>
        <p:spPr>
          <a:xfrm>
            <a:off x="1069418" y="15532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4" name="Freeform 3533"/>
          <p:cNvSpPr/>
          <p:nvPr/>
        </p:nvSpPr>
        <p:spPr>
          <a:xfrm>
            <a:off x="1045336" y="19024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5" name="Freeform 3534"/>
          <p:cNvSpPr/>
          <p:nvPr/>
        </p:nvSpPr>
        <p:spPr>
          <a:xfrm>
            <a:off x="1125110" y="28317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6" name="Freeform 3535"/>
          <p:cNvSpPr/>
          <p:nvPr/>
        </p:nvSpPr>
        <p:spPr>
          <a:xfrm>
            <a:off x="1179380" y="214377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7" name="Freeform 3536"/>
          <p:cNvSpPr/>
          <p:nvPr/>
        </p:nvSpPr>
        <p:spPr>
          <a:xfrm>
            <a:off x="1041354" y="13873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8" name="Freeform 3537"/>
          <p:cNvSpPr/>
          <p:nvPr/>
        </p:nvSpPr>
        <p:spPr>
          <a:xfrm>
            <a:off x="1042484" y="23181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9" name="Freeform 3538"/>
          <p:cNvSpPr/>
          <p:nvPr/>
        </p:nvSpPr>
        <p:spPr>
          <a:xfrm>
            <a:off x="916624" y="19981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0" name="Freeform 3539"/>
          <p:cNvSpPr/>
          <p:nvPr/>
        </p:nvSpPr>
        <p:spPr>
          <a:xfrm>
            <a:off x="1057195" y="19482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1" name="Freeform 3540"/>
          <p:cNvSpPr/>
          <p:nvPr/>
        </p:nvSpPr>
        <p:spPr>
          <a:xfrm>
            <a:off x="1036813" y="275342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2" name="Freeform 3541"/>
          <p:cNvSpPr/>
          <p:nvPr/>
        </p:nvSpPr>
        <p:spPr>
          <a:xfrm>
            <a:off x="922388" y="19661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3" name="Freeform 3542"/>
          <p:cNvSpPr/>
          <p:nvPr/>
        </p:nvSpPr>
        <p:spPr>
          <a:xfrm>
            <a:off x="1084884" y="29351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4" name="Freeform 3543"/>
          <p:cNvSpPr/>
          <p:nvPr/>
        </p:nvSpPr>
        <p:spPr>
          <a:xfrm>
            <a:off x="1104951" y="25442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5" name="Freeform 3544"/>
          <p:cNvSpPr/>
          <p:nvPr/>
        </p:nvSpPr>
        <p:spPr>
          <a:xfrm>
            <a:off x="1017051" y="167861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6" name="Freeform 3545"/>
          <p:cNvSpPr/>
          <p:nvPr/>
        </p:nvSpPr>
        <p:spPr>
          <a:xfrm>
            <a:off x="1041030" y="20444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7" name="Freeform 3546"/>
          <p:cNvSpPr/>
          <p:nvPr/>
        </p:nvSpPr>
        <p:spPr>
          <a:xfrm>
            <a:off x="1001637" y="23808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8" name="Freeform 3547"/>
          <p:cNvSpPr/>
          <p:nvPr/>
        </p:nvSpPr>
        <p:spPr>
          <a:xfrm>
            <a:off x="1116330" y="19987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9" name="Freeform 3548"/>
          <p:cNvSpPr/>
          <p:nvPr/>
        </p:nvSpPr>
        <p:spPr>
          <a:xfrm>
            <a:off x="965089" y="22565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0" name="Freeform 3549"/>
          <p:cNvSpPr/>
          <p:nvPr/>
        </p:nvSpPr>
        <p:spPr>
          <a:xfrm>
            <a:off x="1044967" y="22195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1" name="Freeform 3550"/>
          <p:cNvSpPr/>
          <p:nvPr/>
        </p:nvSpPr>
        <p:spPr>
          <a:xfrm>
            <a:off x="1195169" y="18917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2" name="Freeform 3551"/>
          <p:cNvSpPr/>
          <p:nvPr/>
        </p:nvSpPr>
        <p:spPr>
          <a:xfrm>
            <a:off x="1069169" y="25960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3" name="Freeform 3552"/>
          <p:cNvSpPr/>
          <p:nvPr/>
        </p:nvSpPr>
        <p:spPr>
          <a:xfrm>
            <a:off x="1096787" y="22054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4" name="Freeform 3553"/>
          <p:cNvSpPr/>
          <p:nvPr/>
        </p:nvSpPr>
        <p:spPr>
          <a:xfrm>
            <a:off x="1056019" y="23848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5" name="Freeform 3554"/>
          <p:cNvSpPr/>
          <p:nvPr/>
        </p:nvSpPr>
        <p:spPr>
          <a:xfrm>
            <a:off x="987843" y="30327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6" name="Freeform 3555"/>
          <p:cNvSpPr/>
          <p:nvPr/>
        </p:nvSpPr>
        <p:spPr>
          <a:xfrm>
            <a:off x="1063580" y="26943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7" name="Freeform 3556"/>
          <p:cNvSpPr/>
          <p:nvPr/>
        </p:nvSpPr>
        <p:spPr>
          <a:xfrm>
            <a:off x="1092710" y="14280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8" name="Freeform 3557"/>
          <p:cNvSpPr/>
          <p:nvPr/>
        </p:nvSpPr>
        <p:spPr>
          <a:xfrm>
            <a:off x="997911" y="20302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9" name="Freeform 3558"/>
          <p:cNvSpPr/>
          <p:nvPr/>
        </p:nvSpPr>
        <p:spPr>
          <a:xfrm>
            <a:off x="1088408" y="28994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0" name="Freeform 3559"/>
          <p:cNvSpPr/>
          <p:nvPr/>
        </p:nvSpPr>
        <p:spPr>
          <a:xfrm>
            <a:off x="1148327" y="30097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1" name="Freeform 3560"/>
          <p:cNvSpPr/>
          <p:nvPr/>
        </p:nvSpPr>
        <p:spPr>
          <a:xfrm>
            <a:off x="1136704" y="22830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2" name="Freeform 3561"/>
          <p:cNvSpPr/>
          <p:nvPr/>
        </p:nvSpPr>
        <p:spPr>
          <a:xfrm>
            <a:off x="960758" y="14315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3" name="Freeform 3562"/>
          <p:cNvSpPr/>
          <p:nvPr/>
        </p:nvSpPr>
        <p:spPr>
          <a:xfrm>
            <a:off x="1001053" y="23209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4" name="Freeform 3563"/>
          <p:cNvSpPr/>
          <p:nvPr/>
        </p:nvSpPr>
        <p:spPr>
          <a:xfrm>
            <a:off x="958706" y="15609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5" name="Freeform 3564"/>
          <p:cNvSpPr/>
          <p:nvPr/>
        </p:nvSpPr>
        <p:spPr>
          <a:xfrm>
            <a:off x="1136801" y="20468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6" name="Freeform 3565"/>
          <p:cNvSpPr/>
          <p:nvPr/>
        </p:nvSpPr>
        <p:spPr>
          <a:xfrm>
            <a:off x="1106233" y="19861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7" name="Freeform 3566"/>
          <p:cNvSpPr/>
          <p:nvPr/>
        </p:nvSpPr>
        <p:spPr>
          <a:xfrm>
            <a:off x="1112389" y="29056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8" name="Freeform 3567"/>
          <p:cNvSpPr/>
          <p:nvPr/>
        </p:nvSpPr>
        <p:spPr>
          <a:xfrm>
            <a:off x="1007483" y="17489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9" name="Freeform 3568"/>
          <p:cNvSpPr/>
          <p:nvPr/>
        </p:nvSpPr>
        <p:spPr>
          <a:xfrm>
            <a:off x="988358" y="23963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0" name="Freeform 3569"/>
          <p:cNvSpPr/>
          <p:nvPr/>
        </p:nvSpPr>
        <p:spPr>
          <a:xfrm>
            <a:off x="1070849" y="17868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1" name="Freeform 3570"/>
          <p:cNvSpPr/>
          <p:nvPr/>
        </p:nvSpPr>
        <p:spPr>
          <a:xfrm>
            <a:off x="1072446" y="264023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2" name="Freeform 3571"/>
          <p:cNvSpPr/>
          <p:nvPr/>
        </p:nvSpPr>
        <p:spPr>
          <a:xfrm>
            <a:off x="1009081" y="21358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3" name="Freeform 3572"/>
          <p:cNvSpPr/>
          <p:nvPr/>
        </p:nvSpPr>
        <p:spPr>
          <a:xfrm>
            <a:off x="1075178" y="20468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4" name="Freeform 3573"/>
          <p:cNvSpPr/>
          <p:nvPr/>
        </p:nvSpPr>
        <p:spPr>
          <a:xfrm>
            <a:off x="1108504" y="23043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5" name="Freeform 3574"/>
          <p:cNvSpPr/>
          <p:nvPr/>
        </p:nvSpPr>
        <p:spPr>
          <a:xfrm>
            <a:off x="1080872" y="20201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6" name="Freeform 3575"/>
          <p:cNvSpPr/>
          <p:nvPr/>
        </p:nvSpPr>
        <p:spPr>
          <a:xfrm>
            <a:off x="996801" y="23615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7" name="Freeform 3576"/>
          <p:cNvSpPr/>
          <p:nvPr/>
        </p:nvSpPr>
        <p:spPr>
          <a:xfrm>
            <a:off x="925606" y="25562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8" name="Freeform 3577"/>
          <p:cNvSpPr/>
          <p:nvPr/>
        </p:nvSpPr>
        <p:spPr>
          <a:xfrm>
            <a:off x="1048575" y="14090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9" name="Freeform 3578"/>
          <p:cNvSpPr/>
          <p:nvPr/>
        </p:nvSpPr>
        <p:spPr>
          <a:xfrm>
            <a:off x="1076649" y="169223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0" name="Freeform 3579"/>
          <p:cNvSpPr/>
          <p:nvPr/>
        </p:nvSpPr>
        <p:spPr>
          <a:xfrm>
            <a:off x="1048495" y="26131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1" name="Freeform 3580"/>
          <p:cNvSpPr/>
          <p:nvPr/>
        </p:nvSpPr>
        <p:spPr>
          <a:xfrm>
            <a:off x="1037333" y="19367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2" name="Freeform 3581"/>
          <p:cNvSpPr/>
          <p:nvPr/>
        </p:nvSpPr>
        <p:spPr>
          <a:xfrm>
            <a:off x="1019881" y="26038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3" name="Freeform 3582"/>
          <p:cNvSpPr/>
          <p:nvPr/>
        </p:nvSpPr>
        <p:spPr>
          <a:xfrm>
            <a:off x="1113218" y="28287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4" name="Freeform 3583"/>
          <p:cNvSpPr/>
          <p:nvPr/>
        </p:nvSpPr>
        <p:spPr>
          <a:xfrm>
            <a:off x="1062273" y="16999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5" name="Freeform 3584"/>
          <p:cNvSpPr/>
          <p:nvPr/>
        </p:nvSpPr>
        <p:spPr>
          <a:xfrm>
            <a:off x="1073921" y="30930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6" name="Freeform 3585"/>
          <p:cNvSpPr/>
          <p:nvPr/>
        </p:nvSpPr>
        <p:spPr>
          <a:xfrm>
            <a:off x="1001302" y="17543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7" name="Freeform 3586"/>
          <p:cNvSpPr/>
          <p:nvPr/>
        </p:nvSpPr>
        <p:spPr>
          <a:xfrm>
            <a:off x="1024592" y="23545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8" name="Freeform 3587"/>
          <p:cNvSpPr/>
          <p:nvPr/>
        </p:nvSpPr>
        <p:spPr>
          <a:xfrm>
            <a:off x="1076613" y="23336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9" name="Freeform 3588"/>
          <p:cNvSpPr/>
          <p:nvPr/>
        </p:nvSpPr>
        <p:spPr>
          <a:xfrm>
            <a:off x="999054" y="20174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0" name="Freeform 3589"/>
          <p:cNvSpPr/>
          <p:nvPr/>
        </p:nvSpPr>
        <p:spPr>
          <a:xfrm>
            <a:off x="982213" y="19302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1" name="Freeform 3590"/>
          <p:cNvSpPr/>
          <p:nvPr/>
        </p:nvSpPr>
        <p:spPr>
          <a:xfrm>
            <a:off x="1043913" y="2646425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2" name="Freeform 3591"/>
          <p:cNvSpPr/>
          <p:nvPr/>
        </p:nvSpPr>
        <p:spPr>
          <a:xfrm>
            <a:off x="1145412" y="18607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3" name="Freeform 3592"/>
          <p:cNvSpPr/>
          <p:nvPr/>
        </p:nvSpPr>
        <p:spPr>
          <a:xfrm>
            <a:off x="1078414" y="21682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4" name="Freeform 3593"/>
          <p:cNvSpPr/>
          <p:nvPr/>
        </p:nvSpPr>
        <p:spPr>
          <a:xfrm>
            <a:off x="1162568" y="28650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5" name="Freeform 3594"/>
          <p:cNvSpPr/>
          <p:nvPr/>
        </p:nvSpPr>
        <p:spPr>
          <a:xfrm>
            <a:off x="1057023" y="23124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6" name="Freeform 3595"/>
          <p:cNvSpPr/>
          <p:nvPr/>
        </p:nvSpPr>
        <p:spPr>
          <a:xfrm>
            <a:off x="1045179" y="15231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7" name="Freeform 3596"/>
          <p:cNvSpPr/>
          <p:nvPr/>
        </p:nvSpPr>
        <p:spPr>
          <a:xfrm>
            <a:off x="973395" y="13728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8" name="Freeform 3597"/>
          <p:cNvSpPr/>
          <p:nvPr/>
        </p:nvSpPr>
        <p:spPr>
          <a:xfrm>
            <a:off x="1027524" y="18609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9" name="Freeform 3598"/>
          <p:cNvSpPr/>
          <p:nvPr/>
        </p:nvSpPr>
        <p:spPr>
          <a:xfrm>
            <a:off x="1160948" y="283163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0" name="Freeform 3599"/>
          <p:cNvSpPr/>
          <p:nvPr/>
        </p:nvSpPr>
        <p:spPr>
          <a:xfrm>
            <a:off x="1087475" y="19763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1" name="Freeform 3600"/>
          <p:cNvSpPr/>
          <p:nvPr/>
        </p:nvSpPr>
        <p:spPr>
          <a:xfrm>
            <a:off x="1114378" y="17930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2" name="Freeform 3601"/>
          <p:cNvSpPr/>
          <p:nvPr/>
        </p:nvSpPr>
        <p:spPr>
          <a:xfrm>
            <a:off x="1112519" y="18567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3" name="Freeform 3602"/>
          <p:cNvSpPr/>
          <p:nvPr/>
        </p:nvSpPr>
        <p:spPr>
          <a:xfrm>
            <a:off x="1065114" y="18265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4" name="Freeform 3603"/>
          <p:cNvSpPr/>
          <p:nvPr/>
        </p:nvSpPr>
        <p:spPr>
          <a:xfrm>
            <a:off x="1052162" y="20411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5" name="Freeform 3604"/>
          <p:cNvSpPr/>
          <p:nvPr/>
        </p:nvSpPr>
        <p:spPr>
          <a:xfrm>
            <a:off x="1073653" y="22628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6" name="Freeform 3605"/>
          <p:cNvSpPr/>
          <p:nvPr/>
        </p:nvSpPr>
        <p:spPr>
          <a:xfrm>
            <a:off x="1110277" y="25355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7" name="Freeform 3606"/>
          <p:cNvSpPr/>
          <p:nvPr/>
        </p:nvSpPr>
        <p:spPr>
          <a:xfrm>
            <a:off x="1096119" y="31916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8" name="Freeform 3607"/>
          <p:cNvSpPr/>
          <p:nvPr/>
        </p:nvSpPr>
        <p:spPr>
          <a:xfrm>
            <a:off x="1098382" y="20531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9" name="Freeform 3608"/>
          <p:cNvSpPr/>
          <p:nvPr/>
        </p:nvSpPr>
        <p:spPr>
          <a:xfrm>
            <a:off x="1075972" y="21312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0" name="Freeform 3609"/>
          <p:cNvSpPr/>
          <p:nvPr/>
        </p:nvSpPr>
        <p:spPr>
          <a:xfrm>
            <a:off x="1014674" y="1942258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1" name="Freeform 3610"/>
          <p:cNvSpPr/>
          <p:nvPr/>
        </p:nvSpPr>
        <p:spPr>
          <a:xfrm>
            <a:off x="1048395" y="29065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2" name="Freeform 3611"/>
          <p:cNvSpPr/>
          <p:nvPr/>
        </p:nvSpPr>
        <p:spPr>
          <a:xfrm>
            <a:off x="1003297" y="18977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3" name="Freeform 3612"/>
          <p:cNvSpPr/>
          <p:nvPr/>
        </p:nvSpPr>
        <p:spPr>
          <a:xfrm>
            <a:off x="1132390" y="11805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4" name="Freeform 3613"/>
          <p:cNvSpPr/>
          <p:nvPr/>
        </p:nvSpPr>
        <p:spPr>
          <a:xfrm>
            <a:off x="926310" y="218604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5" name="Freeform 3614"/>
          <p:cNvSpPr/>
          <p:nvPr/>
        </p:nvSpPr>
        <p:spPr>
          <a:xfrm>
            <a:off x="1051295" y="22573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6" name="Freeform 3615"/>
          <p:cNvSpPr/>
          <p:nvPr/>
        </p:nvSpPr>
        <p:spPr>
          <a:xfrm>
            <a:off x="1224100" y="20687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7" name="Freeform 3616"/>
          <p:cNvSpPr/>
          <p:nvPr/>
        </p:nvSpPr>
        <p:spPr>
          <a:xfrm>
            <a:off x="1043092" y="11918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8" name="Freeform 3617"/>
          <p:cNvSpPr/>
          <p:nvPr/>
        </p:nvSpPr>
        <p:spPr>
          <a:xfrm>
            <a:off x="990473" y="27468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9" name="Freeform 3618"/>
          <p:cNvSpPr/>
          <p:nvPr/>
        </p:nvSpPr>
        <p:spPr>
          <a:xfrm>
            <a:off x="1064556" y="21225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0" name="Freeform 3619"/>
          <p:cNvSpPr/>
          <p:nvPr/>
        </p:nvSpPr>
        <p:spPr>
          <a:xfrm>
            <a:off x="1151277" y="26328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1" name="Freeform 3620"/>
          <p:cNvSpPr/>
          <p:nvPr/>
        </p:nvSpPr>
        <p:spPr>
          <a:xfrm>
            <a:off x="1055104" y="25042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2" name="Freeform 3621"/>
          <p:cNvSpPr/>
          <p:nvPr/>
        </p:nvSpPr>
        <p:spPr>
          <a:xfrm>
            <a:off x="1106433" y="22511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3" name="Freeform 3622"/>
          <p:cNvSpPr/>
          <p:nvPr/>
        </p:nvSpPr>
        <p:spPr>
          <a:xfrm>
            <a:off x="1072377" y="15404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4" name="Freeform 3623"/>
          <p:cNvSpPr/>
          <p:nvPr/>
        </p:nvSpPr>
        <p:spPr>
          <a:xfrm>
            <a:off x="1041013" y="13095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5" name="Freeform 3624"/>
          <p:cNvSpPr/>
          <p:nvPr/>
        </p:nvSpPr>
        <p:spPr>
          <a:xfrm>
            <a:off x="1274718" y="19979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6" name="Freeform 3625"/>
          <p:cNvSpPr/>
          <p:nvPr/>
        </p:nvSpPr>
        <p:spPr>
          <a:xfrm>
            <a:off x="1070467" y="24175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7" name="Freeform 3626"/>
          <p:cNvSpPr/>
          <p:nvPr/>
        </p:nvSpPr>
        <p:spPr>
          <a:xfrm>
            <a:off x="1030115" y="9576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8" name="Freeform 3627"/>
          <p:cNvSpPr/>
          <p:nvPr/>
        </p:nvSpPr>
        <p:spPr>
          <a:xfrm>
            <a:off x="1033245" y="24435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9" name="Freeform 3628"/>
          <p:cNvSpPr/>
          <p:nvPr/>
        </p:nvSpPr>
        <p:spPr>
          <a:xfrm>
            <a:off x="1090992" y="25165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0" name="Freeform 3629"/>
          <p:cNvSpPr/>
          <p:nvPr/>
        </p:nvSpPr>
        <p:spPr>
          <a:xfrm>
            <a:off x="1092892" y="31290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1" name="Freeform 3630"/>
          <p:cNvSpPr/>
          <p:nvPr/>
        </p:nvSpPr>
        <p:spPr>
          <a:xfrm>
            <a:off x="1116958" y="15156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2" name="Freeform 3631"/>
          <p:cNvSpPr/>
          <p:nvPr/>
        </p:nvSpPr>
        <p:spPr>
          <a:xfrm>
            <a:off x="1075110" y="17333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3" name="Freeform 3632"/>
          <p:cNvSpPr/>
          <p:nvPr/>
        </p:nvSpPr>
        <p:spPr>
          <a:xfrm>
            <a:off x="970782" y="9957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4" name="Freeform 3633"/>
          <p:cNvSpPr/>
          <p:nvPr/>
        </p:nvSpPr>
        <p:spPr>
          <a:xfrm>
            <a:off x="1101032" y="29329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5" name="Freeform 3634"/>
          <p:cNvSpPr/>
          <p:nvPr/>
        </p:nvSpPr>
        <p:spPr>
          <a:xfrm>
            <a:off x="1045252" y="14840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6" name="Freeform 3635"/>
          <p:cNvSpPr/>
          <p:nvPr/>
        </p:nvSpPr>
        <p:spPr>
          <a:xfrm>
            <a:off x="1046769" y="21902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7" name="Freeform 3636"/>
          <p:cNvSpPr/>
          <p:nvPr/>
        </p:nvSpPr>
        <p:spPr>
          <a:xfrm>
            <a:off x="967380" y="18158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8" name="Freeform 3637"/>
          <p:cNvSpPr/>
          <p:nvPr/>
        </p:nvSpPr>
        <p:spPr>
          <a:xfrm>
            <a:off x="1027703" y="30643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9" name="Freeform 3638"/>
          <p:cNvSpPr/>
          <p:nvPr/>
        </p:nvSpPr>
        <p:spPr>
          <a:xfrm>
            <a:off x="1017533" y="14789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0" name="Freeform 3639"/>
          <p:cNvSpPr/>
          <p:nvPr/>
        </p:nvSpPr>
        <p:spPr>
          <a:xfrm>
            <a:off x="1063328" y="18257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1" name="Freeform 3640"/>
          <p:cNvSpPr/>
          <p:nvPr/>
        </p:nvSpPr>
        <p:spPr>
          <a:xfrm>
            <a:off x="969336" y="22457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2" name="Freeform 3641"/>
          <p:cNvSpPr/>
          <p:nvPr/>
        </p:nvSpPr>
        <p:spPr>
          <a:xfrm>
            <a:off x="1069107" y="18977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3" name="Freeform 3642"/>
          <p:cNvSpPr/>
          <p:nvPr/>
        </p:nvSpPr>
        <p:spPr>
          <a:xfrm>
            <a:off x="1073995" y="26154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4" name="Freeform 3643"/>
          <p:cNvSpPr/>
          <p:nvPr/>
        </p:nvSpPr>
        <p:spPr>
          <a:xfrm>
            <a:off x="991469" y="25207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5" name="Freeform 3644"/>
          <p:cNvSpPr/>
          <p:nvPr/>
        </p:nvSpPr>
        <p:spPr>
          <a:xfrm>
            <a:off x="1024311" y="24617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6" name="Freeform 3645"/>
          <p:cNvSpPr/>
          <p:nvPr/>
        </p:nvSpPr>
        <p:spPr>
          <a:xfrm>
            <a:off x="1008862" y="31686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7" name="Freeform 3646"/>
          <p:cNvSpPr/>
          <p:nvPr/>
        </p:nvSpPr>
        <p:spPr>
          <a:xfrm>
            <a:off x="1125953" y="17874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8" name="Freeform 3647"/>
          <p:cNvSpPr/>
          <p:nvPr/>
        </p:nvSpPr>
        <p:spPr>
          <a:xfrm>
            <a:off x="898038" y="16196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9" name="Freeform 3648"/>
          <p:cNvSpPr/>
          <p:nvPr/>
        </p:nvSpPr>
        <p:spPr>
          <a:xfrm>
            <a:off x="1042973" y="25828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0" name="Freeform 3649"/>
          <p:cNvSpPr/>
          <p:nvPr/>
        </p:nvSpPr>
        <p:spPr>
          <a:xfrm>
            <a:off x="955598" y="20487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1" name="Freeform 3650"/>
          <p:cNvSpPr/>
          <p:nvPr/>
        </p:nvSpPr>
        <p:spPr>
          <a:xfrm>
            <a:off x="1037113" y="23610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2" name="Freeform 3651"/>
          <p:cNvSpPr/>
          <p:nvPr/>
        </p:nvSpPr>
        <p:spPr>
          <a:xfrm>
            <a:off x="1121915" y="20589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3" name="Freeform 3652"/>
          <p:cNvSpPr/>
          <p:nvPr/>
        </p:nvSpPr>
        <p:spPr>
          <a:xfrm>
            <a:off x="1023916" y="25452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4" name="Freeform 3653"/>
          <p:cNvSpPr/>
          <p:nvPr/>
        </p:nvSpPr>
        <p:spPr>
          <a:xfrm>
            <a:off x="1074927" y="26754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5" name="Freeform 3654"/>
          <p:cNvSpPr/>
          <p:nvPr/>
        </p:nvSpPr>
        <p:spPr>
          <a:xfrm>
            <a:off x="1009710" y="16906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6" name="Freeform 3655"/>
          <p:cNvSpPr/>
          <p:nvPr/>
        </p:nvSpPr>
        <p:spPr>
          <a:xfrm>
            <a:off x="1194401" y="22584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7" name="Freeform 3656"/>
          <p:cNvSpPr/>
          <p:nvPr/>
        </p:nvSpPr>
        <p:spPr>
          <a:xfrm>
            <a:off x="1126323" y="11970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8" name="Freeform 3657"/>
          <p:cNvSpPr/>
          <p:nvPr/>
        </p:nvSpPr>
        <p:spPr>
          <a:xfrm>
            <a:off x="1140518" y="22024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9" name="Freeform 3658"/>
          <p:cNvSpPr/>
          <p:nvPr/>
        </p:nvSpPr>
        <p:spPr>
          <a:xfrm>
            <a:off x="977644" y="26971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0" name="Freeform 3659"/>
          <p:cNvSpPr/>
          <p:nvPr/>
        </p:nvSpPr>
        <p:spPr>
          <a:xfrm>
            <a:off x="992708" y="16016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1" name="Freeform 3660"/>
          <p:cNvSpPr/>
          <p:nvPr/>
        </p:nvSpPr>
        <p:spPr>
          <a:xfrm>
            <a:off x="1137372" y="19050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2" name="Freeform 3661"/>
          <p:cNvSpPr/>
          <p:nvPr/>
        </p:nvSpPr>
        <p:spPr>
          <a:xfrm>
            <a:off x="1052854" y="18561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3" name="Freeform 3662"/>
          <p:cNvSpPr/>
          <p:nvPr/>
        </p:nvSpPr>
        <p:spPr>
          <a:xfrm>
            <a:off x="1048638" y="16201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4" name="Freeform 3663"/>
          <p:cNvSpPr/>
          <p:nvPr/>
        </p:nvSpPr>
        <p:spPr>
          <a:xfrm>
            <a:off x="1087888" y="25581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5" name="Freeform 3664"/>
          <p:cNvSpPr/>
          <p:nvPr/>
        </p:nvSpPr>
        <p:spPr>
          <a:xfrm>
            <a:off x="982486" y="22907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6" name="Freeform 3665"/>
          <p:cNvSpPr/>
          <p:nvPr/>
        </p:nvSpPr>
        <p:spPr>
          <a:xfrm>
            <a:off x="1117014" y="23132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7" name="Freeform 3666"/>
          <p:cNvSpPr/>
          <p:nvPr/>
        </p:nvSpPr>
        <p:spPr>
          <a:xfrm>
            <a:off x="1066963" y="28827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8" name="Freeform 3667"/>
          <p:cNvSpPr/>
          <p:nvPr/>
        </p:nvSpPr>
        <p:spPr>
          <a:xfrm>
            <a:off x="1097537" y="23600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9" name="Freeform 3668"/>
          <p:cNvSpPr/>
          <p:nvPr/>
        </p:nvSpPr>
        <p:spPr>
          <a:xfrm>
            <a:off x="1021263" y="15459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0" name="Freeform 3669"/>
          <p:cNvSpPr/>
          <p:nvPr/>
        </p:nvSpPr>
        <p:spPr>
          <a:xfrm>
            <a:off x="1099792" y="21052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1" name="Freeform 3670"/>
          <p:cNvSpPr/>
          <p:nvPr/>
        </p:nvSpPr>
        <p:spPr>
          <a:xfrm>
            <a:off x="1018990" y="29108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2" name="Freeform 3671"/>
          <p:cNvSpPr/>
          <p:nvPr/>
        </p:nvSpPr>
        <p:spPr>
          <a:xfrm>
            <a:off x="1129055" y="30176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3" name="Freeform 3672"/>
          <p:cNvSpPr/>
          <p:nvPr/>
        </p:nvSpPr>
        <p:spPr>
          <a:xfrm>
            <a:off x="1140681" y="13788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4" name="Freeform 3673"/>
          <p:cNvSpPr/>
          <p:nvPr/>
        </p:nvSpPr>
        <p:spPr>
          <a:xfrm>
            <a:off x="1126236" y="22719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5" name="Freeform 3674"/>
          <p:cNvSpPr/>
          <p:nvPr/>
        </p:nvSpPr>
        <p:spPr>
          <a:xfrm>
            <a:off x="1100006" y="25553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6" name="Freeform 3675"/>
          <p:cNvSpPr/>
          <p:nvPr/>
        </p:nvSpPr>
        <p:spPr>
          <a:xfrm>
            <a:off x="1107791" y="23653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7" name="Freeform 3676"/>
          <p:cNvSpPr/>
          <p:nvPr/>
        </p:nvSpPr>
        <p:spPr>
          <a:xfrm>
            <a:off x="886253" y="29776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8" name="Freeform 3677"/>
          <p:cNvSpPr/>
          <p:nvPr/>
        </p:nvSpPr>
        <p:spPr>
          <a:xfrm>
            <a:off x="1121128" y="15018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9" name="Freeform 3678"/>
          <p:cNvSpPr/>
          <p:nvPr/>
        </p:nvSpPr>
        <p:spPr>
          <a:xfrm>
            <a:off x="1047569" y="24259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0" name="Freeform 3679"/>
          <p:cNvSpPr/>
          <p:nvPr/>
        </p:nvSpPr>
        <p:spPr>
          <a:xfrm>
            <a:off x="1072045" y="15302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1" name="Freeform 3680"/>
          <p:cNvSpPr/>
          <p:nvPr/>
        </p:nvSpPr>
        <p:spPr>
          <a:xfrm>
            <a:off x="1046928" y="21996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2" name="Freeform 3681"/>
          <p:cNvSpPr/>
          <p:nvPr/>
        </p:nvSpPr>
        <p:spPr>
          <a:xfrm>
            <a:off x="973468" y="14985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3" name="Freeform 3682"/>
          <p:cNvSpPr/>
          <p:nvPr/>
        </p:nvSpPr>
        <p:spPr>
          <a:xfrm>
            <a:off x="1030018" y="20953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4" name="Freeform 3683"/>
          <p:cNvSpPr/>
          <p:nvPr/>
        </p:nvSpPr>
        <p:spPr>
          <a:xfrm>
            <a:off x="1109430" y="17918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5" name="Freeform 3684"/>
          <p:cNvSpPr/>
          <p:nvPr/>
        </p:nvSpPr>
        <p:spPr>
          <a:xfrm>
            <a:off x="1159767" y="18600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6" name="Freeform 3685"/>
          <p:cNvSpPr/>
          <p:nvPr/>
        </p:nvSpPr>
        <p:spPr>
          <a:xfrm>
            <a:off x="1024426" y="19088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7" name="Freeform 3686"/>
          <p:cNvSpPr/>
          <p:nvPr/>
        </p:nvSpPr>
        <p:spPr>
          <a:xfrm>
            <a:off x="1005783" y="20489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8" name="Freeform 3687"/>
          <p:cNvSpPr/>
          <p:nvPr/>
        </p:nvSpPr>
        <p:spPr>
          <a:xfrm>
            <a:off x="1162048" y="23444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9" name="Freeform 3688"/>
          <p:cNvSpPr/>
          <p:nvPr/>
        </p:nvSpPr>
        <p:spPr>
          <a:xfrm>
            <a:off x="1007203" y="12513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0" name="Freeform 3689"/>
          <p:cNvSpPr/>
          <p:nvPr/>
        </p:nvSpPr>
        <p:spPr>
          <a:xfrm>
            <a:off x="1203299" y="2687433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1" name="Freeform 3690"/>
          <p:cNvSpPr/>
          <p:nvPr/>
        </p:nvSpPr>
        <p:spPr>
          <a:xfrm>
            <a:off x="1069107" y="22237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2" name="Freeform 3691"/>
          <p:cNvSpPr/>
          <p:nvPr/>
        </p:nvSpPr>
        <p:spPr>
          <a:xfrm>
            <a:off x="1007147" y="22183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3" name="Freeform 3692"/>
          <p:cNvSpPr/>
          <p:nvPr/>
        </p:nvSpPr>
        <p:spPr>
          <a:xfrm>
            <a:off x="1131042" y="20211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4" name="Freeform 3693"/>
          <p:cNvSpPr/>
          <p:nvPr/>
        </p:nvSpPr>
        <p:spPr>
          <a:xfrm>
            <a:off x="1178074" y="24444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5" name="Freeform 3694"/>
          <p:cNvSpPr/>
          <p:nvPr/>
        </p:nvSpPr>
        <p:spPr>
          <a:xfrm>
            <a:off x="970575" y="20658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6" name="Freeform 3695"/>
          <p:cNvSpPr/>
          <p:nvPr/>
        </p:nvSpPr>
        <p:spPr>
          <a:xfrm>
            <a:off x="1169159" y="23118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7" name="Freeform 3696"/>
          <p:cNvSpPr/>
          <p:nvPr/>
        </p:nvSpPr>
        <p:spPr>
          <a:xfrm>
            <a:off x="1047080" y="303089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8" name="Freeform 3697"/>
          <p:cNvSpPr/>
          <p:nvPr/>
        </p:nvSpPr>
        <p:spPr>
          <a:xfrm>
            <a:off x="1164341" y="22211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9" name="Freeform 3698"/>
          <p:cNvSpPr/>
          <p:nvPr/>
        </p:nvSpPr>
        <p:spPr>
          <a:xfrm>
            <a:off x="1040510" y="27859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0" name="Freeform 3699"/>
          <p:cNvSpPr/>
          <p:nvPr/>
        </p:nvSpPr>
        <p:spPr>
          <a:xfrm>
            <a:off x="961126" y="31084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1" name="Freeform 3700"/>
          <p:cNvSpPr/>
          <p:nvPr/>
        </p:nvSpPr>
        <p:spPr>
          <a:xfrm>
            <a:off x="1099045" y="21563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2" name="Freeform 3701"/>
          <p:cNvSpPr/>
          <p:nvPr/>
        </p:nvSpPr>
        <p:spPr>
          <a:xfrm>
            <a:off x="1127211" y="19777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3" name="Freeform 3702"/>
          <p:cNvSpPr/>
          <p:nvPr/>
        </p:nvSpPr>
        <p:spPr>
          <a:xfrm>
            <a:off x="1204781" y="19579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4" name="Freeform 3703"/>
          <p:cNvSpPr/>
          <p:nvPr/>
        </p:nvSpPr>
        <p:spPr>
          <a:xfrm>
            <a:off x="1180080" y="19373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5" name="Freeform 3704"/>
          <p:cNvSpPr/>
          <p:nvPr/>
        </p:nvSpPr>
        <p:spPr>
          <a:xfrm>
            <a:off x="1111865" y="32093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6" name="Freeform 3705"/>
          <p:cNvSpPr/>
          <p:nvPr/>
        </p:nvSpPr>
        <p:spPr>
          <a:xfrm>
            <a:off x="1049979" y="29184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7" name="Freeform 3706"/>
          <p:cNvSpPr/>
          <p:nvPr/>
        </p:nvSpPr>
        <p:spPr>
          <a:xfrm>
            <a:off x="1031210" y="12217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8" name="Freeform 3707"/>
          <p:cNvSpPr/>
          <p:nvPr/>
        </p:nvSpPr>
        <p:spPr>
          <a:xfrm>
            <a:off x="1046187" y="27588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9" name="Freeform 3708"/>
          <p:cNvSpPr/>
          <p:nvPr/>
        </p:nvSpPr>
        <p:spPr>
          <a:xfrm>
            <a:off x="1010628" y="19151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0" name="Freeform 3709"/>
          <p:cNvSpPr/>
          <p:nvPr/>
        </p:nvSpPr>
        <p:spPr>
          <a:xfrm>
            <a:off x="1047535" y="25754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1" name="Freeform 3710"/>
          <p:cNvSpPr/>
          <p:nvPr/>
        </p:nvSpPr>
        <p:spPr>
          <a:xfrm>
            <a:off x="896959" y="21854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2" name="Freeform 3711"/>
          <p:cNvSpPr/>
          <p:nvPr/>
        </p:nvSpPr>
        <p:spPr>
          <a:xfrm>
            <a:off x="1077612" y="25481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3" name="Freeform 3712"/>
          <p:cNvSpPr/>
          <p:nvPr/>
        </p:nvSpPr>
        <p:spPr>
          <a:xfrm>
            <a:off x="1063828" y="19402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4" name="Freeform 3713"/>
          <p:cNvSpPr/>
          <p:nvPr/>
        </p:nvSpPr>
        <p:spPr>
          <a:xfrm>
            <a:off x="1235952" y="21563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5" name="Freeform 3714"/>
          <p:cNvSpPr/>
          <p:nvPr/>
        </p:nvSpPr>
        <p:spPr>
          <a:xfrm>
            <a:off x="1116077" y="24540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6" name="Freeform 3715"/>
          <p:cNvSpPr/>
          <p:nvPr/>
        </p:nvSpPr>
        <p:spPr>
          <a:xfrm>
            <a:off x="1033892" y="27603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7" name="Freeform 3716"/>
          <p:cNvSpPr/>
          <p:nvPr/>
        </p:nvSpPr>
        <p:spPr>
          <a:xfrm>
            <a:off x="1103208" y="20897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8" name="Freeform 3717"/>
          <p:cNvSpPr/>
          <p:nvPr/>
        </p:nvSpPr>
        <p:spPr>
          <a:xfrm>
            <a:off x="984437" y="28430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9" name="Freeform 3718"/>
          <p:cNvSpPr/>
          <p:nvPr/>
        </p:nvSpPr>
        <p:spPr>
          <a:xfrm>
            <a:off x="1025768" y="20084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0" name="Freeform 3719"/>
          <p:cNvSpPr/>
          <p:nvPr/>
        </p:nvSpPr>
        <p:spPr>
          <a:xfrm>
            <a:off x="941862" y="8895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1" name="Freeform 3720"/>
          <p:cNvSpPr/>
          <p:nvPr/>
        </p:nvSpPr>
        <p:spPr>
          <a:xfrm>
            <a:off x="1161020" y="15389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2" name="Freeform 3721"/>
          <p:cNvSpPr/>
          <p:nvPr/>
        </p:nvSpPr>
        <p:spPr>
          <a:xfrm>
            <a:off x="1105106" y="18604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3" name="Freeform 3722"/>
          <p:cNvSpPr/>
          <p:nvPr/>
        </p:nvSpPr>
        <p:spPr>
          <a:xfrm>
            <a:off x="987766" y="22695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4" name="Freeform 3723"/>
          <p:cNvSpPr/>
          <p:nvPr/>
        </p:nvSpPr>
        <p:spPr>
          <a:xfrm>
            <a:off x="1061735" y="32124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5" name="Freeform 3724"/>
          <p:cNvSpPr/>
          <p:nvPr/>
        </p:nvSpPr>
        <p:spPr>
          <a:xfrm>
            <a:off x="1128749" y="28987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6" name="Freeform 3725"/>
          <p:cNvSpPr/>
          <p:nvPr/>
        </p:nvSpPr>
        <p:spPr>
          <a:xfrm>
            <a:off x="1098590" y="15732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7" name="Freeform 3726"/>
          <p:cNvSpPr/>
          <p:nvPr/>
        </p:nvSpPr>
        <p:spPr>
          <a:xfrm>
            <a:off x="1091105" y="26278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8" name="Freeform 3727"/>
          <p:cNvSpPr/>
          <p:nvPr/>
        </p:nvSpPr>
        <p:spPr>
          <a:xfrm>
            <a:off x="1008843" y="25817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9" name="Freeform 3728"/>
          <p:cNvSpPr/>
          <p:nvPr/>
        </p:nvSpPr>
        <p:spPr>
          <a:xfrm>
            <a:off x="1023476" y="23102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0" name="Freeform 3729"/>
          <p:cNvSpPr/>
          <p:nvPr/>
        </p:nvSpPr>
        <p:spPr>
          <a:xfrm>
            <a:off x="1072059" y="27663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1" name="Freeform 3730"/>
          <p:cNvSpPr/>
          <p:nvPr/>
        </p:nvSpPr>
        <p:spPr>
          <a:xfrm>
            <a:off x="1126791" y="28501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2" name="Freeform 3731"/>
          <p:cNvSpPr/>
          <p:nvPr/>
        </p:nvSpPr>
        <p:spPr>
          <a:xfrm>
            <a:off x="1010765" y="22516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3" name="Freeform 3732"/>
          <p:cNvSpPr/>
          <p:nvPr/>
        </p:nvSpPr>
        <p:spPr>
          <a:xfrm>
            <a:off x="991360" y="26795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4" name="Freeform 3733"/>
          <p:cNvSpPr/>
          <p:nvPr/>
        </p:nvSpPr>
        <p:spPr>
          <a:xfrm>
            <a:off x="1141635" y="260301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5" name="Freeform 3734"/>
          <p:cNvSpPr/>
          <p:nvPr/>
        </p:nvSpPr>
        <p:spPr>
          <a:xfrm>
            <a:off x="1004036" y="26234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6" name="Freeform 3735"/>
          <p:cNvSpPr/>
          <p:nvPr/>
        </p:nvSpPr>
        <p:spPr>
          <a:xfrm>
            <a:off x="1137199" y="196017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7" name="Freeform 3736"/>
          <p:cNvSpPr/>
          <p:nvPr/>
        </p:nvSpPr>
        <p:spPr>
          <a:xfrm>
            <a:off x="1081870" y="23440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8" name="Freeform 3737"/>
          <p:cNvSpPr/>
          <p:nvPr/>
        </p:nvSpPr>
        <p:spPr>
          <a:xfrm>
            <a:off x="1124190" y="231682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9" name="Freeform 3738"/>
          <p:cNvSpPr/>
          <p:nvPr/>
        </p:nvSpPr>
        <p:spPr>
          <a:xfrm>
            <a:off x="1181459" y="1922225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0" name="Freeform 3739"/>
          <p:cNvSpPr/>
          <p:nvPr/>
        </p:nvSpPr>
        <p:spPr>
          <a:xfrm>
            <a:off x="1111429" y="22982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1" name="Freeform 3740"/>
          <p:cNvSpPr/>
          <p:nvPr/>
        </p:nvSpPr>
        <p:spPr>
          <a:xfrm>
            <a:off x="1117224" y="23675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2" name="Freeform 3741"/>
          <p:cNvSpPr/>
          <p:nvPr/>
        </p:nvSpPr>
        <p:spPr>
          <a:xfrm>
            <a:off x="1004864" y="19865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3" name="Freeform 3742"/>
          <p:cNvSpPr/>
          <p:nvPr/>
        </p:nvSpPr>
        <p:spPr>
          <a:xfrm>
            <a:off x="1019633" y="18859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4" name="Freeform 3743"/>
          <p:cNvSpPr/>
          <p:nvPr/>
        </p:nvSpPr>
        <p:spPr>
          <a:xfrm>
            <a:off x="1108463" y="23007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5" name="Freeform 3744"/>
          <p:cNvSpPr/>
          <p:nvPr/>
        </p:nvSpPr>
        <p:spPr>
          <a:xfrm>
            <a:off x="1167521" y="21849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6" name="Freeform 3745"/>
          <p:cNvSpPr/>
          <p:nvPr/>
        </p:nvSpPr>
        <p:spPr>
          <a:xfrm>
            <a:off x="1158091" y="26237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7" name="Freeform 3746"/>
          <p:cNvSpPr/>
          <p:nvPr/>
        </p:nvSpPr>
        <p:spPr>
          <a:xfrm>
            <a:off x="1219421" y="26638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8" name="Freeform 3747"/>
          <p:cNvSpPr/>
          <p:nvPr/>
        </p:nvSpPr>
        <p:spPr>
          <a:xfrm>
            <a:off x="1086370" y="18346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9" name="Freeform 3748"/>
          <p:cNvSpPr/>
          <p:nvPr/>
        </p:nvSpPr>
        <p:spPr>
          <a:xfrm>
            <a:off x="1079199" y="19995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0" name="Freeform 3749"/>
          <p:cNvSpPr/>
          <p:nvPr/>
        </p:nvSpPr>
        <p:spPr>
          <a:xfrm>
            <a:off x="1132492" y="19942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1" name="Freeform 3750"/>
          <p:cNvSpPr/>
          <p:nvPr/>
        </p:nvSpPr>
        <p:spPr>
          <a:xfrm>
            <a:off x="1067002" y="20830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2" name="Freeform 3751"/>
          <p:cNvSpPr/>
          <p:nvPr/>
        </p:nvSpPr>
        <p:spPr>
          <a:xfrm>
            <a:off x="1061603" y="22024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3" name="Freeform 3752"/>
          <p:cNvSpPr/>
          <p:nvPr/>
        </p:nvSpPr>
        <p:spPr>
          <a:xfrm>
            <a:off x="996271" y="18716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4" name="Freeform 3753"/>
          <p:cNvSpPr/>
          <p:nvPr/>
        </p:nvSpPr>
        <p:spPr>
          <a:xfrm>
            <a:off x="1131499" y="17501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5" name="Freeform 3754"/>
          <p:cNvSpPr/>
          <p:nvPr/>
        </p:nvSpPr>
        <p:spPr>
          <a:xfrm>
            <a:off x="994637" y="17623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6" name="Freeform 3755"/>
          <p:cNvSpPr/>
          <p:nvPr/>
        </p:nvSpPr>
        <p:spPr>
          <a:xfrm>
            <a:off x="1099727" y="22772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7" name="Freeform 3756"/>
          <p:cNvSpPr/>
          <p:nvPr/>
        </p:nvSpPr>
        <p:spPr>
          <a:xfrm>
            <a:off x="971608" y="15202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8" name="Freeform 3757"/>
          <p:cNvSpPr/>
          <p:nvPr/>
        </p:nvSpPr>
        <p:spPr>
          <a:xfrm>
            <a:off x="1138471" y="21097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9" name="Freeform 3758"/>
          <p:cNvSpPr/>
          <p:nvPr/>
        </p:nvSpPr>
        <p:spPr>
          <a:xfrm>
            <a:off x="997502" y="19041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0" name="Freeform 3759"/>
          <p:cNvSpPr/>
          <p:nvPr/>
        </p:nvSpPr>
        <p:spPr>
          <a:xfrm>
            <a:off x="1121699" y="20824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1" name="Freeform 3760"/>
          <p:cNvSpPr/>
          <p:nvPr/>
        </p:nvSpPr>
        <p:spPr>
          <a:xfrm>
            <a:off x="960320" y="21002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2" name="Freeform 3761"/>
          <p:cNvSpPr/>
          <p:nvPr/>
        </p:nvSpPr>
        <p:spPr>
          <a:xfrm>
            <a:off x="1036572" y="2600331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3" name="Freeform 3762"/>
          <p:cNvSpPr/>
          <p:nvPr/>
        </p:nvSpPr>
        <p:spPr>
          <a:xfrm>
            <a:off x="1143911" y="18691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4" name="Freeform 3763"/>
          <p:cNvSpPr/>
          <p:nvPr/>
        </p:nvSpPr>
        <p:spPr>
          <a:xfrm>
            <a:off x="1012325" y="778218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5" name="Freeform 3764"/>
          <p:cNvSpPr/>
          <p:nvPr/>
        </p:nvSpPr>
        <p:spPr>
          <a:xfrm>
            <a:off x="1070204" y="24166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6" name="Freeform 3765"/>
          <p:cNvSpPr/>
          <p:nvPr/>
        </p:nvSpPr>
        <p:spPr>
          <a:xfrm>
            <a:off x="1034011" y="21898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7" name="Freeform 3766"/>
          <p:cNvSpPr/>
          <p:nvPr/>
        </p:nvSpPr>
        <p:spPr>
          <a:xfrm>
            <a:off x="912554" y="24530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8" name="Freeform 3767"/>
          <p:cNvSpPr/>
          <p:nvPr/>
        </p:nvSpPr>
        <p:spPr>
          <a:xfrm>
            <a:off x="1086182" y="24742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9" name="Freeform 3768"/>
          <p:cNvSpPr/>
          <p:nvPr/>
        </p:nvSpPr>
        <p:spPr>
          <a:xfrm>
            <a:off x="1094421" y="14401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0" name="Freeform 3769"/>
          <p:cNvSpPr/>
          <p:nvPr/>
        </p:nvSpPr>
        <p:spPr>
          <a:xfrm>
            <a:off x="992264" y="25683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1" name="Freeform 3770"/>
          <p:cNvSpPr/>
          <p:nvPr/>
        </p:nvSpPr>
        <p:spPr>
          <a:xfrm>
            <a:off x="1103802" y="24671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2" name="Freeform 3771"/>
          <p:cNvSpPr/>
          <p:nvPr/>
        </p:nvSpPr>
        <p:spPr>
          <a:xfrm>
            <a:off x="1012966" y="30337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3" name="Freeform 3772"/>
          <p:cNvSpPr/>
          <p:nvPr/>
        </p:nvSpPr>
        <p:spPr>
          <a:xfrm>
            <a:off x="999188" y="26114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4" name="Freeform 3773"/>
          <p:cNvSpPr/>
          <p:nvPr/>
        </p:nvSpPr>
        <p:spPr>
          <a:xfrm>
            <a:off x="1066202" y="30952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5" name="Freeform 3774"/>
          <p:cNvSpPr/>
          <p:nvPr/>
        </p:nvSpPr>
        <p:spPr>
          <a:xfrm>
            <a:off x="1020546" y="19044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6" name="Freeform 3775"/>
          <p:cNvSpPr/>
          <p:nvPr/>
        </p:nvSpPr>
        <p:spPr>
          <a:xfrm>
            <a:off x="1217813" y="8014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7" name="Freeform 3776"/>
          <p:cNvSpPr/>
          <p:nvPr/>
        </p:nvSpPr>
        <p:spPr>
          <a:xfrm>
            <a:off x="962603" y="24125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8" name="Freeform 3777"/>
          <p:cNvSpPr/>
          <p:nvPr/>
        </p:nvSpPr>
        <p:spPr>
          <a:xfrm>
            <a:off x="1114731" y="30740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9" name="Freeform 3778"/>
          <p:cNvSpPr/>
          <p:nvPr/>
        </p:nvSpPr>
        <p:spPr>
          <a:xfrm>
            <a:off x="1131345" y="17680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0" name="Freeform 3779"/>
          <p:cNvSpPr/>
          <p:nvPr/>
        </p:nvSpPr>
        <p:spPr>
          <a:xfrm>
            <a:off x="934454" y="2595839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1" name="Freeform 3780"/>
          <p:cNvSpPr/>
          <p:nvPr/>
        </p:nvSpPr>
        <p:spPr>
          <a:xfrm>
            <a:off x="950825" y="15648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2" name="Freeform 3781"/>
          <p:cNvSpPr/>
          <p:nvPr/>
        </p:nvSpPr>
        <p:spPr>
          <a:xfrm>
            <a:off x="1103053" y="23694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3" name="Freeform 3782"/>
          <p:cNvSpPr/>
          <p:nvPr/>
        </p:nvSpPr>
        <p:spPr>
          <a:xfrm>
            <a:off x="1033807" y="25474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4" name="Freeform 3783"/>
          <p:cNvSpPr/>
          <p:nvPr/>
        </p:nvSpPr>
        <p:spPr>
          <a:xfrm>
            <a:off x="1091190" y="23165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5" name="Freeform 3784"/>
          <p:cNvSpPr/>
          <p:nvPr/>
        </p:nvSpPr>
        <p:spPr>
          <a:xfrm>
            <a:off x="1141331" y="18403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6" name="Freeform 3785"/>
          <p:cNvSpPr/>
          <p:nvPr/>
        </p:nvSpPr>
        <p:spPr>
          <a:xfrm>
            <a:off x="1041061" y="23416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7" name="Freeform 3786"/>
          <p:cNvSpPr/>
          <p:nvPr/>
        </p:nvSpPr>
        <p:spPr>
          <a:xfrm>
            <a:off x="995170" y="24787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8" name="Freeform 3787"/>
          <p:cNvSpPr/>
          <p:nvPr/>
        </p:nvSpPr>
        <p:spPr>
          <a:xfrm>
            <a:off x="884693" y="23271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9" name="Freeform 3788"/>
          <p:cNvSpPr/>
          <p:nvPr/>
        </p:nvSpPr>
        <p:spPr>
          <a:xfrm>
            <a:off x="1079319" y="28731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0" name="Freeform 3789"/>
          <p:cNvSpPr/>
          <p:nvPr/>
        </p:nvSpPr>
        <p:spPr>
          <a:xfrm>
            <a:off x="1004149" y="20239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1" name="Freeform 3790"/>
          <p:cNvSpPr/>
          <p:nvPr/>
        </p:nvSpPr>
        <p:spPr>
          <a:xfrm>
            <a:off x="1086535" y="31350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2" name="Freeform 3791"/>
          <p:cNvSpPr/>
          <p:nvPr/>
        </p:nvSpPr>
        <p:spPr>
          <a:xfrm>
            <a:off x="1081112" y="24519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3" name="Freeform 3792"/>
          <p:cNvSpPr/>
          <p:nvPr/>
        </p:nvSpPr>
        <p:spPr>
          <a:xfrm>
            <a:off x="973910" y="18395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4" name="Freeform 3793"/>
          <p:cNvSpPr/>
          <p:nvPr/>
        </p:nvSpPr>
        <p:spPr>
          <a:xfrm>
            <a:off x="1180099" y="20717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5" name="Freeform 3794"/>
          <p:cNvSpPr/>
          <p:nvPr/>
        </p:nvSpPr>
        <p:spPr>
          <a:xfrm>
            <a:off x="1137604" y="19255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6" name="Freeform 3795"/>
          <p:cNvSpPr/>
          <p:nvPr/>
        </p:nvSpPr>
        <p:spPr>
          <a:xfrm>
            <a:off x="1122016" y="22590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7" name="Freeform 3796"/>
          <p:cNvSpPr/>
          <p:nvPr/>
        </p:nvSpPr>
        <p:spPr>
          <a:xfrm>
            <a:off x="987177" y="16307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8" name="Freeform 3797"/>
          <p:cNvSpPr/>
          <p:nvPr/>
        </p:nvSpPr>
        <p:spPr>
          <a:xfrm>
            <a:off x="1038721" y="17554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9" name="Freeform 3798"/>
          <p:cNvSpPr/>
          <p:nvPr/>
        </p:nvSpPr>
        <p:spPr>
          <a:xfrm>
            <a:off x="1029467" y="19989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0" name="Freeform 3799"/>
          <p:cNvSpPr/>
          <p:nvPr/>
        </p:nvSpPr>
        <p:spPr>
          <a:xfrm>
            <a:off x="1038235" y="17540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1" name="Freeform 3800"/>
          <p:cNvSpPr/>
          <p:nvPr/>
        </p:nvSpPr>
        <p:spPr>
          <a:xfrm>
            <a:off x="991181" y="18441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2" name="Freeform 3801"/>
          <p:cNvSpPr/>
          <p:nvPr/>
        </p:nvSpPr>
        <p:spPr>
          <a:xfrm>
            <a:off x="1094579" y="24495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3" name="Freeform 3802"/>
          <p:cNvSpPr/>
          <p:nvPr/>
        </p:nvSpPr>
        <p:spPr>
          <a:xfrm>
            <a:off x="1080953" y="29097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4" name="Freeform 3803"/>
          <p:cNvSpPr/>
          <p:nvPr/>
        </p:nvSpPr>
        <p:spPr>
          <a:xfrm>
            <a:off x="1089984" y="20120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5" name="Freeform 3804"/>
          <p:cNvSpPr/>
          <p:nvPr/>
        </p:nvSpPr>
        <p:spPr>
          <a:xfrm>
            <a:off x="1032186" y="19481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6" name="Freeform 3805"/>
          <p:cNvSpPr/>
          <p:nvPr/>
        </p:nvSpPr>
        <p:spPr>
          <a:xfrm>
            <a:off x="1151385" y="16711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7" name="Freeform 3806"/>
          <p:cNvSpPr/>
          <p:nvPr/>
        </p:nvSpPr>
        <p:spPr>
          <a:xfrm>
            <a:off x="1078201" y="27023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8" name="Freeform 3807"/>
          <p:cNvSpPr/>
          <p:nvPr/>
        </p:nvSpPr>
        <p:spPr>
          <a:xfrm>
            <a:off x="884137" y="26871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9" name="Freeform 3808"/>
          <p:cNvSpPr/>
          <p:nvPr/>
        </p:nvSpPr>
        <p:spPr>
          <a:xfrm>
            <a:off x="1023286" y="19919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0" name="Freeform 3809"/>
          <p:cNvSpPr/>
          <p:nvPr/>
        </p:nvSpPr>
        <p:spPr>
          <a:xfrm>
            <a:off x="1061966" y="22621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1" name="Freeform 3810"/>
          <p:cNvSpPr/>
          <p:nvPr/>
        </p:nvSpPr>
        <p:spPr>
          <a:xfrm>
            <a:off x="1129781" y="31854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2" name="Freeform 3811"/>
          <p:cNvSpPr/>
          <p:nvPr/>
        </p:nvSpPr>
        <p:spPr>
          <a:xfrm>
            <a:off x="1045799" y="20351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3" name="Freeform 3812"/>
          <p:cNvSpPr/>
          <p:nvPr/>
        </p:nvSpPr>
        <p:spPr>
          <a:xfrm>
            <a:off x="1049158" y="31685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4" name="Freeform 3813"/>
          <p:cNvSpPr/>
          <p:nvPr/>
        </p:nvSpPr>
        <p:spPr>
          <a:xfrm>
            <a:off x="1021780" y="27069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5" name="Freeform 3814"/>
          <p:cNvSpPr/>
          <p:nvPr/>
        </p:nvSpPr>
        <p:spPr>
          <a:xfrm>
            <a:off x="1109896" y="15382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6" name="Freeform 3815"/>
          <p:cNvSpPr/>
          <p:nvPr/>
        </p:nvSpPr>
        <p:spPr>
          <a:xfrm>
            <a:off x="1036057" y="12974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7" name="Freeform 3816"/>
          <p:cNvSpPr/>
          <p:nvPr/>
        </p:nvSpPr>
        <p:spPr>
          <a:xfrm>
            <a:off x="1025718" y="28445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8" name="Freeform 3817"/>
          <p:cNvSpPr/>
          <p:nvPr/>
        </p:nvSpPr>
        <p:spPr>
          <a:xfrm>
            <a:off x="1016517" y="23935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9" name="Freeform 3818"/>
          <p:cNvSpPr/>
          <p:nvPr/>
        </p:nvSpPr>
        <p:spPr>
          <a:xfrm>
            <a:off x="1102667" y="22042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0" name="Freeform 3819"/>
          <p:cNvSpPr/>
          <p:nvPr/>
        </p:nvSpPr>
        <p:spPr>
          <a:xfrm>
            <a:off x="1030393" y="13196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1" name="Freeform 3820"/>
          <p:cNvSpPr/>
          <p:nvPr/>
        </p:nvSpPr>
        <p:spPr>
          <a:xfrm>
            <a:off x="954578" y="24767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2" name="Freeform 3821"/>
          <p:cNvSpPr/>
          <p:nvPr/>
        </p:nvSpPr>
        <p:spPr>
          <a:xfrm>
            <a:off x="1107050" y="24686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3" name="Freeform 3822"/>
          <p:cNvSpPr/>
          <p:nvPr/>
        </p:nvSpPr>
        <p:spPr>
          <a:xfrm>
            <a:off x="1019225" y="14379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4" name="Freeform 3823"/>
          <p:cNvSpPr/>
          <p:nvPr/>
        </p:nvSpPr>
        <p:spPr>
          <a:xfrm>
            <a:off x="1089429" y="24166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5" name="Freeform 3824"/>
          <p:cNvSpPr/>
          <p:nvPr/>
        </p:nvSpPr>
        <p:spPr>
          <a:xfrm>
            <a:off x="1090542" y="18584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6" name="Freeform 3825"/>
          <p:cNvSpPr/>
          <p:nvPr/>
        </p:nvSpPr>
        <p:spPr>
          <a:xfrm>
            <a:off x="1145587" y="29775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7" name="Freeform 3826"/>
          <p:cNvSpPr/>
          <p:nvPr/>
        </p:nvSpPr>
        <p:spPr>
          <a:xfrm>
            <a:off x="1135035" y="23130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8" name="Freeform 3827"/>
          <p:cNvSpPr/>
          <p:nvPr/>
        </p:nvSpPr>
        <p:spPr>
          <a:xfrm>
            <a:off x="1027603" y="30704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9" name="Freeform 3828"/>
          <p:cNvSpPr/>
          <p:nvPr/>
        </p:nvSpPr>
        <p:spPr>
          <a:xfrm>
            <a:off x="1054710" y="27629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0" name="Freeform 3829"/>
          <p:cNvSpPr/>
          <p:nvPr/>
        </p:nvSpPr>
        <p:spPr>
          <a:xfrm>
            <a:off x="980150" y="17989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1" name="Freeform 3830"/>
          <p:cNvSpPr/>
          <p:nvPr/>
        </p:nvSpPr>
        <p:spPr>
          <a:xfrm>
            <a:off x="1177011" y="22513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2" name="Freeform 3831"/>
          <p:cNvSpPr/>
          <p:nvPr/>
        </p:nvSpPr>
        <p:spPr>
          <a:xfrm>
            <a:off x="1095042" y="23883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3" name="Freeform 3832"/>
          <p:cNvSpPr/>
          <p:nvPr/>
        </p:nvSpPr>
        <p:spPr>
          <a:xfrm>
            <a:off x="1158244" y="26069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4" name="Freeform 3833"/>
          <p:cNvSpPr/>
          <p:nvPr/>
        </p:nvSpPr>
        <p:spPr>
          <a:xfrm>
            <a:off x="1044587" y="23382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5" name="Freeform 3834"/>
          <p:cNvSpPr/>
          <p:nvPr/>
        </p:nvSpPr>
        <p:spPr>
          <a:xfrm>
            <a:off x="929820" y="20727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6" name="Freeform 3835"/>
          <p:cNvSpPr/>
          <p:nvPr/>
        </p:nvSpPr>
        <p:spPr>
          <a:xfrm>
            <a:off x="1167352" y="17258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7" name="Freeform 3836"/>
          <p:cNvSpPr/>
          <p:nvPr/>
        </p:nvSpPr>
        <p:spPr>
          <a:xfrm>
            <a:off x="1071924" y="35616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8" name="Freeform 3837"/>
          <p:cNvSpPr/>
          <p:nvPr/>
        </p:nvSpPr>
        <p:spPr>
          <a:xfrm>
            <a:off x="1074582" y="26491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9" name="Freeform 3838"/>
          <p:cNvSpPr/>
          <p:nvPr/>
        </p:nvSpPr>
        <p:spPr>
          <a:xfrm>
            <a:off x="1069426" y="21450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0" name="Freeform 3839"/>
          <p:cNvSpPr/>
          <p:nvPr/>
        </p:nvSpPr>
        <p:spPr>
          <a:xfrm>
            <a:off x="1108511" y="22762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1" name="Freeform 3840"/>
          <p:cNvSpPr/>
          <p:nvPr/>
        </p:nvSpPr>
        <p:spPr>
          <a:xfrm>
            <a:off x="1101112" y="20207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2" name="Freeform 3841"/>
          <p:cNvSpPr/>
          <p:nvPr/>
        </p:nvSpPr>
        <p:spPr>
          <a:xfrm>
            <a:off x="960241" y="20898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3" name="Freeform 3842"/>
          <p:cNvSpPr/>
          <p:nvPr/>
        </p:nvSpPr>
        <p:spPr>
          <a:xfrm>
            <a:off x="1137845" y="23810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4" name="Freeform 3843"/>
          <p:cNvSpPr/>
          <p:nvPr/>
        </p:nvSpPr>
        <p:spPr>
          <a:xfrm>
            <a:off x="1030660" y="24940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5" name="Freeform 3844"/>
          <p:cNvSpPr/>
          <p:nvPr/>
        </p:nvSpPr>
        <p:spPr>
          <a:xfrm>
            <a:off x="1034766" y="23508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6" name="Freeform 3845"/>
          <p:cNvSpPr/>
          <p:nvPr/>
        </p:nvSpPr>
        <p:spPr>
          <a:xfrm>
            <a:off x="1180334" y="16414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7" name="Freeform 3846"/>
          <p:cNvSpPr/>
          <p:nvPr/>
        </p:nvSpPr>
        <p:spPr>
          <a:xfrm>
            <a:off x="1126811" y="25984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8" name="Freeform 3847"/>
          <p:cNvSpPr/>
          <p:nvPr/>
        </p:nvSpPr>
        <p:spPr>
          <a:xfrm>
            <a:off x="1043314" y="22579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9" name="Freeform 3848"/>
          <p:cNvSpPr/>
          <p:nvPr/>
        </p:nvSpPr>
        <p:spPr>
          <a:xfrm>
            <a:off x="942606" y="21326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0" name="Freeform 3849"/>
          <p:cNvSpPr/>
          <p:nvPr/>
        </p:nvSpPr>
        <p:spPr>
          <a:xfrm>
            <a:off x="1076469" y="14320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1" name="Freeform 3850"/>
          <p:cNvSpPr/>
          <p:nvPr/>
        </p:nvSpPr>
        <p:spPr>
          <a:xfrm>
            <a:off x="1101478" y="23787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2" name="Freeform 3851"/>
          <p:cNvSpPr/>
          <p:nvPr/>
        </p:nvSpPr>
        <p:spPr>
          <a:xfrm>
            <a:off x="1060405" y="17381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3" name="Freeform 3852"/>
          <p:cNvSpPr/>
          <p:nvPr/>
        </p:nvSpPr>
        <p:spPr>
          <a:xfrm>
            <a:off x="983093" y="15991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4" name="Freeform 3853"/>
          <p:cNvSpPr/>
          <p:nvPr/>
        </p:nvSpPr>
        <p:spPr>
          <a:xfrm>
            <a:off x="1013298" y="22584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5" name="Freeform 3854"/>
          <p:cNvSpPr/>
          <p:nvPr/>
        </p:nvSpPr>
        <p:spPr>
          <a:xfrm>
            <a:off x="982484" y="23331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6" name="Freeform 3855"/>
          <p:cNvSpPr/>
          <p:nvPr/>
        </p:nvSpPr>
        <p:spPr>
          <a:xfrm>
            <a:off x="1080035" y="23933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7" name="Freeform 3856"/>
          <p:cNvSpPr/>
          <p:nvPr/>
        </p:nvSpPr>
        <p:spPr>
          <a:xfrm>
            <a:off x="1120102" y="23561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8" name="Freeform 3857"/>
          <p:cNvSpPr/>
          <p:nvPr/>
        </p:nvSpPr>
        <p:spPr>
          <a:xfrm>
            <a:off x="1133766" y="17913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9" name="Freeform 3858"/>
          <p:cNvSpPr/>
          <p:nvPr/>
        </p:nvSpPr>
        <p:spPr>
          <a:xfrm>
            <a:off x="1017176" y="21084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0" name="Freeform 3859"/>
          <p:cNvSpPr/>
          <p:nvPr/>
        </p:nvSpPr>
        <p:spPr>
          <a:xfrm>
            <a:off x="1081337" y="21062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1" name="Freeform 3860"/>
          <p:cNvSpPr/>
          <p:nvPr/>
        </p:nvSpPr>
        <p:spPr>
          <a:xfrm>
            <a:off x="1102501" y="27985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2" name="Freeform 3861"/>
          <p:cNvSpPr/>
          <p:nvPr/>
        </p:nvSpPr>
        <p:spPr>
          <a:xfrm>
            <a:off x="1031841" y="27182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3" name="Freeform 3862"/>
          <p:cNvSpPr/>
          <p:nvPr/>
        </p:nvSpPr>
        <p:spPr>
          <a:xfrm>
            <a:off x="1055896" y="11353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4" name="Freeform 3863"/>
          <p:cNvSpPr/>
          <p:nvPr/>
        </p:nvSpPr>
        <p:spPr>
          <a:xfrm>
            <a:off x="1206631" y="231644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5" name="Freeform 3864"/>
          <p:cNvSpPr/>
          <p:nvPr/>
        </p:nvSpPr>
        <p:spPr>
          <a:xfrm>
            <a:off x="1079354" y="26201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6" name="Freeform 3865"/>
          <p:cNvSpPr/>
          <p:nvPr/>
        </p:nvSpPr>
        <p:spPr>
          <a:xfrm>
            <a:off x="1124317" y="14977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7" name="Freeform 3866"/>
          <p:cNvSpPr/>
          <p:nvPr/>
        </p:nvSpPr>
        <p:spPr>
          <a:xfrm>
            <a:off x="1036903" y="20825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8" name="Freeform 3867"/>
          <p:cNvSpPr/>
          <p:nvPr/>
        </p:nvSpPr>
        <p:spPr>
          <a:xfrm>
            <a:off x="1068517" y="19317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9" name="Freeform 3868"/>
          <p:cNvSpPr/>
          <p:nvPr/>
        </p:nvSpPr>
        <p:spPr>
          <a:xfrm>
            <a:off x="952029" y="22962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0" name="Freeform 3869"/>
          <p:cNvSpPr/>
          <p:nvPr/>
        </p:nvSpPr>
        <p:spPr>
          <a:xfrm>
            <a:off x="1064084" y="23881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1" name="Freeform 3870"/>
          <p:cNvSpPr/>
          <p:nvPr/>
        </p:nvSpPr>
        <p:spPr>
          <a:xfrm>
            <a:off x="1144836" y="23122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2" name="Freeform 3871"/>
          <p:cNvSpPr/>
          <p:nvPr/>
        </p:nvSpPr>
        <p:spPr>
          <a:xfrm>
            <a:off x="1204975" y="29295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3" name="Freeform 3872"/>
          <p:cNvSpPr/>
          <p:nvPr/>
        </p:nvSpPr>
        <p:spPr>
          <a:xfrm>
            <a:off x="1145125" y="22707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4" name="Freeform 3873"/>
          <p:cNvSpPr/>
          <p:nvPr/>
        </p:nvSpPr>
        <p:spPr>
          <a:xfrm>
            <a:off x="1111309" y="20753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5" name="Freeform 3874"/>
          <p:cNvSpPr/>
          <p:nvPr/>
        </p:nvSpPr>
        <p:spPr>
          <a:xfrm>
            <a:off x="1069261" y="12844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6" name="Freeform 3875"/>
          <p:cNvSpPr/>
          <p:nvPr/>
        </p:nvSpPr>
        <p:spPr>
          <a:xfrm>
            <a:off x="1025949" y="21822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7" name="Freeform 3876"/>
          <p:cNvSpPr/>
          <p:nvPr/>
        </p:nvSpPr>
        <p:spPr>
          <a:xfrm>
            <a:off x="1055116" y="34136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8" name="Freeform 3877"/>
          <p:cNvSpPr/>
          <p:nvPr/>
        </p:nvSpPr>
        <p:spPr>
          <a:xfrm>
            <a:off x="1106399" y="22737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9" name="Freeform 3878"/>
          <p:cNvSpPr/>
          <p:nvPr/>
        </p:nvSpPr>
        <p:spPr>
          <a:xfrm>
            <a:off x="1013666" y="8320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0" name="Freeform 3879"/>
          <p:cNvSpPr/>
          <p:nvPr/>
        </p:nvSpPr>
        <p:spPr>
          <a:xfrm>
            <a:off x="1127645" y="17851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1" name="Freeform 3880"/>
          <p:cNvSpPr/>
          <p:nvPr/>
        </p:nvSpPr>
        <p:spPr>
          <a:xfrm>
            <a:off x="1000467" y="26385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2" name="Freeform 3881"/>
          <p:cNvSpPr/>
          <p:nvPr/>
        </p:nvSpPr>
        <p:spPr>
          <a:xfrm>
            <a:off x="947723" y="19251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3" name="Freeform 3882"/>
          <p:cNvSpPr/>
          <p:nvPr/>
        </p:nvSpPr>
        <p:spPr>
          <a:xfrm>
            <a:off x="998611" y="26035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4" name="Freeform 3883"/>
          <p:cNvSpPr/>
          <p:nvPr/>
        </p:nvSpPr>
        <p:spPr>
          <a:xfrm>
            <a:off x="955276" y="29148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5" name="Freeform 3884"/>
          <p:cNvSpPr/>
          <p:nvPr/>
        </p:nvSpPr>
        <p:spPr>
          <a:xfrm>
            <a:off x="974715" y="24032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6" name="Freeform 3885"/>
          <p:cNvSpPr/>
          <p:nvPr/>
        </p:nvSpPr>
        <p:spPr>
          <a:xfrm>
            <a:off x="1140846" y="21793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7" name="Freeform 3886"/>
          <p:cNvSpPr/>
          <p:nvPr/>
        </p:nvSpPr>
        <p:spPr>
          <a:xfrm>
            <a:off x="1052470" y="31785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8" name="Freeform 3887"/>
          <p:cNvSpPr/>
          <p:nvPr/>
        </p:nvSpPr>
        <p:spPr>
          <a:xfrm>
            <a:off x="1080246" y="2810681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9" name="Freeform 3888"/>
          <p:cNvSpPr/>
          <p:nvPr/>
        </p:nvSpPr>
        <p:spPr>
          <a:xfrm>
            <a:off x="1142569" y="22207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0" name="Freeform 3889"/>
          <p:cNvSpPr/>
          <p:nvPr/>
        </p:nvSpPr>
        <p:spPr>
          <a:xfrm>
            <a:off x="1149268" y="24336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1" name="Freeform 3890"/>
          <p:cNvSpPr/>
          <p:nvPr/>
        </p:nvSpPr>
        <p:spPr>
          <a:xfrm>
            <a:off x="1032275" y="20250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2" name="Freeform 3891"/>
          <p:cNvSpPr/>
          <p:nvPr/>
        </p:nvSpPr>
        <p:spPr>
          <a:xfrm>
            <a:off x="1153876" y="28440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3" name="Freeform 3892"/>
          <p:cNvSpPr/>
          <p:nvPr/>
        </p:nvSpPr>
        <p:spPr>
          <a:xfrm>
            <a:off x="1091259" y="18626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4" name="Freeform 3893"/>
          <p:cNvSpPr/>
          <p:nvPr/>
        </p:nvSpPr>
        <p:spPr>
          <a:xfrm>
            <a:off x="1065968" y="28282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5" name="Freeform 3894"/>
          <p:cNvSpPr/>
          <p:nvPr/>
        </p:nvSpPr>
        <p:spPr>
          <a:xfrm>
            <a:off x="1095073" y="13901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6" name="Freeform 3895"/>
          <p:cNvSpPr/>
          <p:nvPr/>
        </p:nvSpPr>
        <p:spPr>
          <a:xfrm>
            <a:off x="971180" y="30989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7" name="Freeform 3896"/>
          <p:cNvSpPr/>
          <p:nvPr/>
        </p:nvSpPr>
        <p:spPr>
          <a:xfrm>
            <a:off x="1013602" y="27818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8" name="Freeform 3897"/>
          <p:cNvSpPr/>
          <p:nvPr/>
        </p:nvSpPr>
        <p:spPr>
          <a:xfrm>
            <a:off x="1058574" y="20135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9" name="Freeform 3898"/>
          <p:cNvSpPr/>
          <p:nvPr/>
        </p:nvSpPr>
        <p:spPr>
          <a:xfrm>
            <a:off x="1106191" y="13791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0" name="Freeform 3899"/>
          <p:cNvSpPr/>
          <p:nvPr/>
        </p:nvSpPr>
        <p:spPr>
          <a:xfrm>
            <a:off x="1041069" y="20656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1" name="Freeform 3900"/>
          <p:cNvSpPr/>
          <p:nvPr/>
        </p:nvSpPr>
        <p:spPr>
          <a:xfrm>
            <a:off x="1057302" y="19395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2" name="Freeform 3901"/>
          <p:cNvSpPr/>
          <p:nvPr/>
        </p:nvSpPr>
        <p:spPr>
          <a:xfrm>
            <a:off x="1130054" y="22170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3" name="Freeform 3902"/>
          <p:cNvSpPr/>
          <p:nvPr/>
        </p:nvSpPr>
        <p:spPr>
          <a:xfrm>
            <a:off x="1159391" y="27482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4" name="Freeform 3903"/>
          <p:cNvSpPr/>
          <p:nvPr/>
        </p:nvSpPr>
        <p:spPr>
          <a:xfrm>
            <a:off x="1116634" y="24753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5" name="Freeform 3904"/>
          <p:cNvSpPr/>
          <p:nvPr/>
        </p:nvSpPr>
        <p:spPr>
          <a:xfrm>
            <a:off x="1149887" y="28426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6" name="Freeform 3905"/>
          <p:cNvSpPr/>
          <p:nvPr/>
        </p:nvSpPr>
        <p:spPr>
          <a:xfrm>
            <a:off x="1038924" y="28765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7" name="Freeform 3906"/>
          <p:cNvSpPr/>
          <p:nvPr/>
        </p:nvSpPr>
        <p:spPr>
          <a:xfrm>
            <a:off x="1045420" y="20215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8" name="Freeform 3907"/>
          <p:cNvSpPr/>
          <p:nvPr/>
        </p:nvSpPr>
        <p:spPr>
          <a:xfrm>
            <a:off x="1086865" y="27974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9" name="Freeform 3908"/>
          <p:cNvSpPr/>
          <p:nvPr/>
        </p:nvSpPr>
        <p:spPr>
          <a:xfrm>
            <a:off x="1045776" y="20633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0" name="Freeform 3909"/>
          <p:cNvSpPr/>
          <p:nvPr/>
        </p:nvSpPr>
        <p:spPr>
          <a:xfrm>
            <a:off x="1032107" y="28883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1" name="Freeform 3910"/>
          <p:cNvSpPr/>
          <p:nvPr/>
        </p:nvSpPr>
        <p:spPr>
          <a:xfrm>
            <a:off x="1175340" y="20751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2" name="Freeform 3911"/>
          <p:cNvSpPr/>
          <p:nvPr/>
        </p:nvSpPr>
        <p:spPr>
          <a:xfrm>
            <a:off x="1052402" y="24746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3" name="Freeform 3912"/>
          <p:cNvSpPr/>
          <p:nvPr/>
        </p:nvSpPr>
        <p:spPr>
          <a:xfrm>
            <a:off x="1001668" y="15102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4" name="Freeform 3913"/>
          <p:cNvSpPr/>
          <p:nvPr/>
        </p:nvSpPr>
        <p:spPr>
          <a:xfrm>
            <a:off x="1098078" y="20612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5" name="Freeform 3914"/>
          <p:cNvSpPr/>
          <p:nvPr/>
        </p:nvSpPr>
        <p:spPr>
          <a:xfrm>
            <a:off x="1187523" y="15971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6" name="Freeform 3915"/>
          <p:cNvSpPr/>
          <p:nvPr/>
        </p:nvSpPr>
        <p:spPr>
          <a:xfrm>
            <a:off x="1071108" y="26104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7" name="Freeform 3916"/>
          <p:cNvSpPr/>
          <p:nvPr/>
        </p:nvSpPr>
        <p:spPr>
          <a:xfrm>
            <a:off x="1147429" y="21973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8" name="Freeform 3917"/>
          <p:cNvSpPr/>
          <p:nvPr/>
        </p:nvSpPr>
        <p:spPr>
          <a:xfrm>
            <a:off x="1036703" y="27251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9" name="Freeform 3918"/>
          <p:cNvSpPr/>
          <p:nvPr/>
        </p:nvSpPr>
        <p:spPr>
          <a:xfrm>
            <a:off x="1033156" y="24364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0" name="Freeform 3919"/>
          <p:cNvSpPr/>
          <p:nvPr/>
        </p:nvSpPr>
        <p:spPr>
          <a:xfrm>
            <a:off x="1019989" y="23593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1" name="Freeform 3920"/>
          <p:cNvSpPr/>
          <p:nvPr/>
        </p:nvSpPr>
        <p:spPr>
          <a:xfrm>
            <a:off x="1056234" y="25952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2" name="Freeform 3921"/>
          <p:cNvSpPr/>
          <p:nvPr/>
        </p:nvSpPr>
        <p:spPr>
          <a:xfrm>
            <a:off x="1187559" y="28444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3" name="Freeform 3922"/>
          <p:cNvSpPr/>
          <p:nvPr/>
        </p:nvSpPr>
        <p:spPr>
          <a:xfrm>
            <a:off x="989099" y="29451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4" name="Freeform 3923"/>
          <p:cNvSpPr/>
          <p:nvPr/>
        </p:nvSpPr>
        <p:spPr>
          <a:xfrm>
            <a:off x="1174352" y="34164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5" name="Freeform 3924"/>
          <p:cNvSpPr/>
          <p:nvPr/>
        </p:nvSpPr>
        <p:spPr>
          <a:xfrm>
            <a:off x="998853" y="27634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6" name="Freeform 3925"/>
          <p:cNvSpPr/>
          <p:nvPr/>
        </p:nvSpPr>
        <p:spPr>
          <a:xfrm>
            <a:off x="1050238" y="19066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7" name="Freeform 3926"/>
          <p:cNvSpPr/>
          <p:nvPr/>
        </p:nvSpPr>
        <p:spPr>
          <a:xfrm>
            <a:off x="1121188" y="303931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8" name="Freeform 3927"/>
          <p:cNvSpPr/>
          <p:nvPr/>
        </p:nvSpPr>
        <p:spPr>
          <a:xfrm>
            <a:off x="1107555" y="29220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9" name="Freeform 3928"/>
          <p:cNvSpPr/>
          <p:nvPr/>
        </p:nvSpPr>
        <p:spPr>
          <a:xfrm>
            <a:off x="1084455" y="13147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0" name="Freeform 3929"/>
          <p:cNvSpPr/>
          <p:nvPr/>
        </p:nvSpPr>
        <p:spPr>
          <a:xfrm>
            <a:off x="956338" y="25498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1" name="Freeform 3930"/>
          <p:cNvSpPr/>
          <p:nvPr/>
        </p:nvSpPr>
        <p:spPr>
          <a:xfrm>
            <a:off x="1089776" y="20626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2" name="Freeform 3931"/>
          <p:cNvSpPr/>
          <p:nvPr/>
        </p:nvSpPr>
        <p:spPr>
          <a:xfrm>
            <a:off x="997930" y="18991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3" name="Freeform 3932"/>
          <p:cNvSpPr/>
          <p:nvPr/>
        </p:nvSpPr>
        <p:spPr>
          <a:xfrm>
            <a:off x="1236153" y="18888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4" name="Freeform 3933"/>
          <p:cNvSpPr/>
          <p:nvPr/>
        </p:nvSpPr>
        <p:spPr>
          <a:xfrm>
            <a:off x="1051590" y="30005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5" name="Freeform 3934"/>
          <p:cNvSpPr/>
          <p:nvPr/>
        </p:nvSpPr>
        <p:spPr>
          <a:xfrm>
            <a:off x="1078266" y="234353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6" name="Freeform 3935"/>
          <p:cNvSpPr/>
          <p:nvPr/>
        </p:nvSpPr>
        <p:spPr>
          <a:xfrm>
            <a:off x="989682" y="30493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7" name="Freeform 3936"/>
          <p:cNvSpPr/>
          <p:nvPr/>
        </p:nvSpPr>
        <p:spPr>
          <a:xfrm>
            <a:off x="1033981" y="9812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8" name="Freeform 3937"/>
          <p:cNvSpPr/>
          <p:nvPr/>
        </p:nvSpPr>
        <p:spPr>
          <a:xfrm>
            <a:off x="980107" y="30374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9" name="Freeform 3938"/>
          <p:cNvSpPr/>
          <p:nvPr/>
        </p:nvSpPr>
        <p:spPr>
          <a:xfrm>
            <a:off x="1130856" y="27591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0" name="Freeform 3939"/>
          <p:cNvSpPr/>
          <p:nvPr/>
        </p:nvSpPr>
        <p:spPr>
          <a:xfrm>
            <a:off x="1048370" y="27554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1" name="Freeform 3940"/>
          <p:cNvSpPr/>
          <p:nvPr/>
        </p:nvSpPr>
        <p:spPr>
          <a:xfrm>
            <a:off x="1103071" y="29874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2" name="Freeform 3941"/>
          <p:cNvSpPr/>
          <p:nvPr/>
        </p:nvSpPr>
        <p:spPr>
          <a:xfrm>
            <a:off x="1020336" y="15377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3" name="Freeform 3942"/>
          <p:cNvSpPr/>
          <p:nvPr/>
        </p:nvSpPr>
        <p:spPr>
          <a:xfrm>
            <a:off x="1032504" y="9933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4" name="Freeform 3943"/>
          <p:cNvSpPr/>
          <p:nvPr/>
        </p:nvSpPr>
        <p:spPr>
          <a:xfrm>
            <a:off x="1151197" y="24680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5" name="Freeform 3944"/>
          <p:cNvSpPr/>
          <p:nvPr/>
        </p:nvSpPr>
        <p:spPr>
          <a:xfrm>
            <a:off x="1001291" y="28978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6" name="Freeform 3945"/>
          <p:cNvSpPr/>
          <p:nvPr/>
        </p:nvSpPr>
        <p:spPr>
          <a:xfrm>
            <a:off x="946250" y="33641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7" name="Freeform 3946"/>
          <p:cNvSpPr/>
          <p:nvPr/>
        </p:nvSpPr>
        <p:spPr>
          <a:xfrm>
            <a:off x="1092695" y="23501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8" name="Freeform 3947"/>
          <p:cNvSpPr/>
          <p:nvPr/>
        </p:nvSpPr>
        <p:spPr>
          <a:xfrm>
            <a:off x="990038" y="23869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9" name="Freeform 3948"/>
          <p:cNvSpPr/>
          <p:nvPr/>
        </p:nvSpPr>
        <p:spPr>
          <a:xfrm>
            <a:off x="1036596" y="25573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0" name="Freeform 3949"/>
          <p:cNvSpPr/>
          <p:nvPr/>
        </p:nvSpPr>
        <p:spPr>
          <a:xfrm>
            <a:off x="1126216" y="21133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1" name="Freeform 3950"/>
          <p:cNvSpPr/>
          <p:nvPr/>
        </p:nvSpPr>
        <p:spPr>
          <a:xfrm>
            <a:off x="1011447" y="20248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2" name="Freeform 3951"/>
          <p:cNvSpPr/>
          <p:nvPr/>
        </p:nvSpPr>
        <p:spPr>
          <a:xfrm>
            <a:off x="1124018" y="20615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3" name="Freeform 3952"/>
          <p:cNvSpPr/>
          <p:nvPr/>
        </p:nvSpPr>
        <p:spPr>
          <a:xfrm>
            <a:off x="1020559" y="2386815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4" name="Freeform 3953"/>
          <p:cNvSpPr/>
          <p:nvPr/>
        </p:nvSpPr>
        <p:spPr>
          <a:xfrm>
            <a:off x="1164630" y="27864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5" name="Freeform 3954"/>
          <p:cNvSpPr/>
          <p:nvPr/>
        </p:nvSpPr>
        <p:spPr>
          <a:xfrm>
            <a:off x="1153646" y="18871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6" name="Freeform 3955"/>
          <p:cNvSpPr/>
          <p:nvPr/>
        </p:nvSpPr>
        <p:spPr>
          <a:xfrm>
            <a:off x="1034478" y="22195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7" name="Freeform 3956"/>
          <p:cNvSpPr/>
          <p:nvPr/>
        </p:nvSpPr>
        <p:spPr>
          <a:xfrm>
            <a:off x="1051603" y="17739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8" name="Freeform 3957"/>
          <p:cNvSpPr/>
          <p:nvPr/>
        </p:nvSpPr>
        <p:spPr>
          <a:xfrm>
            <a:off x="1010562" y="18239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9" name="Freeform 3958"/>
          <p:cNvSpPr/>
          <p:nvPr/>
        </p:nvSpPr>
        <p:spPr>
          <a:xfrm>
            <a:off x="1079014" y="29493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0" name="Freeform 3959"/>
          <p:cNvSpPr/>
          <p:nvPr/>
        </p:nvSpPr>
        <p:spPr>
          <a:xfrm>
            <a:off x="1141976" y="29557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1" name="Freeform 3960"/>
          <p:cNvSpPr/>
          <p:nvPr/>
        </p:nvSpPr>
        <p:spPr>
          <a:xfrm>
            <a:off x="969778" y="26104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2" name="Freeform 3961"/>
          <p:cNvSpPr/>
          <p:nvPr/>
        </p:nvSpPr>
        <p:spPr>
          <a:xfrm>
            <a:off x="1126605" y="27634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3" name="Freeform 3962"/>
          <p:cNvSpPr/>
          <p:nvPr/>
        </p:nvSpPr>
        <p:spPr>
          <a:xfrm>
            <a:off x="977925" y="18416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4" name="Freeform 3963"/>
          <p:cNvSpPr/>
          <p:nvPr/>
        </p:nvSpPr>
        <p:spPr>
          <a:xfrm>
            <a:off x="1008719" y="204721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5" name="Freeform 3964"/>
          <p:cNvSpPr/>
          <p:nvPr/>
        </p:nvSpPr>
        <p:spPr>
          <a:xfrm>
            <a:off x="947162" y="16666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6" name="Freeform 3965"/>
          <p:cNvSpPr/>
          <p:nvPr/>
        </p:nvSpPr>
        <p:spPr>
          <a:xfrm>
            <a:off x="1205376" y="20242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7" name="Freeform 3966"/>
          <p:cNvSpPr/>
          <p:nvPr/>
        </p:nvSpPr>
        <p:spPr>
          <a:xfrm>
            <a:off x="1069641" y="21197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8" name="Freeform 3967"/>
          <p:cNvSpPr/>
          <p:nvPr/>
        </p:nvSpPr>
        <p:spPr>
          <a:xfrm>
            <a:off x="1081983" y="16155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9" name="Freeform 3968"/>
          <p:cNvSpPr/>
          <p:nvPr/>
        </p:nvSpPr>
        <p:spPr>
          <a:xfrm>
            <a:off x="1020898" y="19869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0" name="Freeform 3969"/>
          <p:cNvSpPr/>
          <p:nvPr/>
        </p:nvSpPr>
        <p:spPr>
          <a:xfrm>
            <a:off x="1136523" y="21913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1" name="Freeform 3970"/>
          <p:cNvSpPr/>
          <p:nvPr/>
        </p:nvSpPr>
        <p:spPr>
          <a:xfrm>
            <a:off x="926235" y="14726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2" name="Freeform 3971"/>
          <p:cNvSpPr/>
          <p:nvPr/>
        </p:nvSpPr>
        <p:spPr>
          <a:xfrm>
            <a:off x="1067516" y="21673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3" name="Freeform 3972"/>
          <p:cNvSpPr/>
          <p:nvPr/>
        </p:nvSpPr>
        <p:spPr>
          <a:xfrm>
            <a:off x="1212128" y="23808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4" name="Freeform 3973"/>
          <p:cNvSpPr/>
          <p:nvPr/>
        </p:nvSpPr>
        <p:spPr>
          <a:xfrm>
            <a:off x="1040404" y="26522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5" name="Freeform 3974"/>
          <p:cNvSpPr/>
          <p:nvPr/>
        </p:nvSpPr>
        <p:spPr>
          <a:xfrm>
            <a:off x="1066885" y="18682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6" name="Freeform 3975"/>
          <p:cNvSpPr/>
          <p:nvPr/>
        </p:nvSpPr>
        <p:spPr>
          <a:xfrm>
            <a:off x="1110339" y="15965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7" name="Freeform 3976"/>
          <p:cNvSpPr/>
          <p:nvPr/>
        </p:nvSpPr>
        <p:spPr>
          <a:xfrm>
            <a:off x="1011921" y="22517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8" name="Freeform 3977"/>
          <p:cNvSpPr/>
          <p:nvPr/>
        </p:nvSpPr>
        <p:spPr>
          <a:xfrm>
            <a:off x="1067263" y="15604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9" name="Freeform 3978"/>
          <p:cNvSpPr/>
          <p:nvPr/>
        </p:nvSpPr>
        <p:spPr>
          <a:xfrm>
            <a:off x="1129494" y="32283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0" name="Freeform 3979"/>
          <p:cNvSpPr/>
          <p:nvPr/>
        </p:nvSpPr>
        <p:spPr>
          <a:xfrm>
            <a:off x="1078642" y="22541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1" name="Freeform 3980"/>
          <p:cNvSpPr/>
          <p:nvPr/>
        </p:nvSpPr>
        <p:spPr>
          <a:xfrm>
            <a:off x="1090356" y="22463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2" name="Freeform 3981"/>
          <p:cNvSpPr/>
          <p:nvPr/>
        </p:nvSpPr>
        <p:spPr>
          <a:xfrm>
            <a:off x="1042568" y="25958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3" name="Freeform 3982"/>
          <p:cNvSpPr/>
          <p:nvPr/>
        </p:nvSpPr>
        <p:spPr>
          <a:xfrm>
            <a:off x="1086682" y="10130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4" name="Freeform 3983"/>
          <p:cNvSpPr/>
          <p:nvPr/>
        </p:nvSpPr>
        <p:spPr>
          <a:xfrm>
            <a:off x="1069446" y="22596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5" name="Freeform 3984"/>
          <p:cNvSpPr/>
          <p:nvPr/>
        </p:nvSpPr>
        <p:spPr>
          <a:xfrm>
            <a:off x="1162267" y="24334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6" name="Freeform 3985"/>
          <p:cNvSpPr/>
          <p:nvPr/>
        </p:nvSpPr>
        <p:spPr>
          <a:xfrm>
            <a:off x="1113799" y="22127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7" name="Freeform 3986"/>
          <p:cNvSpPr/>
          <p:nvPr/>
        </p:nvSpPr>
        <p:spPr>
          <a:xfrm>
            <a:off x="1049583" y="32450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8" name="Freeform 3987"/>
          <p:cNvSpPr/>
          <p:nvPr/>
        </p:nvSpPr>
        <p:spPr>
          <a:xfrm>
            <a:off x="903441" y="26126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9" name="Freeform 3988"/>
          <p:cNvSpPr/>
          <p:nvPr/>
        </p:nvSpPr>
        <p:spPr>
          <a:xfrm>
            <a:off x="1113224" y="17256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0" name="Freeform 3989"/>
          <p:cNvSpPr/>
          <p:nvPr/>
        </p:nvSpPr>
        <p:spPr>
          <a:xfrm>
            <a:off x="1115847" y="25459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1" name="Freeform 3990"/>
          <p:cNvSpPr/>
          <p:nvPr/>
        </p:nvSpPr>
        <p:spPr>
          <a:xfrm>
            <a:off x="1004925" y="26477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2" name="Freeform 3991"/>
          <p:cNvSpPr/>
          <p:nvPr/>
        </p:nvSpPr>
        <p:spPr>
          <a:xfrm>
            <a:off x="933188" y="15596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3" name="Freeform 3992"/>
          <p:cNvSpPr/>
          <p:nvPr/>
        </p:nvSpPr>
        <p:spPr>
          <a:xfrm>
            <a:off x="990007" y="15440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4" name="Freeform 3993"/>
          <p:cNvSpPr/>
          <p:nvPr/>
        </p:nvSpPr>
        <p:spPr>
          <a:xfrm>
            <a:off x="1127185" y="19629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5" name="Freeform 3994"/>
          <p:cNvSpPr/>
          <p:nvPr/>
        </p:nvSpPr>
        <p:spPr>
          <a:xfrm>
            <a:off x="995116" y="24575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6" name="Freeform 3995"/>
          <p:cNvSpPr/>
          <p:nvPr/>
        </p:nvSpPr>
        <p:spPr>
          <a:xfrm>
            <a:off x="1035265" y="23478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7" name="Freeform 3996"/>
          <p:cNvSpPr/>
          <p:nvPr/>
        </p:nvSpPr>
        <p:spPr>
          <a:xfrm>
            <a:off x="1080367" y="26351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8" name="Freeform 3997"/>
          <p:cNvSpPr/>
          <p:nvPr/>
        </p:nvSpPr>
        <p:spPr>
          <a:xfrm>
            <a:off x="1146964" y="27321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9" name="Freeform 3998"/>
          <p:cNvSpPr/>
          <p:nvPr/>
        </p:nvSpPr>
        <p:spPr>
          <a:xfrm>
            <a:off x="1064543" y="27573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0" name="Freeform 3999"/>
          <p:cNvSpPr/>
          <p:nvPr/>
        </p:nvSpPr>
        <p:spPr>
          <a:xfrm>
            <a:off x="1059088" y="25404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1" name="Freeform 4000"/>
          <p:cNvSpPr/>
          <p:nvPr/>
        </p:nvSpPr>
        <p:spPr>
          <a:xfrm>
            <a:off x="1029340" y="27524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2" name="Freeform 4001"/>
          <p:cNvSpPr/>
          <p:nvPr/>
        </p:nvSpPr>
        <p:spPr>
          <a:xfrm>
            <a:off x="1173915" y="30216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3" name="Freeform 4002"/>
          <p:cNvSpPr/>
          <p:nvPr/>
        </p:nvSpPr>
        <p:spPr>
          <a:xfrm>
            <a:off x="1136456" y="21143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4" name="Freeform 4003"/>
          <p:cNvSpPr/>
          <p:nvPr/>
        </p:nvSpPr>
        <p:spPr>
          <a:xfrm>
            <a:off x="1059437" y="21065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5" name="Freeform 4004"/>
          <p:cNvSpPr/>
          <p:nvPr/>
        </p:nvSpPr>
        <p:spPr>
          <a:xfrm>
            <a:off x="973107" y="13605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6" name="Freeform 4005"/>
          <p:cNvSpPr/>
          <p:nvPr/>
        </p:nvSpPr>
        <p:spPr>
          <a:xfrm>
            <a:off x="1013324" y="25660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7" name="Freeform 4006"/>
          <p:cNvSpPr/>
          <p:nvPr/>
        </p:nvSpPr>
        <p:spPr>
          <a:xfrm>
            <a:off x="1104186" y="20753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8" name="Freeform 4007"/>
          <p:cNvSpPr/>
          <p:nvPr/>
        </p:nvSpPr>
        <p:spPr>
          <a:xfrm>
            <a:off x="1017889" y="206684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9" name="Freeform 4008"/>
          <p:cNvSpPr/>
          <p:nvPr/>
        </p:nvSpPr>
        <p:spPr>
          <a:xfrm>
            <a:off x="1124935" y="23551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0" name="Freeform 4009"/>
          <p:cNvSpPr/>
          <p:nvPr/>
        </p:nvSpPr>
        <p:spPr>
          <a:xfrm>
            <a:off x="1089724" y="184723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1" name="Freeform 4010"/>
          <p:cNvSpPr/>
          <p:nvPr/>
        </p:nvSpPr>
        <p:spPr>
          <a:xfrm>
            <a:off x="1085160" y="18315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2" name="Freeform 4011"/>
          <p:cNvSpPr/>
          <p:nvPr/>
        </p:nvSpPr>
        <p:spPr>
          <a:xfrm>
            <a:off x="1109093" y="20593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3" name="Freeform 4012"/>
          <p:cNvSpPr/>
          <p:nvPr/>
        </p:nvSpPr>
        <p:spPr>
          <a:xfrm>
            <a:off x="1098820" y="23560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4" name="Freeform 4013"/>
          <p:cNvSpPr/>
          <p:nvPr/>
        </p:nvSpPr>
        <p:spPr>
          <a:xfrm>
            <a:off x="1009020" y="24078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5" name="Freeform 4014"/>
          <p:cNvSpPr/>
          <p:nvPr/>
        </p:nvSpPr>
        <p:spPr>
          <a:xfrm>
            <a:off x="1044134" y="29219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6" name="Freeform 4015"/>
          <p:cNvSpPr/>
          <p:nvPr/>
        </p:nvSpPr>
        <p:spPr>
          <a:xfrm>
            <a:off x="1220956" y="26360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7" name="Freeform 4016"/>
          <p:cNvSpPr/>
          <p:nvPr/>
        </p:nvSpPr>
        <p:spPr>
          <a:xfrm>
            <a:off x="985625" y="25424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8" name="Freeform 4017"/>
          <p:cNvSpPr/>
          <p:nvPr/>
        </p:nvSpPr>
        <p:spPr>
          <a:xfrm>
            <a:off x="1034269" y="27978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9" name="Freeform 4018"/>
          <p:cNvSpPr/>
          <p:nvPr/>
        </p:nvSpPr>
        <p:spPr>
          <a:xfrm>
            <a:off x="1136439" y="20021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0" name="Freeform 4019"/>
          <p:cNvSpPr/>
          <p:nvPr/>
        </p:nvSpPr>
        <p:spPr>
          <a:xfrm>
            <a:off x="1055183" y="16170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1" name="Freeform 4020"/>
          <p:cNvSpPr/>
          <p:nvPr/>
        </p:nvSpPr>
        <p:spPr>
          <a:xfrm>
            <a:off x="1011876" y="26880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2" name="Freeform 4021"/>
          <p:cNvSpPr/>
          <p:nvPr/>
        </p:nvSpPr>
        <p:spPr>
          <a:xfrm>
            <a:off x="977976" y="20817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3" name="Freeform 4022"/>
          <p:cNvSpPr/>
          <p:nvPr/>
        </p:nvSpPr>
        <p:spPr>
          <a:xfrm>
            <a:off x="1101304" y="27521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4" name="Freeform 4023"/>
          <p:cNvSpPr/>
          <p:nvPr/>
        </p:nvSpPr>
        <p:spPr>
          <a:xfrm>
            <a:off x="1133401" y="23811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5" name="Freeform 4024"/>
          <p:cNvSpPr/>
          <p:nvPr/>
        </p:nvSpPr>
        <p:spPr>
          <a:xfrm>
            <a:off x="1158608" y="25772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6" name="Freeform 4025"/>
          <p:cNvSpPr/>
          <p:nvPr/>
        </p:nvSpPr>
        <p:spPr>
          <a:xfrm>
            <a:off x="1069315" y="19197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7" name="Freeform 4026"/>
          <p:cNvSpPr/>
          <p:nvPr/>
        </p:nvSpPr>
        <p:spPr>
          <a:xfrm>
            <a:off x="1135065" y="25713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8" name="Freeform 4027"/>
          <p:cNvSpPr/>
          <p:nvPr/>
        </p:nvSpPr>
        <p:spPr>
          <a:xfrm>
            <a:off x="997228" y="17112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9" name="Freeform 4028"/>
          <p:cNvSpPr/>
          <p:nvPr/>
        </p:nvSpPr>
        <p:spPr>
          <a:xfrm>
            <a:off x="1076893" y="23509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0" name="Freeform 4029"/>
          <p:cNvSpPr/>
          <p:nvPr/>
        </p:nvSpPr>
        <p:spPr>
          <a:xfrm>
            <a:off x="1020813" y="255649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1" name="Freeform 4030"/>
          <p:cNvSpPr/>
          <p:nvPr/>
        </p:nvSpPr>
        <p:spPr>
          <a:xfrm>
            <a:off x="1077279" y="28636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3B6B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2" name="Freeform 4031"/>
          <p:cNvSpPr/>
          <p:nvPr/>
        </p:nvSpPr>
        <p:spPr>
          <a:xfrm>
            <a:off x="3010798" y="26141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3" name="Freeform 4032"/>
          <p:cNvSpPr/>
          <p:nvPr/>
        </p:nvSpPr>
        <p:spPr>
          <a:xfrm>
            <a:off x="3031960" y="23781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4" name="Freeform 4033"/>
          <p:cNvSpPr/>
          <p:nvPr/>
        </p:nvSpPr>
        <p:spPr>
          <a:xfrm>
            <a:off x="2895336" y="26067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5" name="Freeform 4034"/>
          <p:cNvSpPr/>
          <p:nvPr/>
        </p:nvSpPr>
        <p:spPr>
          <a:xfrm>
            <a:off x="3045078" y="18841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6" name="Freeform 4035"/>
          <p:cNvSpPr/>
          <p:nvPr/>
        </p:nvSpPr>
        <p:spPr>
          <a:xfrm>
            <a:off x="2929533" y="21815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7" name="Freeform 4036"/>
          <p:cNvSpPr/>
          <p:nvPr/>
        </p:nvSpPr>
        <p:spPr>
          <a:xfrm>
            <a:off x="2892960" y="28203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8" name="Freeform 4037"/>
          <p:cNvSpPr/>
          <p:nvPr/>
        </p:nvSpPr>
        <p:spPr>
          <a:xfrm>
            <a:off x="2949684" y="28241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9" name="Freeform 4038"/>
          <p:cNvSpPr/>
          <p:nvPr/>
        </p:nvSpPr>
        <p:spPr>
          <a:xfrm>
            <a:off x="2863984" y="25345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0" name="Freeform 4039"/>
          <p:cNvSpPr/>
          <p:nvPr/>
        </p:nvSpPr>
        <p:spPr>
          <a:xfrm>
            <a:off x="2961304" y="30153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1" name="Freeform 4040"/>
          <p:cNvSpPr/>
          <p:nvPr/>
        </p:nvSpPr>
        <p:spPr>
          <a:xfrm>
            <a:off x="2980218" y="22784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2" name="Freeform 4041"/>
          <p:cNvSpPr/>
          <p:nvPr/>
        </p:nvSpPr>
        <p:spPr>
          <a:xfrm>
            <a:off x="2947709" y="25742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3" name="Freeform 4042"/>
          <p:cNvSpPr/>
          <p:nvPr/>
        </p:nvSpPr>
        <p:spPr>
          <a:xfrm>
            <a:off x="2996567" y="26129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4" name="Freeform 4043"/>
          <p:cNvSpPr/>
          <p:nvPr/>
        </p:nvSpPr>
        <p:spPr>
          <a:xfrm>
            <a:off x="2940127" y="24546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5" name="Freeform 4044"/>
          <p:cNvSpPr/>
          <p:nvPr/>
        </p:nvSpPr>
        <p:spPr>
          <a:xfrm>
            <a:off x="2961269" y="20738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6" name="Freeform 4045"/>
          <p:cNvSpPr/>
          <p:nvPr/>
        </p:nvSpPr>
        <p:spPr>
          <a:xfrm>
            <a:off x="2865436" y="26443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7" name="Freeform 4046"/>
          <p:cNvSpPr/>
          <p:nvPr/>
        </p:nvSpPr>
        <p:spPr>
          <a:xfrm>
            <a:off x="2963831" y="27488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8" name="Freeform 4047"/>
          <p:cNvSpPr/>
          <p:nvPr/>
        </p:nvSpPr>
        <p:spPr>
          <a:xfrm>
            <a:off x="2904548" y="21525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9" name="Freeform 4048"/>
          <p:cNvSpPr/>
          <p:nvPr/>
        </p:nvSpPr>
        <p:spPr>
          <a:xfrm>
            <a:off x="2931165" y="23515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0" name="Freeform 4049"/>
          <p:cNvSpPr/>
          <p:nvPr/>
        </p:nvSpPr>
        <p:spPr>
          <a:xfrm>
            <a:off x="2954787" y="28252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1" name="Freeform 4050"/>
          <p:cNvSpPr/>
          <p:nvPr/>
        </p:nvSpPr>
        <p:spPr>
          <a:xfrm>
            <a:off x="2973669" y="27053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2" name="Freeform 4051"/>
          <p:cNvSpPr/>
          <p:nvPr/>
        </p:nvSpPr>
        <p:spPr>
          <a:xfrm>
            <a:off x="2851771" y="26354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3" name="Freeform 4052"/>
          <p:cNvSpPr/>
          <p:nvPr/>
        </p:nvSpPr>
        <p:spPr>
          <a:xfrm>
            <a:off x="2857293" y="25742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4" name="Freeform 4053"/>
          <p:cNvSpPr/>
          <p:nvPr/>
        </p:nvSpPr>
        <p:spPr>
          <a:xfrm>
            <a:off x="2940970" y="32060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5" name="Freeform 4054"/>
          <p:cNvSpPr/>
          <p:nvPr/>
        </p:nvSpPr>
        <p:spPr>
          <a:xfrm>
            <a:off x="2992469" y="32743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6" name="Freeform 4055"/>
          <p:cNvSpPr/>
          <p:nvPr/>
        </p:nvSpPr>
        <p:spPr>
          <a:xfrm>
            <a:off x="2984897" y="30335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7" name="Freeform 4056"/>
          <p:cNvSpPr/>
          <p:nvPr/>
        </p:nvSpPr>
        <p:spPr>
          <a:xfrm>
            <a:off x="3020222" y="306194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8" name="Freeform 4057"/>
          <p:cNvSpPr/>
          <p:nvPr/>
        </p:nvSpPr>
        <p:spPr>
          <a:xfrm>
            <a:off x="3047306" y="29439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9" name="Freeform 4058"/>
          <p:cNvSpPr/>
          <p:nvPr/>
        </p:nvSpPr>
        <p:spPr>
          <a:xfrm>
            <a:off x="2993931" y="24738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0" name="Freeform 4059"/>
          <p:cNvSpPr/>
          <p:nvPr/>
        </p:nvSpPr>
        <p:spPr>
          <a:xfrm>
            <a:off x="2959683" y="27693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1" name="Freeform 4060"/>
          <p:cNvSpPr/>
          <p:nvPr/>
        </p:nvSpPr>
        <p:spPr>
          <a:xfrm>
            <a:off x="2892580" y="26350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2" name="Freeform 4061"/>
          <p:cNvSpPr/>
          <p:nvPr/>
        </p:nvSpPr>
        <p:spPr>
          <a:xfrm>
            <a:off x="2898244" y="31573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3" name="Freeform 4062"/>
          <p:cNvSpPr/>
          <p:nvPr/>
        </p:nvSpPr>
        <p:spPr>
          <a:xfrm>
            <a:off x="2930011" y="28769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4" name="Freeform 4063"/>
          <p:cNvSpPr/>
          <p:nvPr/>
        </p:nvSpPr>
        <p:spPr>
          <a:xfrm>
            <a:off x="2978744" y="24913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5" name="Freeform 4064"/>
          <p:cNvSpPr/>
          <p:nvPr/>
        </p:nvSpPr>
        <p:spPr>
          <a:xfrm>
            <a:off x="2975643" y="24885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6" name="Freeform 4065"/>
          <p:cNvSpPr/>
          <p:nvPr/>
        </p:nvSpPr>
        <p:spPr>
          <a:xfrm>
            <a:off x="2961282" y="29736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7" name="Freeform 4066"/>
          <p:cNvSpPr/>
          <p:nvPr/>
        </p:nvSpPr>
        <p:spPr>
          <a:xfrm>
            <a:off x="2950870" y="26478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8" name="Freeform 4067"/>
          <p:cNvSpPr/>
          <p:nvPr/>
        </p:nvSpPr>
        <p:spPr>
          <a:xfrm>
            <a:off x="3002824" y="18988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9" name="Freeform 4068"/>
          <p:cNvSpPr/>
          <p:nvPr/>
        </p:nvSpPr>
        <p:spPr>
          <a:xfrm>
            <a:off x="2974820" y="27137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0" name="Freeform 4069"/>
          <p:cNvSpPr/>
          <p:nvPr/>
        </p:nvSpPr>
        <p:spPr>
          <a:xfrm>
            <a:off x="2980758" y="29621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1" name="Freeform 4070"/>
          <p:cNvSpPr/>
          <p:nvPr/>
        </p:nvSpPr>
        <p:spPr>
          <a:xfrm>
            <a:off x="2981461" y="27711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2" name="Freeform 4071"/>
          <p:cNvSpPr/>
          <p:nvPr/>
        </p:nvSpPr>
        <p:spPr>
          <a:xfrm>
            <a:off x="2924763" y="26733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3" name="Freeform 4072"/>
          <p:cNvSpPr/>
          <p:nvPr/>
        </p:nvSpPr>
        <p:spPr>
          <a:xfrm>
            <a:off x="2892621" y="27628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4" name="Freeform 4073"/>
          <p:cNvSpPr/>
          <p:nvPr/>
        </p:nvSpPr>
        <p:spPr>
          <a:xfrm>
            <a:off x="2993579" y="27187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5" name="Freeform 4074"/>
          <p:cNvSpPr/>
          <p:nvPr/>
        </p:nvSpPr>
        <p:spPr>
          <a:xfrm>
            <a:off x="2988644" y="32379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6" name="Freeform 4075"/>
          <p:cNvSpPr/>
          <p:nvPr/>
        </p:nvSpPr>
        <p:spPr>
          <a:xfrm>
            <a:off x="2946405" y="3061168"/>
            <a:ext cx="35922" cy="35922"/>
          </a:xfrm>
          <a:custGeom>
            <a:avLst/>
            <a:gdLst/>
            <a:ahLst/>
            <a:cxnLst/>
            <a:rect l="l" t="t" r="r" b="b"/>
            <a:pathLst>
              <a:path w="35922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7" name="Freeform 4076"/>
          <p:cNvSpPr/>
          <p:nvPr/>
        </p:nvSpPr>
        <p:spPr>
          <a:xfrm>
            <a:off x="2933423" y="27621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8" name="Freeform 4077"/>
          <p:cNvSpPr/>
          <p:nvPr/>
        </p:nvSpPr>
        <p:spPr>
          <a:xfrm>
            <a:off x="3112137" y="27680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9" name="Freeform 4078"/>
          <p:cNvSpPr/>
          <p:nvPr/>
        </p:nvSpPr>
        <p:spPr>
          <a:xfrm>
            <a:off x="2910639" y="29154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0" name="Freeform 4079"/>
          <p:cNvSpPr/>
          <p:nvPr/>
        </p:nvSpPr>
        <p:spPr>
          <a:xfrm>
            <a:off x="2946570" y="27723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1" name="Freeform 4080"/>
          <p:cNvSpPr/>
          <p:nvPr/>
        </p:nvSpPr>
        <p:spPr>
          <a:xfrm>
            <a:off x="2978613" y="26848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2" name="Freeform 4081"/>
          <p:cNvSpPr/>
          <p:nvPr/>
        </p:nvSpPr>
        <p:spPr>
          <a:xfrm>
            <a:off x="2884436" y="23802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3" name="Freeform 4082"/>
          <p:cNvSpPr/>
          <p:nvPr/>
        </p:nvSpPr>
        <p:spPr>
          <a:xfrm>
            <a:off x="2968777" y="27437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4" name="Freeform 4083"/>
          <p:cNvSpPr/>
          <p:nvPr/>
        </p:nvSpPr>
        <p:spPr>
          <a:xfrm>
            <a:off x="3080252" y="25605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5" name="Freeform 4084"/>
          <p:cNvSpPr/>
          <p:nvPr/>
        </p:nvSpPr>
        <p:spPr>
          <a:xfrm>
            <a:off x="3022948" y="29063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6" name="Freeform 4085"/>
          <p:cNvSpPr/>
          <p:nvPr/>
        </p:nvSpPr>
        <p:spPr>
          <a:xfrm>
            <a:off x="3002937" y="24969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7" name="Freeform 4086"/>
          <p:cNvSpPr/>
          <p:nvPr/>
        </p:nvSpPr>
        <p:spPr>
          <a:xfrm>
            <a:off x="3000299" y="25691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8" name="Freeform 4087"/>
          <p:cNvSpPr/>
          <p:nvPr/>
        </p:nvSpPr>
        <p:spPr>
          <a:xfrm>
            <a:off x="2968428" y="23889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9" name="Freeform 4088"/>
          <p:cNvSpPr/>
          <p:nvPr/>
        </p:nvSpPr>
        <p:spPr>
          <a:xfrm>
            <a:off x="3024575" y="24449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0" name="Freeform 4089"/>
          <p:cNvSpPr/>
          <p:nvPr/>
        </p:nvSpPr>
        <p:spPr>
          <a:xfrm>
            <a:off x="2950662" y="24907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1" name="Freeform 4090"/>
          <p:cNvSpPr/>
          <p:nvPr/>
        </p:nvSpPr>
        <p:spPr>
          <a:xfrm>
            <a:off x="2932954" y="27434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2" name="Freeform 4091"/>
          <p:cNvSpPr/>
          <p:nvPr/>
        </p:nvSpPr>
        <p:spPr>
          <a:xfrm>
            <a:off x="2967770" y="26171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3" name="Freeform 4092"/>
          <p:cNvSpPr/>
          <p:nvPr/>
        </p:nvSpPr>
        <p:spPr>
          <a:xfrm>
            <a:off x="3021079" y="23162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4" name="Freeform 4093"/>
          <p:cNvSpPr/>
          <p:nvPr/>
        </p:nvSpPr>
        <p:spPr>
          <a:xfrm>
            <a:off x="2982919" y="29469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5" name="Freeform 4094"/>
          <p:cNvSpPr/>
          <p:nvPr/>
        </p:nvSpPr>
        <p:spPr>
          <a:xfrm>
            <a:off x="3005745" y="29382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6" name="Freeform 4095"/>
          <p:cNvSpPr/>
          <p:nvPr/>
        </p:nvSpPr>
        <p:spPr>
          <a:xfrm>
            <a:off x="2826733" y="26405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7" name="Freeform 4096"/>
          <p:cNvSpPr/>
          <p:nvPr/>
        </p:nvSpPr>
        <p:spPr>
          <a:xfrm>
            <a:off x="3040141" y="25545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8" name="Freeform 4097"/>
          <p:cNvSpPr/>
          <p:nvPr/>
        </p:nvSpPr>
        <p:spPr>
          <a:xfrm>
            <a:off x="3116262" y="30102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9" name="Freeform 4098"/>
          <p:cNvSpPr/>
          <p:nvPr/>
        </p:nvSpPr>
        <p:spPr>
          <a:xfrm>
            <a:off x="3049550" y="27347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0" name="Freeform 4099"/>
          <p:cNvSpPr/>
          <p:nvPr/>
        </p:nvSpPr>
        <p:spPr>
          <a:xfrm>
            <a:off x="2939932" y="27418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1" name="Freeform 4100"/>
          <p:cNvSpPr/>
          <p:nvPr/>
        </p:nvSpPr>
        <p:spPr>
          <a:xfrm>
            <a:off x="2904720" y="35217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2" name="Freeform 4101"/>
          <p:cNvSpPr/>
          <p:nvPr/>
        </p:nvSpPr>
        <p:spPr>
          <a:xfrm>
            <a:off x="2979406" y="27879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3" name="Freeform 4102"/>
          <p:cNvSpPr/>
          <p:nvPr/>
        </p:nvSpPr>
        <p:spPr>
          <a:xfrm>
            <a:off x="2895531" y="27650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4" name="Freeform 4103"/>
          <p:cNvSpPr/>
          <p:nvPr/>
        </p:nvSpPr>
        <p:spPr>
          <a:xfrm>
            <a:off x="3009137" y="27661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5" name="Freeform 4104"/>
          <p:cNvSpPr/>
          <p:nvPr/>
        </p:nvSpPr>
        <p:spPr>
          <a:xfrm>
            <a:off x="2926148" y="21866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6" name="Freeform 4105"/>
          <p:cNvSpPr/>
          <p:nvPr/>
        </p:nvSpPr>
        <p:spPr>
          <a:xfrm>
            <a:off x="3024725" y="31542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7" name="Freeform 4106"/>
          <p:cNvSpPr/>
          <p:nvPr/>
        </p:nvSpPr>
        <p:spPr>
          <a:xfrm>
            <a:off x="3051356" y="30104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8" name="Freeform 4107"/>
          <p:cNvSpPr/>
          <p:nvPr/>
        </p:nvSpPr>
        <p:spPr>
          <a:xfrm>
            <a:off x="2826194" y="36676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9" name="Freeform 4108"/>
          <p:cNvSpPr/>
          <p:nvPr/>
        </p:nvSpPr>
        <p:spPr>
          <a:xfrm>
            <a:off x="2980422" y="28840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0" name="Freeform 4109"/>
          <p:cNvSpPr/>
          <p:nvPr/>
        </p:nvSpPr>
        <p:spPr>
          <a:xfrm>
            <a:off x="2914681" y="28527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1" name="Freeform 4110"/>
          <p:cNvSpPr/>
          <p:nvPr/>
        </p:nvSpPr>
        <p:spPr>
          <a:xfrm>
            <a:off x="2867485" y="28947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2" name="Freeform 4111"/>
          <p:cNvSpPr/>
          <p:nvPr/>
        </p:nvSpPr>
        <p:spPr>
          <a:xfrm>
            <a:off x="2920050" y="22999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3" name="Freeform 4112"/>
          <p:cNvSpPr/>
          <p:nvPr/>
        </p:nvSpPr>
        <p:spPr>
          <a:xfrm>
            <a:off x="2946478" y="23908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4" name="Freeform 4113"/>
          <p:cNvSpPr/>
          <p:nvPr/>
        </p:nvSpPr>
        <p:spPr>
          <a:xfrm>
            <a:off x="3029569" y="26786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5" name="Freeform 4114"/>
          <p:cNvSpPr/>
          <p:nvPr/>
        </p:nvSpPr>
        <p:spPr>
          <a:xfrm>
            <a:off x="2860080" y="28435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6" name="Freeform 4115"/>
          <p:cNvSpPr/>
          <p:nvPr/>
        </p:nvSpPr>
        <p:spPr>
          <a:xfrm>
            <a:off x="3030705" y="23299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7" name="Freeform 4116"/>
          <p:cNvSpPr/>
          <p:nvPr/>
        </p:nvSpPr>
        <p:spPr>
          <a:xfrm>
            <a:off x="3094867" y="27145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8" name="Freeform 4117"/>
          <p:cNvSpPr/>
          <p:nvPr/>
        </p:nvSpPr>
        <p:spPr>
          <a:xfrm>
            <a:off x="3000631" y="300809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9" name="Freeform 4118"/>
          <p:cNvSpPr/>
          <p:nvPr/>
        </p:nvSpPr>
        <p:spPr>
          <a:xfrm>
            <a:off x="2997215" y="33382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0" name="Freeform 4119"/>
          <p:cNvSpPr/>
          <p:nvPr/>
        </p:nvSpPr>
        <p:spPr>
          <a:xfrm>
            <a:off x="2960110" y="28695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1" name="Freeform 4120"/>
          <p:cNvSpPr/>
          <p:nvPr/>
        </p:nvSpPr>
        <p:spPr>
          <a:xfrm>
            <a:off x="2883056" y="24297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2" name="Freeform 4121"/>
          <p:cNvSpPr/>
          <p:nvPr/>
        </p:nvSpPr>
        <p:spPr>
          <a:xfrm>
            <a:off x="2996478" y="18702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3" name="Freeform 4122"/>
          <p:cNvSpPr/>
          <p:nvPr/>
        </p:nvSpPr>
        <p:spPr>
          <a:xfrm>
            <a:off x="2986475" y="26845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4" name="Freeform 4123"/>
          <p:cNvSpPr/>
          <p:nvPr/>
        </p:nvSpPr>
        <p:spPr>
          <a:xfrm>
            <a:off x="3009530" y="29886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5" name="Freeform 4124"/>
          <p:cNvSpPr/>
          <p:nvPr/>
        </p:nvSpPr>
        <p:spPr>
          <a:xfrm>
            <a:off x="3131402" y="31429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6" name="Freeform 4125"/>
          <p:cNvSpPr/>
          <p:nvPr/>
        </p:nvSpPr>
        <p:spPr>
          <a:xfrm>
            <a:off x="3009277" y="25043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7" name="Freeform 4126"/>
          <p:cNvSpPr/>
          <p:nvPr/>
        </p:nvSpPr>
        <p:spPr>
          <a:xfrm>
            <a:off x="2989240" y="33560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8" name="Freeform 4127"/>
          <p:cNvSpPr/>
          <p:nvPr/>
        </p:nvSpPr>
        <p:spPr>
          <a:xfrm>
            <a:off x="3064610" y="250490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9" name="Freeform 4128"/>
          <p:cNvSpPr/>
          <p:nvPr/>
        </p:nvSpPr>
        <p:spPr>
          <a:xfrm>
            <a:off x="2871767" y="24066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0" name="Freeform 4129"/>
          <p:cNvSpPr/>
          <p:nvPr/>
        </p:nvSpPr>
        <p:spPr>
          <a:xfrm>
            <a:off x="2885201" y="25468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1" name="Freeform 4130"/>
          <p:cNvSpPr/>
          <p:nvPr/>
        </p:nvSpPr>
        <p:spPr>
          <a:xfrm>
            <a:off x="2936112" y="27880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2" name="Freeform 4131"/>
          <p:cNvSpPr/>
          <p:nvPr/>
        </p:nvSpPr>
        <p:spPr>
          <a:xfrm>
            <a:off x="2917557" y="24995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3" name="Freeform 4132"/>
          <p:cNvSpPr/>
          <p:nvPr/>
        </p:nvSpPr>
        <p:spPr>
          <a:xfrm>
            <a:off x="3007032" y="26443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4" name="Freeform 4133"/>
          <p:cNvSpPr/>
          <p:nvPr/>
        </p:nvSpPr>
        <p:spPr>
          <a:xfrm>
            <a:off x="2939944" y="29933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5" name="Freeform 4134"/>
          <p:cNvSpPr/>
          <p:nvPr/>
        </p:nvSpPr>
        <p:spPr>
          <a:xfrm>
            <a:off x="3076417" y="20269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6" name="Freeform 4135"/>
          <p:cNvSpPr/>
          <p:nvPr/>
        </p:nvSpPr>
        <p:spPr>
          <a:xfrm>
            <a:off x="3061858" y="28365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7" name="Freeform 4136"/>
          <p:cNvSpPr/>
          <p:nvPr/>
        </p:nvSpPr>
        <p:spPr>
          <a:xfrm>
            <a:off x="3012082" y="242203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8" name="Freeform 4137"/>
          <p:cNvSpPr/>
          <p:nvPr/>
        </p:nvSpPr>
        <p:spPr>
          <a:xfrm>
            <a:off x="2935396" y="35964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9" name="Freeform 4138"/>
          <p:cNvSpPr/>
          <p:nvPr/>
        </p:nvSpPr>
        <p:spPr>
          <a:xfrm>
            <a:off x="3001925" y="22379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0" name="Freeform 4139"/>
          <p:cNvSpPr/>
          <p:nvPr/>
        </p:nvSpPr>
        <p:spPr>
          <a:xfrm>
            <a:off x="3014801" y="21672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1" name="Freeform 4140"/>
          <p:cNvSpPr/>
          <p:nvPr/>
        </p:nvSpPr>
        <p:spPr>
          <a:xfrm>
            <a:off x="2890251" y="26962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2" name="Freeform 4141"/>
          <p:cNvSpPr/>
          <p:nvPr/>
        </p:nvSpPr>
        <p:spPr>
          <a:xfrm>
            <a:off x="2984137" y="25018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3" name="Freeform 4142"/>
          <p:cNvSpPr/>
          <p:nvPr/>
        </p:nvSpPr>
        <p:spPr>
          <a:xfrm>
            <a:off x="3007840" y="25019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4" name="Freeform 4143"/>
          <p:cNvSpPr/>
          <p:nvPr/>
        </p:nvSpPr>
        <p:spPr>
          <a:xfrm>
            <a:off x="2975360" y="29435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5" name="Freeform 4144"/>
          <p:cNvSpPr/>
          <p:nvPr/>
        </p:nvSpPr>
        <p:spPr>
          <a:xfrm>
            <a:off x="3065218" y="2506088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6" name="Freeform 4145"/>
          <p:cNvSpPr/>
          <p:nvPr/>
        </p:nvSpPr>
        <p:spPr>
          <a:xfrm>
            <a:off x="3041541" y="30045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7" name="Freeform 4146"/>
          <p:cNvSpPr/>
          <p:nvPr/>
        </p:nvSpPr>
        <p:spPr>
          <a:xfrm>
            <a:off x="2906237" y="29310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8" name="Freeform 4147"/>
          <p:cNvSpPr/>
          <p:nvPr/>
        </p:nvSpPr>
        <p:spPr>
          <a:xfrm>
            <a:off x="2969258" y="22929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9" name="Freeform 4148"/>
          <p:cNvSpPr/>
          <p:nvPr/>
        </p:nvSpPr>
        <p:spPr>
          <a:xfrm>
            <a:off x="2905577" y="23489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0" name="Freeform 4149"/>
          <p:cNvSpPr/>
          <p:nvPr/>
        </p:nvSpPr>
        <p:spPr>
          <a:xfrm>
            <a:off x="2999445" y="29669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1" name="Freeform 4150"/>
          <p:cNvSpPr/>
          <p:nvPr/>
        </p:nvSpPr>
        <p:spPr>
          <a:xfrm>
            <a:off x="2903479" y="29769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2" name="Freeform 4151"/>
          <p:cNvSpPr/>
          <p:nvPr/>
        </p:nvSpPr>
        <p:spPr>
          <a:xfrm>
            <a:off x="3022247" y="294460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3" name="Freeform 4152"/>
          <p:cNvSpPr/>
          <p:nvPr/>
        </p:nvSpPr>
        <p:spPr>
          <a:xfrm>
            <a:off x="2986748" y="24378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4" name="Freeform 4153"/>
          <p:cNvSpPr/>
          <p:nvPr/>
        </p:nvSpPr>
        <p:spPr>
          <a:xfrm>
            <a:off x="3025400" y="30749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5" name="Freeform 4154"/>
          <p:cNvSpPr/>
          <p:nvPr/>
        </p:nvSpPr>
        <p:spPr>
          <a:xfrm>
            <a:off x="2951377" y="25760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6" name="Freeform 4155"/>
          <p:cNvSpPr/>
          <p:nvPr/>
        </p:nvSpPr>
        <p:spPr>
          <a:xfrm>
            <a:off x="2864399" y="24326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7" name="Freeform 4156"/>
          <p:cNvSpPr/>
          <p:nvPr/>
        </p:nvSpPr>
        <p:spPr>
          <a:xfrm>
            <a:off x="3078135" y="27396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8" name="Freeform 4157"/>
          <p:cNvSpPr/>
          <p:nvPr/>
        </p:nvSpPr>
        <p:spPr>
          <a:xfrm>
            <a:off x="2949554" y="23358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9" name="Freeform 4158"/>
          <p:cNvSpPr/>
          <p:nvPr/>
        </p:nvSpPr>
        <p:spPr>
          <a:xfrm>
            <a:off x="3052322" y="28191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0" name="Freeform 4159"/>
          <p:cNvSpPr/>
          <p:nvPr/>
        </p:nvSpPr>
        <p:spPr>
          <a:xfrm>
            <a:off x="2989536" y="27858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1" name="Freeform 4160"/>
          <p:cNvSpPr/>
          <p:nvPr/>
        </p:nvSpPr>
        <p:spPr>
          <a:xfrm>
            <a:off x="3005704" y="30665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2" name="Freeform 4161"/>
          <p:cNvSpPr/>
          <p:nvPr/>
        </p:nvSpPr>
        <p:spPr>
          <a:xfrm>
            <a:off x="3082375" y="23332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3" name="Freeform 4162"/>
          <p:cNvSpPr/>
          <p:nvPr/>
        </p:nvSpPr>
        <p:spPr>
          <a:xfrm>
            <a:off x="2983570" y="29890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4" name="Freeform 4163"/>
          <p:cNvSpPr/>
          <p:nvPr/>
        </p:nvSpPr>
        <p:spPr>
          <a:xfrm>
            <a:off x="3053883" y="25786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5" name="Freeform 4164"/>
          <p:cNvSpPr/>
          <p:nvPr/>
        </p:nvSpPr>
        <p:spPr>
          <a:xfrm>
            <a:off x="2862540" y="27334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6" name="Freeform 4165"/>
          <p:cNvSpPr/>
          <p:nvPr/>
        </p:nvSpPr>
        <p:spPr>
          <a:xfrm>
            <a:off x="3018784" y="30943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7" name="Freeform 4166"/>
          <p:cNvSpPr/>
          <p:nvPr/>
        </p:nvSpPr>
        <p:spPr>
          <a:xfrm>
            <a:off x="2944955" y="29311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8" name="Freeform 4167"/>
          <p:cNvSpPr/>
          <p:nvPr/>
        </p:nvSpPr>
        <p:spPr>
          <a:xfrm>
            <a:off x="2952107" y="2198814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9" name="Freeform 4168"/>
          <p:cNvSpPr/>
          <p:nvPr/>
        </p:nvSpPr>
        <p:spPr>
          <a:xfrm>
            <a:off x="2961579" y="26331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0" name="Freeform 4169"/>
          <p:cNvSpPr/>
          <p:nvPr/>
        </p:nvSpPr>
        <p:spPr>
          <a:xfrm>
            <a:off x="2983987" y="30782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1" name="Freeform 4170"/>
          <p:cNvSpPr/>
          <p:nvPr/>
        </p:nvSpPr>
        <p:spPr>
          <a:xfrm>
            <a:off x="3070927" y="25949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2" name="Freeform 4171"/>
          <p:cNvSpPr/>
          <p:nvPr/>
        </p:nvSpPr>
        <p:spPr>
          <a:xfrm>
            <a:off x="2838037" y="27609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3" name="Freeform 4172"/>
          <p:cNvSpPr/>
          <p:nvPr/>
        </p:nvSpPr>
        <p:spPr>
          <a:xfrm>
            <a:off x="2963922" y="14373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4" name="Freeform 4173"/>
          <p:cNvSpPr/>
          <p:nvPr/>
        </p:nvSpPr>
        <p:spPr>
          <a:xfrm>
            <a:off x="2913473" y="26024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5" name="Freeform 4174"/>
          <p:cNvSpPr/>
          <p:nvPr/>
        </p:nvSpPr>
        <p:spPr>
          <a:xfrm>
            <a:off x="3038334" y="28471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6" name="Freeform 4175"/>
          <p:cNvSpPr/>
          <p:nvPr/>
        </p:nvSpPr>
        <p:spPr>
          <a:xfrm>
            <a:off x="2932935" y="21851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7" name="Freeform 4176"/>
          <p:cNvSpPr/>
          <p:nvPr/>
        </p:nvSpPr>
        <p:spPr>
          <a:xfrm>
            <a:off x="2991300" y="33841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8" name="Freeform 4177"/>
          <p:cNvSpPr/>
          <p:nvPr/>
        </p:nvSpPr>
        <p:spPr>
          <a:xfrm>
            <a:off x="2934633" y="26725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9" name="Freeform 4178"/>
          <p:cNvSpPr/>
          <p:nvPr/>
        </p:nvSpPr>
        <p:spPr>
          <a:xfrm>
            <a:off x="3005316" y="19739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0" name="Freeform 4179"/>
          <p:cNvSpPr/>
          <p:nvPr/>
        </p:nvSpPr>
        <p:spPr>
          <a:xfrm>
            <a:off x="3028317" y="27499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1" name="Freeform 4180"/>
          <p:cNvSpPr/>
          <p:nvPr/>
        </p:nvSpPr>
        <p:spPr>
          <a:xfrm>
            <a:off x="2934640" y="33445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2" name="Freeform 4181"/>
          <p:cNvSpPr/>
          <p:nvPr/>
        </p:nvSpPr>
        <p:spPr>
          <a:xfrm>
            <a:off x="2964256" y="28528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3" name="Freeform 4182"/>
          <p:cNvSpPr/>
          <p:nvPr/>
        </p:nvSpPr>
        <p:spPr>
          <a:xfrm>
            <a:off x="2866783" y="21724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4" name="Freeform 4183"/>
          <p:cNvSpPr/>
          <p:nvPr/>
        </p:nvSpPr>
        <p:spPr>
          <a:xfrm>
            <a:off x="2981259" y="25689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5" name="Freeform 4184"/>
          <p:cNvSpPr/>
          <p:nvPr/>
        </p:nvSpPr>
        <p:spPr>
          <a:xfrm>
            <a:off x="3017800" y="30156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6" name="Freeform 4185"/>
          <p:cNvSpPr/>
          <p:nvPr/>
        </p:nvSpPr>
        <p:spPr>
          <a:xfrm>
            <a:off x="2924159" y="29591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7" name="Freeform 4186"/>
          <p:cNvSpPr/>
          <p:nvPr/>
        </p:nvSpPr>
        <p:spPr>
          <a:xfrm>
            <a:off x="3035319" y="29130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8" name="Freeform 4187"/>
          <p:cNvSpPr/>
          <p:nvPr/>
        </p:nvSpPr>
        <p:spPr>
          <a:xfrm>
            <a:off x="2823470" y="25744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9" name="Freeform 4188"/>
          <p:cNvSpPr/>
          <p:nvPr/>
        </p:nvSpPr>
        <p:spPr>
          <a:xfrm>
            <a:off x="2838194" y="22152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0" name="Freeform 4189"/>
          <p:cNvSpPr/>
          <p:nvPr/>
        </p:nvSpPr>
        <p:spPr>
          <a:xfrm>
            <a:off x="2868913" y="23203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1" name="Freeform 4190"/>
          <p:cNvSpPr/>
          <p:nvPr/>
        </p:nvSpPr>
        <p:spPr>
          <a:xfrm>
            <a:off x="2928842" y="25395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2" name="Freeform 4191"/>
          <p:cNvSpPr/>
          <p:nvPr/>
        </p:nvSpPr>
        <p:spPr>
          <a:xfrm>
            <a:off x="2962236" y="31968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3" name="Freeform 4192"/>
          <p:cNvSpPr/>
          <p:nvPr/>
        </p:nvSpPr>
        <p:spPr>
          <a:xfrm>
            <a:off x="2955769" y="31954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4" name="Freeform 4193"/>
          <p:cNvSpPr/>
          <p:nvPr/>
        </p:nvSpPr>
        <p:spPr>
          <a:xfrm>
            <a:off x="2956550" y="25111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5" name="Freeform 4194"/>
          <p:cNvSpPr/>
          <p:nvPr/>
        </p:nvSpPr>
        <p:spPr>
          <a:xfrm>
            <a:off x="3008998" y="32019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6" name="Freeform 4195"/>
          <p:cNvSpPr/>
          <p:nvPr/>
        </p:nvSpPr>
        <p:spPr>
          <a:xfrm>
            <a:off x="2929683" y="27901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7" name="Freeform 4196"/>
          <p:cNvSpPr/>
          <p:nvPr/>
        </p:nvSpPr>
        <p:spPr>
          <a:xfrm>
            <a:off x="2877183" y="25954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8" name="Freeform 4197"/>
          <p:cNvSpPr/>
          <p:nvPr/>
        </p:nvSpPr>
        <p:spPr>
          <a:xfrm>
            <a:off x="2878495" y="31254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9" name="Freeform 4198"/>
          <p:cNvSpPr/>
          <p:nvPr/>
        </p:nvSpPr>
        <p:spPr>
          <a:xfrm>
            <a:off x="3101142" y="30838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0" name="Freeform 4199"/>
          <p:cNvSpPr/>
          <p:nvPr/>
        </p:nvSpPr>
        <p:spPr>
          <a:xfrm>
            <a:off x="2804976" y="27418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1" name="Freeform 4200"/>
          <p:cNvSpPr/>
          <p:nvPr/>
        </p:nvSpPr>
        <p:spPr>
          <a:xfrm>
            <a:off x="2949304" y="25220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2" name="Freeform 4201"/>
          <p:cNvSpPr/>
          <p:nvPr/>
        </p:nvSpPr>
        <p:spPr>
          <a:xfrm>
            <a:off x="3057709" y="23169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3" name="Freeform 4202"/>
          <p:cNvSpPr/>
          <p:nvPr/>
        </p:nvSpPr>
        <p:spPr>
          <a:xfrm>
            <a:off x="2993064" y="24840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4" name="Freeform 4203"/>
          <p:cNvSpPr/>
          <p:nvPr/>
        </p:nvSpPr>
        <p:spPr>
          <a:xfrm>
            <a:off x="2905973" y="26801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5" name="Freeform 4204"/>
          <p:cNvSpPr/>
          <p:nvPr/>
        </p:nvSpPr>
        <p:spPr>
          <a:xfrm>
            <a:off x="2961146" y="29815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6" name="Freeform 4205"/>
          <p:cNvSpPr/>
          <p:nvPr/>
        </p:nvSpPr>
        <p:spPr>
          <a:xfrm>
            <a:off x="3018308" y="31009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7" name="Freeform 4206"/>
          <p:cNvSpPr/>
          <p:nvPr/>
        </p:nvSpPr>
        <p:spPr>
          <a:xfrm>
            <a:off x="3041142" y="28950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8" name="Freeform 4207"/>
          <p:cNvSpPr/>
          <p:nvPr/>
        </p:nvSpPr>
        <p:spPr>
          <a:xfrm>
            <a:off x="2901344" y="25565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9" name="Freeform 4208"/>
          <p:cNvSpPr/>
          <p:nvPr/>
        </p:nvSpPr>
        <p:spPr>
          <a:xfrm>
            <a:off x="3011445" y="25834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0" name="Freeform 4209"/>
          <p:cNvSpPr/>
          <p:nvPr/>
        </p:nvSpPr>
        <p:spPr>
          <a:xfrm>
            <a:off x="2977750" y="34793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1" name="Freeform 4210"/>
          <p:cNvSpPr/>
          <p:nvPr/>
        </p:nvSpPr>
        <p:spPr>
          <a:xfrm>
            <a:off x="3034260" y="29961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2" name="Freeform 4211"/>
          <p:cNvSpPr/>
          <p:nvPr/>
        </p:nvSpPr>
        <p:spPr>
          <a:xfrm>
            <a:off x="3053232" y="22643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3" name="Freeform 4212"/>
          <p:cNvSpPr/>
          <p:nvPr/>
        </p:nvSpPr>
        <p:spPr>
          <a:xfrm>
            <a:off x="2938228" y="26781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4" name="Freeform 4213"/>
          <p:cNvSpPr/>
          <p:nvPr/>
        </p:nvSpPr>
        <p:spPr>
          <a:xfrm>
            <a:off x="2864844" y="32282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5" name="Freeform 4214"/>
          <p:cNvSpPr/>
          <p:nvPr/>
        </p:nvSpPr>
        <p:spPr>
          <a:xfrm>
            <a:off x="2987258" y="18410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6" name="Freeform 4215"/>
          <p:cNvSpPr/>
          <p:nvPr/>
        </p:nvSpPr>
        <p:spPr>
          <a:xfrm>
            <a:off x="3078851" y="27178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7" name="Freeform 4216"/>
          <p:cNvSpPr/>
          <p:nvPr/>
        </p:nvSpPr>
        <p:spPr>
          <a:xfrm>
            <a:off x="3006478" y="25659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8" name="Freeform 4217"/>
          <p:cNvSpPr/>
          <p:nvPr/>
        </p:nvSpPr>
        <p:spPr>
          <a:xfrm>
            <a:off x="2976268" y="25603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9" name="Freeform 4218"/>
          <p:cNvSpPr/>
          <p:nvPr/>
        </p:nvSpPr>
        <p:spPr>
          <a:xfrm>
            <a:off x="3120271" y="28423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0" name="Freeform 4219"/>
          <p:cNvSpPr/>
          <p:nvPr/>
        </p:nvSpPr>
        <p:spPr>
          <a:xfrm>
            <a:off x="2892012" y="29747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1" name="Freeform 4220"/>
          <p:cNvSpPr/>
          <p:nvPr/>
        </p:nvSpPr>
        <p:spPr>
          <a:xfrm>
            <a:off x="3020900" y="19271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2" name="Freeform 4221"/>
          <p:cNvSpPr/>
          <p:nvPr/>
        </p:nvSpPr>
        <p:spPr>
          <a:xfrm>
            <a:off x="2923161" y="23384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3" name="Freeform 4222"/>
          <p:cNvSpPr/>
          <p:nvPr/>
        </p:nvSpPr>
        <p:spPr>
          <a:xfrm>
            <a:off x="2964293" y="24050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4" name="Freeform 4223"/>
          <p:cNvSpPr/>
          <p:nvPr/>
        </p:nvSpPr>
        <p:spPr>
          <a:xfrm>
            <a:off x="2966947" y="24953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5" name="Freeform 4224"/>
          <p:cNvSpPr/>
          <p:nvPr/>
        </p:nvSpPr>
        <p:spPr>
          <a:xfrm>
            <a:off x="3061472" y="30761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6" name="Freeform 4225"/>
          <p:cNvSpPr/>
          <p:nvPr/>
        </p:nvSpPr>
        <p:spPr>
          <a:xfrm>
            <a:off x="2898911" y="22375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7" name="Freeform 4226"/>
          <p:cNvSpPr/>
          <p:nvPr/>
        </p:nvSpPr>
        <p:spPr>
          <a:xfrm>
            <a:off x="2925506" y="30172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8" name="Freeform 4227"/>
          <p:cNvSpPr/>
          <p:nvPr/>
        </p:nvSpPr>
        <p:spPr>
          <a:xfrm>
            <a:off x="2855334" y="26030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9" name="Freeform 4228"/>
          <p:cNvSpPr/>
          <p:nvPr/>
        </p:nvSpPr>
        <p:spPr>
          <a:xfrm>
            <a:off x="2993318" y="3309988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0" name="Freeform 4229"/>
          <p:cNvSpPr/>
          <p:nvPr/>
        </p:nvSpPr>
        <p:spPr>
          <a:xfrm>
            <a:off x="2930604" y="34575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1" name="Freeform 4230"/>
          <p:cNvSpPr/>
          <p:nvPr/>
        </p:nvSpPr>
        <p:spPr>
          <a:xfrm>
            <a:off x="2988991" y="25902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2" name="Freeform 4231"/>
          <p:cNvSpPr/>
          <p:nvPr/>
        </p:nvSpPr>
        <p:spPr>
          <a:xfrm>
            <a:off x="2889807" y="30047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3" name="Freeform 4232"/>
          <p:cNvSpPr/>
          <p:nvPr/>
        </p:nvSpPr>
        <p:spPr>
          <a:xfrm>
            <a:off x="2937161" y="34385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4" name="Freeform 4233"/>
          <p:cNvSpPr/>
          <p:nvPr/>
        </p:nvSpPr>
        <p:spPr>
          <a:xfrm>
            <a:off x="3029917" y="25084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5" name="Freeform 4234"/>
          <p:cNvSpPr/>
          <p:nvPr/>
        </p:nvSpPr>
        <p:spPr>
          <a:xfrm>
            <a:off x="2949437" y="19277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6" name="Freeform 4235"/>
          <p:cNvSpPr/>
          <p:nvPr/>
        </p:nvSpPr>
        <p:spPr>
          <a:xfrm>
            <a:off x="3002502" y="21963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7" name="Freeform 4236"/>
          <p:cNvSpPr/>
          <p:nvPr/>
        </p:nvSpPr>
        <p:spPr>
          <a:xfrm>
            <a:off x="2996047" y="28018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8" name="Freeform 4237"/>
          <p:cNvSpPr/>
          <p:nvPr/>
        </p:nvSpPr>
        <p:spPr>
          <a:xfrm>
            <a:off x="2937573" y="27039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9" name="Freeform 4238"/>
          <p:cNvSpPr/>
          <p:nvPr/>
        </p:nvSpPr>
        <p:spPr>
          <a:xfrm>
            <a:off x="2857537" y="23808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0" name="Freeform 4239"/>
          <p:cNvSpPr/>
          <p:nvPr/>
        </p:nvSpPr>
        <p:spPr>
          <a:xfrm>
            <a:off x="3026366" y="22946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1" name="Freeform 4240"/>
          <p:cNvSpPr/>
          <p:nvPr/>
        </p:nvSpPr>
        <p:spPr>
          <a:xfrm>
            <a:off x="2972324" y="28335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2" name="Freeform 4241"/>
          <p:cNvSpPr/>
          <p:nvPr/>
        </p:nvSpPr>
        <p:spPr>
          <a:xfrm>
            <a:off x="3026225" y="26946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3" name="Freeform 4242"/>
          <p:cNvSpPr/>
          <p:nvPr/>
        </p:nvSpPr>
        <p:spPr>
          <a:xfrm>
            <a:off x="2827491" y="25967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4" name="Freeform 4243"/>
          <p:cNvSpPr/>
          <p:nvPr/>
        </p:nvSpPr>
        <p:spPr>
          <a:xfrm>
            <a:off x="2851244" y="25036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5" name="Freeform 4244"/>
          <p:cNvSpPr/>
          <p:nvPr/>
        </p:nvSpPr>
        <p:spPr>
          <a:xfrm>
            <a:off x="2818865" y="27561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6" name="Freeform 4245"/>
          <p:cNvSpPr/>
          <p:nvPr/>
        </p:nvSpPr>
        <p:spPr>
          <a:xfrm>
            <a:off x="2902837" y="27513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7" name="Freeform 4246"/>
          <p:cNvSpPr/>
          <p:nvPr/>
        </p:nvSpPr>
        <p:spPr>
          <a:xfrm>
            <a:off x="3030117" y="21999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8" name="Freeform 4247"/>
          <p:cNvSpPr/>
          <p:nvPr/>
        </p:nvSpPr>
        <p:spPr>
          <a:xfrm>
            <a:off x="2998545" y="22625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9" name="Freeform 4248"/>
          <p:cNvSpPr/>
          <p:nvPr/>
        </p:nvSpPr>
        <p:spPr>
          <a:xfrm>
            <a:off x="2958735" y="25317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0" name="Freeform 4249"/>
          <p:cNvSpPr/>
          <p:nvPr/>
        </p:nvSpPr>
        <p:spPr>
          <a:xfrm>
            <a:off x="2969706" y="20751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1" name="Freeform 4250"/>
          <p:cNvSpPr/>
          <p:nvPr/>
        </p:nvSpPr>
        <p:spPr>
          <a:xfrm>
            <a:off x="3011467" y="28493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2" name="Freeform 4251"/>
          <p:cNvSpPr/>
          <p:nvPr/>
        </p:nvSpPr>
        <p:spPr>
          <a:xfrm>
            <a:off x="2940958" y="21105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3" name="Freeform 4252"/>
          <p:cNvSpPr/>
          <p:nvPr/>
        </p:nvSpPr>
        <p:spPr>
          <a:xfrm>
            <a:off x="2987273" y="25077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4" name="Freeform 4253"/>
          <p:cNvSpPr/>
          <p:nvPr/>
        </p:nvSpPr>
        <p:spPr>
          <a:xfrm>
            <a:off x="2970284" y="15046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5" name="Freeform 4254"/>
          <p:cNvSpPr/>
          <p:nvPr/>
        </p:nvSpPr>
        <p:spPr>
          <a:xfrm>
            <a:off x="2815926" y="31456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6" name="Freeform 4255"/>
          <p:cNvSpPr/>
          <p:nvPr/>
        </p:nvSpPr>
        <p:spPr>
          <a:xfrm>
            <a:off x="2935473" y="296069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7" name="Freeform 4256"/>
          <p:cNvSpPr/>
          <p:nvPr/>
        </p:nvSpPr>
        <p:spPr>
          <a:xfrm>
            <a:off x="3051132" y="25532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8" name="Freeform 4257"/>
          <p:cNvSpPr/>
          <p:nvPr/>
        </p:nvSpPr>
        <p:spPr>
          <a:xfrm>
            <a:off x="2934742" y="25611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9" name="Freeform 4258"/>
          <p:cNvSpPr/>
          <p:nvPr/>
        </p:nvSpPr>
        <p:spPr>
          <a:xfrm>
            <a:off x="2951509" y="19902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0" name="Freeform 4259"/>
          <p:cNvSpPr/>
          <p:nvPr/>
        </p:nvSpPr>
        <p:spPr>
          <a:xfrm>
            <a:off x="2920745" y="29529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1" name="Freeform 4260"/>
          <p:cNvSpPr/>
          <p:nvPr/>
        </p:nvSpPr>
        <p:spPr>
          <a:xfrm>
            <a:off x="2928853" y="23745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2" name="Freeform 4261"/>
          <p:cNvSpPr/>
          <p:nvPr/>
        </p:nvSpPr>
        <p:spPr>
          <a:xfrm>
            <a:off x="3035561" y="227985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3" name="Freeform 4262"/>
          <p:cNvSpPr/>
          <p:nvPr/>
        </p:nvSpPr>
        <p:spPr>
          <a:xfrm>
            <a:off x="2943217" y="244817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4" name="Freeform 4263"/>
          <p:cNvSpPr/>
          <p:nvPr/>
        </p:nvSpPr>
        <p:spPr>
          <a:xfrm>
            <a:off x="2893211" y="30605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5" name="Freeform 4264"/>
          <p:cNvSpPr/>
          <p:nvPr/>
        </p:nvSpPr>
        <p:spPr>
          <a:xfrm>
            <a:off x="2754612" y="21896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6" name="Freeform 4265"/>
          <p:cNvSpPr/>
          <p:nvPr/>
        </p:nvSpPr>
        <p:spPr>
          <a:xfrm>
            <a:off x="2923011" y="22552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7" name="Freeform 4266"/>
          <p:cNvSpPr/>
          <p:nvPr/>
        </p:nvSpPr>
        <p:spPr>
          <a:xfrm>
            <a:off x="2830534" y="24868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8" name="Freeform 4267"/>
          <p:cNvSpPr/>
          <p:nvPr/>
        </p:nvSpPr>
        <p:spPr>
          <a:xfrm>
            <a:off x="2840024" y="26321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9" name="Freeform 4268"/>
          <p:cNvSpPr/>
          <p:nvPr/>
        </p:nvSpPr>
        <p:spPr>
          <a:xfrm>
            <a:off x="3013748" y="26241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0" name="Freeform 4269"/>
          <p:cNvSpPr/>
          <p:nvPr/>
        </p:nvSpPr>
        <p:spPr>
          <a:xfrm>
            <a:off x="3008010" y="27361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1" name="Freeform 4270"/>
          <p:cNvSpPr/>
          <p:nvPr/>
        </p:nvSpPr>
        <p:spPr>
          <a:xfrm>
            <a:off x="2833825" y="24716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2" name="Freeform 4271"/>
          <p:cNvSpPr/>
          <p:nvPr/>
        </p:nvSpPr>
        <p:spPr>
          <a:xfrm>
            <a:off x="3017483" y="26957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3" name="Freeform 4272"/>
          <p:cNvSpPr/>
          <p:nvPr/>
        </p:nvSpPr>
        <p:spPr>
          <a:xfrm>
            <a:off x="2991472" y="30192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4" name="Freeform 4273"/>
          <p:cNvSpPr/>
          <p:nvPr/>
        </p:nvSpPr>
        <p:spPr>
          <a:xfrm>
            <a:off x="2909024" y="30927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5" name="Freeform 4274"/>
          <p:cNvSpPr/>
          <p:nvPr/>
        </p:nvSpPr>
        <p:spPr>
          <a:xfrm>
            <a:off x="3009715" y="29837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6" name="Freeform 4275"/>
          <p:cNvSpPr/>
          <p:nvPr/>
        </p:nvSpPr>
        <p:spPr>
          <a:xfrm>
            <a:off x="2853099" y="26255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7" name="Freeform 4276"/>
          <p:cNvSpPr/>
          <p:nvPr/>
        </p:nvSpPr>
        <p:spPr>
          <a:xfrm>
            <a:off x="2881106" y="27171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8" name="Freeform 4277"/>
          <p:cNvSpPr/>
          <p:nvPr/>
        </p:nvSpPr>
        <p:spPr>
          <a:xfrm>
            <a:off x="2865501" y="26280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9" name="Freeform 4278"/>
          <p:cNvSpPr/>
          <p:nvPr/>
        </p:nvSpPr>
        <p:spPr>
          <a:xfrm>
            <a:off x="2887270" y="25231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0" name="Freeform 4279"/>
          <p:cNvSpPr/>
          <p:nvPr/>
        </p:nvSpPr>
        <p:spPr>
          <a:xfrm>
            <a:off x="3019288" y="29378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1" name="Freeform 4280"/>
          <p:cNvSpPr/>
          <p:nvPr/>
        </p:nvSpPr>
        <p:spPr>
          <a:xfrm>
            <a:off x="2872536" y="21683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2" name="Freeform 4281"/>
          <p:cNvSpPr/>
          <p:nvPr/>
        </p:nvSpPr>
        <p:spPr>
          <a:xfrm>
            <a:off x="2884631" y="28056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3" name="Freeform 4282"/>
          <p:cNvSpPr/>
          <p:nvPr/>
        </p:nvSpPr>
        <p:spPr>
          <a:xfrm>
            <a:off x="2897871" y="28666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4" name="Freeform 4283"/>
          <p:cNvSpPr/>
          <p:nvPr/>
        </p:nvSpPr>
        <p:spPr>
          <a:xfrm>
            <a:off x="2973967" y="25298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5" name="Freeform 4284"/>
          <p:cNvSpPr/>
          <p:nvPr/>
        </p:nvSpPr>
        <p:spPr>
          <a:xfrm>
            <a:off x="2938467" y="33824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6" name="Freeform 4285"/>
          <p:cNvSpPr/>
          <p:nvPr/>
        </p:nvSpPr>
        <p:spPr>
          <a:xfrm>
            <a:off x="3018203" y="29978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7" name="Freeform 4286"/>
          <p:cNvSpPr/>
          <p:nvPr/>
        </p:nvSpPr>
        <p:spPr>
          <a:xfrm>
            <a:off x="2913813" y="23465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8" name="Freeform 4287"/>
          <p:cNvSpPr/>
          <p:nvPr/>
        </p:nvSpPr>
        <p:spPr>
          <a:xfrm>
            <a:off x="2875468" y="33460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9" name="Freeform 4288"/>
          <p:cNvSpPr/>
          <p:nvPr/>
        </p:nvSpPr>
        <p:spPr>
          <a:xfrm>
            <a:off x="2927559" y="22963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0" name="Freeform 4289"/>
          <p:cNvSpPr/>
          <p:nvPr/>
        </p:nvSpPr>
        <p:spPr>
          <a:xfrm>
            <a:off x="2963313" y="21516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1" name="Freeform 4290"/>
          <p:cNvSpPr/>
          <p:nvPr/>
        </p:nvSpPr>
        <p:spPr>
          <a:xfrm>
            <a:off x="2899038" y="28430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2" name="Freeform 4291"/>
          <p:cNvSpPr/>
          <p:nvPr/>
        </p:nvSpPr>
        <p:spPr>
          <a:xfrm>
            <a:off x="2979176" y="25999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3" name="Freeform 4292"/>
          <p:cNvSpPr/>
          <p:nvPr/>
        </p:nvSpPr>
        <p:spPr>
          <a:xfrm>
            <a:off x="3081154" y="2295798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4" name="Freeform 4293"/>
          <p:cNvSpPr/>
          <p:nvPr/>
        </p:nvSpPr>
        <p:spPr>
          <a:xfrm>
            <a:off x="2921981" y="28788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5" name="Freeform 4294"/>
          <p:cNvSpPr/>
          <p:nvPr/>
        </p:nvSpPr>
        <p:spPr>
          <a:xfrm>
            <a:off x="2963408" y="23881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6" name="Freeform 4295"/>
          <p:cNvSpPr/>
          <p:nvPr/>
        </p:nvSpPr>
        <p:spPr>
          <a:xfrm>
            <a:off x="3050107" y="295400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7" name="Freeform 4296"/>
          <p:cNvSpPr/>
          <p:nvPr/>
        </p:nvSpPr>
        <p:spPr>
          <a:xfrm>
            <a:off x="2917366" y="28828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8" name="Freeform 4297"/>
          <p:cNvSpPr/>
          <p:nvPr/>
        </p:nvSpPr>
        <p:spPr>
          <a:xfrm>
            <a:off x="2904082" y="30011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9" name="Freeform 4298"/>
          <p:cNvSpPr/>
          <p:nvPr/>
        </p:nvSpPr>
        <p:spPr>
          <a:xfrm>
            <a:off x="2887664" y="25812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0" name="Freeform 4299"/>
          <p:cNvSpPr/>
          <p:nvPr/>
        </p:nvSpPr>
        <p:spPr>
          <a:xfrm>
            <a:off x="2986558" y="22815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1" name="Freeform 4300"/>
          <p:cNvSpPr/>
          <p:nvPr/>
        </p:nvSpPr>
        <p:spPr>
          <a:xfrm>
            <a:off x="2994221" y="27749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2" name="Freeform 4301"/>
          <p:cNvSpPr/>
          <p:nvPr/>
        </p:nvSpPr>
        <p:spPr>
          <a:xfrm>
            <a:off x="2950176" y="31746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3" name="Freeform 4302"/>
          <p:cNvSpPr/>
          <p:nvPr/>
        </p:nvSpPr>
        <p:spPr>
          <a:xfrm>
            <a:off x="2962764" y="31053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4" name="Freeform 4303"/>
          <p:cNvSpPr/>
          <p:nvPr/>
        </p:nvSpPr>
        <p:spPr>
          <a:xfrm>
            <a:off x="3044389" y="25621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5" name="Freeform 4304"/>
          <p:cNvSpPr/>
          <p:nvPr/>
        </p:nvSpPr>
        <p:spPr>
          <a:xfrm>
            <a:off x="3017361" y="20292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6" name="Freeform 4305"/>
          <p:cNvSpPr/>
          <p:nvPr/>
        </p:nvSpPr>
        <p:spPr>
          <a:xfrm>
            <a:off x="2866791" y="25624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7" name="Freeform 4306"/>
          <p:cNvSpPr/>
          <p:nvPr/>
        </p:nvSpPr>
        <p:spPr>
          <a:xfrm>
            <a:off x="2959044" y="284949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8" name="Freeform 4307"/>
          <p:cNvSpPr/>
          <p:nvPr/>
        </p:nvSpPr>
        <p:spPr>
          <a:xfrm>
            <a:off x="2966584" y="24255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9" name="Freeform 4308"/>
          <p:cNvSpPr/>
          <p:nvPr/>
        </p:nvSpPr>
        <p:spPr>
          <a:xfrm>
            <a:off x="3007299" y="27953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0" name="Freeform 4309"/>
          <p:cNvSpPr/>
          <p:nvPr/>
        </p:nvSpPr>
        <p:spPr>
          <a:xfrm>
            <a:off x="2944652" y="28463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1" name="Freeform 4310"/>
          <p:cNvSpPr/>
          <p:nvPr/>
        </p:nvSpPr>
        <p:spPr>
          <a:xfrm>
            <a:off x="2916597" y="30596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2" name="Freeform 4311"/>
          <p:cNvSpPr/>
          <p:nvPr/>
        </p:nvSpPr>
        <p:spPr>
          <a:xfrm>
            <a:off x="2928960" y="21894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3" name="Freeform 4312"/>
          <p:cNvSpPr/>
          <p:nvPr/>
        </p:nvSpPr>
        <p:spPr>
          <a:xfrm>
            <a:off x="2841344" y="3640817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4" name="Freeform 4313"/>
          <p:cNvSpPr/>
          <p:nvPr/>
        </p:nvSpPr>
        <p:spPr>
          <a:xfrm>
            <a:off x="2957541" y="24139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5" name="Freeform 4314"/>
          <p:cNvSpPr/>
          <p:nvPr/>
        </p:nvSpPr>
        <p:spPr>
          <a:xfrm>
            <a:off x="2919607" y="28777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6" name="Freeform 4315"/>
          <p:cNvSpPr/>
          <p:nvPr/>
        </p:nvSpPr>
        <p:spPr>
          <a:xfrm>
            <a:off x="2990077" y="28581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7" name="Freeform 4316"/>
          <p:cNvSpPr/>
          <p:nvPr/>
        </p:nvSpPr>
        <p:spPr>
          <a:xfrm>
            <a:off x="2891002" y="208504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8" name="Freeform 4317"/>
          <p:cNvSpPr/>
          <p:nvPr/>
        </p:nvSpPr>
        <p:spPr>
          <a:xfrm>
            <a:off x="2930102" y="29698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9" name="Freeform 4318"/>
          <p:cNvSpPr/>
          <p:nvPr/>
        </p:nvSpPr>
        <p:spPr>
          <a:xfrm>
            <a:off x="2894054" y="29572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0" name="Freeform 4319"/>
          <p:cNvSpPr/>
          <p:nvPr/>
        </p:nvSpPr>
        <p:spPr>
          <a:xfrm>
            <a:off x="2888198" y="27551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1" name="Freeform 4320"/>
          <p:cNvSpPr/>
          <p:nvPr/>
        </p:nvSpPr>
        <p:spPr>
          <a:xfrm>
            <a:off x="3005266" y="25550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2" name="Freeform 4321"/>
          <p:cNvSpPr/>
          <p:nvPr/>
        </p:nvSpPr>
        <p:spPr>
          <a:xfrm>
            <a:off x="2927952" y="28696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3" name="Freeform 4322"/>
          <p:cNvSpPr/>
          <p:nvPr/>
        </p:nvSpPr>
        <p:spPr>
          <a:xfrm>
            <a:off x="2988208" y="328589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4" name="Freeform 4323"/>
          <p:cNvSpPr/>
          <p:nvPr/>
        </p:nvSpPr>
        <p:spPr>
          <a:xfrm>
            <a:off x="2884450" y="30255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5" name="Freeform 4324"/>
          <p:cNvSpPr/>
          <p:nvPr/>
        </p:nvSpPr>
        <p:spPr>
          <a:xfrm>
            <a:off x="2965081" y="22361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6" name="Freeform 4325"/>
          <p:cNvSpPr/>
          <p:nvPr/>
        </p:nvSpPr>
        <p:spPr>
          <a:xfrm>
            <a:off x="2846553" y="26797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7" name="Freeform 4326"/>
          <p:cNvSpPr/>
          <p:nvPr/>
        </p:nvSpPr>
        <p:spPr>
          <a:xfrm>
            <a:off x="2926816" y="25413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8" name="Freeform 4327"/>
          <p:cNvSpPr/>
          <p:nvPr/>
        </p:nvSpPr>
        <p:spPr>
          <a:xfrm>
            <a:off x="2925147" y="28033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9" name="Freeform 4328"/>
          <p:cNvSpPr/>
          <p:nvPr/>
        </p:nvSpPr>
        <p:spPr>
          <a:xfrm>
            <a:off x="2997083" y="29497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0" name="Freeform 4329"/>
          <p:cNvSpPr/>
          <p:nvPr/>
        </p:nvSpPr>
        <p:spPr>
          <a:xfrm>
            <a:off x="2970325" y="20904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1" name="Freeform 4330"/>
          <p:cNvSpPr/>
          <p:nvPr/>
        </p:nvSpPr>
        <p:spPr>
          <a:xfrm>
            <a:off x="2946737" y="27764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2" name="Freeform 4331"/>
          <p:cNvSpPr/>
          <p:nvPr/>
        </p:nvSpPr>
        <p:spPr>
          <a:xfrm>
            <a:off x="3013856" y="28702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3" name="Freeform 4332"/>
          <p:cNvSpPr/>
          <p:nvPr/>
        </p:nvSpPr>
        <p:spPr>
          <a:xfrm>
            <a:off x="2970950" y="23042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4" name="Freeform 4333"/>
          <p:cNvSpPr/>
          <p:nvPr/>
        </p:nvSpPr>
        <p:spPr>
          <a:xfrm>
            <a:off x="2993897" y="29728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5" name="Freeform 4334"/>
          <p:cNvSpPr/>
          <p:nvPr/>
        </p:nvSpPr>
        <p:spPr>
          <a:xfrm>
            <a:off x="3009029" y="29259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6" name="Freeform 4335"/>
          <p:cNvSpPr/>
          <p:nvPr/>
        </p:nvSpPr>
        <p:spPr>
          <a:xfrm>
            <a:off x="2953777" y="27034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7" name="Freeform 4336"/>
          <p:cNvSpPr/>
          <p:nvPr/>
        </p:nvSpPr>
        <p:spPr>
          <a:xfrm>
            <a:off x="2938693" y="27071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8" name="Freeform 4337"/>
          <p:cNvSpPr/>
          <p:nvPr/>
        </p:nvSpPr>
        <p:spPr>
          <a:xfrm>
            <a:off x="2979813" y="26117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9" name="Freeform 4338"/>
          <p:cNvSpPr/>
          <p:nvPr/>
        </p:nvSpPr>
        <p:spPr>
          <a:xfrm>
            <a:off x="2930473" y="19382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0" name="Freeform 4339"/>
          <p:cNvSpPr/>
          <p:nvPr/>
        </p:nvSpPr>
        <p:spPr>
          <a:xfrm>
            <a:off x="2983779" y="25836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1" name="Freeform 4340"/>
          <p:cNvSpPr/>
          <p:nvPr/>
        </p:nvSpPr>
        <p:spPr>
          <a:xfrm>
            <a:off x="3031497" y="35815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2" name="Freeform 4341"/>
          <p:cNvSpPr/>
          <p:nvPr/>
        </p:nvSpPr>
        <p:spPr>
          <a:xfrm>
            <a:off x="3014673" y="25872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3" name="Freeform 4342"/>
          <p:cNvSpPr/>
          <p:nvPr/>
        </p:nvSpPr>
        <p:spPr>
          <a:xfrm>
            <a:off x="2932756" y="26933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4" name="Freeform 4343"/>
          <p:cNvSpPr/>
          <p:nvPr/>
        </p:nvSpPr>
        <p:spPr>
          <a:xfrm>
            <a:off x="2872879" y="269127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5" name="Freeform 4344"/>
          <p:cNvSpPr/>
          <p:nvPr/>
        </p:nvSpPr>
        <p:spPr>
          <a:xfrm>
            <a:off x="2954305" y="26168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6" name="Freeform 4345"/>
          <p:cNvSpPr/>
          <p:nvPr/>
        </p:nvSpPr>
        <p:spPr>
          <a:xfrm>
            <a:off x="2949665" y="27177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7" name="Freeform 4346"/>
          <p:cNvSpPr/>
          <p:nvPr/>
        </p:nvSpPr>
        <p:spPr>
          <a:xfrm>
            <a:off x="3031233" y="2726588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8" name="Freeform 4347"/>
          <p:cNvSpPr/>
          <p:nvPr/>
        </p:nvSpPr>
        <p:spPr>
          <a:xfrm>
            <a:off x="2932607" y="24818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9" name="Freeform 4348"/>
          <p:cNvSpPr/>
          <p:nvPr/>
        </p:nvSpPr>
        <p:spPr>
          <a:xfrm>
            <a:off x="2944103" y="29065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0" name="Freeform 4349"/>
          <p:cNvSpPr/>
          <p:nvPr/>
        </p:nvSpPr>
        <p:spPr>
          <a:xfrm>
            <a:off x="3006638" y="30556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1" name="Freeform 4350"/>
          <p:cNvSpPr/>
          <p:nvPr/>
        </p:nvSpPr>
        <p:spPr>
          <a:xfrm>
            <a:off x="2926307" y="15955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2" name="Freeform 4351"/>
          <p:cNvSpPr/>
          <p:nvPr/>
        </p:nvSpPr>
        <p:spPr>
          <a:xfrm>
            <a:off x="2947366" y="29704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3" name="Freeform 4352"/>
          <p:cNvSpPr/>
          <p:nvPr/>
        </p:nvSpPr>
        <p:spPr>
          <a:xfrm>
            <a:off x="3071408" y="26704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4" name="Freeform 4353"/>
          <p:cNvSpPr/>
          <p:nvPr/>
        </p:nvSpPr>
        <p:spPr>
          <a:xfrm>
            <a:off x="3056552" y="32571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5" name="Freeform 4354"/>
          <p:cNvSpPr/>
          <p:nvPr/>
        </p:nvSpPr>
        <p:spPr>
          <a:xfrm>
            <a:off x="2999585" y="26644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6" name="Freeform 4355"/>
          <p:cNvSpPr/>
          <p:nvPr/>
        </p:nvSpPr>
        <p:spPr>
          <a:xfrm>
            <a:off x="2975666" y="30503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7" name="Freeform 4356"/>
          <p:cNvSpPr/>
          <p:nvPr/>
        </p:nvSpPr>
        <p:spPr>
          <a:xfrm>
            <a:off x="2893723" y="28699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8" name="Freeform 4357"/>
          <p:cNvSpPr/>
          <p:nvPr/>
        </p:nvSpPr>
        <p:spPr>
          <a:xfrm>
            <a:off x="2994850" y="232301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9" name="Freeform 4358"/>
          <p:cNvSpPr/>
          <p:nvPr/>
        </p:nvSpPr>
        <p:spPr>
          <a:xfrm>
            <a:off x="2961717" y="25337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0" name="Freeform 4359"/>
          <p:cNvSpPr/>
          <p:nvPr/>
        </p:nvSpPr>
        <p:spPr>
          <a:xfrm>
            <a:off x="2972485" y="24982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1" name="Freeform 4360"/>
          <p:cNvSpPr/>
          <p:nvPr/>
        </p:nvSpPr>
        <p:spPr>
          <a:xfrm>
            <a:off x="2923545" y="33584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2" name="Freeform 4361"/>
          <p:cNvSpPr/>
          <p:nvPr/>
        </p:nvSpPr>
        <p:spPr>
          <a:xfrm>
            <a:off x="2957075" y="20318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3" name="Freeform 4362"/>
          <p:cNvSpPr/>
          <p:nvPr/>
        </p:nvSpPr>
        <p:spPr>
          <a:xfrm>
            <a:off x="2945670" y="3145455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4" name="Freeform 4363"/>
          <p:cNvSpPr/>
          <p:nvPr/>
        </p:nvSpPr>
        <p:spPr>
          <a:xfrm>
            <a:off x="2978756" y="21452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5" name="Freeform 4364"/>
          <p:cNvSpPr/>
          <p:nvPr/>
        </p:nvSpPr>
        <p:spPr>
          <a:xfrm>
            <a:off x="3052404" y="23316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6" name="Freeform 4365"/>
          <p:cNvSpPr/>
          <p:nvPr/>
        </p:nvSpPr>
        <p:spPr>
          <a:xfrm>
            <a:off x="2981803" y="24949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7" name="Freeform 4366"/>
          <p:cNvSpPr/>
          <p:nvPr/>
        </p:nvSpPr>
        <p:spPr>
          <a:xfrm>
            <a:off x="2848092" y="30215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8" name="Freeform 4367"/>
          <p:cNvSpPr/>
          <p:nvPr/>
        </p:nvSpPr>
        <p:spPr>
          <a:xfrm>
            <a:off x="2893622" y="26515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9" name="Freeform 4368"/>
          <p:cNvSpPr/>
          <p:nvPr/>
        </p:nvSpPr>
        <p:spPr>
          <a:xfrm>
            <a:off x="2852999" y="28803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0" name="Freeform 4369"/>
          <p:cNvSpPr/>
          <p:nvPr/>
        </p:nvSpPr>
        <p:spPr>
          <a:xfrm>
            <a:off x="2905328" y="26965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1" name="Freeform 4370"/>
          <p:cNvSpPr/>
          <p:nvPr/>
        </p:nvSpPr>
        <p:spPr>
          <a:xfrm>
            <a:off x="2994852" y="27991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2" name="Freeform 4371"/>
          <p:cNvSpPr/>
          <p:nvPr/>
        </p:nvSpPr>
        <p:spPr>
          <a:xfrm>
            <a:off x="2984384" y="34567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3" name="Freeform 4372"/>
          <p:cNvSpPr/>
          <p:nvPr/>
        </p:nvSpPr>
        <p:spPr>
          <a:xfrm>
            <a:off x="2918181" y="22948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4" name="Freeform 4373"/>
          <p:cNvSpPr/>
          <p:nvPr/>
        </p:nvSpPr>
        <p:spPr>
          <a:xfrm>
            <a:off x="2975477" y="27370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5" name="Freeform 4374"/>
          <p:cNvSpPr/>
          <p:nvPr/>
        </p:nvSpPr>
        <p:spPr>
          <a:xfrm>
            <a:off x="2907722" y="28854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6" name="Freeform 4375"/>
          <p:cNvSpPr/>
          <p:nvPr/>
        </p:nvSpPr>
        <p:spPr>
          <a:xfrm>
            <a:off x="2863788" y="2913256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7" name="Freeform 4376"/>
          <p:cNvSpPr/>
          <p:nvPr/>
        </p:nvSpPr>
        <p:spPr>
          <a:xfrm>
            <a:off x="2864736" y="25754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8" name="Freeform 4377"/>
          <p:cNvSpPr/>
          <p:nvPr/>
        </p:nvSpPr>
        <p:spPr>
          <a:xfrm>
            <a:off x="2900952" y="30358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9" name="Freeform 4378"/>
          <p:cNvSpPr/>
          <p:nvPr/>
        </p:nvSpPr>
        <p:spPr>
          <a:xfrm>
            <a:off x="3051853" y="35363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0" name="Freeform 4379"/>
          <p:cNvSpPr/>
          <p:nvPr/>
        </p:nvSpPr>
        <p:spPr>
          <a:xfrm>
            <a:off x="2869041" y="25575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1" name="Freeform 4380"/>
          <p:cNvSpPr/>
          <p:nvPr/>
        </p:nvSpPr>
        <p:spPr>
          <a:xfrm>
            <a:off x="3040096" y="25163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2" name="Freeform 4381"/>
          <p:cNvSpPr/>
          <p:nvPr/>
        </p:nvSpPr>
        <p:spPr>
          <a:xfrm>
            <a:off x="3045679" y="27806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3" name="Freeform 4382"/>
          <p:cNvSpPr/>
          <p:nvPr/>
        </p:nvSpPr>
        <p:spPr>
          <a:xfrm>
            <a:off x="2945713" y="31292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4" name="Freeform 4383"/>
          <p:cNvSpPr/>
          <p:nvPr/>
        </p:nvSpPr>
        <p:spPr>
          <a:xfrm>
            <a:off x="2954503" y="26745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5" name="Freeform 4384"/>
          <p:cNvSpPr/>
          <p:nvPr/>
        </p:nvSpPr>
        <p:spPr>
          <a:xfrm>
            <a:off x="2917153" y="32456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6" name="Freeform 4385"/>
          <p:cNvSpPr/>
          <p:nvPr/>
        </p:nvSpPr>
        <p:spPr>
          <a:xfrm>
            <a:off x="2956086" y="30849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7" name="Freeform 4386"/>
          <p:cNvSpPr/>
          <p:nvPr/>
        </p:nvSpPr>
        <p:spPr>
          <a:xfrm>
            <a:off x="3001282" y="29832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8" name="Freeform 4387"/>
          <p:cNvSpPr/>
          <p:nvPr/>
        </p:nvSpPr>
        <p:spPr>
          <a:xfrm>
            <a:off x="2958289" y="23969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9" name="Freeform 4388"/>
          <p:cNvSpPr/>
          <p:nvPr/>
        </p:nvSpPr>
        <p:spPr>
          <a:xfrm>
            <a:off x="3023677" y="28405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0" name="Freeform 4389"/>
          <p:cNvSpPr/>
          <p:nvPr/>
        </p:nvSpPr>
        <p:spPr>
          <a:xfrm>
            <a:off x="3036206" y="28719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1" name="Freeform 4390"/>
          <p:cNvSpPr/>
          <p:nvPr/>
        </p:nvSpPr>
        <p:spPr>
          <a:xfrm>
            <a:off x="2980381" y="19885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2" name="Freeform 4391"/>
          <p:cNvSpPr/>
          <p:nvPr/>
        </p:nvSpPr>
        <p:spPr>
          <a:xfrm>
            <a:off x="2979289" y="25776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3" name="Freeform 4392"/>
          <p:cNvSpPr/>
          <p:nvPr/>
        </p:nvSpPr>
        <p:spPr>
          <a:xfrm>
            <a:off x="2953550" y="25826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4" name="Freeform 4393"/>
          <p:cNvSpPr/>
          <p:nvPr/>
        </p:nvSpPr>
        <p:spPr>
          <a:xfrm>
            <a:off x="2980536" y="28431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5" name="Freeform 4394"/>
          <p:cNvSpPr/>
          <p:nvPr/>
        </p:nvSpPr>
        <p:spPr>
          <a:xfrm>
            <a:off x="2883834" y="29265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6" name="Freeform 4395"/>
          <p:cNvSpPr/>
          <p:nvPr/>
        </p:nvSpPr>
        <p:spPr>
          <a:xfrm>
            <a:off x="2984437" y="35111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7" name="Freeform 4396"/>
          <p:cNvSpPr/>
          <p:nvPr/>
        </p:nvSpPr>
        <p:spPr>
          <a:xfrm>
            <a:off x="2971175" y="23510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8" name="Freeform 4397"/>
          <p:cNvSpPr/>
          <p:nvPr/>
        </p:nvSpPr>
        <p:spPr>
          <a:xfrm>
            <a:off x="2900499" y="25424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9" name="Freeform 4398"/>
          <p:cNvSpPr/>
          <p:nvPr/>
        </p:nvSpPr>
        <p:spPr>
          <a:xfrm>
            <a:off x="3100035" y="27731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0" name="Freeform 4399"/>
          <p:cNvSpPr/>
          <p:nvPr/>
        </p:nvSpPr>
        <p:spPr>
          <a:xfrm>
            <a:off x="2893228" y="27576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1" name="Freeform 4400"/>
          <p:cNvSpPr/>
          <p:nvPr/>
        </p:nvSpPr>
        <p:spPr>
          <a:xfrm>
            <a:off x="2900041" y="24365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2" name="Freeform 4401"/>
          <p:cNvSpPr/>
          <p:nvPr/>
        </p:nvSpPr>
        <p:spPr>
          <a:xfrm>
            <a:off x="2975983" y="32788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3" name="Freeform 4402"/>
          <p:cNvSpPr/>
          <p:nvPr/>
        </p:nvSpPr>
        <p:spPr>
          <a:xfrm>
            <a:off x="2829297" y="29241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4" name="Freeform 4403"/>
          <p:cNvSpPr/>
          <p:nvPr/>
        </p:nvSpPr>
        <p:spPr>
          <a:xfrm>
            <a:off x="2905141" y="31250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5" name="Freeform 4404"/>
          <p:cNvSpPr/>
          <p:nvPr/>
        </p:nvSpPr>
        <p:spPr>
          <a:xfrm>
            <a:off x="2856597" y="20559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6" name="Freeform 4405"/>
          <p:cNvSpPr/>
          <p:nvPr/>
        </p:nvSpPr>
        <p:spPr>
          <a:xfrm>
            <a:off x="2893536" y="23852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7" name="Freeform 4406"/>
          <p:cNvSpPr/>
          <p:nvPr/>
        </p:nvSpPr>
        <p:spPr>
          <a:xfrm>
            <a:off x="2948722" y="35170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8" name="Freeform 4407"/>
          <p:cNvSpPr/>
          <p:nvPr/>
        </p:nvSpPr>
        <p:spPr>
          <a:xfrm>
            <a:off x="2978642" y="32637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9" name="Freeform 4408"/>
          <p:cNvSpPr/>
          <p:nvPr/>
        </p:nvSpPr>
        <p:spPr>
          <a:xfrm>
            <a:off x="3030565" y="27559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0" name="Freeform 4409"/>
          <p:cNvSpPr/>
          <p:nvPr/>
        </p:nvSpPr>
        <p:spPr>
          <a:xfrm>
            <a:off x="3010846" y="28809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1" name="Freeform 4410"/>
          <p:cNvSpPr/>
          <p:nvPr/>
        </p:nvSpPr>
        <p:spPr>
          <a:xfrm>
            <a:off x="3035897" y="31941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2" name="Freeform 4411"/>
          <p:cNvSpPr/>
          <p:nvPr/>
        </p:nvSpPr>
        <p:spPr>
          <a:xfrm>
            <a:off x="2996419" y="19922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3" name="Freeform 4412"/>
          <p:cNvSpPr/>
          <p:nvPr/>
        </p:nvSpPr>
        <p:spPr>
          <a:xfrm>
            <a:off x="2926443" y="25923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4" name="Freeform 4413"/>
          <p:cNvSpPr/>
          <p:nvPr/>
        </p:nvSpPr>
        <p:spPr>
          <a:xfrm>
            <a:off x="3031289" y="25326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5" name="Freeform 4414"/>
          <p:cNvSpPr/>
          <p:nvPr/>
        </p:nvSpPr>
        <p:spPr>
          <a:xfrm>
            <a:off x="2925111" y="29616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6" name="Freeform 4415"/>
          <p:cNvSpPr/>
          <p:nvPr/>
        </p:nvSpPr>
        <p:spPr>
          <a:xfrm>
            <a:off x="2916759" y="24416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7" name="Freeform 4416"/>
          <p:cNvSpPr/>
          <p:nvPr/>
        </p:nvSpPr>
        <p:spPr>
          <a:xfrm>
            <a:off x="3058686" y="28471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8" name="Freeform 4417"/>
          <p:cNvSpPr/>
          <p:nvPr/>
        </p:nvSpPr>
        <p:spPr>
          <a:xfrm>
            <a:off x="3009598" y="281142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9" name="Freeform 4418"/>
          <p:cNvSpPr/>
          <p:nvPr/>
        </p:nvSpPr>
        <p:spPr>
          <a:xfrm>
            <a:off x="2971930" y="24826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0" name="Freeform 4419"/>
          <p:cNvSpPr/>
          <p:nvPr/>
        </p:nvSpPr>
        <p:spPr>
          <a:xfrm>
            <a:off x="3007212" y="33061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1" name="Freeform 4420"/>
          <p:cNvSpPr/>
          <p:nvPr/>
        </p:nvSpPr>
        <p:spPr>
          <a:xfrm>
            <a:off x="3015590" y="21200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2" name="Freeform 4421"/>
          <p:cNvSpPr/>
          <p:nvPr/>
        </p:nvSpPr>
        <p:spPr>
          <a:xfrm>
            <a:off x="2867120" y="26401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3" name="Freeform 4422"/>
          <p:cNvSpPr/>
          <p:nvPr/>
        </p:nvSpPr>
        <p:spPr>
          <a:xfrm>
            <a:off x="2951155" y="22362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4" name="Freeform 4423"/>
          <p:cNvSpPr/>
          <p:nvPr/>
        </p:nvSpPr>
        <p:spPr>
          <a:xfrm>
            <a:off x="2879257" y="31026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5" name="Freeform 4424"/>
          <p:cNvSpPr/>
          <p:nvPr/>
        </p:nvSpPr>
        <p:spPr>
          <a:xfrm>
            <a:off x="2965455" y="30466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6" name="Freeform 4425"/>
          <p:cNvSpPr/>
          <p:nvPr/>
        </p:nvSpPr>
        <p:spPr>
          <a:xfrm>
            <a:off x="2912904" y="31344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7" name="Freeform 4426"/>
          <p:cNvSpPr/>
          <p:nvPr/>
        </p:nvSpPr>
        <p:spPr>
          <a:xfrm>
            <a:off x="3047360" y="26152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8" name="Freeform 4427"/>
          <p:cNvSpPr/>
          <p:nvPr/>
        </p:nvSpPr>
        <p:spPr>
          <a:xfrm>
            <a:off x="2991705" y="26829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9" name="Freeform 4428"/>
          <p:cNvSpPr/>
          <p:nvPr/>
        </p:nvSpPr>
        <p:spPr>
          <a:xfrm>
            <a:off x="2903556" y="287799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0" name="Freeform 4429"/>
          <p:cNvSpPr/>
          <p:nvPr/>
        </p:nvSpPr>
        <p:spPr>
          <a:xfrm>
            <a:off x="2956114" y="30800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1" name="Freeform 4430"/>
          <p:cNvSpPr/>
          <p:nvPr/>
        </p:nvSpPr>
        <p:spPr>
          <a:xfrm>
            <a:off x="2877064" y="31729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2" name="Freeform 4431"/>
          <p:cNvSpPr/>
          <p:nvPr/>
        </p:nvSpPr>
        <p:spPr>
          <a:xfrm>
            <a:off x="2960018" y="27250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3" name="Freeform 4432"/>
          <p:cNvSpPr/>
          <p:nvPr/>
        </p:nvSpPr>
        <p:spPr>
          <a:xfrm>
            <a:off x="2993579" y="28784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4" name="Freeform 4433"/>
          <p:cNvSpPr/>
          <p:nvPr/>
        </p:nvSpPr>
        <p:spPr>
          <a:xfrm>
            <a:off x="2974759" y="29593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5" name="Freeform 4434"/>
          <p:cNvSpPr/>
          <p:nvPr/>
        </p:nvSpPr>
        <p:spPr>
          <a:xfrm>
            <a:off x="2829431" y="21384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6" name="Freeform 4435"/>
          <p:cNvSpPr/>
          <p:nvPr/>
        </p:nvSpPr>
        <p:spPr>
          <a:xfrm>
            <a:off x="2935082" y="27375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7" name="Freeform 4436"/>
          <p:cNvSpPr/>
          <p:nvPr/>
        </p:nvSpPr>
        <p:spPr>
          <a:xfrm>
            <a:off x="2991009" y="22402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8" name="Freeform 4437"/>
          <p:cNvSpPr/>
          <p:nvPr/>
        </p:nvSpPr>
        <p:spPr>
          <a:xfrm>
            <a:off x="2977561" y="29033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9" name="Freeform 4438"/>
          <p:cNvSpPr/>
          <p:nvPr/>
        </p:nvSpPr>
        <p:spPr>
          <a:xfrm>
            <a:off x="3034104" y="26172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0" name="Freeform 4439"/>
          <p:cNvSpPr/>
          <p:nvPr/>
        </p:nvSpPr>
        <p:spPr>
          <a:xfrm>
            <a:off x="2872073" y="27276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1" name="Freeform 4440"/>
          <p:cNvSpPr/>
          <p:nvPr/>
        </p:nvSpPr>
        <p:spPr>
          <a:xfrm>
            <a:off x="2991971" y="3331398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2" name="Freeform 4441"/>
          <p:cNvSpPr/>
          <p:nvPr/>
        </p:nvSpPr>
        <p:spPr>
          <a:xfrm>
            <a:off x="2914109" y="21820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3" name="Freeform 4442"/>
          <p:cNvSpPr/>
          <p:nvPr/>
        </p:nvSpPr>
        <p:spPr>
          <a:xfrm>
            <a:off x="2970178" y="27569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4" name="Freeform 4443"/>
          <p:cNvSpPr/>
          <p:nvPr/>
        </p:nvSpPr>
        <p:spPr>
          <a:xfrm>
            <a:off x="2984127" y="243281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5" name="Freeform 4444"/>
          <p:cNvSpPr/>
          <p:nvPr/>
        </p:nvSpPr>
        <p:spPr>
          <a:xfrm>
            <a:off x="3002768" y="29837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6" name="Freeform 4445"/>
          <p:cNvSpPr/>
          <p:nvPr/>
        </p:nvSpPr>
        <p:spPr>
          <a:xfrm>
            <a:off x="2918982" y="27678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7" name="Freeform 4446"/>
          <p:cNvSpPr/>
          <p:nvPr/>
        </p:nvSpPr>
        <p:spPr>
          <a:xfrm>
            <a:off x="2969482" y="30259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8" name="Freeform 4447"/>
          <p:cNvSpPr/>
          <p:nvPr/>
        </p:nvSpPr>
        <p:spPr>
          <a:xfrm>
            <a:off x="2879768" y="22528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9" name="Freeform 4448"/>
          <p:cNvSpPr/>
          <p:nvPr/>
        </p:nvSpPr>
        <p:spPr>
          <a:xfrm>
            <a:off x="2863690" y="25927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0" name="Freeform 4449"/>
          <p:cNvSpPr/>
          <p:nvPr/>
        </p:nvSpPr>
        <p:spPr>
          <a:xfrm>
            <a:off x="2994025" y="25722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1" name="Freeform 4450"/>
          <p:cNvSpPr/>
          <p:nvPr/>
        </p:nvSpPr>
        <p:spPr>
          <a:xfrm>
            <a:off x="2953598" y="22078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2" name="Freeform 4451"/>
          <p:cNvSpPr/>
          <p:nvPr/>
        </p:nvSpPr>
        <p:spPr>
          <a:xfrm>
            <a:off x="2849865" y="22821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3" name="Freeform 4452"/>
          <p:cNvSpPr/>
          <p:nvPr/>
        </p:nvSpPr>
        <p:spPr>
          <a:xfrm>
            <a:off x="2900828" y="24258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4" name="Freeform 4453"/>
          <p:cNvSpPr/>
          <p:nvPr/>
        </p:nvSpPr>
        <p:spPr>
          <a:xfrm>
            <a:off x="2958443" y="32299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5" name="Freeform 4454"/>
          <p:cNvSpPr/>
          <p:nvPr/>
        </p:nvSpPr>
        <p:spPr>
          <a:xfrm>
            <a:off x="3060290" y="29630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6" name="Freeform 4455"/>
          <p:cNvSpPr/>
          <p:nvPr/>
        </p:nvSpPr>
        <p:spPr>
          <a:xfrm>
            <a:off x="3026450" y="30763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7" name="Freeform 4456"/>
          <p:cNvSpPr/>
          <p:nvPr/>
        </p:nvSpPr>
        <p:spPr>
          <a:xfrm>
            <a:off x="3010089" y="24397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8" name="Freeform 4457"/>
          <p:cNvSpPr/>
          <p:nvPr/>
        </p:nvSpPr>
        <p:spPr>
          <a:xfrm>
            <a:off x="2838783" y="26445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9" name="Freeform 4458"/>
          <p:cNvSpPr/>
          <p:nvPr/>
        </p:nvSpPr>
        <p:spPr>
          <a:xfrm>
            <a:off x="2950706" y="32184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0" name="Freeform 4459"/>
          <p:cNvSpPr/>
          <p:nvPr/>
        </p:nvSpPr>
        <p:spPr>
          <a:xfrm>
            <a:off x="2988786" y="27766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1" name="Freeform 4460"/>
          <p:cNvSpPr/>
          <p:nvPr/>
        </p:nvSpPr>
        <p:spPr>
          <a:xfrm>
            <a:off x="2983259" y="32565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2" name="Freeform 4461"/>
          <p:cNvSpPr/>
          <p:nvPr/>
        </p:nvSpPr>
        <p:spPr>
          <a:xfrm>
            <a:off x="2984727" y="27267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3" name="Freeform 4462"/>
          <p:cNvSpPr/>
          <p:nvPr/>
        </p:nvSpPr>
        <p:spPr>
          <a:xfrm>
            <a:off x="2941678" y="33158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4" name="Freeform 4463"/>
          <p:cNvSpPr/>
          <p:nvPr/>
        </p:nvSpPr>
        <p:spPr>
          <a:xfrm>
            <a:off x="3073697" y="25128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5" name="Freeform 4464"/>
          <p:cNvSpPr/>
          <p:nvPr/>
        </p:nvSpPr>
        <p:spPr>
          <a:xfrm>
            <a:off x="3055030" y="25682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6" name="Freeform 4465"/>
          <p:cNvSpPr/>
          <p:nvPr/>
        </p:nvSpPr>
        <p:spPr>
          <a:xfrm>
            <a:off x="2950916" y="20057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7" name="Freeform 4466"/>
          <p:cNvSpPr/>
          <p:nvPr/>
        </p:nvSpPr>
        <p:spPr>
          <a:xfrm>
            <a:off x="2892165" y="23955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8" name="Freeform 4467"/>
          <p:cNvSpPr/>
          <p:nvPr/>
        </p:nvSpPr>
        <p:spPr>
          <a:xfrm>
            <a:off x="3093311" y="28627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9" name="Freeform 4468"/>
          <p:cNvSpPr/>
          <p:nvPr/>
        </p:nvSpPr>
        <p:spPr>
          <a:xfrm>
            <a:off x="2920486" y="24064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0" name="Freeform 4469"/>
          <p:cNvSpPr/>
          <p:nvPr/>
        </p:nvSpPr>
        <p:spPr>
          <a:xfrm>
            <a:off x="3036486" y="32211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1" name="Freeform 4470"/>
          <p:cNvSpPr/>
          <p:nvPr/>
        </p:nvSpPr>
        <p:spPr>
          <a:xfrm>
            <a:off x="3083733" y="30611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2" name="Freeform 4471"/>
          <p:cNvSpPr/>
          <p:nvPr/>
        </p:nvSpPr>
        <p:spPr>
          <a:xfrm>
            <a:off x="2894566" y="25847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3" name="Freeform 4472"/>
          <p:cNvSpPr/>
          <p:nvPr/>
        </p:nvSpPr>
        <p:spPr>
          <a:xfrm>
            <a:off x="2976391" y="35007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4" name="Freeform 4473"/>
          <p:cNvSpPr/>
          <p:nvPr/>
        </p:nvSpPr>
        <p:spPr>
          <a:xfrm>
            <a:off x="2934073" y="27209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5" name="Freeform 4474"/>
          <p:cNvSpPr/>
          <p:nvPr/>
        </p:nvSpPr>
        <p:spPr>
          <a:xfrm>
            <a:off x="2991267" y="30823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6" name="Freeform 4475"/>
          <p:cNvSpPr/>
          <p:nvPr/>
        </p:nvSpPr>
        <p:spPr>
          <a:xfrm>
            <a:off x="2978369" y="26699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7" name="Freeform 4476"/>
          <p:cNvSpPr/>
          <p:nvPr/>
        </p:nvSpPr>
        <p:spPr>
          <a:xfrm>
            <a:off x="3086143" y="31034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8" name="Freeform 4477"/>
          <p:cNvSpPr/>
          <p:nvPr/>
        </p:nvSpPr>
        <p:spPr>
          <a:xfrm>
            <a:off x="2996258" y="25512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9" name="Freeform 4478"/>
          <p:cNvSpPr/>
          <p:nvPr/>
        </p:nvSpPr>
        <p:spPr>
          <a:xfrm>
            <a:off x="2956542" y="27001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0" name="Freeform 4479"/>
          <p:cNvSpPr/>
          <p:nvPr/>
        </p:nvSpPr>
        <p:spPr>
          <a:xfrm>
            <a:off x="3031786" y="21923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1" name="Freeform 4480"/>
          <p:cNvSpPr/>
          <p:nvPr/>
        </p:nvSpPr>
        <p:spPr>
          <a:xfrm>
            <a:off x="2939084" y="2704769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2" name="Freeform 4481"/>
          <p:cNvSpPr/>
          <p:nvPr/>
        </p:nvSpPr>
        <p:spPr>
          <a:xfrm>
            <a:off x="2932892" y="29898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3" name="Freeform 4482"/>
          <p:cNvSpPr/>
          <p:nvPr/>
        </p:nvSpPr>
        <p:spPr>
          <a:xfrm>
            <a:off x="3105576" y="27980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4" name="Freeform 4483"/>
          <p:cNvSpPr/>
          <p:nvPr/>
        </p:nvSpPr>
        <p:spPr>
          <a:xfrm>
            <a:off x="2902668" y="32014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5" name="Freeform 4484"/>
          <p:cNvSpPr/>
          <p:nvPr/>
        </p:nvSpPr>
        <p:spPr>
          <a:xfrm>
            <a:off x="2924690" y="25579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6" name="Freeform 4485"/>
          <p:cNvSpPr/>
          <p:nvPr/>
        </p:nvSpPr>
        <p:spPr>
          <a:xfrm>
            <a:off x="2960031" y="24903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7" name="Freeform 4486"/>
          <p:cNvSpPr/>
          <p:nvPr/>
        </p:nvSpPr>
        <p:spPr>
          <a:xfrm>
            <a:off x="2887017" y="17994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8" name="Freeform 4487"/>
          <p:cNvSpPr/>
          <p:nvPr/>
        </p:nvSpPr>
        <p:spPr>
          <a:xfrm>
            <a:off x="2817227" y="29358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9" name="Freeform 4488"/>
          <p:cNvSpPr/>
          <p:nvPr/>
        </p:nvSpPr>
        <p:spPr>
          <a:xfrm>
            <a:off x="3027125" y="28057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0" name="Freeform 4489"/>
          <p:cNvSpPr/>
          <p:nvPr/>
        </p:nvSpPr>
        <p:spPr>
          <a:xfrm>
            <a:off x="2905063" y="29189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1" name="Freeform 4490"/>
          <p:cNvSpPr/>
          <p:nvPr/>
        </p:nvSpPr>
        <p:spPr>
          <a:xfrm>
            <a:off x="2921214" y="26292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2" name="Freeform 4491"/>
          <p:cNvSpPr/>
          <p:nvPr/>
        </p:nvSpPr>
        <p:spPr>
          <a:xfrm>
            <a:off x="2932410" y="25669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3" name="Freeform 4492"/>
          <p:cNvSpPr/>
          <p:nvPr/>
        </p:nvSpPr>
        <p:spPr>
          <a:xfrm>
            <a:off x="2892004" y="27268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4" name="Freeform 4493"/>
          <p:cNvSpPr/>
          <p:nvPr/>
        </p:nvSpPr>
        <p:spPr>
          <a:xfrm>
            <a:off x="2885864" y="2307843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5" name="Freeform 4494"/>
          <p:cNvSpPr/>
          <p:nvPr/>
        </p:nvSpPr>
        <p:spPr>
          <a:xfrm>
            <a:off x="2967768" y="29340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6" name="Freeform 4495"/>
          <p:cNvSpPr/>
          <p:nvPr/>
        </p:nvSpPr>
        <p:spPr>
          <a:xfrm>
            <a:off x="3116144" y="23446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7" name="Freeform 4496"/>
          <p:cNvSpPr/>
          <p:nvPr/>
        </p:nvSpPr>
        <p:spPr>
          <a:xfrm>
            <a:off x="3005947" y="25092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8" name="Freeform 4497"/>
          <p:cNvSpPr/>
          <p:nvPr/>
        </p:nvSpPr>
        <p:spPr>
          <a:xfrm>
            <a:off x="3006641" y="27116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9" name="Freeform 4498"/>
          <p:cNvSpPr/>
          <p:nvPr/>
        </p:nvSpPr>
        <p:spPr>
          <a:xfrm>
            <a:off x="2857242" y="2823035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0" name="Freeform 4499"/>
          <p:cNvSpPr/>
          <p:nvPr/>
        </p:nvSpPr>
        <p:spPr>
          <a:xfrm>
            <a:off x="2955497" y="18150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1" name="Freeform 4500"/>
          <p:cNvSpPr/>
          <p:nvPr/>
        </p:nvSpPr>
        <p:spPr>
          <a:xfrm>
            <a:off x="2878606" y="30076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2" name="Freeform 4501"/>
          <p:cNvSpPr/>
          <p:nvPr/>
        </p:nvSpPr>
        <p:spPr>
          <a:xfrm>
            <a:off x="3008316" y="25977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3" name="Freeform 4502"/>
          <p:cNvSpPr/>
          <p:nvPr/>
        </p:nvSpPr>
        <p:spPr>
          <a:xfrm>
            <a:off x="2941969" y="29830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4" name="Freeform 4503"/>
          <p:cNvSpPr/>
          <p:nvPr/>
        </p:nvSpPr>
        <p:spPr>
          <a:xfrm>
            <a:off x="2959628" y="2050738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5" name="Freeform 4504"/>
          <p:cNvSpPr/>
          <p:nvPr/>
        </p:nvSpPr>
        <p:spPr>
          <a:xfrm>
            <a:off x="2951223" y="23811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6" name="Freeform 4505"/>
          <p:cNvSpPr/>
          <p:nvPr/>
        </p:nvSpPr>
        <p:spPr>
          <a:xfrm>
            <a:off x="2918386" y="29566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7" name="Freeform 4506"/>
          <p:cNvSpPr/>
          <p:nvPr/>
        </p:nvSpPr>
        <p:spPr>
          <a:xfrm>
            <a:off x="2856175" y="25187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8" name="Freeform 4507"/>
          <p:cNvSpPr/>
          <p:nvPr/>
        </p:nvSpPr>
        <p:spPr>
          <a:xfrm>
            <a:off x="2995540" y="26125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9" name="Freeform 4508"/>
          <p:cNvSpPr/>
          <p:nvPr/>
        </p:nvSpPr>
        <p:spPr>
          <a:xfrm>
            <a:off x="2865354" y="28971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0" name="Freeform 4509"/>
          <p:cNvSpPr/>
          <p:nvPr/>
        </p:nvSpPr>
        <p:spPr>
          <a:xfrm>
            <a:off x="2878772" y="24284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1" name="Freeform 4510"/>
          <p:cNvSpPr/>
          <p:nvPr/>
        </p:nvSpPr>
        <p:spPr>
          <a:xfrm>
            <a:off x="2937347" y="25641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2" name="Freeform 4511"/>
          <p:cNvSpPr/>
          <p:nvPr/>
        </p:nvSpPr>
        <p:spPr>
          <a:xfrm>
            <a:off x="2910252" y="26279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3" name="Freeform 4512"/>
          <p:cNvSpPr/>
          <p:nvPr/>
        </p:nvSpPr>
        <p:spPr>
          <a:xfrm>
            <a:off x="2974449" y="27226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4" name="Freeform 4513"/>
          <p:cNvSpPr/>
          <p:nvPr/>
        </p:nvSpPr>
        <p:spPr>
          <a:xfrm>
            <a:off x="3024116" y="25487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5" name="Freeform 4514"/>
          <p:cNvSpPr/>
          <p:nvPr/>
        </p:nvSpPr>
        <p:spPr>
          <a:xfrm>
            <a:off x="2973596" y="26229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6" name="Freeform 4515"/>
          <p:cNvSpPr/>
          <p:nvPr/>
        </p:nvSpPr>
        <p:spPr>
          <a:xfrm>
            <a:off x="2970163" y="26855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7" name="Freeform 4516"/>
          <p:cNvSpPr/>
          <p:nvPr/>
        </p:nvSpPr>
        <p:spPr>
          <a:xfrm>
            <a:off x="2958634" y="29429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8" name="Freeform 4517"/>
          <p:cNvSpPr/>
          <p:nvPr/>
        </p:nvSpPr>
        <p:spPr>
          <a:xfrm>
            <a:off x="3014004" y="20845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9" name="Freeform 4518"/>
          <p:cNvSpPr/>
          <p:nvPr/>
        </p:nvSpPr>
        <p:spPr>
          <a:xfrm>
            <a:off x="2834646" y="30934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0" name="Freeform 4519"/>
          <p:cNvSpPr/>
          <p:nvPr/>
        </p:nvSpPr>
        <p:spPr>
          <a:xfrm>
            <a:off x="2981441" y="25500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1" name="Freeform 4520"/>
          <p:cNvSpPr/>
          <p:nvPr/>
        </p:nvSpPr>
        <p:spPr>
          <a:xfrm>
            <a:off x="2895209" y="28249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2" name="Freeform 4521"/>
          <p:cNvSpPr/>
          <p:nvPr/>
        </p:nvSpPr>
        <p:spPr>
          <a:xfrm>
            <a:off x="2875303" y="20603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3" name="Freeform 4522"/>
          <p:cNvSpPr/>
          <p:nvPr/>
        </p:nvSpPr>
        <p:spPr>
          <a:xfrm>
            <a:off x="2957407" y="303942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4" name="Freeform 4523"/>
          <p:cNvSpPr/>
          <p:nvPr/>
        </p:nvSpPr>
        <p:spPr>
          <a:xfrm>
            <a:off x="2931396" y="29775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5" name="Freeform 4524"/>
          <p:cNvSpPr/>
          <p:nvPr/>
        </p:nvSpPr>
        <p:spPr>
          <a:xfrm>
            <a:off x="2995778" y="30638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6" name="Freeform 4525"/>
          <p:cNvSpPr/>
          <p:nvPr/>
        </p:nvSpPr>
        <p:spPr>
          <a:xfrm>
            <a:off x="3030104" y="25883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7" name="Freeform 4526"/>
          <p:cNvSpPr/>
          <p:nvPr/>
        </p:nvSpPr>
        <p:spPr>
          <a:xfrm>
            <a:off x="2802817" y="32120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8" name="Freeform 4527"/>
          <p:cNvSpPr/>
          <p:nvPr/>
        </p:nvSpPr>
        <p:spPr>
          <a:xfrm>
            <a:off x="2952289" y="28831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9" name="Freeform 4528"/>
          <p:cNvSpPr/>
          <p:nvPr/>
        </p:nvSpPr>
        <p:spPr>
          <a:xfrm>
            <a:off x="3086992" y="34985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0" name="Freeform 4529"/>
          <p:cNvSpPr/>
          <p:nvPr/>
        </p:nvSpPr>
        <p:spPr>
          <a:xfrm>
            <a:off x="3014637" y="26188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1" name="Freeform 4530"/>
          <p:cNvSpPr/>
          <p:nvPr/>
        </p:nvSpPr>
        <p:spPr>
          <a:xfrm>
            <a:off x="3053032" y="28911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2" name="Freeform 4531"/>
          <p:cNvSpPr/>
          <p:nvPr/>
        </p:nvSpPr>
        <p:spPr>
          <a:xfrm>
            <a:off x="2963839" y="32543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3" name="Freeform 4532"/>
          <p:cNvSpPr/>
          <p:nvPr/>
        </p:nvSpPr>
        <p:spPr>
          <a:xfrm>
            <a:off x="2861879" y="23081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4" name="Freeform 4533"/>
          <p:cNvSpPr/>
          <p:nvPr/>
        </p:nvSpPr>
        <p:spPr>
          <a:xfrm>
            <a:off x="2882465" y="31880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5" name="Freeform 4534"/>
          <p:cNvSpPr/>
          <p:nvPr/>
        </p:nvSpPr>
        <p:spPr>
          <a:xfrm>
            <a:off x="3004299" y="24142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6" name="Freeform 4535"/>
          <p:cNvSpPr/>
          <p:nvPr/>
        </p:nvSpPr>
        <p:spPr>
          <a:xfrm>
            <a:off x="3020695" y="29649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7" name="Freeform 4536"/>
          <p:cNvSpPr/>
          <p:nvPr/>
        </p:nvSpPr>
        <p:spPr>
          <a:xfrm>
            <a:off x="2908565" y="21184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8" name="Freeform 4537"/>
          <p:cNvSpPr/>
          <p:nvPr/>
        </p:nvSpPr>
        <p:spPr>
          <a:xfrm>
            <a:off x="2939293" y="24316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9" name="Freeform 4538"/>
          <p:cNvSpPr/>
          <p:nvPr/>
        </p:nvSpPr>
        <p:spPr>
          <a:xfrm>
            <a:off x="2974439" y="30778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0" name="Freeform 4539"/>
          <p:cNvSpPr/>
          <p:nvPr/>
        </p:nvSpPr>
        <p:spPr>
          <a:xfrm>
            <a:off x="2840996" y="30444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1" name="Freeform 4540"/>
          <p:cNvSpPr/>
          <p:nvPr/>
        </p:nvSpPr>
        <p:spPr>
          <a:xfrm>
            <a:off x="2933874" y="24846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2" name="Freeform 4541"/>
          <p:cNvSpPr/>
          <p:nvPr/>
        </p:nvSpPr>
        <p:spPr>
          <a:xfrm>
            <a:off x="3064433" y="28037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3" name="Freeform 4542"/>
          <p:cNvSpPr/>
          <p:nvPr/>
        </p:nvSpPr>
        <p:spPr>
          <a:xfrm>
            <a:off x="3102073" y="27695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4" name="Freeform 4543"/>
          <p:cNvSpPr/>
          <p:nvPr/>
        </p:nvSpPr>
        <p:spPr>
          <a:xfrm>
            <a:off x="2949914" y="22394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5" name="Freeform 4544"/>
          <p:cNvSpPr/>
          <p:nvPr/>
        </p:nvSpPr>
        <p:spPr>
          <a:xfrm>
            <a:off x="3078589" y="29825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6" name="Freeform 4545"/>
          <p:cNvSpPr/>
          <p:nvPr/>
        </p:nvSpPr>
        <p:spPr>
          <a:xfrm>
            <a:off x="2922269" y="26736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7" name="Freeform 4546"/>
          <p:cNvSpPr/>
          <p:nvPr/>
        </p:nvSpPr>
        <p:spPr>
          <a:xfrm>
            <a:off x="2903349" y="23562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8" name="Freeform 4547"/>
          <p:cNvSpPr/>
          <p:nvPr/>
        </p:nvSpPr>
        <p:spPr>
          <a:xfrm>
            <a:off x="2808628" y="240976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9" name="Freeform 4548"/>
          <p:cNvSpPr/>
          <p:nvPr/>
        </p:nvSpPr>
        <p:spPr>
          <a:xfrm>
            <a:off x="3020578" y="27659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0" name="Freeform 4549"/>
          <p:cNvSpPr/>
          <p:nvPr/>
        </p:nvSpPr>
        <p:spPr>
          <a:xfrm>
            <a:off x="2932288" y="28134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1" name="Freeform 4550"/>
          <p:cNvSpPr/>
          <p:nvPr/>
        </p:nvSpPr>
        <p:spPr>
          <a:xfrm>
            <a:off x="3112312" y="33465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2" name="Freeform 4551"/>
          <p:cNvSpPr/>
          <p:nvPr/>
        </p:nvSpPr>
        <p:spPr>
          <a:xfrm>
            <a:off x="2979105" y="30955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3" name="Freeform 4552"/>
          <p:cNvSpPr/>
          <p:nvPr/>
        </p:nvSpPr>
        <p:spPr>
          <a:xfrm>
            <a:off x="2969623" y="25901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4" name="Freeform 4553"/>
          <p:cNvSpPr/>
          <p:nvPr/>
        </p:nvSpPr>
        <p:spPr>
          <a:xfrm>
            <a:off x="2837313" y="27579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5" name="Freeform 4554"/>
          <p:cNvSpPr/>
          <p:nvPr/>
        </p:nvSpPr>
        <p:spPr>
          <a:xfrm>
            <a:off x="3056641" y="26796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6" name="Freeform 4555"/>
          <p:cNvSpPr/>
          <p:nvPr/>
        </p:nvSpPr>
        <p:spPr>
          <a:xfrm>
            <a:off x="2933070" y="23251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7" name="Freeform 4556"/>
          <p:cNvSpPr/>
          <p:nvPr/>
        </p:nvSpPr>
        <p:spPr>
          <a:xfrm>
            <a:off x="2946461" y="31437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8" name="Freeform 4557"/>
          <p:cNvSpPr/>
          <p:nvPr/>
        </p:nvSpPr>
        <p:spPr>
          <a:xfrm>
            <a:off x="2810788" y="27940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9" name="Freeform 4558"/>
          <p:cNvSpPr/>
          <p:nvPr/>
        </p:nvSpPr>
        <p:spPr>
          <a:xfrm>
            <a:off x="3018604" y="26378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0" name="Freeform 4559"/>
          <p:cNvSpPr/>
          <p:nvPr/>
        </p:nvSpPr>
        <p:spPr>
          <a:xfrm>
            <a:off x="3022753" y="29661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1" name="Freeform 4560"/>
          <p:cNvSpPr/>
          <p:nvPr/>
        </p:nvSpPr>
        <p:spPr>
          <a:xfrm>
            <a:off x="2916983" y="21809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2" name="Freeform 4561"/>
          <p:cNvSpPr/>
          <p:nvPr/>
        </p:nvSpPr>
        <p:spPr>
          <a:xfrm>
            <a:off x="2963349" y="23731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3" name="Freeform 4562"/>
          <p:cNvSpPr/>
          <p:nvPr/>
        </p:nvSpPr>
        <p:spPr>
          <a:xfrm>
            <a:off x="2983234" y="26005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4" name="Freeform 4563"/>
          <p:cNvSpPr/>
          <p:nvPr/>
        </p:nvSpPr>
        <p:spPr>
          <a:xfrm>
            <a:off x="3021081" y="20475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5" name="Freeform 4564"/>
          <p:cNvSpPr/>
          <p:nvPr/>
        </p:nvSpPr>
        <p:spPr>
          <a:xfrm>
            <a:off x="2964147" y="32583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6" name="Freeform 4565"/>
          <p:cNvSpPr/>
          <p:nvPr/>
        </p:nvSpPr>
        <p:spPr>
          <a:xfrm>
            <a:off x="3071499" y="27100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7" name="Freeform 4566"/>
          <p:cNvSpPr/>
          <p:nvPr/>
        </p:nvSpPr>
        <p:spPr>
          <a:xfrm>
            <a:off x="2941149" y="25725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8" name="Freeform 4567"/>
          <p:cNvSpPr/>
          <p:nvPr/>
        </p:nvSpPr>
        <p:spPr>
          <a:xfrm>
            <a:off x="2917017" y="30434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9" name="Freeform 4568"/>
          <p:cNvSpPr/>
          <p:nvPr/>
        </p:nvSpPr>
        <p:spPr>
          <a:xfrm>
            <a:off x="2926284" y="25966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0" name="Freeform 4569"/>
          <p:cNvSpPr/>
          <p:nvPr/>
        </p:nvSpPr>
        <p:spPr>
          <a:xfrm>
            <a:off x="2788918" y="31140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1" name="Freeform 4570"/>
          <p:cNvSpPr/>
          <p:nvPr/>
        </p:nvSpPr>
        <p:spPr>
          <a:xfrm>
            <a:off x="2903738" y="24533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2" name="Freeform 4571"/>
          <p:cNvSpPr/>
          <p:nvPr/>
        </p:nvSpPr>
        <p:spPr>
          <a:xfrm>
            <a:off x="3024068" y="23183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3" name="Freeform 4572"/>
          <p:cNvSpPr/>
          <p:nvPr/>
        </p:nvSpPr>
        <p:spPr>
          <a:xfrm>
            <a:off x="2974853" y="26071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4" name="Freeform 4573"/>
          <p:cNvSpPr/>
          <p:nvPr/>
        </p:nvSpPr>
        <p:spPr>
          <a:xfrm>
            <a:off x="2902989" y="33884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5" name="Freeform 4574"/>
          <p:cNvSpPr/>
          <p:nvPr/>
        </p:nvSpPr>
        <p:spPr>
          <a:xfrm>
            <a:off x="2980516" y="30626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6" name="Freeform 4575"/>
          <p:cNvSpPr/>
          <p:nvPr/>
        </p:nvSpPr>
        <p:spPr>
          <a:xfrm>
            <a:off x="2823425" y="24996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7" name="Freeform 4576"/>
          <p:cNvSpPr/>
          <p:nvPr/>
        </p:nvSpPr>
        <p:spPr>
          <a:xfrm>
            <a:off x="2938447" y="26994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8" name="Freeform 4577"/>
          <p:cNvSpPr/>
          <p:nvPr/>
        </p:nvSpPr>
        <p:spPr>
          <a:xfrm>
            <a:off x="2992173" y="36977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9" name="Freeform 4578"/>
          <p:cNvSpPr/>
          <p:nvPr/>
        </p:nvSpPr>
        <p:spPr>
          <a:xfrm>
            <a:off x="3003660" y="22503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0" name="Freeform 4579"/>
          <p:cNvSpPr/>
          <p:nvPr/>
        </p:nvSpPr>
        <p:spPr>
          <a:xfrm>
            <a:off x="2905984" y="26570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1" name="Freeform 4580"/>
          <p:cNvSpPr/>
          <p:nvPr/>
        </p:nvSpPr>
        <p:spPr>
          <a:xfrm>
            <a:off x="3017930" y="30083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2" name="Freeform 4581"/>
          <p:cNvSpPr/>
          <p:nvPr/>
        </p:nvSpPr>
        <p:spPr>
          <a:xfrm>
            <a:off x="3081406" y="23414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3" name="Freeform 4582"/>
          <p:cNvSpPr/>
          <p:nvPr/>
        </p:nvSpPr>
        <p:spPr>
          <a:xfrm>
            <a:off x="2929080" y="29563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4" name="Freeform 4583"/>
          <p:cNvSpPr/>
          <p:nvPr/>
        </p:nvSpPr>
        <p:spPr>
          <a:xfrm>
            <a:off x="3006553" y="29603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5" name="Freeform 4584"/>
          <p:cNvSpPr/>
          <p:nvPr/>
        </p:nvSpPr>
        <p:spPr>
          <a:xfrm>
            <a:off x="2854089" y="25754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6" name="Freeform 4585"/>
          <p:cNvSpPr/>
          <p:nvPr/>
        </p:nvSpPr>
        <p:spPr>
          <a:xfrm>
            <a:off x="2827263" y="20524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7" name="Freeform 4586"/>
          <p:cNvSpPr/>
          <p:nvPr/>
        </p:nvSpPr>
        <p:spPr>
          <a:xfrm>
            <a:off x="2998068" y="21103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8" name="Freeform 4587"/>
          <p:cNvSpPr/>
          <p:nvPr/>
        </p:nvSpPr>
        <p:spPr>
          <a:xfrm>
            <a:off x="2960302" y="25749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9" name="Freeform 4588"/>
          <p:cNvSpPr/>
          <p:nvPr/>
        </p:nvSpPr>
        <p:spPr>
          <a:xfrm>
            <a:off x="2970716" y="25372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0" name="Freeform 4589"/>
          <p:cNvSpPr/>
          <p:nvPr/>
        </p:nvSpPr>
        <p:spPr>
          <a:xfrm>
            <a:off x="2918793" y="24162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1" name="Freeform 4590"/>
          <p:cNvSpPr/>
          <p:nvPr/>
        </p:nvSpPr>
        <p:spPr>
          <a:xfrm>
            <a:off x="2937996" y="31693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2" name="Freeform 4591"/>
          <p:cNvSpPr/>
          <p:nvPr/>
        </p:nvSpPr>
        <p:spPr>
          <a:xfrm>
            <a:off x="3011289" y="24704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3" name="Freeform 4592"/>
          <p:cNvSpPr/>
          <p:nvPr/>
        </p:nvSpPr>
        <p:spPr>
          <a:xfrm>
            <a:off x="3071493" y="29771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4" name="Freeform 4593"/>
          <p:cNvSpPr/>
          <p:nvPr/>
        </p:nvSpPr>
        <p:spPr>
          <a:xfrm>
            <a:off x="2943151" y="25901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5" name="Freeform 4594"/>
          <p:cNvSpPr/>
          <p:nvPr/>
        </p:nvSpPr>
        <p:spPr>
          <a:xfrm>
            <a:off x="2848019" y="27908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6" name="Freeform 4595"/>
          <p:cNvSpPr/>
          <p:nvPr/>
        </p:nvSpPr>
        <p:spPr>
          <a:xfrm>
            <a:off x="3042093" y="25229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7" name="Freeform 4596"/>
          <p:cNvSpPr/>
          <p:nvPr/>
        </p:nvSpPr>
        <p:spPr>
          <a:xfrm>
            <a:off x="2997534" y="26638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8" name="Freeform 4597"/>
          <p:cNvSpPr/>
          <p:nvPr/>
        </p:nvSpPr>
        <p:spPr>
          <a:xfrm>
            <a:off x="3002808" y="38370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9" name="Freeform 4598"/>
          <p:cNvSpPr/>
          <p:nvPr/>
        </p:nvSpPr>
        <p:spPr>
          <a:xfrm>
            <a:off x="2969653" y="26414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0" name="Freeform 4599"/>
          <p:cNvSpPr/>
          <p:nvPr/>
        </p:nvSpPr>
        <p:spPr>
          <a:xfrm>
            <a:off x="3111726" y="24711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1" name="Freeform 4600"/>
          <p:cNvSpPr/>
          <p:nvPr/>
        </p:nvSpPr>
        <p:spPr>
          <a:xfrm>
            <a:off x="2962599" y="25432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2" name="Freeform 4601"/>
          <p:cNvSpPr/>
          <p:nvPr/>
        </p:nvSpPr>
        <p:spPr>
          <a:xfrm>
            <a:off x="2991710" y="27449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3" name="Freeform 4602"/>
          <p:cNvSpPr/>
          <p:nvPr/>
        </p:nvSpPr>
        <p:spPr>
          <a:xfrm>
            <a:off x="2834617" y="21034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4" name="Freeform 4603"/>
          <p:cNvSpPr/>
          <p:nvPr/>
        </p:nvSpPr>
        <p:spPr>
          <a:xfrm>
            <a:off x="2919169" y="25927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5" name="Freeform 4604"/>
          <p:cNvSpPr/>
          <p:nvPr/>
        </p:nvSpPr>
        <p:spPr>
          <a:xfrm>
            <a:off x="2912018" y="25463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6" name="Freeform 4605"/>
          <p:cNvSpPr/>
          <p:nvPr/>
        </p:nvSpPr>
        <p:spPr>
          <a:xfrm>
            <a:off x="2955617" y="23232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7" name="Freeform 4606"/>
          <p:cNvSpPr/>
          <p:nvPr/>
        </p:nvSpPr>
        <p:spPr>
          <a:xfrm>
            <a:off x="2980704" y="25739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8" name="Freeform 4607"/>
          <p:cNvSpPr/>
          <p:nvPr/>
        </p:nvSpPr>
        <p:spPr>
          <a:xfrm>
            <a:off x="2907864" y="30374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9" name="Freeform 4608"/>
          <p:cNvSpPr/>
          <p:nvPr/>
        </p:nvSpPr>
        <p:spPr>
          <a:xfrm>
            <a:off x="3072476" y="36037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0" name="Freeform 4609"/>
          <p:cNvSpPr/>
          <p:nvPr/>
        </p:nvSpPr>
        <p:spPr>
          <a:xfrm>
            <a:off x="2886901" y="28826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1" name="Freeform 4610"/>
          <p:cNvSpPr/>
          <p:nvPr/>
        </p:nvSpPr>
        <p:spPr>
          <a:xfrm>
            <a:off x="2927705" y="24274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2" name="Freeform 4611"/>
          <p:cNvSpPr/>
          <p:nvPr/>
        </p:nvSpPr>
        <p:spPr>
          <a:xfrm>
            <a:off x="2973418" y="28370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3" name="Freeform 4612"/>
          <p:cNvSpPr/>
          <p:nvPr/>
        </p:nvSpPr>
        <p:spPr>
          <a:xfrm>
            <a:off x="2874582" y="24126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4" name="Freeform 4613"/>
          <p:cNvSpPr/>
          <p:nvPr/>
        </p:nvSpPr>
        <p:spPr>
          <a:xfrm>
            <a:off x="2995474" y="26525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5" name="Freeform 4614"/>
          <p:cNvSpPr/>
          <p:nvPr/>
        </p:nvSpPr>
        <p:spPr>
          <a:xfrm>
            <a:off x="2999604" y="22336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6" name="Freeform 4615"/>
          <p:cNvSpPr/>
          <p:nvPr/>
        </p:nvSpPr>
        <p:spPr>
          <a:xfrm>
            <a:off x="2938193" y="28157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7" name="Freeform 4616"/>
          <p:cNvSpPr/>
          <p:nvPr/>
        </p:nvSpPr>
        <p:spPr>
          <a:xfrm>
            <a:off x="3084308" y="25353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8" name="Freeform 4617"/>
          <p:cNvSpPr/>
          <p:nvPr/>
        </p:nvSpPr>
        <p:spPr>
          <a:xfrm>
            <a:off x="2963030" y="25212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9" name="Freeform 4618"/>
          <p:cNvSpPr/>
          <p:nvPr/>
        </p:nvSpPr>
        <p:spPr>
          <a:xfrm>
            <a:off x="2976261" y="21551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0" name="Freeform 4619"/>
          <p:cNvSpPr/>
          <p:nvPr/>
        </p:nvSpPr>
        <p:spPr>
          <a:xfrm>
            <a:off x="2893872" y="33347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1" name="Freeform 4620"/>
          <p:cNvSpPr/>
          <p:nvPr/>
        </p:nvSpPr>
        <p:spPr>
          <a:xfrm>
            <a:off x="2846468" y="28757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2" name="Freeform 4621"/>
          <p:cNvSpPr/>
          <p:nvPr/>
        </p:nvSpPr>
        <p:spPr>
          <a:xfrm>
            <a:off x="2915718" y="23952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3" name="Freeform 4622"/>
          <p:cNvSpPr/>
          <p:nvPr/>
        </p:nvSpPr>
        <p:spPr>
          <a:xfrm>
            <a:off x="2936263" y="21388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4" name="Freeform 4623"/>
          <p:cNvSpPr/>
          <p:nvPr/>
        </p:nvSpPr>
        <p:spPr>
          <a:xfrm>
            <a:off x="2927376" y="26189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5" name="Freeform 4624"/>
          <p:cNvSpPr/>
          <p:nvPr/>
        </p:nvSpPr>
        <p:spPr>
          <a:xfrm>
            <a:off x="3008629" y="28148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6" name="Freeform 4625"/>
          <p:cNvSpPr/>
          <p:nvPr/>
        </p:nvSpPr>
        <p:spPr>
          <a:xfrm>
            <a:off x="2799207" y="24288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7" name="Freeform 4626"/>
          <p:cNvSpPr/>
          <p:nvPr/>
        </p:nvSpPr>
        <p:spPr>
          <a:xfrm>
            <a:off x="2882339" y="23878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8" name="Freeform 4627"/>
          <p:cNvSpPr/>
          <p:nvPr/>
        </p:nvSpPr>
        <p:spPr>
          <a:xfrm>
            <a:off x="2836385" y="2839479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9" name="Freeform 4628"/>
          <p:cNvSpPr/>
          <p:nvPr/>
        </p:nvSpPr>
        <p:spPr>
          <a:xfrm>
            <a:off x="3046662" y="25858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0" name="Freeform 4629"/>
          <p:cNvSpPr/>
          <p:nvPr/>
        </p:nvSpPr>
        <p:spPr>
          <a:xfrm>
            <a:off x="2920102" y="2273209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1" name="Freeform 4630"/>
          <p:cNvSpPr/>
          <p:nvPr/>
        </p:nvSpPr>
        <p:spPr>
          <a:xfrm>
            <a:off x="2923437" y="20121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2" name="Freeform 4631"/>
          <p:cNvSpPr/>
          <p:nvPr/>
        </p:nvSpPr>
        <p:spPr>
          <a:xfrm>
            <a:off x="2884482" y="24342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3" name="Freeform 4632"/>
          <p:cNvSpPr/>
          <p:nvPr/>
        </p:nvSpPr>
        <p:spPr>
          <a:xfrm>
            <a:off x="3017319" y="26910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4" name="Freeform 4633"/>
          <p:cNvSpPr/>
          <p:nvPr/>
        </p:nvSpPr>
        <p:spPr>
          <a:xfrm>
            <a:off x="2930288" y="27271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5" name="Freeform 4634"/>
          <p:cNvSpPr/>
          <p:nvPr/>
        </p:nvSpPr>
        <p:spPr>
          <a:xfrm>
            <a:off x="2972359" y="25023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6" name="Freeform 4635"/>
          <p:cNvSpPr/>
          <p:nvPr/>
        </p:nvSpPr>
        <p:spPr>
          <a:xfrm>
            <a:off x="2822579" y="27497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7" name="Freeform 4636"/>
          <p:cNvSpPr/>
          <p:nvPr/>
        </p:nvSpPr>
        <p:spPr>
          <a:xfrm>
            <a:off x="3035384" y="26375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8" name="Freeform 4637"/>
          <p:cNvSpPr/>
          <p:nvPr/>
        </p:nvSpPr>
        <p:spPr>
          <a:xfrm>
            <a:off x="2983852" y="30961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9" name="Freeform 4638"/>
          <p:cNvSpPr/>
          <p:nvPr/>
        </p:nvSpPr>
        <p:spPr>
          <a:xfrm>
            <a:off x="2994288" y="22303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0" name="Freeform 4639"/>
          <p:cNvSpPr/>
          <p:nvPr/>
        </p:nvSpPr>
        <p:spPr>
          <a:xfrm>
            <a:off x="3039743" y="31264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1" name="Freeform 4640"/>
          <p:cNvSpPr/>
          <p:nvPr/>
        </p:nvSpPr>
        <p:spPr>
          <a:xfrm>
            <a:off x="2944841" y="286611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2" name="Freeform 4641"/>
          <p:cNvSpPr/>
          <p:nvPr/>
        </p:nvSpPr>
        <p:spPr>
          <a:xfrm>
            <a:off x="2946579" y="26713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3" name="Freeform 4642"/>
          <p:cNvSpPr/>
          <p:nvPr/>
        </p:nvSpPr>
        <p:spPr>
          <a:xfrm>
            <a:off x="3005354" y="19752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4" name="Freeform 4643"/>
          <p:cNvSpPr/>
          <p:nvPr/>
        </p:nvSpPr>
        <p:spPr>
          <a:xfrm>
            <a:off x="2986025" y="28626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5" name="Freeform 4644"/>
          <p:cNvSpPr/>
          <p:nvPr/>
        </p:nvSpPr>
        <p:spPr>
          <a:xfrm>
            <a:off x="2941437" y="29521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6" name="Freeform 4645"/>
          <p:cNvSpPr/>
          <p:nvPr/>
        </p:nvSpPr>
        <p:spPr>
          <a:xfrm>
            <a:off x="2960631" y="29097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7" name="Freeform 4646"/>
          <p:cNvSpPr/>
          <p:nvPr/>
        </p:nvSpPr>
        <p:spPr>
          <a:xfrm>
            <a:off x="2924220" y="20973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8" name="Freeform 4647"/>
          <p:cNvSpPr/>
          <p:nvPr/>
        </p:nvSpPr>
        <p:spPr>
          <a:xfrm>
            <a:off x="3005200" y="37412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9" name="Freeform 4648"/>
          <p:cNvSpPr/>
          <p:nvPr/>
        </p:nvSpPr>
        <p:spPr>
          <a:xfrm>
            <a:off x="3019748" y="30759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0" name="Freeform 4649"/>
          <p:cNvSpPr/>
          <p:nvPr/>
        </p:nvSpPr>
        <p:spPr>
          <a:xfrm>
            <a:off x="2958081" y="170305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1" name="Freeform 4650"/>
          <p:cNvSpPr/>
          <p:nvPr/>
        </p:nvSpPr>
        <p:spPr>
          <a:xfrm>
            <a:off x="3082546" y="24900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2" name="Freeform 4651"/>
          <p:cNvSpPr/>
          <p:nvPr/>
        </p:nvSpPr>
        <p:spPr>
          <a:xfrm>
            <a:off x="2855566" y="31138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3" name="Freeform 4652"/>
          <p:cNvSpPr/>
          <p:nvPr/>
        </p:nvSpPr>
        <p:spPr>
          <a:xfrm>
            <a:off x="2942257" y="27226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4" name="Freeform 4653"/>
          <p:cNvSpPr/>
          <p:nvPr/>
        </p:nvSpPr>
        <p:spPr>
          <a:xfrm>
            <a:off x="3071457" y="26824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5" name="Freeform 4654"/>
          <p:cNvSpPr/>
          <p:nvPr/>
        </p:nvSpPr>
        <p:spPr>
          <a:xfrm>
            <a:off x="2929763" y="23961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6" name="Freeform 4655"/>
          <p:cNvSpPr/>
          <p:nvPr/>
        </p:nvSpPr>
        <p:spPr>
          <a:xfrm>
            <a:off x="2851447" y="20309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7" name="Freeform 4656"/>
          <p:cNvSpPr/>
          <p:nvPr/>
        </p:nvSpPr>
        <p:spPr>
          <a:xfrm>
            <a:off x="3050517" y="25643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8" name="Freeform 4657"/>
          <p:cNvSpPr/>
          <p:nvPr/>
        </p:nvSpPr>
        <p:spPr>
          <a:xfrm>
            <a:off x="2994049" y="29057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9" name="Freeform 4658"/>
          <p:cNvSpPr/>
          <p:nvPr/>
        </p:nvSpPr>
        <p:spPr>
          <a:xfrm>
            <a:off x="2878425" y="24178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0" name="Freeform 4659"/>
          <p:cNvSpPr/>
          <p:nvPr/>
        </p:nvSpPr>
        <p:spPr>
          <a:xfrm>
            <a:off x="3009308" y="29639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1" name="Freeform 4660"/>
          <p:cNvSpPr/>
          <p:nvPr/>
        </p:nvSpPr>
        <p:spPr>
          <a:xfrm>
            <a:off x="2889823" y="30871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2" name="Freeform 4661"/>
          <p:cNvSpPr/>
          <p:nvPr/>
        </p:nvSpPr>
        <p:spPr>
          <a:xfrm>
            <a:off x="2868717" y="33542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3" name="Freeform 4662"/>
          <p:cNvSpPr/>
          <p:nvPr/>
        </p:nvSpPr>
        <p:spPr>
          <a:xfrm>
            <a:off x="2947703" y="32826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4" name="Freeform 4663"/>
          <p:cNvSpPr/>
          <p:nvPr/>
        </p:nvSpPr>
        <p:spPr>
          <a:xfrm>
            <a:off x="2925857" y="30368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5" name="Freeform 4664"/>
          <p:cNvSpPr/>
          <p:nvPr/>
        </p:nvSpPr>
        <p:spPr>
          <a:xfrm>
            <a:off x="2884844" y="31402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6" name="Freeform 4665"/>
          <p:cNvSpPr/>
          <p:nvPr/>
        </p:nvSpPr>
        <p:spPr>
          <a:xfrm>
            <a:off x="2933522" y="25920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7" name="Freeform 4666"/>
          <p:cNvSpPr/>
          <p:nvPr/>
        </p:nvSpPr>
        <p:spPr>
          <a:xfrm>
            <a:off x="2891049" y="31482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8" name="Freeform 4667"/>
          <p:cNvSpPr/>
          <p:nvPr/>
        </p:nvSpPr>
        <p:spPr>
          <a:xfrm>
            <a:off x="2961822" y="38630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9" name="Freeform 4668"/>
          <p:cNvSpPr/>
          <p:nvPr/>
        </p:nvSpPr>
        <p:spPr>
          <a:xfrm>
            <a:off x="2956305" y="30910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0" name="Freeform 4669"/>
          <p:cNvSpPr/>
          <p:nvPr/>
        </p:nvSpPr>
        <p:spPr>
          <a:xfrm>
            <a:off x="3007381" y="28807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1" name="Freeform 4670"/>
          <p:cNvSpPr/>
          <p:nvPr/>
        </p:nvSpPr>
        <p:spPr>
          <a:xfrm>
            <a:off x="2927610" y="29298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2" name="Freeform 4671"/>
          <p:cNvSpPr/>
          <p:nvPr/>
        </p:nvSpPr>
        <p:spPr>
          <a:xfrm>
            <a:off x="2869299" y="21485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3" name="Freeform 4672"/>
          <p:cNvSpPr/>
          <p:nvPr/>
        </p:nvSpPr>
        <p:spPr>
          <a:xfrm>
            <a:off x="2870118" y="29328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4" name="Freeform 4673"/>
          <p:cNvSpPr/>
          <p:nvPr/>
        </p:nvSpPr>
        <p:spPr>
          <a:xfrm>
            <a:off x="2941504" y="23833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5" name="Freeform 4674"/>
          <p:cNvSpPr/>
          <p:nvPr/>
        </p:nvSpPr>
        <p:spPr>
          <a:xfrm>
            <a:off x="3060000" y="27142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6" name="Freeform 4675"/>
          <p:cNvSpPr/>
          <p:nvPr/>
        </p:nvSpPr>
        <p:spPr>
          <a:xfrm>
            <a:off x="3014286" y="27227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7" name="Freeform 4676"/>
          <p:cNvSpPr/>
          <p:nvPr/>
        </p:nvSpPr>
        <p:spPr>
          <a:xfrm>
            <a:off x="2915219" y="30143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8" name="Freeform 4677"/>
          <p:cNvSpPr/>
          <p:nvPr/>
        </p:nvSpPr>
        <p:spPr>
          <a:xfrm>
            <a:off x="3020509" y="27288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9" name="Freeform 4678"/>
          <p:cNvSpPr/>
          <p:nvPr/>
        </p:nvSpPr>
        <p:spPr>
          <a:xfrm>
            <a:off x="2880734" y="29885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0" name="Freeform 4679"/>
          <p:cNvSpPr/>
          <p:nvPr/>
        </p:nvSpPr>
        <p:spPr>
          <a:xfrm>
            <a:off x="3025255" y="26447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1" name="Freeform 4680"/>
          <p:cNvSpPr/>
          <p:nvPr/>
        </p:nvSpPr>
        <p:spPr>
          <a:xfrm>
            <a:off x="2932403" y="27941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2" name="Freeform 4681"/>
          <p:cNvSpPr/>
          <p:nvPr/>
        </p:nvSpPr>
        <p:spPr>
          <a:xfrm>
            <a:off x="3008992" y="30545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3" name="Freeform 4682"/>
          <p:cNvSpPr/>
          <p:nvPr/>
        </p:nvSpPr>
        <p:spPr>
          <a:xfrm>
            <a:off x="2999279" y="23425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4" name="Freeform 4683"/>
          <p:cNvSpPr/>
          <p:nvPr/>
        </p:nvSpPr>
        <p:spPr>
          <a:xfrm>
            <a:off x="2939437" y="25503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5" name="Freeform 4684"/>
          <p:cNvSpPr/>
          <p:nvPr/>
        </p:nvSpPr>
        <p:spPr>
          <a:xfrm>
            <a:off x="2979675" y="28719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6" name="Freeform 4685"/>
          <p:cNvSpPr/>
          <p:nvPr/>
        </p:nvSpPr>
        <p:spPr>
          <a:xfrm>
            <a:off x="2886913" y="26537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7" name="Freeform 4686"/>
          <p:cNvSpPr/>
          <p:nvPr/>
        </p:nvSpPr>
        <p:spPr>
          <a:xfrm>
            <a:off x="2952975" y="27380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8" name="Freeform 4687"/>
          <p:cNvSpPr/>
          <p:nvPr/>
        </p:nvSpPr>
        <p:spPr>
          <a:xfrm>
            <a:off x="3029933" y="30262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9" name="Freeform 4688"/>
          <p:cNvSpPr/>
          <p:nvPr/>
        </p:nvSpPr>
        <p:spPr>
          <a:xfrm>
            <a:off x="3230423" y="26813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0" name="Freeform 4689"/>
          <p:cNvSpPr/>
          <p:nvPr/>
        </p:nvSpPr>
        <p:spPr>
          <a:xfrm>
            <a:off x="3004660" y="29355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1" name="Freeform 4690"/>
          <p:cNvSpPr/>
          <p:nvPr/>
        </p:nvSpPr>
        <p:spPr>
          <a:xfrm>
            <a:off x="2963753" y="30546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2" name="Freeform 4691"/>
          <p:cNvSpPr/>
          <p:nvPr/>
        </p:nvSpPr>
        <p:spPr>
          <a:xfrm>
            <a:off x="2890549" y="33038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3" name="Freeform 4692"/>
          <p:cNvSpPr/>
          <p:nvPr/>
        </p:nvSpPr>
        <p:spPr>
          <a:xfrm>
            <a:off x="3028364" y="28390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4" name="Freeform 4693"/>
          <p:cNvSpPr/>
          <p:nvPr/>
        </p:nvSpPr>
        <p:spPr>
          <a:xfrm>
            <a:off x="2847729" y="24987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5" name="Freeform 4694"/>
          <p:cNvSpPr/>
          <p:nvPr/>
        </p:nvSpPr>
        <p:spPr>
          <a:xfrm>
            <a:off x="2904520" y="296264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6" name="Freeform 4695"/>
          <p:cNvSpPr/>
          <p:nvPr/>
        </p:nvSpPr>
        <p:spPr>
          <a:xfrm>
            <a:off x="2981743" y="17804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7" name="Freeform 4696"/>
          <p:cNvSpPr/>
          <p:nvPr/>
        </p:nvSpPr>
        <p:spPr>
          <a:xfrm>
            <a:off x="2877735" y="23816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8" name="Freeform 4697"/>
          <p:cNvSpPr/>
          <p:nvPr/>
        </p:nvSpPr>
        <p:spPr>
          <a:xfrm>
            <a:off x="3060390" y="22276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9" name="Freeform 4698"/>
          <p:cNvSpPr/>
          <p:nvPr/>
        </p:nvSpPr>
        <p:spPr>
          <a:xfrm>
            <a:off x="3030638" y="2414864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0" name="Freeform 4699"/>
          <p:cNvSpPr/>
          <p:nvPr/>
        </p:nvSpPr>
        <p:spPr>
          <a:xfrm>
            <a:off x="2920125" y="20260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1" name="Freeform 4700"/>
          <p:cNvSpPr/>
          <p:nvPr/>
        </p:nvSpPr>
        <p:spPr>
          <a:xfrm>
            <a:off x="2920987" y="29965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2" name="Freeform 4701"/>
          <p:cNvSpPr/>
          <p:nvPr/>
        </p:nvSpPr>
        <p:spPr>
          <a:xfrm>
            <a:off x="2870191" y="36487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3" name="Freeform 4702"/>
          <p:cNvSpPr/>
          <p:nvPr/>
        </p:nvSpPr>
        <p:spPr>
          <a:xfrm>
            <a:off x="2864749" y="28712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4" name="Freeform 4703"/>
          <p:cNvSpPr/>
          <p:nvPr/>
        </p:nvSpPr>
        <p:spPr>
          <a:xfrm>
            <a:off x="2987384" y="25020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5" name="Freeform 4704"/>
          <p:cNvSpPr/>
          <p:nvPr/>
        </p:nvSpPr>
        <p:spPr>
          <a:xfrm>
            <a:off x="2999427" y="26515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6" name="Freeform 4705"/>
          <p:cNvSpPr/>
          <p:nvPr/>
        </p:nvSpPr>
        <p:spPr>
          <a:xfrm>
            <a:off x="2981318" y="26059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7" name="Freeform 4706"/>
          <p:cNvSpPr/>
          <p:nvPr/>
        </p:nvSpPr>
        <p:spPr>
          <a:xfrm>
            <a:off x="2975623" y="22215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8" name="Freeform 4707"/>
          <p:cNvSpPr/>
          <p:nvPr/>
        </p:nvSpPr>
        <p:spPr>
          <a:xfrm>
            <a:off x="2920658" y="25667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9" name="Freeform 4708"/>
          <p:cNvSpPr/>
          <p:nvPr/>
        </p:nvSpPr>
        <p:spPr>
          <a:xfrm>
            <a:off x="2981914" y="24135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0" name="Freeform 4709"/>
          <p:cNvSpPr/>
          <p:nvPr/>
        </p:nvSpPr>
        <p:spPr>
          <a:xfrm>
            <a:off x="2859989" y="30526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1" name="Freeform 4710"/>
          <p:cNvSpPr/>
          <p:nvPr/>
        </p:nvSpPr>
        <p:spPr>
          <a:xfrm>
            <a:off x="2958488" y="31099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2" name="Freeform 4711"/>
          <p:cNvSpPr/>
          <p:nvPr/>
        </p:nvSpPr>
        <p:spPr>
          <a:xfrm>
            <a:off x="3056031" y="21137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3" name="Freeform 4712"/>
          <p:cNvSpPr/>
          <p:nvPr/>
        </p:nvSpPr>
        <p:spPr>
          <a:xfrm>
            <a:off x="3045986" y="26701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4" name="Freeform 4713"/>
          <p:cNvSpPr/>
          <p:nvPr/>
        </p:nvSpPr>
        <p:spPr>
          <a:xfrm>
            <a:off x="2927106" y="29363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5" name="Freeform 4714"/>
          <p:cNvSpPr/>
          <p:nvPr/>
        </p:nvSpPr>
        <p:spPr>
          <a:xfrm>
            <a:off x="2935704" y="29357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6" name="Freeform 4715"/>
          <p:cNvSpPr/>
          <p:nvPr/>
        </p:nvSpPr>
        <p:spPr>
          <a:xfrm>
            <a:off x="3049656" y="29459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7" name="Freeform 4716"/>
          <p:cNvSpPr/>
          <p:nvPr/>
        </p:nvSpPr>
        <p:spPr>
          <a:xfrm>
            <a:off x="3076932" y="29679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8" name="Freeform 4717"/>
          <p:cNvSpPr/>
          <p:nvPr/>
        </p:nvSpPr>
        <p:spPr>
          <a:xfrm>
            <a:off x="2858341" y="31790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9" name="Freeform 4718"/>
          <p:cNvSpPr/>
          <p:nvPr/>
        </p:nvSpPr>
        <p:spPr>
          <a:xfrm>
            <a:off x="2929561" y="32588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0" name="Freeform 4719"/>
          <p:cNvSpPr/>
          <p:nvPr/>
        </p:nvSpPr>
        <p:spPr>
          <a:xfrm>
            <a:off x="2973543" y="27789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1" name="Freeform 4720"/>
          <p:cNvSpPr/>
          <p:nvPr/>
        </p:nvSpPr>
        <p:spPr>
          <a:xfrm>
            <a:off x="3039074" y="29252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2" name="Freeform 4721"/>
          <p:cNvSpPr/>
          <p:nvPr/>
        </p:nvSpPr>
        <p:spPr>
          <a:xfrm>
            <a:off x="2902170" y="23001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3" name="Freeform 4722"/>
          <p:cNvSpPr/>
          <p:nvPr/>
        </p:nvSpPr>
        <p:spPr>
          <a:xfrm>
            <a:off x="3000725" y="25994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4" name="Freeform 4723"/>
          <p:cNvSpPr/>
          <p:nvPr/>
        </p:nvSpPr>
        <p:spPr>
          <a:xfrm>
            <a:off x="2937967" y="2609697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5" name="Freeform 4724"/>
          <p:cNvSpPr/>
          <p:nvPr/>
        </p:nvSpPr>
        <p:spPr>
          <a:xfrm>
            <a:off x="3116139" y="29804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6" name="Freeform 4725"/>
          <p:cNvSpPr/>
          <p:nvPr/>
        </p:nvSpPr>
        <p:spPr>
          <a:xfrm>
            <a:off x="2986605" y="27517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7" name="Freeform 4726"/>
          <p:cNvSpPr/>
          <p:nvPr/>
        </p:nvSpPr>
        <p:spPr>
          <a:xfrm>
            <a:off x="2949008" y="25745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8" name="Freeform 4727"/>
          <p:cNvSpPr/>
          <p:nvPr/>
        </p:nvSpPr>
        <p:spPr>
          <a:xfrm>
            <a:off x="2935672" y="24439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9" name="Freeform 4728"/>
          <p:cNvSpPr/>
          <p:nvPr/>
        </p:nvSpPr>
        <p:spPr>
          <a:xfrm>
            <a:off x="3028284" y="27417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0" name="Freeform 4729"/>
          <p:cNvSpPr/>
          <p:nvPr/>
        </p:nvSpPr>
        <p:spPr>
          <a:xfrm>
            <a:off x="3003216" y="23104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1" name="Freeform 4730"/>
          <p:cNvSpPr/>
          <p:nvPr/>
        </p:nvSpPr>
        <p:spPr>
          <a:xfrm>
            <a:off x="2885882" y="27043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2" name="Freeform 4731"/>
          <p:cNvSpPr/>
          <p:nvPr/>
        </p:nvSpPr>
        <p:spPr>
          <a:xfrm>
            <a:off x="2972450" y="24157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3" name="Freeform 4732"/>
          <p:cNvSpPr/>
          <p:nvPr/>
        </p:nvSpPr>
        <p:spPr>
          <a:xfrm>
            <a:off x="2868835" y="28873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4" name="Freeform 4733"/>
          <p:cNvSpPr/>
          <p:nvPr/>
        </p:nvSpPr>
        <p:spPr>
          <a:xfrm>
            <a:off x="2907658" y="33736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5" name="Freeform 4734"/>
          <p:cNvSpPr/>
          <p:nvPr/>
        </p:nvSpPr>
        <p:spPr>
          <a:xfrm>
            <a:off x="2871783" y="26085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6" name="Freeform 4735"/>
          <p:cNvSpPr/>
          <p:nvPr/>
        </p:nvSpPr>
        <p:spPr>
          <a:xfrm>
            <a:off x="2869706" y="24405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7" name="Freeform 4736"/>
          <p:cNvSpPr/>
          <p:nvPr/>
        </p:nvSpPr>
        <p:spPr>
          <a:xfrm>
            <a:off x="2912267" y="24957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8" name="Freeform 4737"/>
          <p:cNvSpPr/>
          <p:nvPr/>
        </p:nvSpPr>
        <p:spPr>
          <a:xfrm>
            <a:off x="2892735" y="25520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9" name="Freeform 4738"/>
          <p:cNvSpPr/>
          <p:nvPr/>
        </p:nvSpPr>
        <p:spPr>
          <a:xfrm>
            <a:off x="2993171" y="28354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0" name="Freeform 4739"/>
          <p:cNvSpPr/>
          <p:nvPr/>
        </p:nvSpPr>
        <p:spPr>
          <a:xfrm>
            <a:off x="3011082" y="30038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1" name="Freeform 4740"/>
          <p:cNvSpPr/>
          <p:nvPr/>
        </p:nvSpPr>
        <p:spPr>
          <a:xfrm>
            <a:off x="2942103" y="25043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2" name="Freeform 4741"/>
          <p:cNvSpPr/>
          <p:nvPr/>
        </p:nvSpPr>
        <p:spPr>
          <a:xfrm>
            <a:off x="2883476" y="25504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3" name="Freeform 4742"/>
          <p:cNvSpPr/>
          <p:nvPr/>
        </p:nvSpPr>
        <p:spPr>
          <a:xfrm>
            <a:off x="3011586" y="29134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4" name="Freeform 4743"/>
          <p:cNvSpPr/>
          <p:nvPr/>
        </p:nvSpPr>
        <p:spPr>
          <a:xfrm>
            <a:off x="2823204" y="22993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5" name="Freeform 4744"/>
          <p:cNvSpPr/>
          <p:nvPr/>
        </p:nvSpPr>
        <p:spPr>
          <a:xfrm>
            <a:off x="2829382" y="30318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6" name="Freeform 4745"/>
          <p:cNvSpPr/>
          <p:nvPr/>
        </p:nvSpPr>
        <p:spPr>
          <a:xfrm>
            <a:off x="3006475" y="29217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7" name="Freeform 4746"/>
          <p:cNvSpPr/>
          <p:nvPr/>
        </p:nvSpPr>
        <p:spPr>
          <a:xfrm>
            <a:off x="3001728" y="21055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8" name="Freeform 4747"/>
          <p:cNvSpPr/>
          <p:nvPr/>
        </p:nvSpPr>
        <p:spPr>
          <a:xfrm>
            <a:off x="3022936" y="23879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9" name="Freeform 4748"/>
          <p:cNvSpPr/>
          <p:nvPr/>
        </p:nvSpPr>
        <p:spPr>
          <a:xfrm>
            <a:off x="2943655" y="28388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0" name="Freeform 4749"/>
          <p:cNvSpPr/>
          <p:nvPr/>
        </p:nvSpPr>
        <p:spPr>
          <a:xfrm>
            <a:off x="2874008" y="26015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1" name="Freeform 4750"/>
          <p:cNvSpPr/>
          <p:nvPr/>
        </p:nvSpPr>
        <p:spPr>
          <a:xfrm>
            <a:off x="2924101" y="26503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2" name="Freeform 4751"/>
          <p:cNvSpPr/>
          <p:nvPr/>
        </p:nvSpPr>
        <p:spPr>
          <a:xfrm>
            <a:off x="2995794" y="37167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3" name="Freeform 4752"/>
          <p:cNvSpPr/>
          <p:nvPr/>
        </p:nvSpPr>
        <p:spPr>
          <a:xfrm>
            <a:off x="2906968" y="30405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4" name="Freeform 4753"/>
          <p:cNvSpPr/>
          <p:nvPr/>
        </p:nvSpPr>
        <p:spPr>
          <a:xfrm>
            <a:off x="2911256" y="27259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5" name="Freeform 4754"/>
          <p:cNvSpPr/>
          <p:nvPr/>
        </p:nvSpPr>
        <p:spPr>
          <a:xfrm>
            <a:off x="2865127" y="28383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6" name="Freeform 4755"/>
          <p:cNvSpPr/>
          <p:nvPr/>
        </p:nvSpPr>
        <p:spPr>
          <a:xfrm>
            <a:off x="2880507" y="26163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7" name="Freeform 4756"/>
          <p:cNvSpPr/>
          <p:nvPr/>
        </p:nvSpPr>
        <p:spPr>
          <a:xfrm>
            <a:off x="3014195" y="22919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8" name="Freeform 4757"/>
          <p:cNvSpPr/>
          <p:nvPr/>
        </p:nvSpPr>
        <p:spPr>
          <a:xfrm>
            <a:off x="2988305" y="28254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9" name="Freeform 4758"/>
          <p:cNvSpPr/>
          <p:nvPr/>
        </p:nvSpPr>
        <p:spPr>
          <a:xfrm>
            <a:off x="2880657" y="30961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0" name="Freeform 4759"/>
          <p:cNvSpPr/>
          <p:nvPr/>
        </p:nvSpPr>
        <p:spPr>
          <a:xfrm>
            <a:off x="2886071" y="25878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1" name="Freeform 4760"/>
          <p:cNvSpPr/>
          <p:nvPr/>
        </p:nvSpPr>
        <p:spPr>
          <a:xfrm>
            <a:off x="2920584" y="28273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2" name="Freeform 4761"/>
          <p:cNvSpPr/>
          <p:nvPr/>
        </p:nvSpPr>
        <p:spPr>
          <a:xfrm>
            <a:off x="2994542" y="27646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3" name="Freeform 4762"/>
          <p:cNvSpPr/>
          <p:nvPr/>
        </p:nvSpPr>
        <p:spPr>
          <a:xfrm>
            <a:off x="2880193" y="28145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4" name="Freeform 4763"/>
          <p:cNvSpPr/>
          <p:nvPr/>
        </p:nvSpPr>
        <p:spPr>
          <a:xfrm>
            <a:off x="2946800" y="18830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5" name="Freeform 4764"/>
          <p:cNvSpPr/>
          <p:nvPr/>
        </p:nvSpPr>
        <p:spPr>
          <a:xfrm>
            <a:off x="2815146" y="35310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6" name="Freeform 4765"/>
          <p:cNvSpPr/>
          <p:nvPr/>
        </p:nvSpPr>
        <p:spPr>
          <a:xfrm>
            <a:off x="2874285" y="28500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7" name="Freeform 4766"/>
          <p:cNvSpPr/>
          <p:nvPr/>
        </p:nvSpPr>
        <p:spPr>
          <a:xfrm>
            <a:off x="2986064" y="27086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8" name="Freeform 4767"/>
          <p:cNvSpPr/>
          <p:nvPr/>
        </p:nvSpPr>
        <p:spPr>
          <a:xfrm>
            <a:off x="3017851" y="29944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9" name="Freeform 4768"/>
          <p:cNvSpPr/>
          <p:nvPr/>
        </p:nvSpPr>
        <p:spPr>
          <a:xfrm>
            <a:off x="2881004" y="23764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0" name="Freeform 4769"/>
          <p:cNvSpPr/>
          <p:nvPr/>
        </p:nvSpPr>
        <p:spPr>
          <a:xfrm>
            <a:off x="2906509" y="24082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1" name="Freeform 4770"/>
          <p:cNvSpPr/>
          <p:nvPr/>
        </p:nvSpPr>
        <p:spPr>
          <a:xfrm>
            <a:off x="3011193" y="27248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2" name="Freeform 4771"/>
          <p:cNvSpPr/>
          <p:nvPr/>
        </p:nvSpPr>
        <p:spPr>
          <a:xfrm>
            <a:off x="2932049" y="28067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3" name="Freeform 4772"/>
          <p:cNvSpPr/>
          <p:nvPr/>
        </p:nvSpPr>
        <p:spPr>
          <a:xfrm>
            <a:off x="2921979" y="27484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4" name="Freeform 4773"/>
          <p:cNvSpPr/>
          <p:nvPr/>
        </p:nvSpPr>
        <p:spPr>
          <a:xfrm>
            <a:off x="2992620" y="27457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5" name="Freeform 4774"/>
          <p:cNvSpPr/>
          <p:nvPr/>
        </p:nvSpPr>
        <p:spPr>
          <a:xfrm>
            <a:off x="2971108" y="27360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6" name="Freeform 4775"/>
          <p:cNvSpPr/>
          <p:nvPr/>
        </p:nvSpPr>
        <p:spPr>
          <a:xfrm>
            <a:off x="3032125" y="27763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7" name="Freeform 4776"/>
          <p:cNvSpPr/>
          <p:nvPr/>
        </p:nvSpPr>
        <p:spPr>
          <a:xfrm>
            <a:off x="3010965" y="26144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8" name="Freeform 4777"/>
          <p:cNvSpPr/>
          <p:nvPr/>
        </p:nvSpPr>
        <p:spPr>
          <a:xfrm>
            <a:off x="2919709" y="24303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9" name="Freeform 4778"/>
          <p:cNvSpPr/>
          <p:nvPr/>
        </p:nvSpPr>
        <p:spPr>
          <a:xfrm>
            <a:off x="2950157" y="31595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0" name="Freeform 4779"/>
          <p:cNvSpPr/>
          <p:nvPr/>
        </p:nvSpPr>
        <p:spPr>
          <a:xfrm>
            <a:off x="2954088" y="30935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1" name="Freeform 4780"/>
          <p:cNvSpPr/>
          <p:nvPr/>
        </p:nvSpPr>
        <p:spPr>
          <a:xfrm>
            <a:off x="2867759" y="33501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2" name="Freeform 4781"/>
          <p:cNvSpPr/>
          <p:nvPr/>
        </p:nvSpPr>
        <p:spPr>
          <a:xfrm>
            <a:off x="2893256" y="23887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3" name="Freeform 4782"/>
          <p:cNvSpPr/>
          <p:nvPr/>
        </p:nvSpPr>
        <p:spPr>
          <a:xfrm>
            <a:off x="3022834" y="26152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4" name="Freeform 4783"/>
          <p:cNvSpPr/>
          <p:nvPr/>
        </p:nvSpPr>
        <p:spPr>
          <a:xfrm>
            <a:off x="2852395" y="25214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5" name="Freeform 4784"/>
          <p:cNvSpPr/>
          <p:nvPr/>
        </p:nvSpPr>
        <p:spPr>
          <a:xfrm>
            <a:off x="3024370" y="32328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6" name="Freeform 4785"/>
          <p:cNvSpPr/>
          <p:nvPr/>
        </p:nvSpPr>
        <p:spPr>
          <a:xfrm>
            <a:off x="2977134" y="20509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7" name="Freeform 4786"/>
          <p:cNvSpPr/>
          <p:nvPr/>
        </p:nvSpPr>
        <p:spPr>
          <a:xfrm>
            <a:off x="2948882" y="293109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8" name="Freeform 4787"/>
          <p:cNvSpPr/>
          <p:nvPr/>
        </p:nvSpPr>
        <p:spPr>
          <a:xfrm>
            <a:off x="2993987" y="26454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9" name="Freeform 4788"/>
          <p:cNvSpPr/>
          <p:nvPr/>
        </p:nvSpPr>
        <p:spPr>
          <a:xfrm>
            <a:off x="2989867" y="23931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0" name="Freeform 4789"/>
          <p:cNvSpPr/>
          <p:nvPr/>
        </p:nvSpPr>
        <p:spPr>
          <a:xfrm>
            <a:off x="3038661" y="30701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1" name="Freeform 4790"/>
          <p:cNvSpPr/>
          <p:nvPr/>
        </p:nvSpPr>
        <p:spPr>
          <a:xfrm>
            <a:off x="2931503" y="29081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2" name="Freeform 4791"/>
          <p:cNvSpPr/>
          <p:nvPr/>
        </p:nvSpPr>
        <p:spPr>
          <a:xfrm>
            <a:off x="2942958" y="26413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3" name="Freeform 4792"/>
          <p:cNvSpPr/>
          <p:nvPr/>
        </p:nvSpPr>
        <p:spPr>
          <a:xfrm>
            <a:off x="2941802" y="16566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4" name="Freeform 4793"/>
          <p:cNvSpPr/>
          <p:nvPr/>
        </p:nvSpPr>
        <p:spPr>
          <a:xfrm>
            <a:off x="3083512" y="25965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5" name="Freeform 4794"/>
          <p:cNvSpPr/>
          <p:nvPr/>
        </p:nvSpPr>
        <p:spPr>
          <a:xfrm>
            <a:off x="3021150" y="21166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6" name="Freeform 4795"/>
          <p:cNvSpPr/>
          <p:nvPr/>
        </p:nvSpPr>
        <p:spPr>
          <a:xfrm>
            <a:off x="2896676" y="22639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7" name="Freeform 4796"/>
          <p:cNvSpPr/>
          <p:nvPr/>
        </p:nvSpPr>
        <p:spPr>
          <a:xfrm>
            <a:off x="2936014" y="25719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8" name="Freeform 4797"/>
          <p:cNvSpPr/>
          <p:nvPr/>
        </p:nvSpPr>
        <p:spPr>
          <a:xfrm>
            <a:off x="2911245" y="30709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9" name="Freeform 4798"/>
          <p:cNvSpPr/>
          <p:nvPr/>
        </p:nvSpPr>
        <p:spPr>
          <a:xfrm>
            <a:off x="2959144" y="23176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0" name="Freeform 4799"/>
          <p:cNvSpPr/>
          <p:nvPr/>
        </p:nvSpPr>
        <p:spPr>
          <a:xfrm>
            <a:off x="2972495" y="32580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1" name="Freeform 4800"/>
          <p:cNvSpPr/>
          <p:nvPr/>
        </p:nvSpPr>
        <p:spPr>
          <a:xfrm>
            <a:off x="3110904" y="21186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2" name="Freeform 4801"/>
          <p:cNvSpPr/>
          <p:nvPr/>
        </p:nvSpPr>
        <p:spPr>
          <a:xfrm>
            <a:off x="2836773" y="26337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3" name="Freeform 4802"/>
          <p:cNvSpPr/>
          <p:nvPr/>
        </p:nvSpPr>
        <p:spPr>
          <a:xfrm>
            <a:off x="3026743" y="36816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4" name="Freeform 4803"/>
          <p:cNvSpPr/>
          <p:nvPr/>
        </p:nvSpPr>
        <p:spPr>
          <a:xfrm>
            <a:off x="2987357" y="283243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5" name="Freeform 4804"/>
          <p:cNvSpPr/>
          <p:nvPr/>
        </p:nvSpPr>
        <p:spPr>
          <a:xfrm>
            <a:off x="2911585" y="24668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6" name="Freeform 4805"/>
          <p:cNvSpPr/>
          <p:nvPr/>
        </p:nvSpPr>
        <p:spPr>
          <a:xfrm>
            <a:off x="2948371" y="27943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7" name="Freeform 4806"/>
          <p:cNvSpPr/>
          <p:nvPr/>
        </p:nvSpPr>
        <p:spPr>
          <a:xfrm>
            <a:off x="2925354" y="24443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8" name="Freeform 4807"/>
          <p:cNvSpPr/>
          <p:nvPr/>
        </p:nvSpPr>
        <p:spPr>
          <a:xfrm>
            <a:off x="2961697" y="30197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9" name="Freeform 4808"/>
          <p:cNvSpPr/>
          <p:nvPr/>
        </p:nvSpPr>
        <p:spPr>
          <a:xfrm>
            <a:off x="3025380" y="31874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0" name="Freeform 4809"/>
          <p:cNvSpPr/>
          <p:nvPr/>
        </p:nvSpPr>
        <p:spPr>
          <a:xfrm>
            <a:off x="2857352" y="27335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1" name="Freeform 4810"/>
          <p:cNvSpPr/>
          <p:nvPr/>
        </p:nvSpPr>
        <p:spPr>
          <a:xfrm>
            <a:off x="3045796" y="26956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2" name="Freeform 4811"/>
          <p:cNvSpPr/>
          <p:nvPr/>
        </p:nvSpPr>
        <p:spPr>
          <a:xfrm>
            <a:off x="2933562" y="28353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3" name="Freeform 4812"/>
          <p:cNvSpPr/>
          <p:nvPr/>
        </p:nvSpPr>
        <p:spPr>
          <a:xfrm>
            <a:off x="3058423" y="22560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4" name="Freeform 4813"/>
          <p:cNvSpPr/>
          <p:nvPr/>
        </p:nvSpPr>
        <p:spPr>
          <a:xfrm>
            <a:off x="2985873" y="30198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5" name="Freeform 4814"/>
          <p:cNvSpPr/>
          <p:nvPr/>
        </p:nvSpPr>
        <p:spPr>
          <a:xfrm>
            <a:off x="3040539" y="25921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6" name="Freeform 4815"/>
          <p:cNvSpPr/>
          <p:nvPr/>
        </p:nvSpPr>
        <p:spPr>
          <a:xfrm>
            <a:off x="2996154" y="268225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7" name="Freeform 4816"/>
          <p:cNvSpPr/>
          <p:nvPr/>
        </p:nvSpPr>
        <p:spPr>
          <a:xfrm>
            <a:off x="3030734" y="32795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8" name="Freeform 4817"/>
          <p:cNvSpPr/>
          <p:nvPr/>
        </p:nvSpPr>
        <p:spPr>
          <a:xfrm>
            <a:off x="2962291" y="31922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9" name="Freeform 4818"/>
          <p:cNvSpPr/>
          <p:nvPr/>
        </p:nvSpPr>
        <p:spPr>
          <a:xfrm>
            <a:off x="2903243" y="27028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0" name="Freeform 4819"/>
          <p:cNvSpPr/>
          <p:nvPr/>
        </p:nvSpPr>
        <p:spPr>
          <a:xfrm>
            <a:off x="3003305" y="19788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1" name="Freeform 4820"/>
          <p:cNvSpPr/>
          <p:nvPr/>
        </p:nvSpPr>
        <p:spPr>
          <a:xfrm>
            <a:off x="3005887" y="24942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2" name="Freeform 4821"/>
          <p:cNvSpPr/>
          <p:nvPr/>
        </p:nvSpPr>
        <p:spPr>
          <a:xfrm>
            <a:off x="3098231" y="33416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3" name="Freeform 4822"/>
          <p:cNvSpPr/>
          <p:nvPr/>
        </p:nvSpPr>
        <p:spPr>
          <a:xfrm>
            <a:off x="2825343" y="38508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4" name="Freeform 4823"/>
          <p:cNvSpPr/>
          <p:nvPr/>
        </p:nvSpPr>
        <p:spPr>
          <a:xfrm>
            <a:off x="2945521" y="24377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5" name="Freeform 4824"/>
          <p:cNvSpPr/>
          <p:nvPr/>
        </p:nvSpPr>
        <p:spPr>
          <a:xfrm>
            <a:off x="3029280" y="27426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6" name="Freeform 4825"/>
          <p:cNvSpPr/>
          <p:nvPr/>
        </p:nvSpPr>
        <p:spPr>
          <a:xfrm>
            <a:off x="2875330" y="22876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7" name="Freeform 4826"/>
          <p:cNvSpPr/>
          <p:nvPr/>
        </p:nvSpPr>
        <p:spPr>
          <a:xfrm>
            <a:off x="2943565" y="30310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8" name="Freeform 4827"/>
          <p:cNvSpPr/>
          <p:nvPr/>
        </p:nvSpPr>
        <p:spPr>
          <a:xfrm>
            <a:off x="3099540" y="25784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9" name="Freeform 4828"/>
          <p:cNvSpPr/>
          <p:nvPr/>
        </p:nvSpPr>
        <p:spPr>
          <a:xfrm>
            <a:off x="3052944" y="23961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0" name="Freeform 4829"/>
          <p:cNvSpPr/>
          <p:nvPr/>
        </p:nvSpPr>
        <p:spPr>
          <a:xfrm>
            <a:off x="2900265" y="28717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1" name="Freeform 4830"/>
          <p:cNvSpPr/>
          <p:nvPr/>
        </p:nvSpPr>
        <p:spPr>
          <a:xfrm>
            <a:off x="3053620" y="28639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2" name="Freeform 4831"/>
          <p:cNvSpPr/>
          <p:nvPr/>
        </p:nvSpPr>
        <p:spPr>
          <a:xfrm>
            <a:off x="3037534" y="26979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3" name="Freeform 4832"/>
          <p:cNvSpPr/>
          <p:nvPr/>
        </p:nvSpPr>
        <p:spPr>
          <a:xfrm>
            <a:off x="3010503" y="25077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4" name="Freeform 4833"/>
          <p:cNvSpPr/>
          <p:nvPr/>
        </p:nvSpPr>
        <p:spPr>
          <a:xfrm>
            <a:off x="2984178" y="27125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5" name="Freeform 4834"/>
          <p:cNvSpPr/>
          <p:nvPr/>
        </p:nvSpPr>
        <p:spPr>
          <a:xfrm>
            <a:off x="2974702" y="23491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6" name="Freeform 4835"/>
          <p:cNvSpPr/>
          <p:nvPr/>
        </p:nvSpPr>
        <p:spPr>
          <a:xfrm>
            <a:off x="2901059" y="28770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7" name="Freeform 4836"/>
          <p:cNvSpPr/>
          <p:nvPr/>
        </p:nvSpPr>
        <p:spPr>
          <a:xfrm>
            <a:off x="2924564" y="31956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8" name="Freeform 4837"/>
          <p:cNvSpPr/>
          <p:nvPr/>
        </p:nvSpPr>
        <p:spPr>
          <a:xfrm>
            <a:off x="3007632" y="198038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9" name="Freeform 4838"/>
          <p:cNvSpPr/>
          <p:nvPr/>
        </p:nvSpPr>
        <p:spPr>
          <a:xfrm>
            <a:off x="2968297" y="29295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0" name="Freeform 4839"/>
          <p:cNvSpPr/>
          <p:nvPr/>
        </p:nvSpPr>
        <p:spPr>
          <a:xfrm>
            <a:off x="3081881" y="29162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1" name="Freeform 4840"/>
          <p:cNvSpPr/>
          <p:nvPr/>
        </p:nvSpPr>
        <p:spPr>
          <a:xfrm>
            <a:off x="2936794" y="27314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2" name="Freeform 4841"/>
          <p:cNvSpPr/>
          <p:nvPr/>
        </p:nvSpPr>
        <p:spPr>
          <a:xfrm>
            <a:off x="2799451" y="26825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3" name="Freeform 4842"/>
          <p:cNvSpPr/>
          <p:nvPr/>
        </p:nvSpPr>
        <p:spPr>
          <a:xfrm>
            <a:off x="2936795" y="28494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4" name="Freeform 4843"/>
          <p:cNvSpPr/>
          <p:nvPr/>
        </p:nvSpPr>
        <p:spPr>
          <a:xfrm>
            <a:off x="2977462" y="27136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5" name="Freeform 4844"/>
          <p:cNvSpPr/>
          <p:nvPr/>
        </p:nvSpPr>
        <p:spPr>
          <a:xfrm>
            <a:off x="2984455" y="27218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6" name="Freeform 4845"/>
          <p:cNvSpPr/>
          <p:nvPr/>
        </p:nvSpPr>
        <p:spPr>
          <a:xfrm>
            <a:off x="2963553" y="26429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7" name="Freeform 4846"/>
          <p:cNvSpPr/>
          <p:nvPr/>
        </p:nvSpPr>
        <p:spPr>
          <a:xfrm>
            <a:off x="2904416" y="35740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8" name="Freeform 4847"/>
          <p:cNvSpPr/>
          <p:nvPr/>
        </p:nvSpPr>
        <p:spPr>
          <a:xfrm>
            <a:off x="3058403" y="20157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9" name="Freeform 4848"/>
          <p:cNvSpPr/>
          <p:nvPr/>
        </p:nvSpPr>
        <p:spPr>
          <a:xfrm>
            <a:off x="2914977" y="27613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0" name="Freeform 4849"/>
          <p:cNvSpPr/>
          <p:nvPr/>
        </p:nvSpPr>
        <p:spPr>
          <a:xfrm>
            <a:off x="3006354" y="24937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1" name="Freeform 4850"/>
          <p:cNvSpPr/>
          <p:nvPr/>
        </p:nvSpPr>
        <p:spPr>
          <a:xfrm>
            <a:off x="2940054" y="32139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2" name="Freeform 4851"/>
          <p:cNvSpPr/>
          <p:nvPr/>
        </p:nvSpPr>
        <p:spPr>
          <a:xfrm>
            <a:off x="2879610" y="2880414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3" name="Freeform 4852"/>
          <p:cNvSpPr/>
          <p:nvPr/>
        </p:nvSpPr>
        <p:spPr>
          <a:xfrm>
            <a:off x="3053070" y="29544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4" name="Freeform 4853"/>
          <p:cNvSpPr/>
          <p:nvPr/>
        </p:nvSpPr>
        <p:spPr>
          <a:xfrm>
            <a:off x="2792505" y="21668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5" name="Freeform 4854"/>
          <p:cNvSpPr/>
          <p:nvPr/>
        </p:nvSpPr>
        <p:spPr>
          <a:xfrm>
            <a:off x="2902657" y="29226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6" name="Freeform 4855"/>
          <p:cNvSpPr/>
          <p:nvPr/>
        </p:nvSpPr>
        <p:spPr>
          <a:xfrm>
            <a:off x="2987970" y="24285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7" name="Freeform 4856"/>
          <p:cNvSpPr/>
          <p:nvPr/>
        </p:nvSpPr>
        <p:spPr>
          <a:xfrm>
            <a:off x="2935578" y="29463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8" name="Freeform 4857"/>
          <p:cNvSpPr/>
          <p:nvPr/>
        </p:nvSpPr>
        <p:spPr>
          <a:xfrm>
            <a:off x="3009123" y="28736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9" name="Freeform 4858"/>
          <p:cNvSpPr/>
          <p:nvPr/>
        </p:nvSpPr>
        <p:spPr>
          <a:xfrm>
            <a:off x="2952684" y="27975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0" name="Freeform 4859"/>
          <p:cNvSpPr/>
          <p:nvPr/>
        </p:nvSpPr>
        <p:spPr>
          <a:xfrm>
            <a:off x="2929257" y="22352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1" name="Freeform 4860"/>
          <p:cNvSpPr/>
          <p:nvPr/>
        </p:nvSpPr>
        <p:spPr>
          <a:xfrm>
            <a:off x="3102850" y="34020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2" name="Freeform 4861"/>
          <p:cNvSpPr/>
          <p:nvPr/>
        </p:nvSpPr>
        <p:spPr>
          <a:xfrm>
            <a:off x="2944786" y="31909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3" name="Freeform 4862"/>
          <p:cNvSpPr/>
          <p:nvPr/>
        </p:nvSpPr>
        <p:spPr>
          <a:xfrm>
            <a:off x="2948923" y="34231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4" name="Freeform 4863"/>
          <p:cNvSpPr/>
          <p:nvPr/>
        </p:nvSpPr>
        <p:spPr>
          <a:xfrm>
            <a:off x="2887546" y="31070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5" name="Freeform 4864"/>
          <p:cNvSpPr/>
          <p:nvPr/>
        </p:nvSpPr>
        <p:spPr>
          <a:xfrm>
            <a:off x="2909812" y="30056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6" name="Freeform 4865"/>
          <p:cNvSpPr/>
          <p:nvPr/>
        </p:nvSpPr>
        <p:spPr>
          <a:xfrm>
            <a:off x="3002584" y="33008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7" name="Freeform 4866"/>
          <p:cNvSpPr/>
          <p:nvPr/>
        </p:nvSpPr>
        <p:spPr>
          <a:xfrm>
            <a:off x="2996927" y="29771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8" name="Freeform 4867"/>
          <p:cNvSpPr/>
          <p:nvPr/>
        </p:nvSpPr>
        <p:spPr>
          <a:xfrm>
            <a:off x="2959648" y="34479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9" name="Freeform 4868"/>
          <p:cNvSpPr/>
          <p:nvPr/>
        </p:nvSpPr>
        <p:spPr>
          <a:xfrm>
            <a:off x="2913072" y="30815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0" name="Freeform 4869"/>
          <p:cNvSpPr/>
          <p:nvPr/>
        </p:nvSpPr>
        <p:spPr>
          <a:xfrm>
            <a:off x="3005128" y="22658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1" name="Freeform 4870"/>
          <p:cNvSpPr/>
          <p:nvPr/>
        </p:nvSpPr>
        <p:spPr>
          <a:xfrm>
            <a:off x="2846541" y="25588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2" name="Freeform 4871"/>
          <p:cNvSpPr/>
          <p:nvPr/>
        </p:nvSpPr>
        <p:spPr>
          <a:xfrm>
            <a:off x="2936961" y="263832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3" name="Freeform 4872"/>
          <p:cNvSpPr/>
          <p:nvPr/>
        </p:nvSpPr>
        <p:spPr>
          <a:xfrm>
            <a:off x="2942914" y="30759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4" name="Freeform 4873"/>
          <p:cNvSpPr/>
          <p:nvPr/>
        </p:nvSpPr>
        <p:spPr>
          <a:xfrm>
            <a:off x="2903546" y="32720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5" name="Freeform 4874"/>
          <p:cNvSpPr/>
          <p:nvPr/>
        </p:nvSpPr>
        <p:spPr>
          <a:xfrm>
            <a:off x="2969869" y="31260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6" name="Freeform 4875"/>
          <p:cNvSpPr/>
          <p:nvPr/>
        </p:nvSpPr>
        <p:spPr>
          <a:xfrm>
            <a:off x="2915449" y="27231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7" name="Freeform 4876"/>
          <p:cNvSpPr/>
          <p:nvPr/>
        </p:nvSpPr>
        <p:spPr>
          <a:xfrm>
            <a:off x="2906487" y="23880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8" name="Freeform 4877"/>
          <p:cNvSpPr/>
          <p:nvPr/>
        </p:nvSpPr>
        <p:spPr>
          <a:xfrm>
            <a:off x="3079436" y="23754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9" name="Freeform 4878"/>
          <p:cNvSpPr/>
          <p:nvPr/>
        </p:nvSpPr>
        <p:spPr>
          <a:xfrm>
            <a:off x="3009068" y="24753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0" name="Freeform 4879"/>
          <p:cNvSpPr/>
          <p:nvPr/>
        </p:nvSpPr>
        <p:spPr>
          <a:xfrm>
            <a:off x="3039526" y="29784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1" name="Freeform 4880"/>
          <p:cNvSpPr/>
          <p:nvPr/>
        </p:nvSpPr>
        <p:spPr>
          <a:xfrm>
            <a:off x="2963379" y="26982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2" name="Freeform 4881"/>
          <p:cNvSpPr/>
          <p:nvPr/>
        </p:nvSpPr>
        <p:spPr>
          <a:xfrm>
            <a:off x="3024018" y="28253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3" name="Freeform 4882"/>
          <p:cNvSpPr/>
          <p:nvPr/>
        </p:nvSpPr>
        <p:spPr>
          <a:xfrm>
            <a:off x="3011876" y="27812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4" name="Freeform 4883"/>
          <p:cNvSpPr/>
          <p:nvPr/>
        </p:nvSpPr>
        <p:spPr>
          <a:xfrm>
            <a:off x="3040598" y="19582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5" name="Freeform 4884"/>
          <p:cNvSpPr/>
          <p:nvPr/>
        </p:nvSpPr>
        <p:spPr>
          <a:xfrm>
            <a:off x="3117277" y="33550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6" name="Freeform 4885"/>
          <p:cNvSpPr/>
          <p:nvPr/>
        </p:nvSpPr>
        <p:spPr>
          <a:xfrm>
            <a:off x="2945142" y="27935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7" name="Freeform 4886"/>
          <p:cNvSpPr/>
          <p:nvPr/>
        </p:nvSpPr>
        <p:spPr>
          <a:xfrm>
            <a:off x="2977411" y="22617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8" name="Freeform 4887"/>
          <p:cNvSpPr/>
          <p:nvPr/>
        </p:nvSpPr>
        <p:spPr>
          <a:xfrm>
            <a:off x="2956843" y="32461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9" name="Freeform 4888"/>
          <p:cNvSpPr/>
          <p:nvPr/>
        </p:nvSpPr>
        <p:spPr>
          <a:xfrm>
            <a:off x="2727059" y="29439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0" name="Freeform 4889"/>
          <p:cNvSpPr/>
          <p:nvPr/>
        </p:nvSpPr>
        <p:spPr>
          <a:xfrm>
            <a:off x="2867670" y="29017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1" name="Freeform 4890"/>
          <p:cNvSpPr/>
          <p:nvPr/>
        </p:nvSpPr>
        <p:spPr>
          <a:xfrm>
            <a:off x="2961614" y="27893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2" name="Freeform 4891"/>
          <p:cNvSpPr/>
          <p:nvPr/>
        </p:nvSpPr>
        <p:spPr>
          <a:xfrm>
            <a:off x="3002433" y="32940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3" name="Freeform 4892"/>
          <p:cNvSpPr/>
          <p:nvPr/>
        </p:nvSpPr>
        <p:spPr>
          <a:xfrm>
            <a:off x="2922236" y="24883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4" name="Freeform 4893"/>
          <p:cNvSpPr/>
          <p:nvPr/>
        </p:nvSpPr>
        <p:spPr>
          <a:xfrm>
            <a:off x="3035804" y="24622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5" name="Freeform 4894"/>
          <p:cNvSpPr/>
          <p:nvPr/>
        </p:nvSpPr>
        <p:spPr>
          <a:xfrm>
            <a:off x="3045685" y="25203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6" name="Freeform 4895"/>
          <p:cNvSpPr/>
          <p:nvPr/>
        </p:nvSpPr>
        <p:spPr>
          <a:xfrm>
            <a:off x="2933133" y="30272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7" name="Freeform 4896"/>
          <p:cNvSpPr/>
          <p:nvPr/>
        </p:nvSpPr>
        <p:spPr>
          <a:xfrm>
            <a:off x="3055051" y="26754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8" name="Freeform 4897"/>
          <p:cNvSpPr/>
          <p:nvPr/>
        </p:nvSpPr>
        <p:spPr>
          <a:xfrm>
            <a:off x="3076818" y="30379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9" name="Freeform 4898"/>
          <p:cNvSpPr/>
          <p:nvPr/>
        </p:nvSpPr>
        <p:spPr>
          <a:xfrm>
            <a:off x="2991447" y="28295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0" name="Freeform 4899"/>
          <p:cNvSpPr/>
          <p:nvPr/>
        </p:nvSpPr>
        <p:spPr>
          <a:xfrm>
            <a:off x="2895568" y="19154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1" name="Freeform 4900"/>
          <p:cNvSpPr/>
          <p:nvPr/>
        </p:nvSpPr>
        <p:spPr>
          <a:xfrm>
            <a:off x="3058120" y="26720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2" name="Freeform 4901"/>
          <p:cNvSpPr/>
          <p:nvPr/>
        </p:nvSpPr>
        <p:spPr>
          <a:xfrm>
            <a:off x="2949878" y="31438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3" name="Freeform 4902"/>
          <p:cNvSpPr/>
          <p:nvPr/>
        </p:nvSpPr>
        <p:spPr>
          <a:xfrm>
            <a:off x="2935725" y="26409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4" name="Freeform 4903"/>
          <p:cNvSpPr/>
          <p:nvPr/>
        </p:nvSpPr>
        <p:spPr>
          <a:xfrm>
            <a:off x="2968527" y="32042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5" name="Freeform 4904"/>
          <p:cNvSpPr/>
          <p:nvPr/>
        </p:nvSpPr>
        <p:spPr>
          <a:xfrm>
            <a:off x="2925167" y="31480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6" name="Freeform 4905"/>
          <p:cNvSpPr/>
          <p:nvPr/>
        </p:nvSpPr>
        <p:spPr>
          <a:xfrm>
            <a:off x="3032006" y="309002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7" name="Freeform 4906"/>
          <p:cNvSpPr/>
          <p:nvPr/>
        </p:nvSpPr>
        <p:spPr>
          <a:xfrm>
            <a:off x="3012457" y="28706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8" name="Freeform 4907"/>
          <p:cNvSpPr/>
          <p:nvPr/>
        </p:nvSpPr>
        <p:spPr>
          <a:xfrm>
            <a:off x="3041790" y="23627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9" name="Freeform 4908"/>
          <p:cNvSpPr/>
          <p:nvPr/>
        </p:nvSpPr>
        <p:spPr>
          <a:xfrm>
            <a:off x="2999498" y="24945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0" name="Freeform 4909"/>
          <p:cNvSpPr/>
          <p:nvPr/>
        </p:nvSpPr>
        <p:spPr>
          <a:xfrm>
            <a:off x="2908287" y="25149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1" name="Freeform 4910"/>
          <p:cNvSpPr/>
          <p:nvPr/>
        </p:nvSpPr>
        <p:spPr>
          <a:xfrm>
            <a:off x="2950412" y="31112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2" name="Freeform 4911"/>
          <p:cNvSpPr/>
          <p:nvPr/>
        </p:nvSpPr>
        <p:spPr>
          <a:xfrm>
            <a:off x="3019068" y="29062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3" name="Freeform 4912"/>
          <p:cNvSpPr/>
          <p:nvPr/>
        </p:nvSpPr>
        <p:spPr>
          <a:xfrm>
            <a:off x="2934007" y="26072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4" name="Freeform 4913"/>
          <p:cNvSpPr/>
          <p:nvPr/>
        </p:nvSpPr>
        <p:spPr>
          <a:xfrm>
            <a:off x="3154694" y="29382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5" name="Freeform 4914"/>
          <p:cNvSpPr/>
          <p:nvPr/>
        </p:nvSpPr>
        <p:spPr>
          <a:xfrm>
            <a:off x="2944928" y="28095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6" name="Freeform 4915"/>
          <p:cNvSpPr/>
          <p:nvPr/>
        </p:nvSpPr>
        <p:spPr>
          <a:xfrm>
            <a:off x="2922103" y="25449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7" name="Freeform 4916"/>
          <p:cNvSpPr/>
          <p:nvPr/>
        </p:nvSpPr>
        <p:spPr>
          <a:xfrm>
            <a:off x="3037212" y="28354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8" name="Freeform 4917"/>
          <p:cNvSpPr/>
          <p:nvPr/>
        </p:nvSpPr>
        <p:spPr>
          <a:xfrm>
            <a:off x="3010601" y="26241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9" name="Freeform 4918"/>
          <p:cNvSpPr/>
          <p:nvPr/>
        </p:nvSpPr>
        <p:spPr>
          <a:xfrm>
            <a:off x="2959148" y="21216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0" name="Freeform 4919"/>
          <p:cNvSpPr/>
          <p:nvPr/>
        </p:nvSpPr>
        <p:spPr>
          <a:xfrm>
            <a:off x="2945728" y="27704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1" name="Freeform 4920"/>
          <p:cNvSpPr/>
          <p:nvPr/>
        </p:nvSpPr>
        <p:spPr>
          <a:xfrm>
            <a:off x="2989292" y="22736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2" name="Freeform 4921"/>
          <p:cNvSpPr/>
          <p:nvPr/>
        </p:nvSpPr>
        <p:spPr>
          <a:xfrm>
            <a:off x="3016425" y="25015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3" name="Freeform 4922"/>
          <p:cNvSpPr/>
          <p:nvPr/>
        </p:nvSpPr>
        <p:spPr>
          <a:xfrm>
            <a:off x="3011594" y="32466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4" name="Freeform 4923"/>
          <p:cNvSpPr/>
          <p:nvPr/>
        </p:nvSpPr>
        <p:spPr>
          <a:xfrm>
            <a:off x="2940990" y="31124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5" name="Freeform 4924"/>
          <p:cNvSpPr/>
          <p:nvPr/>
        </p:nvSpPr>
        <p:spPr>
          <a:xfrm>
            <a:off x="2989651" y="30137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6" name="Freeform 4925"/>
          <p:cNvSpPr/>
          <p:nvPr/>
        </p:nvSpPr>
        <p:spPr>
          <a:xfrm>
            <a:off x="3016983" y="30215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7" name="Freeform 4926"/>
          <p:cNvSpPr/>
          <p:nvPr/>
        </p:nvSpPr>
        <p:spPr>
          <a:xfrm>
            <a:off x="3011744" y="27404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8" name="Freeform 4927"/>
          <p:cNvSpPr/>
          <p:nvPr/>
        </p:nvSpPr>
        <p:spPr>
          <a:xfrm>
            <a:off x="2756272" y="24812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9" name="Freeform 4928"/>
          <p:cNvSpPr/>
          <p:nvPr/>
        </p:nvSpPr>
        <p:spPr>
          <a:xfrm>
            <a:off x="2901946" y="22457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0" name="Freeform 4929"/>
          <p:cNvSpPr/>
          <p:nvPr/>
        </p:nvSpPr>
        <p:spPr>
          <a:xfrm>
            <a:off x="2909535" y="25939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1" name="Freeform 4930"/>
          <p:cNvSpPr/>
          <p:nvPr/>
        </p:nvSpPr>
        <p:spPr>
          <a:xfrm>
            <a:off x="2945722" y="28711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2" name="Freeform 4931"/>
          <p:cNvSpPr/>
          <p:nvPr/>
        </p:nvSpPr>
        <p:spPr>
          <a:xfrm>
            <a:off x="2972880" y="34728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3" name="Freeform 4932"/>
          <p:cNvSpPr/>
          <p:nvPr/>
        </p:nvSpPr>
        <p:spPr>
          <a:xfrm>
            <a:off x="3022123" y="26812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4" name="Freeform 4933"/>
          <p:cNvSpPr/>
          <p:nvPr/>
        </p:nvSpPr>
        <p:spPr>
          <a:xfrm>
            <a:off x="3001974" y="26977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5" name="Freeform 4934"/>
          <p:cNvSpPr/>
          <p:nvPr/>
        </p:nvSpPr>
        <p:spPr>
          <a:xfrm>
            <a:off x="2952579" y="26399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6" name="Freeform 4935"/>
          <p:cNvSpPr/>
          <p:nvPr/>
        </p:nvSpPr>
        <p:spPr>
          <a:xfrm>
            <a:off x="2962536" y="19328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7" name="Freeform 4936"/>
          <p:cNvSpPr/>
          <p:nvPr/>
        </p:nvSpPr>
        <p:spPr>
          <a:xfrm>
            <a:off x="3077690" y="22511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8" name="Freeform 4937"/>
          <p:cNvSpPr/>
          <p:nvPr/>
        </p:nvSpPr>
        <p:spPr>
          <a:xfrm>
            <a:off x="2920354" y="24186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9" name="Freeform 4938"/>
          <p:cNvSpPr/>
          <p:nvPr/>
        </p:nvSpPr>
        <p:spPr>
          <a:xfrm>
            <a:off x="2981199" y="30609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0" name="Freeform 4939"/>
          <p:cNvSpPr/>
          <p:nvPr/>
        </p:nvSpPr>
        <p:spPr>
          <a:xfrm>
            <a:off x="3064846" y="28958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1" name="Freeform 4940"/>
          <p:cNvSpPr/>
          <p:nvPr/>
        </p:nvSpPr>
        <p:spPr>
          <a:xfrm>
            <a:off x="2983947" y="27421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2" name="Freeform 4941"/>
          <p:cNvSpPr/>
          <p:nvPr/>
        </p:nvSpPr>
        <p:spPr>
          <a:xfrm>
            <a:off x="2825446" y="29923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3" name="Freeform 4942"/>
          <p:cNvSpPr/>
          <p:nvPr/>
        </p:nvSpPr>
        <p:spPr>
          <a:xfrm>
            <a:off x="2985871" y="25232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4" name="Freeform 4943"/>
          <p:cNvSpPr/>
          <p:nvPr/>
        </p:nvSpPr>
        <p:spPr>
          <a:xfrm>
            <a:off x="2935306" y="25760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5" name="Freeform 4944"/>
          <p:cNvSpPr/>
          <p:nvPr/>
        </p:nvSpPr>
        <p:spPr>
          <a:xfrm>
            <a:off x="2953498" y="31073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6" name="Freeform 4945"/>
          <p:cNvSpPr/>
          <p:nvPr/>
        </p:nvSpPr>
        <p:spPr>
          <a:xfrm>
            <a:off x="3030718" y="226722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7" name="Freeform 4946"/>
          <p:cNvSpPr/>
          <p:nvPr/>
        </p:nvSpPr>
        <p:spPr>
          <a:xfrm>
            <a:off x="2992147" y="26696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8" name="Freeform 4947"/>
          <p:cNvSpPr/>
          <p:nvPr/>
        </p:nvSpPr>
        <p:spPr>
          <a:xfrm>
            <a:off x="2943486" y="33429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9" name="Freeform 4948"/>
          <p:cNvSpPr/>
          <p:nvPr/>
        </p:nvSpPr>
        <p:spPr>
          <a:xfrm>
            <a:off x="3020171" y="27261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0" name="Freeform 4949"/>
          <p:cNvSpPr/>
          <p:nvPr/>
        </p:nvSpPr>
        <p:spPr>
          <a:xfrm>
            <a:off x="2989874" y="26038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1" name="Freeform 4950"/>
          <p:cNvSpPr/>
          <p:nvPr/>
        </p:nvSpPr>
        <p:spPr>
          <a:xfrm>
            <a:off x="2967975" y="23495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2" name="Freeform 4951"/>
          <p:cNvSpPr/>
          <p:nvPr/>
        </p:nvSpPr>
        <p:spPr>
          <a:xfrm>
            <a:off x="2980968" y="28313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3" name="Freeform 4952"/>
          <p:cNvSpPr/>
          <p:nvPr/>
        </p:nvSpPr>
        <p:spPr>
          <a:xfrm>
            <a:off x="2977791" y="24028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4" name="Freeform 4953"/>
          <p:cNvSpPr/>
          <p:nvPr/>
        </p:nvSpPr>
        <p:spPr>
          <a:xfrm>
            <a:off x="2938479" y="26384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5" name="Freeform 4954"/>
          <p:cNvSpPr/>
          <p:nvPr/>
        </p:nvSpPr>
        <p:spPr>
          <a:xfrm>
            <a:off x="2930547" y="31907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6" name="Freeform 4955"/>
          <p:cNvSpPr/>
          <p:nvPr/>
        </p:nvSpPr>
        <p:spPr>
          <a:xfrm>
            <a:off x="2962670" y="32275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7" name="Freeform 4956"/>
          <p:cNvSpPr/>
          <p:nvPr/>
        </p:nvSpPr>
        <p:spPr>
          <a:xfrm>
            <a:off x="2897702" y="22945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8" name="Freeform 4957"/>
          <p:cNvSpPr/>
          <p:nvPr/>
        </p:nvSpPr>
        <p:spPr>
          <a:xfrm>
            <a:off x="2877494" y="22675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9" name="Freeform 4958"/>
          <p:cNvSpPr/>
          <p:nvPr/>
        </p:nvSpPr>
        <p:spPr>
          <a:xfrm>
            <a:off x="3047295" y="25885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0" name="Freeform 4959"/>
          <p:cNvSpPr/>
          <p:nvPr/>
        </p:nvSpPr>
        <p:spPr>
          <a:xfrm>
            <a:off x="2945101" y="21573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1" name="Freeform 4960"/>
          <p:cNvSpPr/>
          <p:nvPr/>
        </p:nvSpPr>
        <p:spPr>
          <a:xfrm>
            <a:off x="2959409" y="23187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2" name="Freeform 4961"/>
          <p:cNvSpPr/>
          <p:nvPr/>
        </p:nvSpPr>
        <p:spPr>
          <a:xfrm>
            <a:off x="2952043" y="24559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3" name="Freeform 4962"/>
          <p:cNvSpPr/>
          <p:nvPr/>
        </p:nvSpPr>
        <p:spPr>
          <a:xfrm>
            <a:off x="2962553" y="30423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4" name="Freeform 4963"/>
          <p:cNvSpPr/>
          <p:nvPr/>
        </p:nvSpPr>
        <p:spPr>
          <a:xfrm>
            <a:off x="2962507" y="20706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5" name="Freeform 4964"/>
          <p:cNvSpPr/>
          <p:nvPr/>
        </p:nvSpPr>
        <p:spPr>
          <a:xfrm>
            <a:off x="2965321" y="25100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6" name="Freeform 4965"/>
          <p:cNvSpPr/>
          <p:nvPr/>
        </p:nvSpPr>
        <p:spPr>
          <a:xfrm>
            <a:off x="2907606" y="28491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7" name="Freeform 4966"/>
          <p:cNvSpPr/>
          <p:nvPr/>
        </p:nvSpPr>
        <p:spPr>
          <a:xfrm>
            <a:off x="3022825" y="29529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8" name="Freeform 4967"/>
          <p:cNvSpPr/>
          <p:nvPr/>
        </p:nvSpPr>
        <p:spPr>
          <a:xfrm>
            <a:off x="2915091" y="26128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9" name="Freeform 4968"/>
          <p:cNvSpPr/>
          <p:nvPr/>
        </p:nvSpPr>
        <p:spPr>
          <a:xfrm>
            <a:off x="3029650" y="33216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0" name="Freeform 4969"/>
          <p:cNvSpPr/>
          <p:nvPr/>
        </p:nvSpPr>
        <p:spPr>
          <a:xfrm>
            <a:off x="2833718" y="24500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1" name="Freeform 4970"/>
          <p:cNvSpPr/>
          <p:nvPr/>
        </p:nvSpPr>
        <p:spPr>
          <a:xfrm>
            <a:off x="2890586" y="30578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2" name="Freeform 4971"/>
          <p:cNvSpPr/>
          <p:nvPr/>
        </p:nvSpPr>
        <p:spPr>
          <a:xfrm>
            <a:off x="3026812" y="25709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3" name="Freeform 4972"/>
          <p:cNvSpPr/>
          <p:nvPr/>
        </p:nvSpPr>
        <p:spPr>
          <a:xfrm>
            <a:off x="2951173" y="28990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4" name="Freeform 4973"/>
          <p:cNvSpPr/>
          <p:nvPr/>
        </p:nvSpPr>
        <p:spPr>
          <a:xfrm>
            <a:off x="2916489" y="28044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5" name="Freeform 4974"/>
          <p:cNvSpPr/>
          <p:nvPr/>
        </p:nvSpPr>
        <p:spPr>
          <a:xfrm>
            <a:off x="2985887" y="29855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6" name="Freeform 4975"/>
          <p:cNvSpPr/>
          <p:nvPr/>
        </p:nvSpPr>
        <p:spPr>
          <a:xfrm>
            <a:off x="2891647" y="27665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7" name="Freeform 4976"/>
          <p:cNvSpPr/>
          <p:nvPr/>
        </p:nvSpPr>
        <p:spPr>
          <a:xfrm>
            <a:off x="2966100" y="20125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8" name="Freeform 4977"/>
          <p:cNvSpPr/>
          <p:nvPr/>
        </p:nvSpPr>
        <p:spPr>
          <a:xfrm>
            <a:off x="2814061" y="21980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9" name="Freeform 4978"/>
          <p:cNvSpPr/>
          <p:nvPr/>
        </p:nvSpPr>
        <p:spPr>
          <a:xfrm>
            <a:off x="2930994" y="25769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0" name="Freeform 4979"/>
          <p:cNvSpPr/>
          <p:nvPr/>
        </p:nvSpPr>
        <p:spPr>
          <a:xfrm>
            <a:off x="2917894" y="27165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1" name="Freeform 4980"/>
          <p:cNvSpPr/>
          <p:nvPr/>
        </p:nvSpPr>
        <p:spPr>
          <a:xfrm>
            <a:off x="2996796" y="23968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2" name="Freeform 4981"/>
          <p:cNvSpPr/>
          <p:nvPr/>
        </p:nvSpPr>
        <p:spPr>
          <a:xfrm>
            <a:off x="3019094" y="22917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3" name="Freeform 4982"/>
          <p:cNvSpPr/>
          <p:nvPr/>
        </p:nvSpPr>
        <p:spPr>
          <a:xfrm>
            <a:off x="2904315" y="30123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4" name="Freeform 4983"/>
          <p:cNvSpPr/>
          <p:nvPr/>
        </p:nvSpPr>
        <p:spPr>
          <a:xfrm>
            <a:off x="3067726" y="27357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5" name="Freeform 4984"/>
          <p:cNvSpPr/>
          <p:nvPr/>
        </p:nvSpPr>
        <p:spPr>
          <a:xfrm>
            <a:off x="2921729" y="33771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6" name="Freeform 4985"/>
          <p:cNvSpPr/>
          <p:nvPr/>
        </p:nvSpPr>
        <p:spPr>
          <a:xfrm>
            <a:off x="2824623" y="22943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7" name="Freeform 4986"/>
          <p:cNvSpPr/>
          <p:nvPr/>
        </p:nvSpPr>
        <p:spPr>
          <a:xfrm>
            <a:off x="2803145" y="19480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8" name="Freeform 4987"/>
          <p:cNvSpPr/>
          <p:nvPr/>
        </p:nvSpPr>
        <p:spPr>
          <a:xfrm>
            <a:off x="3063086" y="26778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9" name="Freeform 4988"/>
          <p:cNvSpPr/>
          <p:nvPr/>
        </p:nvSpPr>
        <p:spPr>
          <a:xfrm>
            <a:off x="2955194" y="34885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0" name="Freeform 4989"/>
          <p:cNvSpPr/>
          <p:nvPr/>
        </p:nvSpPr>
        <p:spPr>
          <a:xfrm>
            <a:off x="2918061" y="24833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1" name="Freeform 4990"/>
          <p:cNvSpPr/>
          <p:nvPr/>
        </p:nvSpPr>
        <p:spPr>
          <a:xfrm>
            <a:off x="2911390" y="30396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2" name="Freeform 4991"/>
          <p:cNvSpPr/>
          <p:nvPr/>
        </p:nvSpPr>
        <p:spPr>
          <a:xfrm>
            <a:off x="2888550" y="29511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3" name="Freeform 4992"/>
          <p:cNvSpPr/>
          <p:nvPr/>
        </p:nvSpPr>
        <p:spPr>
          <a:xfrm>
            <a:off x="3050700" y="24768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4" name="Freeform 4993"/>
          <p:cNvSpPr/>
          <p:nvPr/>
        </p:nvSpPr>
        <p:spPr>
          <a:xfrm>
            <a:off x="2955436" y="26136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5" name="Freeform 4994"/>
          <p:cNvSpPr/>
          <p:nvPr/>
        </p:nvSpPr>
        <p:spPr>
          <a:xfrm>
            <a:off x="3079752" y="28867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6" name="Freeform 4995"/>
          <p:cNvSpPr/>
          <p:nvPr/>
        </p:nvSpPr>
        <p:spPr>
          <a:xfrm>
            <a:off x="2947800" y="29460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7" name="Freeform 4996"/>
          <p:cNvSpPr/>
          <p:nvPr/>
        </p:nvSpPr>
        <p:spPr>
          <a:xfrm>
            <a:off x="2805097" y="26609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8" name="Freeform 4997"/>
          <p:cNvSpPr/>
          <p:nvPr/>
        </p:nvSpPr>
        <p:spPr>
          <a:xfrm>
            <a:off x="3017015" y="28577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9" name="Freeform 4998"/>
          <p:cNvSpPr/>
          <p:nvPr/>
        </p:nvSpPr>
        <p:spPr>
          <a:xfrm>
            <a:off x="2936577" y="31150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0" name="Freeform 4999"/>
          <p:cNvSpPr/>
          <p:nvPr/>
        </p:nvSpPr>
        <p:spPr>
          <a:xfrm>
            <a:off x="2945274" y="28295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1" name="Freeform 5000"/>
          <p:cNvSpPr/>
          <p:nvPr/>
        </p:nvSpPr>
        <p:spPr>
          <a:xfrm>
            <a:off x="3064964" y="25823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2" name="Freeform 5001"/>
          <p:cNvSpPr/>
          <p:nvPr/>
        </p:nvSpPr>
        <p:spPr>
          <a:xfrm>
            <a:off x="2943529" y="27727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3" name="Freeform 5002"/>
          <p:cNvSpPr/>
          <p:nvPr/>
        </p:nvSpPr>
        <p:spPr>
          <a:xfrm>
            <a:off x="3038080" y="32269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4" name="Freeform 5003"/>
          <p:cNvSpPr/>
          <p:nvPr/>
        </p:nvSpPr>
        <p:spPr>
          <a:xfrm>
            <a:off x="2960670" y="23436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5" name="Freeform 5004"/>
          <p:cNvSpPr/>
          <p:nvPr/>
        </p:nvSpPr>
        <p:spPr>
          <a:xfrm>
            <a:off x="2911119" y="37142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6" name="Freeform 5005"/>
          <p:cNvSpPr/>
          <p:nvPr/>
        </p:nvSpPr>
        <p:spPr>
          <a:xfrm>
            <a:off x="2994653" y="28713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7" name="Freeform 5006"/>
          <p:cNvSpPr/>
          <p:nvPr/>
        </p:nvSpPr>
        <p:spPr>
          <a:xfrm>
            <a:off x="2921155" y="29352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8" name="Freeform 5007"/>
          <p:cNvSpPr/>
          <p:nvPr/>
        </p:nvSpPr>
        <p:spPr>
          <a:xfrm>
            <a:off x="3042478" y="26527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9" name="Freeform 5008"/>
          <p:cNvSpPr/>
          <p:nvPr/>
        </p:nvSpPr>
        <p:spPr>
          <a:xfrm>
            <a:off x="3024674" y="25007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0" name="Freeform 5009"/>
          <p:cNvSpPr/>
          <p:nvPr/>
        </p:nvSpPr>
        <p:spPr>
          <a:xfrm>
            <a:off x="2965162" y="22929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1" name="Freeform 5010"/>
          <p:cNvSpPr/>
          <p:nvPr/>
        </p:nvSpPr>
        <p:spPr>
          <a:xfrm>
            <a:off x="3001458" y="29691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2" name="Freeform 5011"/>
          <p:cNvSpPr/>
          <p:nvPr/>
        </p:nvSpPr>
        <p:spPr>
          <a:xfrm>
            <a:off x="2998453" y="24915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3" name="Freeform 5012"/>
          <p:cNvSpPr/>
          <p:nvPr/>
        </p:nvSpPr>
        <p:spPr>
          <a:xfrm>
            <a:off x="2942718" y="26352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4" name="Freeform 5013"/>
          <p:cNvSpPr/>
          <p:nvPr/>
        </p:nvSpPr>
        <p:spPr>
          <a:xfrm>
            <a:off x="3020379" y="333651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5" name="Freeform 5014"/>
          <p:cNvSpPr/>
          <p:nvPr/>
        </p:nvSpPr>
        <p:spPr>
          <a:xfrm>
            <a:off x="2945924" y="20084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6" name="Freeform 5015"/>
          <p:cNvSpPr/>
          <p:nvPr/>
        </p:nvSpPr>
        <p:spPr>
          <a:xfrm>
            <a:off x="3001876" y="32362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7" name="Freeform 5016"/>
          <p:cNvSpPr/>
          <p:nvPr/>
        </p:nvSpPr>
        <p:spPr>
          <a:xfrm>
            <a:off x="2897961" y="25530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8" name="Freeform 5017"/>
          <p:cNvSpPr/>
          <p:nvPr/>
        </p:nvSpPr>
        <p:spPr>
          <a:xfrm>
            <a:off x="2967769" y="25638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9" name="Freeform 5018"/>
          <p:cNvSpPr/>
          <p:nvPr/>
        </p:nvSpPr>
        <p:spPr>
          <a:xfrm>
            <a:off x="2988602" y="26059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0" name="Freeform 5019"/>
          <p:cNvSpPr/>
          <p:nvPr/>
        </p:nvSpPr>
        <p:spPr>
          <a:xfrm>
            <a:off x="2908700" y="28890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1" name="Freeform 5020"/>
          <p:cNvSpPr/>
          <p:nvPr/>
        </p:nvSpPr>
        <p:spPr>
          <a:xfrm>
            <a:off x="2933517" y="24030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2" name="Freeform 5021"/>
          <p:cNvSpPr/>
          <p:nvPr/>
        </p:nvSpPr>
        <p:spPr>
          <a:xfrm>
            <a:off x="2925774" y="32809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3" name="Freeform 5022"/>
          <p:cNvSpPr/>
          <p:nvPr/>
        </p:nvSpPr>
        <p:spPr>
          <a:xfrm>
            <a:off x="3009468" y="27314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4" name="Freeform 5023"/>
          <p:cNvSpPr/>
          <p:nvPr/>
        </p:nvSpPr>
        <p:spPr>
          <a:xfrm>
            <a:off x="2913450" y="29145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5" name="Freeform 5024"/>
          <p:cNvSpPr/>
          <p:nvPr/>
        </p:nvSpPr>
        <p:spPr>
          <a:xfrm>
            <a:off x="2990303" y="29562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6" name="Freeform 5025"/>
          <p:cNvSpPr/>
          <p:nvPr/>
        </p:nvSpPr>
        <p:spPr>
          <a:xfrm>
            <a:off x="3062410" y="25496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7" name="Freeform 5026"/>
          <p:cNvSpPr/>
          <p:nvPr/>
        </p:nvSpPr>
        <p:spPr>
          <a:xfrm>
            <a:off x="2984956" y="23110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8" name="Freeform 5027"/>
          <p:cNvSpPr/>
          <p:nvPr/>
        </p:nvSpPr>
        <p:spPr>
          <a:xfrm>
            <a:off x="2854409" y="28334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9" name="Freeform 5028"/>
          <p:cNvSpPr/>
          <p:nvPr/>
        </p:nvSpPr>
        <p:spPr>
          <a:xfrm>
            <a:off x="2969691" y="2420217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0" name="Freeform 5029"/>
          <p:cNvSpPr/>
          <p:nvPr/>
        </p:nvSpPr>
        <p:spPr>
          <a:xfrm>
            <a:off x="3030426" y="26889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1" name="Freeform 5030"/>
          <p:cNvSpPr/>
          <p:nvPr/>
        </p:nvSpPr>
        <p:spPr>
          <a:xfrm>
            <a:off x="2942423" y="303546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2" name="Freeform 5031"/>
          <p:cNvSpPr/>
          <p:nvPr/>
        </p:nvSpPr>
        <p:spPr>
          <a:xfrm>
            <a:off x="3035012" y="28020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3" name="Freeform 5032"/>
          <p:cNvSpPr/>
          <p:nvPr/>
        </p:nvSpPr>
        <p:spPr>
          <a:xfrm>
            <a:off x="3002452" y="28173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4" name="Freeform 5033"/>
          <p:cNvSpPr/>
          <p:nvPr/>
        </p:nvSpPr>
        <p:spPr>
          <a:xfrm>
            <a:off x="2989406" y="29633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5" name="Freeform 5034"/>
          <p:cNvSpPr/>
          <p:nvPr/>
        </p:nvSpPr>
        <p:spPr>
          <a:xfrm>
            <a:off x="2944159" y="25497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6" name="Freeform 5035"/>
          <p:cNvSpPr/>
          <p:nvPr/>
        </p:nvSpPr>
        <p:spPr>
          <a:xfrm>
            <a:off x="2927528" y="26209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7" name="Freeform 5036"/>
          <p:cNvSpPr/>
          <p:nvPr/>
        </p:nvSpPr>
        <p:spPr>
          <a:xfrm>
            <a:off x="2944548" y="32920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8" name="Freeform 5037"/>
          <p:cNvSpPr/>
          <p:nvPr/>
        </p:nvSpPr>
        <p:spPr>
          <a:xfrm>
            <a:off x="2965741" y="33144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9" name="Freeform 5038"/>
          <p:cNvSpPr/>
          <p:nvPr/>
        </p:nvSpPr>
        <p:spPr>
          <a:xfrm>
            <a:off x="2996284" y="25511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0" name="Freeform 5039"/>
          <p:cNvSpPr/>
          <p:nvPr/>
        </p:nvSpPr>
        <p:spPr>
          <a:xfrm>
            <a:off x="2989507" y="30069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1" name="Freeform 5040"/>
          <p:cNvSpPr/>
          <p:nvPr/>
        </p:nvSpPr>
        <p:spPr>
          <a:xfrm>
            <a:off x="2941675" y="25961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2" name="Freeform 5041"/>
          <p:cNvSpPr/>
          <p:nvPr/>
        </p:nvSpPr>
        <p:spPr>
          <a:xfrm>
            <a:off x="2966000" y="24201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3" name="Freeform 5042"/>
          <p:cNvSpPr/>
          <p:nvPr/>
        </p:nvSpPr>
        <p:spPr>
          <a:xfrm>
            <a:off x="2987410" y="31745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4" name="Freeform 5043"/>
          <p:cNvSpPr/>
          <p:nvPr/>
        </p:nvSpPr>
        <p:spPr>
          <a:xfrm>
            <a:off x="2853934" y="32262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5" name="Freeform 5044"/>
          <p:cNvSpPr/>
          <p:nvPr/>
        </p:nvSpPr>
        <p:spPr>
          <a:xfrm>
            <a:off x="2910784" y="20916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6" name="Freeform 5045"/>
          <p:cNvSpPr/>
          <p:nvPr/>
        </p:nvSpPr>
        <p:spPr>
          <a:xfrm>
            <a:off x="2908767" y="25779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7" name="Freeform 5046"/>
          <p:cNvSpPr/>
          <p:nvPr/>
        </p:nvSpPr>
        <p:spPr>
          <a:xfrm>
            <a:off x="2948262" y="28613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8" name="Freeform 5047"/>
          <p:cNvSpPr/>
          <p:nvPr/>
        </p:nvSpPr>
        <p:spPr>
          <a:xfrm>
            <a:off x="2943533" y="305062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9" name="Freeform 5048"/>
          <p:cNvSpPr/>
          <p:nvPr/>
        </p:nvSpPr>
        <p:spPr>
          <a:xfrm>
            <a:off x="2944729" y="28949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0" name="Freeform 5049"/>
          <p:cNvSpPr/>
          <p:nvPr/>
        </p:nvSpPr>
        <p:spPr>
          <a:xfrm>
            <a:off x="2903966" y="31449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1" name="Freeform 5050"/>
          <p:cNvSpPr/>
          <p:nvPr/>
        </p:nvSpPr>
        <p:spPr>
          <a:xfrm>
            <a:off x="3006506" y="23824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2" name="Freeform 5051"/>
          <p:cNvSpPr/>
          <p:nvPr/>
        </p:nvSpPr>
        <p:spPr>
          <a:xfrm>
            <a:off x="2980332" y="29928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3" name="Freeform 5052"/>
          <p:cNvSpPr/>
          <p:nvPr/>
        </p:nvSpPr>
        <p:spPr>
          <a:xfrm>
            <a:off x="2852953" y="23051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4" name="Freeform 5053"/>
          <p:cNvSpPr/>
          <p:nvPr/>
        </p:nvSpPr>
        <p:spPr>
          <a:xfrm>
            <a:off x="2962826" y="28545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5" name="Freeform 5054"/>
          <p:cNvSpPr/>
          <p:nvPr/>
        </p:nvSpPr>
        <p:spPr>
          <a:xfrm>
            <a:off x="2887247" y="30908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6" name="Freeform 5055"/>
          <p:cNvSpPr/>
          <p:nvPr/>
        </p:nvSpPr>
        <p:spPr>
          <a:xfrm>
            <a:off x="3074897" y="28639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7" name="Freeform 5056"/>
          <p:cNvSpPr/>
          <p:nvPr/>
        </p:nvSpPr>
        <p:spPr>
          <a:xfrm>
            <a:off x="2931770" y="36720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8" name="Freeform 5057"/>
          <p:cNvSpPr/>
          <p:nvPr/>
        </p:nvSpPr>
        <p:spPr>
          <a:xfrm>
            <a:off x="2935886" y="27516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9" name="Freeform 5058"/>
          <p:cNvSpPr/>
          <p:nvPr/>
        </p:nvSpPr>
        <p:spPr>
          <a:xfrm>
            <a:off x="2967588" y="276979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0" name="Freeform 5059"/>
          <p:cNvSpPr/>
          <p:nvPr/>
        </p:nvSpPr>
        <p:spPr>
          <a:xfrm>
            <a:off x="2948770" y="24040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1" name="Freeform 5060"/>
          <p:cNvSpPr/>
          <p:nvPr/>
        </p:nvSpPr>
        <p:spPr>
          <a:xfrm>
            <a:off x="2958181" y="34007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2" name="Freeform 5061"/>
          <p:cNvSpPr/>
          <p:nvPr/>
        </p:nvSpPr>
        <p:spPr>
          <a:xfrm>
            <a:off x="3064707" y="22800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3" name="Freeform 5062"/>
          <p:cNvSpPr/>
          <p:nvPr/>
        </p:nvSpPr>
        <p:spPr>
          <a:xfrm>
            <a:off x="2977073" y="24055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4" name="Freeform 5063"/>
          <p:cNvSpPr/>
          <p:nvPr/>
        </p:nvSpPr>
        <p:spPr>
          <a:xfrm>
            <a:off x="3017479" y="22469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5" name="Freeform 5064"/>
          <p:cNvSpPr/>
          <p:nvPr/>
        </p:nvSpPr>
        <p:spPr>
          <a:xfrm>
            <a:off x="3036877" y="27266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6" name="Freeform 5065"/>
          <p:cNvSpPr/>
          <p:nvPr/>
        </p:nvSpPr>
        <p:spPr>
          <a:xfrm>
            <a:off x="2897462" y="23344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7" name="Freeform 5066"/>
          <p:cNvSpPr/>
          <p:nvPr/>
        </p:nvSpPr>
        <p:spPr>
          <a:xfrm>
            <a:off x="3074176" y="32481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8" name="Freeform 5067"/>
          <p:cNvSpPr/>
          <p:nvPr/>
        </p:nvSpPr>
        <p:spPr>
          <a:xfrm>
            <a:off x="3007788" y="24450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9" name="Freeform 5068"/>
          <p:cNvSpPr/>
          <p:nvPr/>
        </p:nvSpPr>
        <p:spPr>
          <a:xfrm>
            <a:off x="3025637" y="29907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0" name="Freeform 5069"/>
          <p:cNvSpPr/>
          <p:nvPr/>
        </p:nvSpPr>
        <p:spPr>
          <a:xfrm>
            <a:off x="2904885" y="33144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1" name="Freeform 5070"/>
          <p:cNvSpPr/>
          <p:nvPr/>
        </p:nvSpPr>
        <p:spPr>
          <a:xfrm>
            <a:off x="3016383" y="31205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2" name="Freeform 5071"/>
          <p:cNvSpPr/>
          <p:nvPr/>
        </p:nvSpPr>
        <p:spPr>
          <a:xfrm>
            <a:off x="2989598" y="27052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3" name="Freeform 5072"/>
          <p:cNvSpPr/>
          <p:nvPr/>
        </p:nvSpPr>
        <p:spPr>
          <a:xfrm>
            <a:off x="2926553" y="30103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4" name="Freeform 5073"/>
          <p:cNvSpPr/>
          <p:nvPr/>
        </p:nvSpPr>
        <p:spPr>
          <a:xfrm>
            <a:off x="3113622" y="25689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5" name="Freeform 5074"/>
          <p:cNvSpPr/>
          <p:nvPr/>
        </p:nvSpPr>
        <p:spPr>
          <a:xfrm>
            <a:off x="2999798" y="33720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6" name="Freeform 5075"/>
          <p:cNvSpPr/>
          <p:nvPr/>
        </p:nvSpPr>
        <p:spPr>
          <a:xfrm>
            <a:off x="2946329" y="34893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7" name="Freeform 5076"/>
          <p:cNvSpPr/>
          <p:nvPr/>
        </p:nvSpPr>
        <p:spPr>
          <a:xfrm>
            <a:off x="2975086" y="22026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8" name="Freeform 5077"/>
          <p:cNvSpPr/>
          <p:nvPr/>
        </p:nvSpPr>
        <p:spPr>
          <a:xfrm>
            <a:off x="3022606" y="23749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9" name="Freeform 5078"/>
          <p:cNvSpPr/>
          <p:nvPr/>
        </p:nvSpPr>
        <p:spPr>
          <a:xfrm>
            <a:off x="3037210" y="309303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0" name="Freeform 5079"/>
          <p:cNvSpPr/>
          <p:nvPr/>
        </p:nvSpPr>
        <p:spPr>
          <a:xfrm>
            <a:off x="3000828" y="27083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1" name="Freeform 5080"/>
          <p:cNvSpPr/>
          <p:nvPr/>
        </p:nvSpPr>
        <p:spPr>
          <a:xfrm>
            <a:off x="3042998" y="23324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2" name="Freeform 5081"/>
          <p:cNvSpPr/>
          <p:nvPr/>
        </p:nvSpPr>
        <p:spPr>
          <a:xfrm>
            <a:off x="3059783" y="25531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3" name="Freeform 5082"/>
          <p:cNvSpPr/>
          <p:nvPr/>
        </p:nvSpPr>
        <p:spPr>
          <a:xfrm>
            <a:off x="2880364" y="26527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4" name="Freeform 5083"/>
          <p:cNvSpPr/>
          <p:nvPr/>
        </p:nvSpPr>
        <p:spPr>
          <a:xfrm>
            <a:off x="2930062" y="23045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5" name="Freeform 5084"/>
          <p:cNvSpPr/>
          <p:nvPr/>
        </p:nvSpPr>
        <p:spPr>
          <a:xfrm>
            <a:off x="2899963" y="29759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6" name="Freeform 5085"/>
          <p:cNvSpPr/>
          <p:nvPr/>
        </p:nvSpPr>
        <p:spPr>
          <a:xfrm>
            <a:off x="2968745" y="26957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7" name="Freeform 5086"/>
          <p:cNvSpPr/>
          <p:nvPr/>
        </p:nvSpPr>
        <p:spPr>
          <a:xfrm>
            <a:off x="3058036" y="271380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8" name="Freeform 5087"/>
          <p:cNvSpPr/>
          <p:nvPr/>
        </p:nvSpPr>
        <p:spPr>
          <a:xfrm>
            <a:off x="3005633" y="28075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9" name="Freeform 5088"/>
          <p:cNvSpPr/>
          <p:nvPr/>
        </p:nvSpPr>
        <p:spPr>
          <a:xfrm>
            <a:off x="2892949" y="28505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0" name="Freeform 5089"/>
          <p:cNvSpPr/>
          <p:nvPr/>
        </p:nvSpPr>
        <p:spPr>
          <a:xfrm>
            <a:off x="2942840" y="26804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1" name="Freeform 5090"/>
          <p:cNvSpPr/>
          <p:nvPr/>
        </p:nvSpPr>
        <p:spPr>
          <a:xfrm>
            <a:off x="3030550" y="26945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2" name="Freeform 5091"/>
          <p:cNvSpPr/>
          <p:nvPr/>
        </p:nvSpPr>
        <p:spPr>
          <a:xfrm>
            <a:off x="2927071" y="30927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3" name="Freeform 5092"/>
          <p:cNvSpPr/>
          <p:nvPr/>
        </p:nvSpPr>
        <p:spPr>
          <a:xfrm>
            <a:off x="2955913" y="24124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4" name="Freeform 5093"/>
          <p:cNvSpPr/>
          <p:nvPr/>
        </p:nvSpPr>
        <p:spPr>
          <a:xfrm>
            <a:off x="2982523" y="30662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5" name="Freeform 5094"/>
          <p:cNvSpPr/>
          <p:nvPr/>
        </p:nvSpPr>
        <p:spPr>
          <a:xfrm>
            <a:off x="2841500" y="27874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6" name="Freeform 5095"/>
          <p:cNvSpPr/>
          <p:nvPr/>
        </p:nvSpPr>
        <p:spPr>
          <a:xfrm>
            <a:off x="3014041" y="28158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7" name="Freeform 5096"/>
          <p:cNvSpPr/>
          <p:nvPr/>
        </p:nvSpPr>
        <p:spPr>
          <a:xfrm>
            <a:off x="2985034" y="25755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8" name="Freeform 5097"/>
          <p:cNvSpPr/>
          <p:nvPr/>
        </p:nvSpPr>
        <p:spPr>
          <a:xfrm>
            <a:off x="3000040" y="34863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9" name="Freeform 5098"/>
          <p:cNvSpPr/>
          <p:nvPr/>
        </p:nvSpPr>
        <p:spPr>
          <a:xfrm>
            <a:off x="2897409" y="237969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0" name="Freeform 5099"/>
          <p:cNvSpPr/>
          <p:nvPr/>
        </p:nvSpPr>
        <p:spPr>
          <a:xfrm>
            <a:off x="2911383" y="29561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1" name="Freeform 5100"/>
          <p:cNvSpPr/>
          <p:nvPr/>
        </p:nvSpPr>
        <p:spPr>
          <a:xfrm>
            <a:off x="2922737" y="22587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2" name="Freeform 5101"/>
          <p:cNvSpPr/>
          <p:nvPr/>
        </p:nvSpPr>
        <p:spPr>
          <a:xfrm>
            <a:off x="2978948" y="28830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3" name="Freeform 5102"/>
          <p:cNvSpPr/>
          <p:nvPr/>
        </p:nvSpPr>
        <p:spPr>
          <a:xfrm>
            <a:off x="2966994" y="27252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4" name="Freeform 5103"/>
          <p:cNvSpPr/>
          <p:nvPr/>
        </p:nvSpPr>
        <p:spPr>
          <a:xfrm>
            <a:off x="2970806" y="20036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5" name="Freeform 5104"/>
          <p:cNvSpPr/>
          <p:nvPr/>
        </p:nvSpPr>
        <p:spPr>
          <a:xfrm>
            <a:off x="3081179" y="28092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6" name="Freeform 5105"/>
          <p:cNvSpPr/>
          <p:nvPr/>
        </p:nvSpPr>
        <p:spPr>
          <a:xfrm>
            <a:off x="3048925" y="22517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7" name="Freeform 5106"/>
          <p:cNvSpPr/>
          <p:nvPr/>
        </p:nvSpPr>
        <p:spPr>
          <a:xfrm>
            <a:off x="2914632" y="26928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8" name="Freeform 5107"/>
          <p:cNvSpPr/>
          <p:nvPr/>
        </p:nvSpPr>
        <p:spPr>
          <a:xfrm>
            <a:off x="2918978" y="25545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9" name="Freeform 5108"/>
          <p:cNvSpPr/>
          <p:nvPr/>
        </p:nvSpPr>
        <p:spPr>
          <a:xfrm>
            <a:off x="3076138" y="26815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0" name="Freeform 5109"/>
          <p:cNvSpPr/>
          <p:nvPr/>
        </p:nvSpPr>
        <p:spPr>
          <a:xfrm>
            <a:off x="2941301" y="23955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1" name="Freeform 5110"/>
          <p:cNvSpPr/>
          <p:nvPr/>
        </p:nvSpPr>
        <p:spPr>
          <a:xfrm>
            <a:off x="3053791" y="295928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2" name="Freeform 5111"/>
          <p:cNvSpPr/>
          <p:nvPr/>
        </p:nvSpPr>
        <p:spPr>
          <a:xfrm>
            <a:off x="3068370" y="30690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3" name="Freeform 5112"/>
          <p:cNvSpPr/>
          <p:nvPr/>
        </p:nvSpPr>
        <p:spPr>
          <a:xfrm>
            <a:off x="2926351" y="29420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4" name="Freeform 5113"/>
          <p:cNvSpPr/>
          <p:nvPr/>
        </p:nvSpPr>
        <p:spPr>
          <a:xfrm>
            <a:off x="2944451" y="26705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5" name="Freeform 5114"/>
          <p:cNvSpPr/>
          <p:nvPr/>
        </p:nvSpPr>
        <p:spPr>
          <a:xfrm>
            <a:off x="2967822" y="27884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6" name="Freeform 5115"/>
          <p:cNvSpPr/>
          <p:nvPr/>
        </p:nvSpPr>
        <p:spPr>
          <a:xfrm>
            <a:off x="2905031" y="24461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7" name="Freeform 5116"/>
          <p:cNvSpPr/>
          <p:nvPr/>
        </p:nvSpPr>
        <p:spPr>
          <a:xfrm>
            <a:off x="2897462" y="22275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8" name="Freeform 5117"/>
          <p:cNvSpPr/>
          <p:nvPr/>
        </p:nvSpPr>
        <p:spPr>
          <a:xfrm>
            <a:off x="2935715" y="30660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9" name="Freeform 5118"/>
          <p:cNvSpPr/>
          <p:nvPr/>
        </p:nvSpPr>
        <p:spPr>
          <a:xfrm>
            <a:off x="3018890" y="29770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0" name="Freeform 5119"/>
          <p:cNvSpPr/>
          <p:nvPr/>
        </p:nvSpPr>
        <p:spPr>
          <a:xfrm>
            <a:off x="2932617" y="32352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1" name="Freeform 5120"/>
          <p:cNvSpPr/>
          <p:nvPr/>
        </p:nvSpPr>
        <p:spPr>
          <a:xfrm>
            <a:off x="2948641" y="19607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2" name="Freeform 5121"/>
          <p:cNvSpPr/>
          <p:nvPr/>
        </p:nvSpPr>
        <p:spPr>
          <a:xfrm>
            <a:off x="2931466" y="25952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3" name="Freeform 5122"/>
          <p:cNvSpPr/>
          <p:nvPr/>
        </p:nvSpPr>
        <p:spPr>
          <a:xfrm>
            <a:off x="2871792" y="253083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4" name="Freeform 5123"/>
          <p:cNvSpPr/>
          <p:nvPr/>
        </p:nvSpPr>
        <p:spPr>
          <a:xfrm>
            <a:off x="3060792" y="31999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5" name="Freeform 5124"/>
          <p:cNvSpPr/>
          <p:nvPr/>
        </p:nvSpPr>
        <p:spPr>
          <a:xfrm>
            <a:off x="2806958" y="27076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6" name="Freeform 5125"/>
          <p:cNvSpPr/>
          <p:nvPr/>
        </p:nvSpPr>
        <p:spPr>
          <a:xfrm>
            <a:off x="2918940" y="25200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7" name="Freeform 5126"/>
          <p:cNvSpPr/>
          <p:nvPr/>
        </p:nvSpPr>
        <p:spPr>
          <a:xfrm>
            <a:off x="2999390" y="28001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8" name="Freeform 5127"/>
          <p:cNvSpPr/>
          <p:nvPr/>
        </p:nvSpPr>
        <p:spPr>
          <a:xfrm>
            <a:off x="2869736" y="23117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9" name="Freeform 5128"/>
          <p:cNvSpPr/>
          <p:nvPr/>
        </p:nvSpPr>
        <p:spPr>
          <a:xfrm>
            <a:off x="3002442" y="185727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0" name="Freeform 5129"/>
          <p:cNvSpPr/>
          <p:nvPr/>
        </p:nvSpPr>
        <p:spPr>
          <a:xfrm>
            <a:off x="3045399" y="30554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1" name="Freeform 5130"/>
          <p:cNvSpPr/>
          <p:nvPr/>
        </p:nvSpPr>
        <p:spPr>
          <a:xfrm>
            <a:off x="2905297" y="30830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2" name="Freeform 5131"/>
          <p:cNvSpPr/>
          <p:nvPr/>
        </p:nvSpPr>
        <p:spPr>
          <a:xfrm>
            <a:off x="2976159" y="30299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3" name="Freeform 5132"/>
          <p:cNvSpPr/>
          <p:nvPr/>
        </p:nvSpPr>
        <p:spPr>
          <a:xfrm>
            <a:off x="2888653" y="21167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4" name="Freeform 5133"/>
          <p:cNvSpPr/>
          <p:nvPr/>
        </p:nvSpPr>
        <p:spPr>
          <a:xfrm>
            <a:off x="2995940" y="23240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5" name="Freeform 5134"/>
          <p:cNvSpPr/>
          <p:nvPr/>
        </p:nvSpPr>
        <p:spPr>
          <a:xfrm>
            <a:off x="2968165" y="27570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6" name="Freeform 5135"/>
          <p:cNvSpPr/>
          <p:nvPr/>
        </p:nvSpPr>
        <p:spPr>
          <a:xfrm>
            <a:off x="2976596" y="26938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7" name="Freeform 5136"/>
          <p:cNvSpPr/>
          <p:nvPr/>
        </p:nvSpPr>
        <p:spPr>
          <a:xfrm>
            <a:off x="3052919" y="30074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8" name="Freeform 5137"/>
          <p:cNvSpPr/>
          <p:nvPr/>
        </p:nvSpPr>
        <p:spPr>
          <a:xfrm>
            <a:off x="2993548" y="23800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9" name="Freeform 5138"/>
          <p:cNvSpPr/>
          <p:nvPr/>
        </p:nvSpPr>
        <p:spPr>
          <a:xfrm>
            <a:off x="3051574" y="28469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0" name="Freeform 5139"/>
          <p:cNvSpPr/>
          <p:nvPr/>
        </p:nvSpPr>
        <p:spPr>
          <a:xfrm>
            <a:off x="3004355" y="28028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1" name="Freeform 5140"/>
          <p:cNvSpPr/>
          <p:nvPr/>
        </p:nvSpPr>
        <p:spPr>
          <a:xfrm>
            <a:off x="2882712" y="24834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2" name="Freeform 5141"/>
          <p:cNvSpPr/>
          <p:nvPr/>
        </p:nvSpPr>
        <p:spPr>
          <a:xfrm>
            <a:off x="2979628" y="27763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3" name="Freeform 5142"/>
          <p:cNvSpPr/>
          <p:nvPr/>
        </p:nvSpPr>
        <p:spPr>
          <a:xfrm>
            <a:off x="2994757" y="27936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4" name="Freeform 5143"/>
          <p:cNvSpPr/>
          <p:nvPr/>
        </p:nvSpPr>
        <p:spPr>
          <a:xfrm>
            <a:off x="2866393" y="27033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5" name="Freeform 5144"/>
          <p:cNvSpPr/>
          <p:nvPr/>
        </p:nvSpPr>
        <p:spPr>
          <a:xfrm>
            <a:off x="3050743" y="24148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6" name="Freeform 5145"/>
          <p:cNvSpPr/>
          <p:nvPr/>
        </p:nvSpPr>
        <p:spPr>
          <a:xfrm>
            <a:off x="2966798" y="21018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7" name="Freeform 5146"/>
          <p:cNvSpPr/>
          <p:nvPr/>
        </p:nvSpPr>
        <p:spPr>
          <a:xfrm>
            <a:off x="2986701" y="24919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8" name="Freeform 5147"/>
          <p:cNvSpPr/>
          <p:nvPr/>
        </p:nvSpPr>
        <p:spPr>
          <a:xfrm>
            <a:off x="2902815" y="24118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9" name="Freeform 5148"/>
          <p:cNvSpPr/>
          <p:nvPr/>
        </p:nvSpPr>
        <p:spPr>
          <a:xfrm>
            <a:off x="2967098" y="27807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0" name="Freeform 5149"/>
          <p:cNvSpPr/>
          <p:nvPr/>
        </p:nvSpPr>
        <p:spPr>
          <a:xfrm>
            <a:off x="2982173" y="29674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1" name="Freeform 5150"/>
          <p:cNvSpPr/>
          <p:nvPr/>
        </p:nvSpPr>
        <p:spPr>
          <a:xfrm>
            <a:off x="2940640" y="2466798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2" name="Freeform 5151"/>
          <p:cNvSpPr/>
          <p:nvPr/>
        </p:nvSpPr>
        <p:spPr>
          <a:xfrm>
            <a:off x="2967630" y="26442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3" name="Freeform 5152"/>
          <p:cNvSpPr/>
          <p:nvPr/>
        </p:nvSpPr>
        <p:spPr>
          <a:xfrm>
            <a:off x="2821679" y="32302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4" name="Freeform 5153"/>
          <p:cNvSpPr/>
          <p:nvPr/>
        </p:nvSpPr>
        <p:spPr>
          <a:xfrm>
            <a:off x="3052622" y="28278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5" name="Freeform 5154"/>
          <p:cNvSpPr/>
          <p:nvPr/>
        </p:nvSpPr>
        <p:spPr>
          <a:xfrm>
            <a:off x="2888363" y="27377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6" name="Freeform 5155"/>
          <p:cNvSpPr/>
          <p:nvPr/>
        </p:nvSpPr>
        <p:spPr>
          <a:xfrm>
            <a:off x="2817511" y="28949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7" name="Freeform 5156"/>
          <p:cNvSpPr/>
          <p:nvPr/>
        </p:nvSpPr>
        <p:spPr>
          <a:xfrm>
            <a:off x="2898557" y="21624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8" name="Freeform 5157"/>
          <p:cNvSpPr/>
          <p:nvPr/>
        </p:nvSpPr>
        <p:spPr>
          <a:xfrm>
            <a:off x="2906878" y="25308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9" name="Freeform 5158"/>
          <p:cNvSpPr/>
          <p:nvPr/>
        </p:nvSpPr>
        <p:spPr>
          <a:xfrm>
            <a:off x="2998320" y="22023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0" name="Freeform 5159"/>
          <p:cNvSpPr/>
          <p:nvPr/>
        </p:nvSpPr>
        <p:spPr>
          <a:xfrm>
            <a:off x="2901633" y="26103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1" name="Freeform 5160"/>
          <p:cNvSpPr/>
          <p:nvPr/>
        </p:nvSpPr>
        <p:spPr>
          <a:xfrm>
            <a:off x="2981099" y="26773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2" name="Freeform 5161"/>
          <p:cNvSpPr/>
          <p:nvPr/>
        </p:nvSpPr>
        <p:spPr>
          <a:xfrm>
            <a:off x="2898589" y="30515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3" name="Freeform 5162"/>
          <p:cNvSpPr/>
          <p:nvPr/>
        </p:nvSpPr>
        <p:spPr>
          <a:xfrm>
            <a:off x="3108633" y="27028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4" name="Freeform 5163"/>
          <p:cNvSpPr/>
          <p:nvPr/>
        </p:nvSpPr>
        <p:spPr>
          <a:xfrm>
            <a:off x="2998398" y="27024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5" name="Freeform 5164"/>
          <p:cNvSpPr/>
          <p:nvPr/>
        </p:nvSpPr>
        <p:spPr>
          <a:xfrm>
            <a:off x="3091983" y="32098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6" name="Freeform 5165"/>
          <p:cNvSpPr/>
          <p:nvPr/>
        </p:nvSpPr>
        <p:spPr>
          <a:xfrm>
            <a:off x="2894913" y="29056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7" name="Freeform 5166"/>
          <p:cNvSpPr/>
          <p:nvPr/>
        </p:nvSpPr>
        <p:spPr>
          <a:xfrm>
            <a:off x="3006230" y="28261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8" name="Freeform 5167"/>
          <p:cNvSpPr/>
          <p:nvPr/>
        </p:nvSpPr>
        <p:spPr>
          <a:xfrm>
            <a:off x="2898766" y="25552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9" name="Freeform 5168"/>
          <p:cNvSpPr/>
          <p:nvPr/>
        </p:nvSpPr>
        <p:spPr>
          <a:xfrm>
            <a:off x="3000557" y="25376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0" name="Freeform 5169"/>
          <p:cNvSpPr/>
          <p:nvPr/>
        </p:nvSpPr>
        <p:spPr>
          <a:xfrm>
            <a:off x="3007149" y="29209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1" name="Freeform 5170"/>
          <p:cNvSpPr/>
          <p:nvPr/>
        </p:nvSpPr>
        <p:spPr>
          <a:xfrm>
            <a:off x="2856392" y="25348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2" name="Freeform 5171"/>
          <p:cNvSpPr/>
          <p:nvPr/>
        </p:nvSpPr>
        <p:spPr>
          <a:xfrm>
            <a:off x="2886752" y="27741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3" name="Freeform 5172"/>
          <p:cNvSpPr/>
          <p:nvPr/>
        </p:nvSpPr>
        <p:spPr>
          <a:xfrm>
            <a:off x="2884760" y="37622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4" name="Freeform 5173"/>
          <p:cNvSpPr/>
          <p:nvPr/>
        </p:nvSpPr>
        <p:spPr>
          <a:xfrm>
            <a:off x="2862366" y="28854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5" name="Freeform 5174"/>
          <p:cNvSpPr/>
          <p:nvPr/>
        </p:nvSpPr>
        <p:spPr>
          <a:xfrm>
            <a:off x="2913600" y="23105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6" name="Freeform 5175"/>
          <p:cNvSpPr/>
          <p:nvPr/>
        </p:nvSpPr>
        <p:spPr>
          <a:xfrm>
            <a:off x="2898377" y="33255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7" name="Freeform 5176"/>
          <p:cNvSpPr/>
          <p:nvPr/>
        </p:nvSpPr>
        <p:spPr>
          <a:xfrm>
            <a:off x="2866188" y="26658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8" name="Freeform 5177"/>
          <p:cNvSpPr/>
          <p:nvPr/>
        </p:nvSpPr>
        <p:spPr>
          <a:xfrm>
            <a:off x="2968518" y="21244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9" name="Freeform 5178"/>
          <p:cNvSpPr/>
          <p:nvPr/>
        </p:nvSpPr>
        <p:spPr>
          <a:xfrm>
            <a:off x="2998202" y="29868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0" name="Freeform 5179"/>
          <p:cNvSpPr/>
          <p:nvPr/>
        </p:nvSpPr>
        <p:spPr>
          <a:xfrm>
            <a:off x="2874783" y="27064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1" name="Freeform 5180"/>
          <p:cNvSpPr/>
          <p:nvPr/>
        </p:nvSpPr>
        <p:spPr>
          <a:xfrm>
            <a:off x="2925022" y="31866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2" name="Freeform 5181"/>
          <p:cNvSpPr/>
          <p:nvPr/>
        </p:nvSpPr>
        <p:spPr>
          <a:xfrm>
            <a:off x="2962476" y="210897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3" name="Freeform 5182"/>
          <p:cNvSpPr/>
          <p:nvPr/>
        </p:nvSpPr>
        <p:spPr>
          <a:xfrm>
            <a:off x="2946553" y="27378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4" name="Freeform 5183"/>
          <p:cNvSpPr/>
          <p:nvPr/>
        </p:nvSpPr>
        <p:spPr>
          <a:xfrm>
            <a:off x="2915431" y="26901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5" name="Freeform 5184"/>
          <p:cNvSpPr/>
          <p:nvPr/>
        </p:nvSpPr>
        <p:spPr>
          <a:xfrm>
            <a:off x="3015640" y="22093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6" name="Freeform 5185"/>
          <p:cNvSpPr/>
          <p:nvPr/>
        </p:nvSpPr>
        <p:spPr>
          <a:xfrm>
            <a:off x="3018054" y="2464044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7" name="Freeform 5186"/>
          <p:cNvSpPr/>
          <p:nvPr/>
        </p:nvSpPr>
        <p:spPr>
          <a:xfrm>
            <a:off x="3006942" y="30291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8" name="Freeform 5187"/>
          <p:cNvSpPr/>
          <p:nvPr/>
        </p:nvSpPr>
        <p:spPr>
          <a:xfrm>
            <a:off x="2948017" y="29452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9" name="Freeform 5188"/>
          <p:cNvSpPr/>
          <p:nvPr/>
        </p:nvSpPr>
        <p:spPr>
          <a:xfrm>
            <a:off x="3093589" y="25252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0" name="Freeform 5189"/>
          <p:cNvSpPr/>
          <p:nvPr/>
        </p:nvSpPr>
        <p:spPr>
          <a:xfrm>
            <a:off x="3077264" y="29367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1" name="Freeform 5190"/>
          <p:cNvSpPr/>
          <p:nvPr/>
        </p:nvSpPr>
        <p:spPr>
          <a:xfrm>
            <a:off x="2935132" y="34856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2" name="Freeform 5191"/>
          <p:cNvSpPr/>
          <p:nvPr/>
        </p:nvSpPr>
        <p:spPr>
          <a:xfrm>
            <a:off x="2953808" y="27268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3" name="Freeform 5192"/>
          <p:cNvSpPr/>
          <p:nvPr/>
        </p:nvSpPr>
        <p:spPr>
          <a:xfrm>
            <a:off x="3040597" y="32514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4" name="Freeform 5193"/>
          <p:cNvSpPr/>
          <p:nvPr/>
        </p:nvSpPr>
        <p:spPr>
          <a:xfrm>
            <a:off x="2908723" y="21129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5" name="Freeform 5194"/>
          <p:cNvSpPr/>
          <p:nvPr/>
        </p:nvSpPr>
        <p:spPr>
          <a:xfrm>
            <a:off x="2988179" y="26422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6" name="Freeform 5195"/>
          <p:cNvSpPr/>
          <p:nvPr/>
        </p:nvSpPr>
        <p:spPr>
          <a:xfrm>
            <a:off x="2964791" y="30400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7" name="Freeform 5196"/>
          <p:cNvSpPr/>
          <p:nvPr/>
        </p:nvSpPr>
        <p:spPr>
          <a:xfrm>
            <a:off x="2915066" y="29641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8" name="Freeform 5197"/>
          <p:cNvSpPr/>
          <p:nvPr/>
        </p:nvSpPr>
        <p:spPr>
          <a:xfrm>
            <a:off x="2946343" y="34019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9" name="Freeform 5198"/>
          <p:cNvSpPr/>
          <p:nvPr/>
        </p:nvSpPr>
        <p:spPr>
          <a:xfrm>
            <a:off x="2857438" y="31114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0" name="Freeform 5199"/>
          <p:cNvSpPr/>
          <p:nvPr/>
        </p:nvSpPr>
        <p:spPr>
          <a:xfrm>
            <a:off x="2925657" y="23335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1" name="Freeform 5200"/>
          <p:cNvSpPr/>
          <p:nvPr/>
        </p:nvSpPr>
        <p:spPr>
          <a:xfrm>
            <a:off x="2829307" y="18867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2" name="Freeform 5201"/>
          <p:cNvSpPr/>
          <p:nvPr/>
        </p:nvSpPr>
        <p:spPr>
          <a:xfrm>
            <a:off x="3112900" y="24401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3" name="Freeform 5202"/>
          <p:cNvSpPr/>
          <p:nvPr/>
        </p:nvSpPr>
        <p:spPr>
          <a:xfrm>
            <a:off x="3061520" y="27410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4" name="Freeform 5203"/>
          <p:cNvSpPr/>
          <p:nvPr/>
        </p:nvSpPr>
        <p:spPr>
          <a:xfrm>
            <a:off x="3043124" y="28660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5" name="Freeform 5204"/>
          <p:cNvSpPr/>
          <p:nvPr/>
        </p:nvSpPr>
        <p:spPr>
          <a:xfrm>
            <a:off x="2981640" y="30589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6" name="Freeform 5205"/>
          <p:cNvSpPr/>
          <p:nvPr/>
        </p:nvSpPr>
        <p:spPr>
          <a:xfrm>
            <a:off x="3027826" y="1949945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7" name="Freeform 5206"/>
          <p:cNvSpPr/>
          <p:nvPr/>
        </p:nvSpPr>
        <p:spPr>
          <a:xfrm>
            <a:off x="3045958" y="27766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8" name="Freeform 5207"/>
          <p:cNvSpPr/>
          <p:nvPr/>
        </p:nvSpPr>
        <p:spPr>
          <a:xfrm>
            <a:off x="3028940" y="19294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9" name="Freeform 5208"/>
          <p:cNvSpPr/>
          <p:nvPr/>
        </p:nvSpPr>
        <p:spPr>
          <a:xfrm>
            <a:off x="3022446" y="21949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0" name="Freeform 5209"/>
          <p:cNvSpPr/>
          <p:nvPr/>
        </p:nvSpPr>
        <p:spPr>
          <a:xfrm>
            <a:off x="2900998" y="3347271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1" name="Freeform 5210"/>
          <p:cNvSpPr/>
          <p:nvPr/>
        </p:nvSpPr>
        <p:spPr>
          <a:xfrm>
            <a:off x="2989918" y="29520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2" name="Freeform 5211"/>
          <p:cNvSpPr/>
          <p:nvPr/>
        </p:nvSpPr>
        <p:spPr>
          <a:xfrm>
            <a:off x="2926005" y="29532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3" name="Freeform 5212"/>
          <p:cNvSpPr/>
          <p:nvPr/>
        </p:nvSpPr>
        <p:spPr>
          <a:xfrm>
            <a:off x="2883132" y="27366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4" name="Freeform 5213"/>
          <p:cNvSpPr/>
          <p:nvPr/>
        </p:nvSpPr>
        <p:spPr>
          <a:xfrm>
            <a:off x="2885709" y="27294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5" name="Freeform 5214"/>
          <p:cNvSpPr/>
          <p:nvPr/>
        </p:nvSpPr>
        <p:spPr>
          <a:xfrm>
            <a:off x="2989777" y="16056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6" name="Freeform 5215"/>
          <p:cNvSpPr/>
          <p:nvPr/>
        </p:nvSpPr>
        <p:spPr>
          <a:xfrm>
            <a:off x="3031233" y="31033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7" name="Freeform 5216"/>
          <p:cNvSpPr/>
          <p:nvPr/>
        </p:nvSpPr>
        <p:spPr>
          <a:xfrm>
            <a:off x="2870631" y="26230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8" name="Freeform 5217"/>
          <p:cNvSpPr/>
          <p:nvPr/>
        </p:nvSpPr>
        <p:spPr>
          <a:xfrm>
            <a:off x="3077130" y="24805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9" name="Freeform 5218"/>
          <p:cNvSpPr/>
          <p:nvPr/>
        </p:nvSpPr>
        <p:spPr>
          <a:xfrm>
            <a:off x="3058785" y="27078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0" name="Freeform 5219"/>
          <p:cNvSpPr/>
          <p:nvPr/>
        </p:nvSpPr>
        <p:spPr>
          <a:xfrm>
            <a:off x="2936062" y="26667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1" name="Freeform 5220"/>
          <p:cNvSpPr/>
          <p:nvPr/>
        </p:nvSpPr>
        <p:spPr>
          <a:xfrm>
            <a:off x="2930570" y="30913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2" name="Freeform 5221"/>
          <p:cNvSpPr/>
          <p:nvPr/>
        </p:nvSpPr>
        <p:spPr>
          <a:xfrm>
            <a:off x="2956423" y="26680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3" name="Freeform 5222"/>
          <p:cNvSpPr/>
          <p:nvPr/>
        </p:nvSpPr>
        <p:spPr>
          <a:xfrm>
            <a:off x="3026343" y="25192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4" name="Freeform 5223"/>
          <p:cNvSpPr/>
          <p:nvPr/>
        </p:nvSpPr>
        <p:spPr>
          <a:xfrm>
            <a:off x="2935822" y="25867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5" name="Freeform 5224"/>
          <p:cNvSpPr/>
          <p:nvPr/>
        </p:nvSpPr>
        <p:spPr>
          <a:xfrm>
            <a:off x="2887823" y="24976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6" name="Freeform 5225"/>
          <p:cNvSpPr/>
          <p:nvPr/>
        </p:nvSpPr>
        <p:spPr>
          <a:xfrm>
            <a:off x="2983976" y="218788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7" name="Freeform 5226"/>
          <p:cNvSpPr/>
          <p:nvPr/>
        </p:nvSpPr>
        <p:spPr>
          <a:xfrm>
            <a:off x="2824170" y="23627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8" name="Freeform 5227"/>
          <p:cNvSpPr/>
          <p:nvPr/>
        </p:nvSpPr>
        <p:spPr>
          <a:xfrm>
            <a:off x="2970480" y="26810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9" name="Freeform 5228"/>
          <p:cNvSpPr/>
          <p:nvPr/>
        </p:nvSpPr>
        <p:spPr>
          <a:xfrm>
            <a:off x="3038001" y="31380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0" name="Freeform 5229"/>
          <p:cNvSpPr/>
          <p:nvPr/>
        </p:nvSpPr>
        <p:spPr>
          <a:xfrm>
            <a:off x="2981367" y="29278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1" name="Freeform 5230"/>
          <p:cNvSpPr/>
          <p:nvPr/>
        </p:nvSpPr>
        <p:spPr>
          <a:xfrm>
            <a:off x="3012842" y="27879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2" name="Freeform 5231"/>
          <p:cNvSpPr/>
          <p:nvPr/>
        </p:nvSpPr>
        <p:spPr>
          <a:xfrm>
            <a:off x="2993814" y="26144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3" name="Freeform 5232"/>
          <p:cNvSpPr/>
          <p:nvPr/>
        </p:nvSpPr>
        <p:spPr>
          <a:xfrm>
            <a:off x="3009334" y="28831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4" name="Freeform 5233"/>
          <p:cNvSpPr/>
          <p:nvPr/>
        </p:nvSpPr>
        <p:spPr>
          <a:xfrm>
            <a:off x="2970666" y="30512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5" name="Freeform 5234"/>
          <p:cNvSpPr/>
          <p:nvPr/>
        </p:nvSpPr>
        <p:spPr>
          <a:xfrm>
            <a:off x="2906001" y="31441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6" name="Freeform 5235"/>
          <p:cNvSpPr/>
          <p:nvPr/>
        </p:nvSpPr>
        <p:spPr>
          <a:xfrm>
            <a:off x="2946119" y="33143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7" name="Freeform 5236"/>
          <p:cNvSpPr/>
          <p:nvPr/>
        </p:nvSpPr>
        <p:spPr>
          <a:xfrm>
            <a:off x="2956141" y="27936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8" name="Freeform 5237"/>
          <p:cNvSpPr/>
          <p:nvPr/>
        </p:nvSpPr>
        <p:spPr>
          <a:xfrm>
            <a:off x="3044506" y="32475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9" name="Freeform 5238"/>
          <p:cNvSpPr/>
          <p:nvPr/>
        </p:nvSpPr>
        <p:spPr>
          <a:xfrm>
            <a:off x="3068869" y="30751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0" name="Freeform 5239"/>
          <p:cNvSpPr/>
          <p:nvPr/>
        </p:nvSpPr>
        <p:spPr>
          <a:xfrm>
            <a:off x="2988901" y="2852068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1" name="Freeform 5240"/>
          <p:cNvSpPr/>
          <p:nvPr/>
        </p:nvSpPr>
        <p:spPr>
          <a:xfrm>
            <a:off x="2911068" y="31984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2" name="Freeform 5241"/>
          <p:cNvSpPr/>
          <p:nvPr/>
        </p:nvSpPr>
        <p:spPr>
          <a:xfrm>
            <a:off x="2912598" y="25676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3" name="Freeform 5242"/>
          <p:cNvSpPr/>
          <p:nvPr/>
        </p:nvSpPr>
        <p:spPr>
          <a:xfrm>
            <a:off x="2948563" y="24350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4" name="Freeform 5243"/>
          <p:cNvSpPr/>
          <p:nvPr/>
        </p:nvSpPr>
        <p:spPr>
          <a:xfrm>
            <a:off x="3053125" y="29092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5" name="Freeform 5244"/>
          <p:cNvSpPr/>
          <p:nvPr/>
        </p:nvSpPr>
        <p:spPr>
          <a:xfrm>
            <a:off x="2983194" y="28679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6" name="Freeform 5245"/>
          <p:cNvSpPr/>
          <p:nvPr/>
        </p:nvSpPr>
        <p:spPr>
          <a:xfrm>
            <a:off x="2957330" y="25096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7" name="Freeform 5246"/>
          <p:cNvSpPr/>
          <p:nvPr/>
        </p:nvSpPr>
        <p:spPr>
          <a:xfrm>
            <a:off x="2910254" y="29697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8" name="Freeform 5247"/>
          <p:cNvSpPr/>
          <p:nvPr/>
        </p:nvSpPr>
        <p:spPr>
          <a:xfrm>
            <a:off x="3019532" y="29950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9" name="Freeform 5248"/>
          <p:cNvSpPr/>
          <p:nvPr/>
        </p:nvSpPr>
        <p:spPr>
          <a:xfrm>
            <a:off x="2980196" y="22673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0" name="Freeform 5249"/>
          <p:cNvSpPr/>
          <p:nvPr/>
        </p:nvSpPr>
        <p:spPr>
          <a:xfrm>
            <a:off x="2957632" y="23821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1" name="Freeform 5250"/>
          <p:cNvSpPr/>
          <p:nvPr/>
        </p:nvSpPr>
        <p:spPr>
          <a:xfrm>
            <a:off x="2967861" y="24860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2" name="Freeform 5251"/>
          <p:cNvSpPr/>
          <p:nvPr/>
        </p:nvSpPr>
        <p:spPr>
          <a:xfrm>
            <a:off x="3072874" y="23669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3" name="Freeform 5252"/>
          <p:cNvSpPr/>
          <p:nvPr/>
        </p:nvSpPr>
        <p:spPr>
          <a:xfrm>
            <a:off x="2950362" y="34342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4" name="Freeform 5253"/>
          <p:cNvSpPr/>
          <p:nvPr/>
        </p:nvSpPr>
        <p:spPr>
          <a:xfrm>
            <a:off x="3073003" y="22094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5" name="Freeform 5254"/>
          <p:cNvSpPr/>
          <p:nvPr/>
        </p:nvSpPr>
        <p:spPr>
          <a:xfrm>
            <a:off x="3043406" y="25630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6" name="Freeform 5255"/>
          <p:cNvSpPr/>
          <p:nvPr/>
        </p:nvSpPr>
        <p:spPr>
          <a:xfrm>
            <a:off x="2964473" y="23356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7" name="Freeform 5256"/>
          <p:cNvSpPr/>
          <p:nvPr/>
        </p:nvSpPr>
        <p:spPr>
          <a:xfrm>
            <a:off x="3019631" y="25649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8" name="Freeform 5257"/>
          <p:cNvSpPr/>
          <p:nvPr/>
        </p:nvSpPr>
        <p:spPr>
          <a:xfrm>
            <a:off x="2952790" y="26892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9" name="Freeform 5258"/>
          <p:cNvSpPr/>
          <p:nvPr/>
        </p:nvSpPr>
        <p:spPr>
          <a:xfrm>
            <a:off x="2906051" y="28084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0" name="Freeform 5259"/>
          <p:cNvSpPr/>
          <p:nvPr/>
        </p:nvSpPr>
        <p:spPr>
          <a:xfrm>
            <a:off x="2943230" y="25722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1" name="Freeform 5260"/>
          <p:cNvSpPr/>
          <p:nvPr/>
        </p:nvSpPr>
        <p:spPr>
          <a:xfrm>
            <a:off x="2900820" y="28218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2" name="Freeform 5261"/>
          <p:cNvSpPr/>
          <p:nvPr/>
        </p:nvSpPr>
        <p:spPr>
          <a:xfrm>
            <a:off x="2994927" y="23881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3" name="Freeform 5262"/>
          <p:cNvSpPr/>
          <p:nvPr/>
        </p:nvSpPr>
        <p:spPr>
          <a:xfrm>
            <a:off x="2961978" y="32905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4" name="Freeform 5263"/>
          <p:cNvSpPr/>
          <p:nvPr/>
        </p:nvSpPr>
        <p:spPr>
          <a:xfrm>
            <a:off x="2998667" y="29063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5" name="Freeform 5264"/>
          <p:cNvSpPr/>
          <p:nvPr/>
        </p:nvSpPr>
        <p:spPr>
          <a:xfrm>
            <a:off x="3015838" y="19554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6" name="Freeform 5265"/>
          <p:cNvSpPr/>
          <p:nvPr/>
        </p:nvSpPr>
        <p:spPr>
          <a:xfrm>
            <a:off x="2754023" y="29374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7" name="Freeform 5266"/>
          <p:cNvSpPr/>
          <p:nvPr/>
        </p:nvSpPr>
        <p:spPr>
          <a:xfrm>
            <a:off x="2981664" y="27950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8" name="Freeform 5267"/>
          <p:cNvSpPr/>
          <p:nvPr/>
        </p:nvSpPr>
        <p:spPr>
          <a:xfrm>
            <a:off x="2841488" y="30317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9" name="Freeform 5268"/>
          <p:cNvSpPr/>
          <p:nvPr/>
        </p:nvSpPr>
        <p:spPr>
          <a:xfrm>
            <a:off x="2972054" y="25837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0" name="Freeform 5269"/>
          <p:cNvSpPr/>
          <p:nvPr/>
        </p:nvSpPr>
        <p:spPr>
          <a:xfrm>
            <a:off x="2902800" y="29779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1" name="Freeform 5270"/>
          <p:cNvSpPr/>
          <p:nvPr/>
        </p:nvSpPr>
        <p:spPr>
          <a:xfrm>
            <a:off x="2967915" y="27754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2" name="Freeform 5271"/>
          <p:cNvSpPr/>
          <p:nvPr/>
        </p:nvSpPr>
        <p:spPr>
          <a:xfrm>
            <a:off x="3051576" y="23951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3" name="Freeform 5272"/>
          <p:cNvSpPr/>
          <p:nvPr/>
        </p:nvSpPr>
        <p:spPr>
          <a:xfrm>
            <a:off x="2847716" y="29641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4" name="Freeform 5273"/>
          <p:cNvSpPr/>
          <p:nvPr/>
        </p:nvSpPr>
        <p:spPr>
          <a:xfrm>
            <a:off x="2973648" y="24173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5" name="Freeform 5274"/>
          <p:cNvSpPr/>
          <p:nvPr/>
        </p:nvSpPr>
        <p:spPr>
          <a:xfrm>
            <a:off x="2955798" y="24049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6" name="Freeform 5275"/>
          <p:cNvSpPr/>
          <p:nvPr/>
        </p:nvSpPr>
        <p:spPr>
          <a:xfrm>
            <a:off x="2835483" y="23193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7" name="Freeform 5276"/>
          <p:cNvSpPr/>
          <p:nvPr/>
        </p:nvSpPr>
        <p:spPr>
          <a:xfrm>
            <a:off x="3003984" y="26555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8" name="Freeform 5277"/>
          <p:cNvSpPr/>
          <p:nvPr/>
        </p:nvSpPr>
        <p:spPr>
          <a:xfrm>
            <a:off x="2963271" y="15155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9" name="Freeform 5278"/>
          <p:cNvSpPr/>
          <p:nvPr/>
        </p:nvSpPr>
        <p:spPr>
          <a:xfrm>
            <a:off x="2927254" y="23195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0" name="Freeform 5279"/>
          <p:cNvSpPr/>
          <p:nvPr/>
        </p:nvSpPr>
        <p:spPr>
          <a:xfrm>
            <a:off x="2913122" y="25878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1" name="Freeform 5280"/>
          <p:cNvSpPr/>
          <p:nvPr/>
        </p:nvSpPr>
        <p:spPr>
          <a:xfrm>
            <a:off x="3174102" y="30292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2" name="Freeform 5281"/>
          <p:cNvSpPr/>
          <p:nvPr/>
        </p:nvSpPr>
        <p:spPr>
          <a:xfrm>
            <a:off x="2934874" y="27429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3" name="Freeform 5282"/>
          <p:cNvSpPr/>
          <p:nvPr/>
        </p:nvSpPr>
        <p:spPr>
          <a:xfrm>
            <a:off x="2841578" y="2182837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4" name="Freeform 5283"/>
          <p:cNvSpPr/>
          <p:nvPr/>
        </p:nvSpPr>
        <p:spPr>
          <a:xfrm>
            <a:off x="2899251" y="20787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5" name="Freeform 5284"/>
          <p:cNvSpPr/>
          <p:nvPr/>
        </p:nvSpPr>
        <p:spPr>
          <a:xfrm>
            <a:off x="2936682" y="21637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6" name="Freeform 5285"/>
          <p:cNvSpPr/>
          <p:nvPr/>
        </p:nvSpPr>
        <p:spPr>
          <a:xfrm>
            <a:off x="2935502" y="24185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7" name="Freeform 5286"/>
          <p:cNvSpPr/>
          <p:nvPr/>
        </p:nvSpPr>
        <p:spPr>
          <a:xfrm>
            <a:off x="2955770" y="31689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8" name="Freeform 5287"/>
          <p:cNvSpPr/>
          <p:nvPr/>
        </p:nvSpPr>
        <p:spPr>
          <a:xfrm>
            <a:off x="2891550" y="25281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9" name="Freeform 5288"/>
          <p:cNvSpPr/>
          <p:nvPr/>
        </p:nvSpPr>
        <p:spPr>
          <a:xfrm>
            <a:off x="2996923" y="31636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0" name="Freeform 5289"/>
          <p:cNvSpPr/>
          <p:nvPr/>
        </p:nvSpPr>
        <p:spPr>
          <a:xfrm>
            <a:off x="2928910" y="32541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1" name="Freeform 5290"/>
          <p:cNvSpPr/>
          <p:nvPr/>
        </p:nvSpPr>
        <p:spPr>
          <a:xfrm>
            <a:off x="2870739" y="26193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2" name="Freeform 5291"/>
          <p:cNvSpPr/>
          <p:nvPr/>
        </p:nvSpPr>
        <p:spPr>
          <a:xfrm>
            <a:off x="2906900" y="25148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3" name="Freeform 5292"/>
          <p:cNvSpPr/>
          <p:nvPr/>
        </p:nvSpPr>
        <p:spPr>
          <a:xfrm>
            <a:off x="2935484" y="23751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4" name="Freeform 5293"/>
          <p:cNvSpPr/>
          <p:nvPr/>
        </p:nvSpPr>
        <p:spPr>
          <a:xfrm>
            <a:off x="3017293" y="25244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5" name="Freeform 5294"/>
          <p:cNvSpPr/>
          <p:nvPr/>
        </p:nvSpPr>
        <p:spPr>
          <a:xfrm>
            <a:off x="2993141" y="25118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6" name="Freeform 5295"/>
          <p:cNvSpPr/>
          <p:nvPr/>
        </p:nvSpPr>
        <p:spPr>
          <a:xfrm>
            <a:off x="2938579" y="30692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7" name="Freeform 5296"/>
          <p:cNvSpPr/>
          <p:nvPr/>
        </p:nvSpPr>
        <p:spPr>
          <a:xfrm>
            <a:off x="2962307" y="27458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8" name="Freeform 5297"/>
          <p:cNvSpPr/>
          <p:nvPr/>
        </p:nvSpPr>
        <p:spPr>
          <a:xfrm>
            <a:off x="2975272" y="32613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9" name="Freeform 5298"/>
          <p:cNvSpPr/>
          <p:nvPr/>
        </p:nvSpPr>
        <p:spPr>
          <a:xfrm>
            <a:off x="3096237" y="34438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0" name="Freeform 5299"/>
          <p:cNvSpPr/>
          <p:nvPr/>
        </p:nvSpPr>
        <p:spPr>
          <a:xfrm>
            <a:off x="2920031" y="24349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1" name="Freeform 5300"/>
          <p:cNvSpPr/>
          <p:nvPr/>
        </p:nvSpPr>
        <p:spPr>
          <a:xfrm>
            <a:off x="2991983" y="29841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2" name="Freeform 5301"/>
          <p:cNvSpPr/>
          <p:nvPr/>
        </p:nvSpPr>
        <p:spPr>
          <a:xfrm>
            <a:off x="3009183" y="238646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3" name="Freeform 5302"/>
          <p:cNvSpPr/>
          <p:nvPr/>
        </p:nvSpPr>
        <p:spPr>
          <a:xfrm>
            <a:off x="2897781" y="22997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4" name="Freeform 5303"/>
          <p:cNvSpPr/>
          <p:nvPr/>
        </p:nvSpPr>
        <p:spPr>
          <a:xfrm>
            <a:off x="2973553" y="29349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5" name="Freeform 5304"/>
          <p:cNvSpPr/>
          <p:nvPr/>
        </p:nvSpPr>
        <p:spPr>
          <a:xfrm>
            <a:off x="2971842" y="249020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6" name="Freeform 5305"/>
          <p:cNvSpPr/>
          <p:nvPr/>
        </p:nvSpPr>
        <p:spPr>
          <a:xfrm>
            <a:off x="2929837" y="29503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7" name="Freeform 5306"/>
          <p:cNvSpPr/>
          <p:nvPr/>
        </p:nvSpPr>
        <p:spPr>
          <a:xfrm>
            <a:off x="2998651" y="33859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8" name="Freeform 5307"/>
          <p:cNvSpPr/>
          <p:nvPr/>
        </p:nvSpPr>
        <p:spPr>
          <a:xfrm>
            <a:off x="3029225" y="26619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9" name="Freeform 5308"/>
          <p:cNvSpPr/>
          <p:nvPr/>
        </p:nvSpPr>
        <p:spPr>
          <a:xfrm>
            <a:off x="3035973" y="28803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0" name="Freeform 5309"/>
          <p:cNvSpPr/>
          <p:nvPr/>
        </p:nvSpPr>
        <p:spPr>
          <a:xfrm>
            <a:off x="2948277" y="28690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1" name="Freeform 5310"/>
          <p:cNvSpPr/>
          <p:nvPr/>
        </p:nvSpPr>
        <p:spPr>
          <a:xfrm>
            <a:off x="2973596" y="19809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2" name="Freeform 5311"/>
          <p:cNvSpPr/>
          <p:nvPr/>
        </p:nvSpPr>
        <p:spPr>
          <a:xfrm>
            <a:off x="3116929" y="32682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3" name="Freeform 5312"/>
          <p:cNvSpPr/>
          <p:nvPr/>
        </p:nvSpPr>
        <p:spPr>
          <a:xfrm>
            <a:off x="2887792" y="25664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4" name="Freeform 5313"/>
          <p:cNvSpPr/>
          <p:nvPr/>
        </p:nvSpPr>
        <p:spPr>
          <a:xfrm>
            <a:off x="2975718" y="30729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5" name="Freeform 5314"/>
          <p:cNvSpPr/>
          <p:nvPr/>
        </p:nvSpPr>
        <p:spPr>
          <a:xfrm>
            <a:off x="3020036" y="23733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6" name="Freeform 5315"/>
          <p:cNvSpPr/>
          <p:nvPr/>
        </p:nvSpPr>
        <p:spPr>
          <a:xfrm>
            <a:off x="2970959" y="25975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7" name="Freeform 5316"/>
          <p:cNvSpPr/>
          <p:nvPr/>
        </p:nvSpPr>
        <p:spPr>
          <a:xfrm>
            <a:off x="3004514" y="25677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8" name="Freeform 5317"/>
          <p:cNvSpPr/>
          <p:nvPr/>
        </p:nvSpPr>
        <p:spPr>
          <a:xfrm>
            <a:off x="2972455" y="305464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9" name="Freeform 5318"/>
          <p:cNvSpPr/>
          <p:nvPr/>
        </p:nvSpPr>
        <p:spPr>
          <a:xfrm>
            <a:off x="3010994" y="29887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0" name="Freeform 5319"/>
          <p:cNvSpPr/>
          <p:nvPr/>
        </p:nvSpPr>
        <p:spPr>
          <a:xfrm>
            <a:off x="3046078" y="23663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1" name="Freeform 5320"/>
          <p:cNvSpPr/>
          <p:nvPr/>
        </p:nvSpPr>
        <p:spPr>
          <a:xfrm>
            <a:off x="2946314" y="20561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2" name="Freeform 5321"/>
          <p:cNvSpPr/>
          <p:nvPr/>
        </p:nvSpPr>
        <p:spPr>
          <a:xfrm>
            <a:off x="2974102" y="25306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3" name="Freeform 5322"/>
          <p:cNvSpPr/>
          <p:nvPr/>
        </p:nvSpPr>
        <p:spPr>
          <a:xfrm>
            <a:off x="2957338" y="30371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4" name="Freeform 5323"/>
          <p:cNvSpPr/>
          <p:nvPr/>
        </p:nvSpPr>
        <p:spPr>
          <a:xfrm>
            <a:off x="2934226" y="258263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5" name="Freeform 5324"/>
          <p:cNvSpPr/>
          <p:nvPr/>
        </p:nvSpPr>
        <p:spPr>
          <a:xfrm>
            <a:off x="2959698" y="18147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6" name="Freeform 5325"/>
          <p:cNvSpPr/>
          <p:nvPr/>
        </p:nvSpPr>
        <p:spPr>
          <a:xfrm>
            <a:off x="2885934" y="26695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7" name="Freeform 5326"/>
          <p:cNvSpPr/>
          <p:nvPr/>
        </p:nvSpPr>
        <p:spPr>
          <a:xfrm>
            <a:off x="3010387" y="21697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8" name="Freeform 5327"/>
          <p:cNvSpPr/>
          <p:nvPr/>
        </p:nvSpPr>
        <p:spPr>
          <a:xfrm>
            <a:off x="3073931" y="29794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9" name="Freeform 5328"/>
          <p:cNvSpPr/>
          <p:nvPr/>
        </p:nvSpPr>
        <p:spPr>
          <a:xfrm>
            <a:off x="3074068" y="27227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0" name="Freeform 5329"/>
          <p:cNvSpPr/>
          <p:nvPr/>
        </p:nvSpPr>
        <p:spPr>
          <a:xfrm>
            <a:off x="3045633" y="24794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1" name="Freeform 5330"/>
          <p:cNvSpPr/>
          <p:nvPr/>
        </p:nvSpPr>
        <p:spPr>
          <a:xfrm>
            <a:off x="2897047" y="25611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2" name="Freeform 5331"/>
          <p:cNvSpPr/>
          <p:nvPr/>
        </p:nvSpPr>
        <p:spPr>
          <a:xfrm>
            <a:off x="3061813" y="29890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3" name="Freeform 5332"/>
          <p:cNvSpPr/>
          <p:nvPr/>
        </p:nvSpPr>
        <p:spPr>
          <a:xfrm>
            <a:off x="2913545" y="300487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4" name="Freeform 5333"/>
          <p:cNvSpPr/>
          <p:nvPr/>
        </p:nvSpPr>
        <p:spPr>
          <a:xfrm>
            <a:off x="2957481" y="234388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5" name="Freeform 5334"/>
          <p:cNvSpPr/>
          <p:nvPr/>
        </p:nvSpPr>
        <p:spPr>
          <a:xfrm>
            <a:off x="3083464" y="22691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6" name="Freeform 5335"/>
          <p:cNvSpPr/>
          <p:nvPr/>
        </p:nvSpPr>
        <p:spPr>
          <a:xfrm>
            <a:off x="2889897" y="21512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7" name="Freeform 5336"/>
          <p:cNvSpPr/>
          <p:nvPr/>
        </p:nvSpPr>
        <p:spPr>
          <a:xfrm>
            <a:off x="3016807" y="20440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8" name="Freeform 5337"/>
          <p:cNvSpPr/>
          <p:nvPr/>
        </p:nvSpPr>
        <p:spPr>
          <a:xfrm>
            <a:off x="2979658" y="26577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9" name="Freeform 5338"/>
          <p:cNvSpPr/>
          <p:nvPr/>
        </p:nvSpPr>
        <p:spPr>
          <a:xfrm>
            <a:off x="2950912" y="28216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0" name="Freeform 5339"/>
          <p:cNvSpPr/>
          <p:nvPr/>
        </p:nvSpPr>
        <p:spPr>
          <a:xfrm>
            <a:off x="2902889" y="221053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1" name="Freeform 5340"/>
          <p:cNvSpPr/>
          <p:nvPr/>
        </p:nvSpPr>
        <p:spPr>
          <a:xfrm>
            <a:off x="2989027" y="24450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2" name="Freeform 5341"/>
          <p:cNvSpPr/>
          <p:nvPr/>
        </p:nvSpPr>
        <p:spPr>
          <a:xfrm>
            <a:off x="2930236" y="30684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3" name="Freeform 5342"/>
          <p:cNvSpPr/>
          <p:nvPr/>
        </p:nvSpPr>
        <p:spPr>
          <a:xfrm>
            <a:off x="3030337" y="30872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4" name="Freeform 5343"/>
          <p:cNvSpPr/>
          <p:nvPr/>
        </p:nvSpPr>
        <p:spPr>
          <a:xfrm>
            <a:off x="3042213" y="252638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5" name="Freeform 5344"/>
          <p:cNvSpPr/>
          <p:nvPr/>
        </p:nvSpPr>
        <p:spPr>
          <a:xfrm>
            <a:off x="2869506" y="27724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6" name="Freeform 5345"/>
          <p:cNvSpPr/>
          <p:nvPr/>
        </p:nvSpPr>
        <p:spPr>
          <a:xfrm>
            <a:off x="2927485" y="27169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7" name="Freeform 5346"/>
          <p:cNvSpPr/>
          <p:nvPr/>
        </p:nvSpPr>
        <p:spPr>
          <a:xfrm>
            <a:off x="2939835" y="23129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8" name="Freeform 5347"/>
          <p:cNvSpPr/>
          <p:nvPr/>
        </p:nvSpPr>
        <p:spPr>
          <a:xfrm>
            <a:off x="2882613" y="24281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9" name="Freeform 5348"/>
          <p:cNvSpPr/>
          <p:nvPr/>
        </p:nvSpPr>
        <p:spPr>
          <a:xfrm>
            <a:off x="2886846" y="22183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0" name="Freeform 5349"/>
          <p:cNvSpPr/>
          <p:nvPr/>
        </p:nvSpPr>
        <p:spPr>
          <a:xfrm>
            <a:off x="2966882" y="34173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1" name="Freeform 5350"/>
          <p:cNvSpPr/>
          <p:nvPr/>
        </p:nvSpPr>
        <p:spPr>
          <a:xfrm>
            <a:off x="2947200" y="26140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2" name="Freeform 5351"/>
          <p:cNvSpPr/>
          <p:nvPr/>
        </p:nvSpPr>
        <p:spPr>
          <a:xfrm>
            <a:off x="2851427" y="24518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3" name="Freeform 5352"/>
          <p:cNvSpPr/>
          <p:nvPr/>
        </p:nvSpPr>
        <p:spPr>
          <a:xfrm>
            <a:off x="2925305" y="32685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4" name="Freeform 5353"/>
          <p:cNvSpPr/>
          <p:nvPr/>
        </p:nvSpPr>
        <p:spPr>
          <a:xfrm>
            <a:off x="2995422" y="29480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5" name="Freeform 5354"/>
          <p:cNvSpPr/>
          <p:nvPr/>
        </p:nvSpPr>
        <p:spPr>
          <a:xfrm>
            <a:off x="2880985" y="30162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6" name="Freeform 5355"/>
          <p:cNvSpPr/>
          <p:nvPr/>
        </p:nvSpPr>
        <p:spPr>
          <a:xfrm>
            <a:off x="2899735" y="26992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7" name="Freeform 5356"/>
          <p:cNvSpPr/>
          <p:nvPr/>
        </p:nvSpPr>
        <p:spPr>
          <a:xfrm>
            <a:off x="3066317" y="210874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8" name="Freeform 5357"/>
          <p:cNvSpPr/>
          <p:nvPr/>
        </p:nvSpPr>
        <p:spPr>
          <a:xfrm>
            <a:off x="3048377" y="19636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9" name="Freeform 5358"/>
          <p:cNvSpPr/>
          <p:nvPr/>
        </p:nvSpPr>
        <p:spPr>
          <a:xfrm>
            <a:off x="2853471" y="30066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0" name="Freeform 5359"/>
          <p:cNvSpPr/>
          <p:nvPr/>
        </p:nvSpPr>
        <p:spPr>
          <a:xfrm>
            <a:off x="2871385" y="25136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1" name="Freeform 5360"/>
          <p:cNvSpPr/>
          <p:nvPr/>
        </p:nvSpPr>
        <p:spPr>
          <a:xfrm>
            <a:off x="2986025" y="25017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2" name="Freeform 5361"/>
          <p:cNvSpPr/>
          <p:nvPr/>
        </p:nvSpPr>
        <p:spPr>
          <a:xfrm>
            <a:off x="2881964" y="25647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3" name="Freeform 5362"/>
          <p:cNvSpPr/>
          <p:nvPr/>
        </p:nvSpPr>
        <p:spPr>
          <a:xfrm>
            <a:off x="2944232" y="256055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4" name="Freeform 5363"/>
          <p:cNvSpPr/>
          <p:nvPr/>
        </p:nvSpPr>
        <p:spPr>
          <a:xfrm>
            <a:off x="2931065" y="25955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5" name="Freeform 5364"/>
          <p:cNvSpPr/>
          <p:nvPr/>
        </p:nvSpPr>
        <p:spPr>
          <a:xfrm>
            <a:off x="2998158" y="20867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6" name="Freeform 5365"/>
          <p:cNvSpPr/>
          <p:nvPr/>
        </p:nvSpPr>
        <p:spPr>
          <a:xfrm>
            <a:off x="2793260" y="23019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7" name="Freeform 5366"/>
          <p:cNvSpPr/>
          <p:nvPr/>
        </p:nvSpPr>
        <p:spPr>
          <a:xfrm>
            <a:off x="2814900" y="30970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8" name="Freeform 5367"/>
          <p:cNvSpPr/>
          <p:nvPr/>
        </p:nvSpPr>
        <p:spPr>
          <a:xfrm>
            <a:off x="2879663" y="24146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9" name="Freeform 5368"/>
          <p:cNvSpPr/>
          <p:nvPr/>
        </p:nvSpPr>
        <p:spPr>
          <a:xfrm>
            <a:off x="3028255" y="23791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0" name="Freeform 5369"/>
          <p:cNvSpPr/>
          <p:nvPr/>
        </p:nvSpPr>
        <p:spPr>
          <a:xfrm>
            <a:off x="2950763" y="25914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1" name="Freeform 5370"/>
          <p:cNvSpPr/>
          <p:nvPr/>
        </p:nvSpPr>
        <p:spPr>
          <a:xfrm>
            <a:off x="2847688" y="22912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2" name="Freeform 5371"/>
          <p:cNvSpPr/>
          <p:nvPr/>
        </p:nvSpPr>
        <p:spPr>
          <a:xfrm>
            <a:off x="2993703" y="26380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3" name="Freeform 5372"/>
          <p:cNvSpPr/>
          <p:nvPr/>
        </p:nvSpPr>
        <p:spPr>
          <a:xfrm>
            <a:off x="3007944" y="26335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4" name="Freeform 5373"/>
          <p:cNvSpPr/>
          <p:nvPr/>
        </p:nvSpPr>
        <p:spPr>
          <a:xfrm>
            <a:off x="2944692" y="26626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5" name="Freeform 5374"/>
          <p:cNvSpPr/>
          <p:nvPr/>
        </p:nvSpPr>
        <p:spPr>
          <a:xfrm>
            <a:off x="2939074" y="34492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6" name="Freeform 5375"/>
          <p:cNvSpPr/>
          <p:nvPr/>
        </p:nvSpPr>
        <p:spPr>
          <a:xfrm>
            <a:off x="2990031" y="273680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7" name="Freeform 5376"/>
          <p:cNvSpPr/>
          <p:nvPr/>
        </p:nvSpPr>
        <p:spPr>
          <a:xfrm>
            <a:off x="3041229" y="29529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8" name="Freeform 5377"/>
          <p:cNvSpPr/>
          <p:nvPr/>
        </p:nvSpPr>
        <p:spPr>
          <a:xfrm>
            <a:off x="2971112" y="31434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9" name="Freeform 5378"/>
          <p:cNvSpPr/>
          <p:nvPr/>
        </p:nvSpPr>
        <p:spPr>
          <a:xfrm>
            <a:off x="2996363" y="21800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0" name="Freeform 5379"/>
          <p:cNvSpPr/>
          <p:nvPr/>
        </p:nvSpPr>
        <p:spPr>
          <a:xfrm>
            <a:off x="2957801" y="25218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1" name="Freeform 5380"/>
          <p:cNvSpPr/>
          <p:nvPr/>
        </p:nvSpPr>
        <p:spPr>
          <a:xfrm>
            <a:off x="2935709" y="27182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2" name="Freeform 5381"/>
          <p:cNvSpPr/>
          <p:nvPr/>
        </p:nvSpPr>
        <p:spPr>
          <a:xfrm>
            <a:off x="2900244" y="29149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3" name="Freeform 5382"/>
          <p:cNvSpPr/>
          <p:nvPr/>
        </p:nvSpPr>
        <p:spPr>
          <a:xfrm>
            <a:off x="2978002" y="25983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4" name="Freeform 5383"/>
          <p:cNvSpPr/>
          <p:nvPr/>
        </p:nvSpPr>
        <p:spPr>
          <a:xfrm>
            <a:off x="2941088" y="23427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5" name="Freeform 5384"/>
          <p:cNvSpPr/>
          <p:nvPr/>
        </p:nvSpPr>
        <p:spPr>
          <a:xfrm>
            <a:off x="2944839" y="30112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6" name="Freeform 5385"/>
          <p:cNvSpPr/>
          <p:nvPr/>
        </p:nvSpPr>
        <p:spPr>
          <a:xfrm>
            <a:off x="3022672" y="27090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7" name="Freeform 5386"/>
          <p:cNvSpPr/>
          <p:nvPr/>
        </p:nvSpPr>
        <p:spPr>
          <a:xfrm>
            <a:off x="2993372" y="23880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8" name="Freeform 5387"/>
          <p:cNvSpPr/>
          <p:nvPr/>
        </p:nvSpPr>
        <p:spPr>
          <a:xfrm>
            <a:off x="3018718" y="34190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9" name="Freeform 5388"/>
          <p:cNvSpPr/>
          <p:nvPr/>
        </p:nvSpPr>
        <p:spPr>
          <a:xfrm>
            <a:off x="2856482" y="27284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0" name="Freeform 5389"/>
          <p:cNvSpPr/>
          <p:nvPr/>
        </p:nvSpPr>
        <p:spPr>
          <a:xfrm>
            <a:off x="2998040" y="286507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1" name="Freeform 5390"/>
          <p:cNvSpPr/>
          <p:nvPr/>
        </p:nvSpPr>
        <p:spPr>
          <a:xfrm>
            <a:off x="2921872" y="2756449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2" name="Freeform 5391"/>
          <p:cNvSpPr/>
          <p:nvPr/>
        </p:nvSpPr>
        <p:spPr>
          <a:xfrm>
            <a:off x="2907387" y="28916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3" name="Freeform 5392"/>
          <p:cNvSpPr/>
          <p:nvPr/>
        </p:nvSpPr>
        <p:spPr>
          <a:xfrm>
            <a:off x="2904474" y="26566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4" name="Freeform 5393"/>
          <p:cNvSpPr/>
          <p:nvPr/>
        </p:nvSpPr>
        <p:spPr>
          <a:xfrm>
            <a:off x="3041357" y="19999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5" name="Freeform 5394"/>
          <p:cNvSpPr/>
          <p:nvPr/>
        </p:nvSpPr>
        <p:spPr>
          <a:xfrm>
            <a:off x="3015916" y="28263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6" name="Freeform 5395"/>
          <p:cNvSpPr/>
          <p:nvPr/>
        </p:nvSpPr>
        <p:spPr>
          <a:xfrm>
            <a:off x="2913446" y="25999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7" name="Freeform 5396"/>
          <p:cNvSpPr/>
          <p:nvPr/>
        </p:nvSpPr>
        <p:spPr>
          <a:xfrm>
            <a:off x="2885541" y="19738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8" name="Freeform 5397"/>
          <p:cNvSpPr/>
          <p:nvPr/>
        </p:nvSpPr>
        <p:spPr>
          <a:xfrm>
            <a:off x="2961911" y="29094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9" name="Freeform 5398"/>
          <p:cNvSpPr/>
          <p:nvPr/>
        </p:nvSpPr>
        <p:spPr>
          <a:xfrm>
            <a:off x="2930516" y="20400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0" name="Freeform 5399"/>
          <p:cNvSpPr/>
          <p:nvPr/>
        </p:nvSpPr>
        <p:spPr>
          <a:xfrm>
            <a:off x="3071086" y="27052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1" name="Freeform 5400"/>
          <p:cNvSpPr/>
          <p:nvPr/>
        </p:nvSpPr>
        <p:spPr>
          <a:xfrm>
            <a:off x="2864068" y="20521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2" name="Freeform 5401"/>
          <p:cNvSpPr/>
          <p:nvPr/>
        </p:nvSpPr>
        <p:spPr>
          <a:xfrm>
            <a:off x="2839619" y="24314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3" name="Freeform 5402"/>
          <p:cNvSpPr/>
          <p:nvPr/>
        </p:nvSpPr>
        <p:spPr>
          <a:xfrm>
            <a:off x="2944035" y="25943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4" name="Freeform 5403"/>
          <p:cNvSpPr/>
          <p:nvPr/>
        </p:nvSpPr>
        <p:spPr>
          <a:xfrm>
            <a:off x="2961713" y="27313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5" name="Freeform 5404"/>
          <p:cNvSpPr/>
          <p:nvPr/>
        </p:nvSpPr>
        <p:spPr>
          <a:xfrm>
            <a:off x="2969798" y="29366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6" name="Freeform 5405"/>
          <p:cNvSpPr/>
          <p:nvPr/>
        </p:nvSpPr>
        <p:spPr>
          <a:xfrm>
            <a:off x="3010978" y="26793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7" name="Freeform 5406"/>
          <p:cNvSpPr/>
          <p:nvPr/>
        </p:nvSpPr>
        <p:spPr>
          <a:xfrm>
            <a:off x="3098533" y="23773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8" name="Freeform 5407"/>
          <p:cNvSpPr/>
          <p:nvPr/>
        </p:nvSpPr>
        <p:spPr>
          <a:xfrm>
            <a:off x="2938292" y="27120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9" name="Freeform 5408"/>
          <p:cNvSpPr/>
          <p:nvPr/>
        </p:nvSpPr>
        <p:spPr>
          <a:xfrm>
            <a:off x="2924891" y="28236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0" name="Freeform 5409"/>
          <p:cNvSpPr/>
          <p:nvPr/>
        </p:nvSpPr>
        <p:spPr>
          <a:xfrm>
            <a:off x="2844304" y="27994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1" name="Freeform 5410"/>
          <p:cNvSpPr/>
          <p:nvPr/>
        </p:nvSpPr>
        <p:spPr>
          <a:xfrm>
            <a:off x="2977147" y="23423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2" name="Freeform 5411"/>
          <p:cNvSpPr/>
          <p:nvPr/>
        </p:nvSpPr>
        <p:spPr>
          <a:xfrm>
            <a:off x="3017611" y="22567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3" name="Freeform 5412"/>
          <p:cNvSpPr/>
          <p:nvPr/>
        </p:nvSpPr>
        <p:spPr>
          <a:xfrm>
            <a:off x="2943725" y="29525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4" name="Freeform 5413"/>
          <p:cNvSpPr/>
          <p:nvPr/>
        </p:nvSpPr>
        <p:spPr>
          <a:xfrm>
            <a:off x="3039315" y="29530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5" name="Freeform 5414"/>
          <p:cNvSpPr/>
          <p:nvPr/>
        </p:nvSpPr>
        <p:spPr>
          <a:xfrm>
            <a:off x="2963010" y="25677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6" name="Freeform 5415"/>
          <p:cNvSpPr/>
          <p:nvPr/>
        </p:nvSpPr>
        <p:spPr>
          <a:xfrm>
            <a:off x="3061487" y="21456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7" name="Freeform 5416"/>
          <p:cNvSpPr/>
          <p:nvPr/>
        </p:nvSpPr>
        <p:spPr>
          <a:xfrm>
            <a:off x="2983099" y="22859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8" name="Freeform 5417"/>
          <p:cNvSpPr/>
          <p:nvPr/>
        </p:nvSpPr>
        <p:spPr>
          <a:xfrm>
            <a:off x="2890875" y="31675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9" name="Freeform 5418"/>
          <p:cNvSpPr/>
          <p:nvPr/>
        </p:nvSpPr>
        <p:spPr>
          <a:xfrm>
            <a:off x="2918758" y="28043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0" name="Freeform 5419"/>
          <p:cNvSpPr/>
          <p:nvPr/>
        </p:nvSpPr>
        <p:spPr>
          <a:xfrm>
            <a:off x="2859261" y="30493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1" name="Freeform 5420"/>
          <p:cNvSpPr/>
          <p:nvPr/>
        </p:nvSpPr>
        <p:spPr>
          <a:xfrm>
            <a:off x="2845775" y="28055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2" name="Freeform 5421"/>
          <p:cNvSpPr/>
          <p:nvPr/>
        </p:nvSpPr>
        <p:spPr>
          <a:xfrm>
            <a:off x="2978706" y="21173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3" name="Freeform 5422"/>
          <p:cNvSpPr/>
          <p:nvPr/>
        </p:nvSpPr>
        <p:spPr>
          <a:xfrm>
            <a:off x="3018684" y="323028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4" name="Freeform 5423"/>
          <p:cNvSpPr/>
          <p:nvPr/>
        </p:nvSpPr>
        <p:spPr>
          <a:xfrm>
            <a:off x="3090634" y="33024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5" name="Freeform 5424"/>
          <p:cNvSpPr/>
          <p:nvPr/>
        </p:nvSpPr>
        <p:spPr>
          <a:xfrm>
            <a:off x="2957341" y="30118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6" name="Freeform 5425"/>
          <p:cNvSpPr/>
          <p:nvPr/>
        </p:nvSpPr>
        <p:spPr>
          <a:xfrm>
            <a:off x="2945289" y="26016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7" name="Freeform 5426"/>
          <p:cNvSpPr/>
          <p:nvPr/>
        </p:nvSpPr>
        <p:spPr>
          <a:xfrm>
            <a:off x="2887434" y="24790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8" name="Freeform 5427"/>
          <p:cNvSpPr/>
          <p:nvPr/>
        </p:nvSpPr>
        <p:spPr>
          <a:xfrm>
            <a:off x="3026493" y="25464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9" name="Freeform 5428"/>
          <p:cNvSpPr/>
          <p:nvPr/>
        </p:nvSpPr>
        <p:spPr>
          <a:xfrm>
            <a:off x="2986816" y="22749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0" name="Freeform 5429"/>
          <p:cNvSpPr/>
          <p:nvPr/>
        </p:nvSpPr>
        <p:spPr>
          <a:xfrm>
            <a:off x="2921523" y="33554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1" name="Freeform 5430"/>
          <p:cNvSpPr/>
          <p:nvPr/>
        </p:nvSpPr>
        <p:spPr>
          <a:xfrm>
            <a:off x="3006674" y="22703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2" name="Freeform 5431"/>
          <p:cNvSpPr/>
          <p:nvPr/>
        </p:nvSpPr>
        <p:spPr>
          <a:xfrm>
            <a:off x="2998237" y="28219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3" name="Freeform 5432"/>
          <p:cNvSpPr/>
          <p:nvPr/>
        </p:nvSpPr>
        <p:spPr>
          <a:xfrm>
            <a:off x="2836960" y="24383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4" name="Freeform 5433"/>
          <p:cNvSpPr/>
          <p:nvPr/>
        </p:nvSpPr>
        <p:spPr>
          <a:xfrm>
            <a:off x="3010266" y="31938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5" name="Freeform 5434"/>
          <p:cNvSpPr/>
          <p:nvPr/>
        </p:nvSpPr>
        <p:spPr>
          <a:xfrm>
            <a:off x="2970029" y="27054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6" name="Freeform 5435"/>
          <p:cNvSpPr/>
          <p:nvPr/>
        </p:nvSpPr>
        <p:spPr>
          <a:xfrm>
            <a:off x="2935033" y="26203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7" name="Freeform 5436"/>
          <p:cNvSpPr/>
          <p:nvPr/>
        </p:nvSpPr>
        <p:spPr>
          <a:xfrm>
            <a:off x="2933334" y="22823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8" name="Freeform 5437"/>
          <p:cNvSpPr/>
          <p:nvPr/>
        </p:nvSpPr>
        <p:spPr>
          <a:xfrm>
            <a:off x="3076979" y="32900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9" name="Freeform 5438"/>
          <p:cNvSpPr/>
          <p:nvPr/>
        </p:nvSpPr>
        <p:spPr>
          <a:xfrm>
            <a:off x="3062887" y="26959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0" name="Freeform 5439"/>
          <p:cNvSpPr/>
          <p:nvPr/>
        </p:nvSpPr>
        <p:spPr>
          <a:xfrm>
            <a:off x="3082122" y="310624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1" name="Freeform 5440"/>
          <p:cNvSpPr/>
          <p:nvPr/>
        </p:nvSpPr>
        <p:spPr>
          <a:xfrm>
            <a:off x="2884805" y="25213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2" name="Freeform 5441"/>
          <p:cNvSpPr/>
          <p:nvPr/>
        </p:nvSpPr>
        <p:spPr>
          <a:xfrm>
            <a:off x="2917586" y="24214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3" name="Freeform 5442"/>
          <p:cNvSpPr/>
          <p:nvPr/>
        </p:nvSpPr>
        <p:spPr>
          <a:xfrm>
            <a:off x="3021065" y="22340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4" name="Freeform 5443"/>
          <p:cNvSpPr/>
          <p:nvPr/>
        </p:nvSpPr>
        <p:spPr>
          <a:xfrm>
            <a:off x="2880838" y="29039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5" name="Freeform 5444"/>
          <p:cNvSpPr/>
          <p:nvPr/>
        </p:nvSpPr>
        <p:spPr>
          <a:xfrm>
            <a:off x="2913227" y="23663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6" name="Freeform 5445"/>
          <p:cNvSpPr/>
          <p:nvPr/>
        </p:nvSpPr>
        <p:spPr>
          <a:xfrm>
            <a:off x="2841317" y="22068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7" name="Freeform 5446"/>
          <p:cNvSpPr/>
          <p:nvPr/>
        </p:nvSpPr>
        <p:spPr>
          <a:xfrm>
            <a:off x="3083923" y="33114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8" name="Freeform 5447"/>
          <p:cNvSpPr/>
          <p:nvPr/>
        </p:nvSpPr>
        <p:spPr>
          <a:xfrm>
            <a:off x="3031493" y="24821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9" name="Freeform 5448"/>
          <p:cNvSpPr/>
          <p:nvPr/>
        </p:nvSpPr>
        <p:spPr>
          <a:xfrm>
            <a:off x="2991416" y="23548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0" name="Freeform 5449"/>
          <p:cNvSpPr/>
          <p:nvPr/>
        </p:nvSpPr>
        <p:spPr>
          <a:xfrm>
            <a:off x="2975542" y="2802369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1" name="Freeform 5450"/>
          <p:cNvSpPr/>
          <p:nvPr/>
        </p:nvSpPr>
        <p:spPr>
          <a:xfrm>
            <a:off x="2933331" y="315240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2" name="Freeform 5451"/>
          <p:cNvSpPr/>
          <p:nvPr/>
        </p:nvSpPr>
        <p:spPr>
          <a:xfrm>
            <a:off x="2934608" y="23605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3" name="Freeform 5452"/>
          <p:cNvSpPr/>
          <p:nvPr/>
        </p:nvSpPr>
        <p:spPr>
          <a:xfrm>
            <a:off x="3001842" y="31482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4" name="Freeform 5453"/>
          <p:cNvSpPr/>
          <p:nvPr/>
        </p:nvSpPr>
        <p:spPr>
          <a:xfrm>
            <a:off x="2913786" y="27728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5" name="Freeform 5454"/>
          <p:cNvSpPr/>
          <p:nvPr/>
        </p:nvSpPr>
        <p:spPr>
          <a:xfrm>
            <a:off x="3042419" y="27219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6" name="Freeform 5455"/>
          <p:cNvSpPr/>
          <p:nvPr/>
        </p:nvSpPr>
        <p:spPr>
          <a:xfrm>
            <a:off x="2928326" y="24441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7" name="Freeform 5456"/>
          <p:cNvSpPr/>
          <p:nvPr/>
        </p:nvSpPr>
        <p:spPr>
          <a:xfrm>
            <a:off x="2903059" y="29376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8" name="Freeform 5457"/>
          <p:cNvSpPr/>
          <p:nvPr/>
        </p:nvSpPr>
        <p:spPr>
          <a:xfrm>
            <a:off x="3047103" y="29589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9" name="Freeform 5458"/>
          <p:cNvSpPr/>
          <p:nvPr/>
        </p:nvSpPr>
        <p:spPr>
          <a:xfrm>
            <a:off x="2951450" y="26708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0" name="Freeform 5459"/>
          <p:cNvSpPr/>
          <p:nvPr/>
        </p:nvSpPr>
        <p:spPr>
          <a:xfrm>
            <a:off x="2997808" y="23372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1" name="Freeform 5460"/>
          <p:cNvSpPr/>
          <p:nvPr/>
        </p:nvSpPr>
        <p:spPr>
          <a:xfrm>
            <a:off x="2933476" y="186623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2" name="Freeform 5461"/>
          <p:cNvSpPr/>
          <p:nvPr/>
        </p:nvSpPr>
        <p:spPr>
          <a:xfrm>
            <a:off x="2811743" y="32614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3" name="Freeform 5462"/>
          <p:cNvSpPr/>
          <p:nvPr/>
        </p:nvSpPr>
        <p:spPr>
          <a:xfrm>
            <a:off x="2997299" y="25913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4" name="Freeform 5463"/>
          <p:cNvSpPr/>
          <p:nvPr/>
        </p:nvSpPr>
        <p:spPr>
          <a:xfrm>
            <a:off x="2871670" y="31067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5" name="Freeform 5464"/>
          <p:cNvSpPr/>
          <p:nvPr/>
        </p:nvSpPr>
        <p:spPr>
          <a:xfrm>
            <a:off x="3032789" y="23326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6" name="Freeform 5465"/>
          <p:cNvSpPr/>
          <p:nvPr/>
        </p:nvSpPr>
        <p:spPr>
          <a:xfrm>
            <a:off x="2858129" y="30523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7" name="Freeform 5466"/>
          <p:cNvSpPr/>
          <p:nvPr/>
        </p:nvSpPr>
        <p:spPr>
          <a:xfrm>
            <a:off x="2837297" y="29552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8" name="Freeform 5467"/>
          <p:cNvSpPr/>
          <p:nvPr/>
        </p:nvSpPr>
        <p:spPr>
          <a:xfrm>
            <a:off x="2981408" y="29238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9" name="Freeform 5468"/>
          <p:cNvSpPr/>
          <p:nvPr/>
        </p:nvSpPr>
        <p:spPr>
          <a:xfrm>
            <a:off x="2989211" y="273526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0" name="Freeform 5469"/>
          <p:cNvSpPr/>
          <p:nvPr/>
        </p:nvSpPr>
        <p:spPr>
          <a:xfrm>
            <a:off x="2968078" y="25884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1" name="Freeform 5470"/>
          <p:cNvSpPr/>
          <p:nvPr/>
        </p:nvSpPr>
        <p:spPr>
          <a:xfrm>
            <a:off x="2880499" y="25294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2" name="Freeform 5471"/>
          <p:cNvSpPr/>
          <p:nvPr/>
        </p:nvSpPr>
        <p:spPr>
          <a:xfrm>
            <a:off x="3019940" y="2709365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3" name="Freeform 5472"/>
          <p:cNvSpPr/>
          <p:nvPr/>
        </p:nvSpPr>
        <p:spPr>
          <a:xfrm>
            <a:off x="2863842" y="31961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4" name="Freeform 5473"/>
          <p:cNvSpPr/>
          <p:nvPr/>
        </p:nvSpPr>
        <p:spPr>
          <a:xfrm>
            <a:off x="2930204" y="24396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5" name="Freeform 5474"/>
          <p:cNvSpPr/>
          <p:nvPr/>
        </p:nvSpPr>
        <p:spPr>
          <a:xfrm>
            <a:off x="2908721" y="27267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6" name="Freeform 5475"/>
          <p:cNvSpPr/>
          <p:nvPr/>
        </p:nvSpPr>
        <p:spPr>
          <a:xfrm>
            <a:off x="2935948" y="22801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7" name="Freeform 5476"/>
          <p:cNvSpPr/>
          <p:nvPr/>
        </p:nvSpPr>
        <p:spPr>
          <a:xfrm>
            <a:off x="3017569" y="29674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8" name="Freeform 5477"/>
          <p:cNvSpPr/>
          <p:nvPr/>
        </p:nvSpPr>
        <p:spPr>
          <a:xfrm>
            <a:off x="2918940" y="32963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9" name="Freeform 5478"/>
          <p:cNvSpPr/>
          <p:nvPr/>
        </p:nvSpPr>
        <p:spPr>
          <a:xfrm>
            <a:off x="2998439" y="27197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0" name="Freeform 5479"/>
          <p:cNvSpPr/>
          <p:nvPr/>
        </p:nvSpPr>
        <p:spPr>
          <a:xfrm>
            <a:off x="3007046" y="22307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1" name="Freeform 5480"/>
          <p:cNvSpPr/>
          <p:nvPr/>
        </p:nvSpPr>
        <p:spPr>
          <a:xfrm>
            <a:off x="2847501" y="26480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2" name="Freeform 5481"/>
          <p:cNvSpPr/>
          <p:nvPr/>
        </p:nvSpPr>
        <p:spPr>
          <a:xfrm>
            <a:off x="2883617" y="27806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3" name="Freeform 5482"/>
          <p:cNvSpPr/>
          <p:nvPr/>
        </p:nvSpPr>
        <p:spPr>
          <a:xfrm>
            <a:off x="2935571" y="30272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4" name="Freeform 5483"/>
          <p:cNvSpPr/>
          <p:nvPr/>
        </p:nvSpPr>
        <p:spPr>
          <a:xfrm>
            <a:off x="2921723" y="206097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5" name="Freeform 5484"/>
          <p:cNvSpPr/>
          <p:nvPr/>
        </p:nvSpPr>
        <p:spPr>
          <a:xfrm>
            <a:off x="2981410" y="30857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6" name="Freeform 5485"/>
          <p:cNvSpPr/>
          <p:nvPr/>
        </p:nvSpPr>
        <p:spPr>
          <a:xfrm>
            <a:off x="2832866" y="29739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7" name="Freeform 5486"/>
          <p:cNvSpPr/>
          <p:nvPr/>
        </p:nvSpPr>
        <p:spPr>
          <a:xfrm>
            <a:off x="3008800" y="24976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8" name="Freeform 5487"/>
          <p:cNvSpPr/>
          <p:nvPr/>
        </p:nvSpPr>
        <p:spPr>
          <a:xfrm>
            <a:off x="3010391" y="33896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9" name="Freeform 5488"/>
          <p:cNvSpPr/>
          <p:nvPr/>
        </p:nvSpPr>
        <p:spPr>
          <a:xfrm>
            <a:off x="2949841" y="22386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0" name="Freeform 5489"/>
          <p:cNvSpPr/>
          <p:nvPr/>
        </p:nvSpPr>
        <p:spPr>
          <a:xfrm>
            <a:off x="2869257" y="24777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1" name="Freeform 5490"/>
          <p:cNvSpPr/>
          <p:nvPr/>
        </p:nvSpPr>
        <p:spPr>
          <a:xfrm>
            <a:off x="2961371" y="23766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2" name="Freeform 5491"/>
          <p:cNvSpPr/>
          <p:nvPr/>
        </p:nvSpPr>
        <p:spPr>
          <a:xfrm>
            <a:off x="2925347" y="25020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3" name="Freeform 5492"/>
          <p:cNvSpPr/>
          <p:nvPr/>
        </p:nvSpPr>
        <p:spPr>
          <a:xfrm>
            <a:off x="2998588" y="27664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4" name="Freeform 5493"/>
          <p:cNvSpPr/>
          <p:nvPr/>
        </p:nvSpPr>
        <p:spPr>
          <a:xfrm>
            <a:off x="2955334" y="30981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5" name="Freeform 5494"/>
          <p:cNvSpPr/>
          <p:nvPr/>
        </p:nvSpPr>
        <p:spPr>
          <a:xfrm>
            <a:off x="3009307" y="27587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6" name="Freeform 5495"/>
          <p:cNvSpPr/>
          <p:nvPr/>
        </p:nvSpPr>
        <p:spPr>
          <a:xfrm>
            <a:off x="2932257" y="30658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7" name="Freeform 5496"/>
          <p:cNvSpPr/>
          <p:nvPr/>
        </p:nvSpPr>
        <p:spPr>
          <a:xfrm>
            <a:off x="3056695" y="25285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8" name="Freeform 5497"/>
          <p:cNvSpPr/>
          <p:nvPr/>
        </p:nvSpPr>
        <p:spPr>
          <a:xfrm>
            <a:off x="2808117" y="24106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9" name="Freeform 5498"/>
          <p:cNvSpPr/>
          <p:nvPr/>
        </p:nvSpPr>
        <p:spPr>
          <a:xfrm>
            <a:off x="2893594" y="21642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0" name="Freeform 5499"/>
          <p:cNvSpPr/>
          <p:nvPr/>
        </p:nvSpPr>
        <p:spPr>
          <a:xfrm>
            <a:off x="2993558" y="25705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1" name="Freeform 5500"/>
          <p:cNvSpPr/>
          <p:nvPr/>
        </p:nvSpPr>
        <p:spPr>
          <a:xfrm>
            <a:off x="2860776" y="23673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2" name="Freeform 5501"/>
          <p:cNvSpPr/>
          <p:nvPr/>
        </p:nvSpPr>
        <p:spPr>
          <a:xfrm>
            <a:off x="3009818" y="28164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3" name="Freeform 5502"/>
          <p:cNvSpPr/>
          <p:nvPr/>
        </p:nvSpPr>
        <p:spPr>
          <a:xfrm>
            <a:off x="2880291" y="28830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4" name="Freeform 5503"/>
          <p:cNvSpPr/>
          <p:nvPr/>
        </p:nvSpPr>
        <p:spPr>
          <a:xfrm>
            <a:off x="2967183" y="25330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5" name="Freeform 5504"/>
          <p:cNvSpPr/>
          <p:nvPr/>
        </p:nvSpPr>
        <p:spPr>
          <a:xfrm>
            <a:off x="2900321" y="28493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6" name="Freeform 5505"/>
          <p:cNvSpPr/>
          <p:nvPr/>
        </p:nvSpPr>
        <p:spPr>
          <a:xfrm>
            <a:off x="2931734" y="26082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7" name="Freeform 5506"/>
          <p:cNvSpPr/>
          <p:nvPr/>
        </p:nvSpPr>
        <p:spPr>
          <a:xfrm>
            <a:off x="2972584" y="30974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8" name="Freeform 5507"/>
          <p:cNvSpPr/>
          <p:nvPr/>
        </p:nvSpPr>
        <p:spPr>
          <a:xfrm>
            <a:off x="2954053" y="30313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9" name="Freeform 5508"/>
          <p:cNvSpPr/>
          <p:nvPr/>
        </p:nvSpPr>
        <p:spPr>
          <a:xfrm>
            <a:off x="2935706" y="24736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0" name="Freeform 5509"/>
          <p:cNvSpPr/>
          <p:nvPr/>
        </p:nvSpPr>
        <p:spPr>
          <a:xfrm>
            <a:off x="3103825" y="23812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1" name="Freeform 5510"/>
          <p:cNvSpPr/>
          <p:nvPr/>
        </p:nvSpPr>
        <p:spPr>
          <a:xfrm>
            <a:off x="2961562" y="30696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2" name="Freeform 5511"/>
          <p:cNvSpPr/>
          <p:nvPr/>
        </p:nvSpPr>
        <p:spPr>
          <a:xfrm>
            <a:off x="2896659" y="24606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3" name="Freeform 5512"/>
          <p:cNvSpPr/>
          <p:nvPr/>
        </p:nvSpPr>
        <p:spPr>
          <a:xfrm>
            <a:off x="3022532" y="29031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4" name="Freeform 5513"/>
          <p:cNvSpPr/>
          <p:nvPr/>
        </p:nvSpPr>
        <p:spPr>
          <a:xfrm>
            <a:off x="3015438" y="27011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5" name="Freeform 5514"/>
          <p:cNvSpPr/>
          <p:nvPr/>
        </p:nvSpPr>
        <p:spPr>
          <a:xfrm>
            <a:off x="3042122" y="21862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6" name="Freeform 5515"/>
          <p:cNvSpPr/>
          <p:nvPr/>
        </p:nvSpPr>
        <p:spPr>
          <a:xfrm>
            <a:off x="3079556" y="24103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7" name="Freeform 5516"/>
          <p:cNvSpPr/>
          <p:nvPr/>
        </p:nvSpPr>
        <p:spPr>
          <a:xfrm>
            <a:off x="2898691" y="24146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8" name="Freeform 5517"/>
          <p:cNvSpPr/>
          <p:nvPr/>
        </p:nvSpPr>
        <p:spPr>
          <a:xfrm>
            <a:off x="3031283" y="20054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9" name="Freeform 5518"/>
          <p:cNvSpPr/>
          <p:nvPr/>
        </p:nvSpPr>
        <p:spPr>
          <a:xfrm>
            <a:off x="3036595" y="29660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0" name="Freeform 5519"/>
          <p:cNvSpPr/>
          <p:nvPr/>
        </p:nvSpPr>
        <p:spPr>
          <a:xfrm>
            <a:off x="2961025" y="30697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1" name="Freeform 5520"/>
          <p:cNvSpPr/>
          <p:nvPr/>
        </p:nvSpPr>
        <p:spPr>
          <a:xfrm>
            <a:off x="2977263" y="29727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2" name="Freeform 5521"/>
          <p:cNvSpPr/>
          <p:nvPr/>
        </p:nvSpPr>
        <p:spPr>
          <a:xfrm>
            <a:off x="2761815" y="28008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3" name="Freeform 5522"/>
          <p:cNvSpPr/>
          <p:nvPr/>
        </p:nvSpPr>
        <p:spPr>
          <a:xfrm>
            <a:off x="2922928" y="35729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4" name="Freeform 5523"/>
          <p:cNvSpPr/>
          <p:nvPr/>
        </p:nvSpPr>
        <p:spPr>
          <a:xfrm>
            <a:off x="3079603" y="27835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5" name="Freeform 5524"/>
          <p:cNvSpPr/>
          <p:nvPr/>
        </p:nvSpPr>
        <p:spPr>
          <a:xfrm>
            <a:off x="2842472" y="29074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6" name="Freeform 5525"/>
          <p:cNvSpPr/>
          <p:nvPr/>
        </p:nvSpPr>
        <p:spPr>
          <a:xfrm>
            <a:off x="2925466" y="24190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7" name="Freeform 5526"/>
          <p:cNvSpPr/>
          <p:nvPr/>
        </p:nvSpPr>
        <p:spPr>
          <a:xfrm>
            <a:off x="2980101" y="25776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8" name="Freeform 5527"/>
          <p:cNvSpPr/>
          <p:nvPr/>
        </p:nvSpPr>
        <p:spPr>
          <a:xfrm>
            <a:off x="2999180" y="29280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9" name="Freeform 5528"/>
          <p:cNvSpPr/>
          <p:nvPr/>
        </p:nvSpPr>
        <p:spPr>
          <a:xfrm>
            <a:off x="3069227" y="24903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0" name="Freeform 5529"/>
          <p:cNvSpPr/>
          <p:nvPr/>
        </p:nvSpPr>
        <p:spPr>
          <a:xfrm>
            <a:off x="2844066" y="24413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1" name="Freeform 5530"/>
          <p:cNvSpPr/>
          <p:nvPr/>
        </p:nvSpPr>
        <p:spPr>
          <a:xfrm>
            <a:off x="2963838" y="29898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2" name="Freeform 5531"/>
          <p:cNvSpPr/>
          <p:nvPr/>
        </p:nvSpPr>
        <p:spPr>
          <a:xfrm>
            <a:off x="3018026" y="28885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3" name="Freeform 5532"/>
          <p:cNvSpPr/>
          <p:nvPr/>
        </p:nvSpPr>
        <p:spPr>
          <a:xfrm>
            <a:off x="2873861" y="35254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4" name="Freeform 5533"/>
          <p:cNvSpPr/>
          <p:nvPr/>
        </p:nvSpPr>
        <p:spPr>
          <a:xfrm>
            <a:off x="2958368" y="31082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5" name="Freeform 5534"/>
          <p:cNvSpPr/>
          <p:nvPr/>
        </p:nvSpPr>
        <p:spPr>
          <a:xfrm>
            <a:off x="3086026" y="2980223"/>
            <a:ext cx="35922" cy="35922"/>
          </a:xfrm>
          <a:custGeom>
            <a:avLst/>
            <a:gdLst/>
            <a:ahLst/>
            <a:cxnLst/>
            <a:rect l="l" t="t" r="r" b="b"/>
            <a:pathLst>
              <a:path w="35922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6" name="Freeform 5535"/>
          <p:cNvSpPr/>
          <p:nvPr/>
        </p:nvSpPr>
        <p:spPr>
          <a:xfrm>
            <a:off x="3048330" y="26799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7" name="Freeform 5536"/>
          <p:cNvSpPr/>
          <p:nvPr/>
        </p:nvSpPr>
        <p:spPr>
          <a:xfrm>
            <a:off x="2996788" y="30548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8" name="Freeform 5537"/>
          <p:cNvSpPr/>
          <p:nvPr/>
        </p:nvSpPr>
        <p:spPr>
          <a:xfrm>
            <a:off x="2787599" y="28960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9" name="Freeform 5538"/>
          <p:cNvSpPr/>
          <p:nvPr/>
        </p:nvSpPr>
        <p:spPr>
          <a:xfrm>
            <a:off x="2952355" y="31577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0" name="Freeform 5539"/>
          <p:cNvSpPr/>
          <p:nvPr/>
        </p:nvSpPr>
        <p:spPr>
          <a:xfrm>
            <a:off x="2986633" y="26443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1" name="Freeform 5540"/>
          <p:cNvSpPr/>
          <p:nvPr/>
        </p:nvSpPr>
        <p:spPr>
          <a:xfrm>
            <a:off x="2940538" y="25507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2" name="Freeform 5541"/>
          <p:cNvSpPr/>
          <p:nvPr/>
        </p:nvSpPr>
        <p:spPr>
          <a:xfrm>
            <a:off x="2956660" y="25593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3" name="Freeform 5542"/>
          <p:cNvSpPr/>
          <p:nvPr/>
        </p:nvSpPr>
        <p:spPr>
          <a:xfrm>
            <a:off x="3165536" y="27027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4" name="Freeform 5543"/>
          <p:cNvSpPr/>
          <p:nvPr/>
        </p:nvSpPr>
        <p:spPr>
          <a:xfrm>
            <a:off x="2946774" y="32738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5" name="Freeform 5544"/>
          <p:cNvSpPr/>
          <p:nvPr/>
        </p:nvSpPr>
        <p:spPr>
          <a:xfrm>
            <a:off x="2896681" y="29351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6" name="Freeform 5545"/>
          <p:cNvSpPr/>
          <p:nvPr/>
        </p:nvSpPr>
        <p:spPr>
          <a:xfrm>
            <a:off x="2977111" y="28569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7" name="Freeform 5546"/>
          <p:cNvSpPr/>
          <p:nvPr/>
        </p:nvSpPr>
        <p:spPr>
          <a:xfrm>
            <a:off x="2940061" y="28555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8" name="Freeform 5547"/>
          <p:cNvSpPr/>
          <p:nvPr/>
        </p:nvSpPr>
        <p:spPr>
          <a:xfrm>
            <a:off x="2940454" y="26796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9" name="Freeform 5548"/>
          <p:cNvSpPr/>
          <p:nvPr/>
        </p:nvSpPr>
        <p:spPr>
          <a:xfrm>
            <a:off x="2955223" y="21831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0" name="Freeform 5549"/>
          <p:cNvSpPr/>
          <p:nvPr/>
        </p:nvSpPr>
        <p:spPr>
          <a:xfrm>
            <a:off x="3012346" y="24086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1" name="Freeform 5550"/>
          <p:cNvSpPr/>
          <p:nvPr/>
        </p:nvSpPr>
        <p:spPr>
          <a:xfrm>
            <a:off x="2976755" y="30703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2" name="Freeform 5551"/>
          <p:cNvSpPr/>
          <p:nvPr/>
        </p:nvSpPr>
        <p:spPr>
          <a:xfrm>
            <a:off x="2881304" y="24578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3" name="Freeform 5552"/>
          <p:cNvSpPr/>
          <p:nvPr/>
        </p:nvSpPr>
        <p:spPr>
          <a:xfrm>
            <a:off x="2952198" y="24718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4" name="Freeform 5553"/>
          <p:cNvSpPr/>
          <p:nvPr/>
        </p:nvSpPr>
        <p:spPr>
          <a:xfrm>
            <a:off x="2992473" y="30036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5" name="Freeform 5554"/>
          <p:cNvSpPr/>
          <p:nvPr/>
        </p:nvSpPr>
        <p:spPr>
          <a:xfrm>
            <a:off x="2929975" y="2395148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6" name="Freeform 5555"/>
          <p:cNvSpPr/>
          <p:nvPr/>
        </p:nvSpPr>
        <p:spPr>
          <a:xfrm>
            <a:off x="3037215" y="27662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7" name="Freeform 5556"/>
          <p:cNvSpPr/>
          <p:nvPr/>
        </p:nvSpPr>
        <p:spPr>
          <a:xfrm>
            <a:off x="3012551" y="32256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8" name="Freeform 5557"/>
          <p:cNvSpPr/>
          <p:nvPr/>
        </p:nvSpPr>
        <p:spPr>
          <a:xfrm>
            <a:off x="2895279" y="25398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9" name="Freeform 5558"/>
          <p:cNvSpPr/>
          <p:nvPr/>
        </p:nvSpPr>
        <p:spPr>
          <a:xfrm>
            <a:off x="2982214" y="26274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0" name="Freeform 5559"/>
          <p:cNvSpPr/>
          <p:nvPr/>
        </p:nvSpPr>
        <p:spPr>
          <a:xfrm>
            <a:off x="3092592" y="27909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1" name="Freeform 5560"/>
          <p:cNvSpPr/>
          <p:nvPr/>
        </p:nvSpPr>
        <p:spPr>
          <a:xfrm>
            <a:off x="3064494" y="27210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2" name="Freeform 5561"/>
          <p:cNvSpPr/>
          <p:nvPr/>
        </p:nvSpPr>
        <p:spPr>
          <a:xfrm>
            <a:off x="2957268" y="29716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3" name="Freeform 5562"/>
          <p:cNvSpPr/>
          <p:nvPr/>
        </p:nvSpPr>
        <p:spPr>
          <a:xfrm>
            <a:off x="3020543" y="24829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4" name="Freeform 5563"/>
          <p:cNvSpPr/>
          <p:nvPr/>
        </p:nvSpPr>
        <p:spPr>
          <a:xfrm>
            <a:off x="2916301" y="27232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5" name="Freeform 5564"/>
          <p:cNvSpPr/>
          <p:nvPr/>
        </p:nvSpPr>
        <p:spPr>
          <a:xfrm>
            <a:off x="2864944" y="26460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6" name="Freeform 5565"/>
          <p:cNvSpPr/>
          <p:nvPr/>
        </p:nvSpPr>
        <p:spPr>
          <a:xfrm>
            <a:off x="2997771" y="25759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7" name="Freeform 5566"/>
          <p:cNvSpPr/>
          <p:nvPr/>
        </p:nvSpPr>
        <p:spPr>
          <a:xfrm>
            <a:off x="2977354" y="31317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8" name="Freeform 5567"/>
          <p:cNvSpPr/>
          <p:nvPr/>
        </p:nvSpPr>
        <p:spPr>
          <a:xfrm>
            <a:off x="2995106" y="30360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9" name="Freeform 5568"/>
          <p:cNvSpPr/>
          <p:nvPr/>
        </p:nvSpPr>
        <p:spPr>
          <a:xfrm>
            <a:off x="2959362" y="35197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0" name="Freeform 5569"/>
          <p:cNvSpPr/>
          <p:nvPr/>
        </p:nvSpPr>
        <p:spPr>
          <a:xfrm>
            <a:off x="2982624" y="24996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1" name="Freeform 5570"/>
          <p:cNvSpPr/>
          <p:nvPr/>
        </p:nvSpPr>
        <p:spPr>
          <a:xfrm>
            <a:off x="2926977" y="31529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2" name="Freeform 5571"/>
          <p:cNvSpPr/>
          <p:nvPr/>
        </p:nvSpPr>
        <p:spPr>
          <a:xfrm>
            <a:off x="2992394" y="26585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3" name="Freeform 5572"/>
          <p:cNvSpPr/>
          <p:nvPr/>
        </p:nvSpPr>
        <p:spPr>
          <a:xfrm>
            <a:off x="3016262" y="25708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4" name="Freeform 5573"/>
          <p:cNvSpPr/>
          <p:nvPr/>
        </p:nvSpPr>
        <p:spPr>
          <a:xfrm>
            <a:off x="2957126" y="24857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5" name="Freeform 5574"/>
          <p:cNvSpPr/>
          <p:nvPr/>
        </p:nvSpPr>
        <p:spPr>
          <a:xfrm>
            <a:off x="3015006" y="31499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6" name="Freeform 5575"/>
          <p:cNvSpPr/>
          <p:nvPr/>
        </p:nvSpPr>
        <p:spPr>
          <a:xfrm>
            <a:off x="2843527" y="273120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7" name="Freeform 5576"/>
          <p:cNvSpPr/>
          <p:nvPr/>
        </p:nvSpPr>
        <p:spPr>
          <a:xfrm>
            <a:off x="2908847" y="20931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8" name="Freeform 5577"/>
          <p:cNvSpPr/>
          <p:nvPr/>
        </p:nvSpPr>
        <p:spPr>
          <a:xfrm>
            <a:off x="3056821" y="20769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9" name="Freeform 5578"/>
          <p:cNvSpPr/>
          <p:nvPr/>
        </p:nvSpPr>
        <p:spPr>
          <a:xfrm>
            <a:off x="3077859" y="23442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0" name="Freeform 5579"/>
          <p:cNvSpPr/>
          <p:nvPr/>
        </p:nvSpPr>
        <p:spPr>
          <a:xfrm>
            <a:off x="2977624" y="25831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1" name="Freeform 5580"/>
          <p:cNvSpPr/>
          <p:nvPr/>
        </p:nvSpPr>
        <p:spPr>
          <a:xfrm>
            <a:off x="2954145" y="30767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2" name="Freeform 5581"/>
          <p:cNvSpPr/>
          <p:nvPr/>
        </p:nvSpPr>
        <p:spPr>
          <a:xfrm>
            <a:off x="2876892" y="244303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3" name="Freeform 5582"/>
          <p:cNvSpPr/>
          <p:nvPr/>
        </p:nvSpPr>
        <p:spPr>
          <a:xfrm>
            <a:off x="2985118" y="27653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4" name="Freeform 5583"/>
          <p:cNvSpPr/>
          <p:nvPr/>
        </p:nvSpPr>
        <p:spPr>
          <a:xfrm>
            <a:off x="3012638" y="25011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5" name="Freeform 5584"/>
          <p:cNvSpPr/>
          <p:nvPr/>
        </p:nvSpPr>
        <p:spPr>
          <a:xfrm>
            <a:off x="2862708" y="29399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6" name="Freeform 5585"/>
          <p:cNvSpPr/>
          <p:nvPr/>
        </p:nvSpPr>
        <p:spPr>
          <a:xfrm>
            <a:off x="2998075" y="27708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7" name="Freeform 5586"/>
          <p:cNvSpPr/>
          <p:nvPr/>
        </p:nvSpPr>
        <p:spPr>
          <a:xfrm>
            <a:off x="2993548" y="2646894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8" name="Freeform 5587"/>
          <p:cNvSpPr/>
          <p:nvPr/>
        </p:nvSpPr>
        <p:spPr>
          <a:xfrm>
            <a:off x="2990245" y="26166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9" name="Freeform 5588"/>
          <p:cNvSpPr/>
          <p:nvPr/>
        </p:nvSpPr>
        <p:spPr>
          <a:xfrm>
            <a:off x="2886207" y="25257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0" name="Freeform 5589"/>
          <p:cNvSpPr/>
          <p:nvPr/>
        </p:nvSpPr>
        <p:spPr>
          <a:xfrm>
            <a:off x="2996943" y="29201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1" name="Freeform 5590"/>
          <p:cNvSpPr/>
          <p:nvPr/>
        </p:nvSpPr>
        <p:spPr>
          <a:xfrm>
            <a:off x="2861636" y="32011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2" name="Freeform 5591"/>
          <p:cNvSpPr/>
          <p:nvPr/>
        </p:nvSpPr>
        <p:spPr>
          <a:xfrm>
            <a:off x="3059745" y="21098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3" name="Freeform 5592"/>
          <p:cNvSpPr/>
          <p:nvPr/>
        </p:nvSpPr>
        <p:spPr>
          <a:xfrm>
            <a:off x="2969968" y="17920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4" name="Freeform 5593"/>
          <p:cNvSpPr/>
          <p:nvPr/>
        </p:nvSpPr>
        <p:spPr>
          <a:xfrm>
            <a:off x="2883811" y="25427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5" name="Freeform 5594"/>
          <p:cNvSpPr/>
          <p:nvPr/>
        </p:nvSpPr>
        <p:spPr>
          <a:xfrm>
            <a:off x="3050232" y="31940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6" name="Freeform 5595"/>
          <p:cNvSpPr/>
          <p:nvPr/>
        </p:nvSpPr>
        <p:spPr>
          <a:xfrm>
            <a:off x="3037551" y="29915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7" name="Freeform 5596"/>
          <p:cNvSpPr/>
          <p:nvPr/>
        </p:nvSpPr>
        <p:spPr>
          <a:xfrm>
            <a:off x="2917855" y="25200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8" name="Freeform 5597"/>
          <p:cNvSpPr/>
          <p:nvPr/>
        </p:nvSpPr>
        <p:spPr>
          <a:xfrm>
            <a:off x="3107207" y="22141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9" name="Freeform 5598"/>
          <p:cNvSpPr/>
          <p:nvPr/>
        </p:nvSpPr>
        <p:spPr>
          <a:xfrm>
            <a:off x="2894392" y="31531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0" name="Freeform 5599"/>
          <p:cNvSpPr/>
          <p:nvPr/>
        </p:nvSpPr>
        <p:spPr>
          <a:xfrm>
            <a:off x="2981791" y="27529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1" name="Freeform 5600"/>
          <p:cNvSpPr/>
          <p:nvPr/>
        </p:nvSpPr>
        <p:spPr>
          <a:xfrm>
            <a:off x="3039436" y="26352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2" name="Freeform 5601"/>
          <p:cNvSpPr/>
          <p:nvPr/>
        </p:nvSpPr>
        <p:spPr>
          <a:xfrm>
            <a:off x="2810378" y="23893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3" name="Freeform 5602"/>
          <p:cNvSpPr/>
          <p:nvPr/>
        </p:nvSpPr>
        <p:spPr>
          <a:xfrm>
            <a:off x="3027432" y="28335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4" name="Freeform 5603"/>
          <p:cNvSpPr/>
          <p:nvPr/>
        </p:nvSpPr>
        <p:spPr>
          <a:xfrm>
            <a:off x="2956708" y="32822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5" name="Freeform 5604"/>
          <p:cNvSpPr/>
          <p:nvPr/>
        </p:nvSpPr>
        <p:spPr>
          <a:xfrm>
            <a:off x="2959959" y="24788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6" name="Freeform 5605"/>
          <p:cNvSpPr/>
          <p:nvPr/>
        </p:nvSpPr>
        <p:spPr>
          <a:xfrm>
            <a:off x="2889568" y="22936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7" name="Freeform 5606"/>
          <p:cNvSpPr/>
          <p:nvPr/>
        </p:nvSpPr>
        <p:spPr>
          <a:xfrm>
            <a:off x="2982992" y="27376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8" name="Freeform 5607"/>
          <p:cNvSpPr/>
          <p:nvPr/>
        </p:nvSpPr>
        <p:spPr>
          <a:xfrm>
            <a:off x="2887384" y="25582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9" name="Freeform 5608"/>
          <p:cNvSpPr/>
          <p:nvPr/>
        </p:nvSpPr>
        <p:spPr>
          <a:xfrm>
            <a:off x="2896759" y="28816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0" name="Freeform 5609"/>
          <p:cNvSpPr/>
          <p:nvPr/>
        </p:nvSpPr>
        <p:spPr>
          <a:xfrm>
            <a:off x="2931301" y="30182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1" name="Freeform 5610"/>
          <p:cNvSpPr/>
          <p:nvPr/>
        </p:nvSpPr>
        <p:spPr>
          <a:xfrm>
            <a:off x="2879587" y="23298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2" name="Freeform 5611"/>
          <p:cNvSpPr/>
          <p:nvPr/>
        </p:nvSpPr>
        <p:spPr>
          <a:xfrm>
            <a:off x="3065326" y="25647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3" name="Freeform 5612"/>
          <p:cNvSpPr/>
          <p:nvPr/>
        </p:nvSpPr>
        <p:spPr>
          <a:xfrm>
            <a:off x="2872862" y="25269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4" name="Freeform 5613"/>
          <p:cNvSpPr/>
          <p:nvPr/>
        </p:nvSpPr>
        <p:spPr>
          <a:xfrm>
            <a:off x="2910934" y="21549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5" name="Freeform 5614"/>
          <p:cNvSpPr/>
          <p:nvPr/>
        </p:nvSpPr>
        <p:spPr>
          <a:xfrm>
            <a:off x="2940015" y="30950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6" name="Freeform 5615"/>
          <p:cNvSpPr/>
          <p:nvPr/>
        </p:nvSpPr>
        <p:spPr>
          <a:xfrm>
            <a:off x="2961238" y="29102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7" name="Freeform 5616"/>
          <p:cNvSpPr/>
          <p:nvPr/>
        </p:nvSpPr>
        <p:spPr>
          <a:xfrm>
            <a:off x="3013559" y="26491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8" name="Freeform 5617"/>
          <p:cNvSpPr/>
          <p:nvPr/>
        </p:nvSpPr>
        <p:spPr>
          <a:xfrm>
            <a:off x="3015282" y="29147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9" name="Freeform 5618"/>
          <p:cNvSpPr/>
          <p:nvPr/>
        </p:nvSpPr>
        <p:spPr>
          <a:xfrm>
            <a:off x="2940911" y="24193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0" name="Freeform 5619"/>
          <p:cNvSpPr/>
          <p:nvPr/>
        </p:nvSpPr>
        <p:spPr>
          <a:xfrm>
            <a:off x="2935523" y="27761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1" name="Freeform 5620"/>
          <p:cNvSpPr/>
          <p:nvPr/>
        </p:nvSpPr>
        <p:spPr>
          <a:xfrm>
            <a:off x="2963324" y="30721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2" name="Freeform 5621"/>
          <p:cNvSpPr/>
          <p:nvPr/>
        </p:nvSpPr>
        <p:spPr>
          <a:xfrm>
            <a:off x="3015529" y="26830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3" name="Freeform 5622"/>
          <p:cNvSpPr/>
          <p:nvPr/>
        </p:nvSpPr>
        <p:spPr>
          <a:xfrm>
            <a:off x="3007267" y="26446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4" name="Freeform 5623"/>
          <p:cNvSpPr/>
          <p:nvPr/>
        </p:nvSpPr>
        <p:spPr>
          <a:xfrm>
            <a:off x="2926748" y="23635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5" name="Freeform 5624"/>
          <p:cNvSpPr/>
          <p:nvPr/>
        </p:nvSpPr>
        <p:spPr>
          <a:xfrm>
            <a:off x="2824406" y="25627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6" name="Freeform 5625"/>
          <p:cNvSpPr/>
          <p:nvPr/>
        </p:nvSpPr>
        <p:spPr>
          <a:xfrm>
            <a:off x="3103158" y="25376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7" name="Freeform 5626"/>
          <p:cNvSpPr/>
          <p:nvPr/>
        </p:nvSpPr>
        <p:spPr>
          <a:xfrm>
            <a:off x="3024113" y="25894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8" name="Freeform 5627"/>
          <p:cNvSpPr/>
          <p:nvPr/>
        </p:nvSpPr>
        <p:spPr>
          <a:xfrm>
            <a:off x="2978467" y="27764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9" name="Freeform 5628"/>
          <p:cNvSpPr/>
          <p:nvPr/>
        </p:nvSpPr>
        <p:spPr>
          <a:xfrm>
            <a:off x="2983584" y="29705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0" name="Freeform 5629"/>
          <p:cNvSpPr/>
          <p:nvPr/>
        </p:nvSpPr>
        <p:spPr>
          <a:xfrm>
            <a:off x="2926401" y="26010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1" name="Freeform 5630"/>
          <p:cNvSpPr/>
          <p:nvPr/>
        </p:nvSpPr>
        <p:spPr>
          <a:xfrm>
            <a:off x="2894597" y="28297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2" name="Freeform 5631"/>
          <p:cNvSpPr/>
          <p:nvPr/>
        </p:nvSpPr>
        <p:spPr>
          <a:xfrm>
            <a:off x="2938946" y="20859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3" name="Freeform 5632"/>
          <p:cNvSpPr/>
          <p:nvPr/>
        </p:nvSpPr>
        <p:spPr>
          <a:xfrm>
            <a:off x="2946244" y="22137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4" name="Freeform 5633"/>
          <p:cNvSpPr/>
          <p:nvPr/>
        </p:nvSpPr>
        <p:spPr>
          <a:xfrm>
            <a:off x="2919526" y="247457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5" name="Freeform 5634"/>
          <p:cNvSpPr/>
          <p:nvPr/>
        </p:nvSpPr>
        <p:spPr>
          <a:xfrm>
            <a:off x="2864342" y="25680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6" name="Freeform 5635"/>
          <p:cNvSpPr/>
          <p:nvPr/>
        </p:nvSpPr>
        <p:spPr>
          <a:xfrm>
            <a:off x="2940266" y="27395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7" name="Freeform 5636"/>
          <p:cNvSpPr/>
          <p:nvPr/>
        </p:nvSpPr>
        <p:spPr>
          <a:xfrm>
            <a:off x="2999246" y="31709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8" name="Freeform 5637"/>
          <p:cNvSpPr/>
          <p:nvPr/>
        </p:nvSpPr>
        <p:spPr>
          <a:xfrm>
            <a:off x="2928172" y="278672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9" name="Freeform 5638"/>
          <p:cNvSpPr/>
          <p:nvPr/>
        </p:nvSpPr>
        <p:spPr>
          <a:xfrm>
            <a:off x="2962458" y="26699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0" name="Freeform 5639"/>
          <p:cNvSpPr/>
          <p:nvPr/>
        </p:nvSpPr>
        <p:spPr>
          <a:xfrm>
            <a:off x="2823641" y="26228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1" name="Freeform 5640"/>
          <p:cNvSpPr/>
          <p:nvPr/>
        </p:nvSpPr>
        <p:spPr>
          <a:xfrm>
            <a:off x="2947228" y="25346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2" name="Freeform 5641"/>
          <p:cNvSpPr/>
          <p:nvPr/>
        </p:nvSpPr>
        <p:spPr>
          <a:xfrm>
            <a:off x="2952911" y="23685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3" name="Freeform 5642"/>
          <p:cNvSpPr/>
          <p:nvPr/>
        </p:nvSpPr>
        <p:spPr>
          <a:xfrm>
            <a:off x="2879669" y="29617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4" name="Freeform 5643"/>
          <p:cNvSpPr/>
          <p:nvPr/>
        </p:nvSpPr>
        <p:spPr>
          <a:xfrm>
            <a:off x="2846274" y="29583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5" name="Freeform 5644"/>
          <p:cNvSpPr/>
          <p:nvPr/>
        </p:nvSpPr>
        <p:spPr>
          <a:xfrm>
            <a:off x="2988319" y="21738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6" name="Freeform 5645"/>
          <p:cNvSpPr/>
          <p:nvPr/>
        </p:nvSpPr>
        <p:spPr>
          <a:xfrm>
            <a:off x="2907293" y="24237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7" name="Freeform 5646"/>
          <p:cNvSpPr/>
          <p:nvPr/>
        </p:nvSpPr>
        <p:spPr>
          <a:xfrm>
            <a:off x="2993396" y="28509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8" name="Freeform 5647"/>
          <p:cNvSpPr/>
          <p:nvPr/>
        </p:nvSpPr>
        <p:spPr>
          <a:xfrm>
            <a:off x="2933127" y="27466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9" name="Freeform 5648"/>
          <p:cNvSpPr/>
          <p:nvPr/>
        </p:nvSpPr>
        <p:spPr>
          <a:xfrm>
            <a:off x="3002340" y="27450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0" name="Freeform 5649"/>
          <p:cNvSpPr/>
          <p:nvPr/>
        </p:nvSpPr>
        <p:spPr>
          <a:xfrm>
            <a:off x="2938527" y="26956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1" name="Freeform 5650"/>
          <p:cNvSpPr/>
          <p:nvPr/>
        </p:nvSpPr>
        <p:spPr>
          <a:xfrm>
            <a:off x="2861061" y="25334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2" name="Freeform 5651"/>
          <p:cNvSpPr/>
          <p:nvPr/>
        </p:nvSpPr>
        <p:spPr>
          <a:xfrm>
            <a:off x="2955265" y="17752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3" name="Freeform 5652"/>
          <p:cNvSpPr/>
          <p:nvPr/>
        </p:nvSpPr>
        <p:spPr>
          <a:xfrm>
            <a:off x="2939226" y="26374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4" name="Freeform 5653"/>
          <p:cNvSpPr/>
          <p:nvPr/>
        </p:nvSpPr>
        <p:spPr>
          <a:xfrm>
            <a:off x="3004607" y="24636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5" name="Freeform 5654"/>
          <p:cNvSpPr/>
          <p:nvPr/>
        </p:nvSpPr>
        <p:spPr>
          <a:xfrm>
            <a:off x="2931111" y="33273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6" name="Freeform 5655"/>
          <p:cNvSpPr/>
          <p:nvPr/>
        </p:nvSpPr>
        <p:spPr>
          <a:xfrm>
            <a:off x="2934927" y="28855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7" name="Freeform 5656"/>
          <p:cNvSpPr/>
          <p:nvPr/>
        </p:nvSpPr>
        <p:spPr>
          <a:xfrm>
            <a:off x="3018040" y="22554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8" name="Freeform 5657"/>
          <p:cNvSpPr/>
          <p:nvPr/>
        </p:nvSpPr>
        <p:spPr>
          <a:xfrm>
            <a:off x="3038367" y="25593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9" name="Freeform 5658"/>
          <p:cNvSpPr/>
          <p:nvPr/>
        </p:nvSpPr>
        <p:spPr>
          <a:xfrm>
            <a:off x="3011378" y="432095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0" name="Freeform 5659"/>
          <p:cNvSpPr/>
          <p:nvPr/>
        </p:nvSpPr>
        <p:spPr>
          <a:xfrm>
            <a:off x="3029841" y="24594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1" name="Freeform 5660"/>
          <p:cNvSpPr/>
          <p:nvPr/>
        </p:nvSpPr>
        <p:spPr>
          <a:xfrm>
            <a:off x="2991130" y="20020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2" name="Freeform 5661"/>
          <p:cNvSpPr/>
          <p:nvPr/>
        </p:nvSpPr>
        <p:spPr>
          <a:xfrm>
            <a:off x="3012101" y="34410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3" name="Freeform 5662"/>
          <p:cNvSpPr/>
          <p:nvPr/>
        </p:nvSpPr>
        <p:spPr>
          <a:xfrm>
            <a:off x="3019259" y="21486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4" name="Freeform 5663"/>
          <p:cNvSpPr/>
          <p:nvPr/>
        </p:nvSpPr>
        <p:spPr>
          <a:xfrm>
            <a:off x="2987784" y="37263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5" name="Freeform 5664"/>
          <p:cNvSpPr/>
          <p:nvPr/>
        </p:nvSpPr>
        <p:spPr>
          <a:xfrm>
            <a:off x="2965175" y="23623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6" name="Freeform 5665"/>
          <p:cNvSpPr/>
          <p:nvPr/>
        </p:nvSpPr>
        <p:spPr>
          <a:xfrm>
            <a:off x="2970430" y="27104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7" name="Freeform 5666"/>
          <p:cNvSpPr/>
          <p:nvPr/>
        </p:nvSpPr>
        <p:spPr>
          <a:xfrm>
            <a:off x="3120524" y="35712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8" name="Freeform 5667"/>
          <p:cNvSpPr/>
          <p:nvPr/>
        </p:nvSpPr>
        <p:spPr>
          <a:xfrm>
            <a:off x="2961908" y="25432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9" name="Freeform 5668"/>
          <p:cNvSpPr/>
          <p:nvPr/>
        </p:nvSpPr>
        <p:spPr>
          <a:xfrm>
            <a:off x="2945292" y="22841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0" name="Freeform 5669"/>
          <p:cNvSpPr/>
          <p:nvPr/>
        </p:nvSpPr>
        <p:spPr>
          <a:xfrm>
            <a:off x="2936838" y="25734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1" name="Freeform 5670"/>
          <p:cNvSpPr/>
          <p:nvPr/>
        </p:nvSpPr>
        <p:spPr>
          <a:xfrm>
            <a:off x="2958789" y="24922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2" name="Freeform 5671"/>
          <p:cNvSpPr/>
          <p:nvPr/>
        </p:nvSpPr>
        <p:spPr>
          <a:xfrm>
            <a:off x="2977200" y="28586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3" name="Freeform 5672"/>
          <p:cNvSpPr/>
          <p:nvPr/>
        </p:nvSpPr>
        <p:spPr>
          <a:xfrm>
            <a:off x="2885968" y="33916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4" name="Freeform 5673"/>
          <p:cNvSpPr/>
          <p:nvPr/>
        </p:nvSpPr>
        <p:spPr>
          <a:xfrm>
            <a:off x="2829622" y="24528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5" name="Freeform 5674"/>
          <p:cNvSpPr/>
          <p:nvPr/>
        </p:nvSpPr>
        <p:spPr>
          <a:xfrm>
            <a:off x="2980586" y="20639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6" name="Freeform 5675"/>
          <p:cNvSpPr/>
          <p:nvPr/>
        </p:nvSpPr>
        <p:spPr>
          <a:xfrm>
            <a:off x="2854465" y="22919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7" name="Freeform 5676"/>
          <p:cNvSpPr/>
          <p:nvPr/>
        </p:nvSpPr>
        <p:spPr>
          <a:xfrm>
            <a:off x="2978162" y="3438113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8" name="Freeform 5677"/>
          <p:cNvSpPr/>
          <p:nvPr/>
        </p:nvSpPr>
        <p:spPr>
          <a:xfrm>
            <a:off x="2970329" y="32642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9" name="Freeform 5678"/>
          <p:cNvSpPr/>
          <p:nvPr/>
        </p:nvSpPr>
        <p:spPr>
          <a:xfrm>
            <a:off x="3037477" y="30182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0" name="Freeform 5679"/>
          <p:cNvSpPr/>
          <p:nvPr/>
        </p:nvSpPr>
        <p:spPr>
          <a:xfrm>
            <a:off x="3071791" y="32929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1" name="Freeform 5680"/>
          <p:cNvSpPr/>
          <p:nvPr/>
        </p:nvSpPr>
        <p:spPr>
          <a:xfrm>
            <a:off x="2985390" y="26909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2" name="Freeform 5681"/>
          <p:cNvSpPr/>
          <p:nvPr/>
        </p:nvSpPr>
        <p:spPr>
          <a:xfrm>
            <a:off x="2924255" y="25626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3" name="Freeform 5682"/>
          <p:cNvSpPr/>
          <p:nvPr/>
        </p:nvSpPr>
        <p:spPr>
          <a:xfrm>
            <a:off x="2883072" y="32330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4" name="Freeform 5683"/>
          <p:cNvSpPr/>
          <p:nvPr/>
        </p:nvSpPr>
        <p:spPr>
          <a:xfrm>
            <a:off x="2908480" y="24215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5" name="Freeform 5684"/>
          <p:cNvSpPr/>
          <p:nvPr/>
        </p:nvSpPr>
        <p:spPr>
          <a:xfrm>
            <a:off x="2963653" y="24862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6" name="Freeform 5685"/>
          <p:cNvSpPr/>
          <p:nvPr/>
        </p:nvSpPr>
        <p:spPr>
          <a:xfrm>
            <a:off x="2823732" y="29087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7" name="Freeform 5686"/>
          <p:cNvSpPr/>
          <p:nvPr/>
        </p:nvSpPr>
        <p:spPr>
          <a:xfrm>
            <a:off x="2965992" y="27706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8" name="Freeform 5687"/>
          <p:cNvSpPr/>
          <p:nvPr/>
        </p:nvSpPr>
        <p:spPr>
          <a:xfrm>
            <a:off x="2960201" y="342411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9" name="Freeform 5688"/>
          <p:cNvSpPr/>
          <p:nvPr/>
        </p:nvSpPr>
        <p:spPr>
          <a:xfrm>
            <a:off x="3003749" y="28294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0" name="Freeform 5689"/>
          <p:cNvSpPr/>
          <p:nvPr/>
        </p:nvSpPr>
        <p:spPr>
          <a:xfrm>
            <a:off x="2938804" y="27045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1" name="Freeform 5690"/>
          <p:cNvSpPr/>
          <p:nvPr/>
        </p:nvSpPr>
        <p:spPr>
          <a:xfrm>
            <a:off x="2967770" y="26452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2" name="Freeform 5691"/>
          <p:cNvSpPr/>
          <p:nvPr/>
        </p:nvSpPr>
        <p:spPr>
          <a:xfrm>
            <a:off x="2912170" y="25679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3" name="Freeform 5692"/>
          <p:cNvSpPr/>
          <p:nvPr/>
        </p:nvSpPr>
        <p:spPr>
          <a:xfrm>
            <a:off x="2930220" y="26174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4" name="Freeform 5693"/>
          <p:cNvSpPr/>
          <p:nvPr/>
        </p:nvSpPr>
        <p:spPr>
          <a:xfrm>
            <a:off x="2843375" y="28044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5" name="Freeform 5694"/>
          <p:cNvSpPr/>
          <p:nvPr/>
        </p:nvSpPr>
        <p:spPr>
          <a:xfrm>
            <a:off x="2969202" y="26020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6" name="Freeform 5695"/>
          <p:cNvSpPr/>
          <p:nvPr/>
        </p:nvSpPr>
        <p:spPr>
          <a:xfrm>
            <a:off x="3063735" y="23388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7" name="Freeform 5696"/>
          <p:cNvSpPr/>
          <p:nvPr/>
        </p:nvSpPr>
        <p:spPr>
          <a:xfrm>
            <a:off x="2971789" y="27423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8" name="Freeform 5697"/>
          <p:cNvSpPr/>
          <p:nvPr/>
        </p:nvSpPr>
        <p:spPr>
          <a:xfrm>
            <a:off x="2985268" y="25904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9" name="Freeform 5698"/>
          <p:cNvSpPr/>
          <p:nvPr/>
        </p:nvSpPr>
        <p:spPr>
          <a:xfrm>
            <a:off x="2895885" y="27756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0" name="Freeform 5699"/>
          <p:cNvSpPr/>
          <p:nvPr/>
        </p:nvSpPr>
        <p:spPr>
          <a:xfrm>
            <a:off x="3055944" y="29450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1" name="Freeform 5700"/>
          <p:cNvSpPr/>
          <p:nvPr/>
        </p:nvSpPr>
        <p:spPr>
          <a:xfrm>
            <a:off x="2910122" y="25150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2" name="Freeform 5701"/>
          <p:cNvSpPr/>
          <p:nvPr/>
        </p:nvSpPr>
        <p:spPr>
          <a:xfrm>
            <a:off x="3014185" y="29113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3" name="Freeform 5702"/>
          <p:cNvSpPr/>
          <p:nvPr/>
        </p:nvSpPr>
        <p:spPr>
          <a:xfrm>
            <a:off x="2968121" y="25652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4" name="Freeform 5703"/>
          <p:cNvSpPr/>
          <p:nvPr/>
        </p:nvSpPr>
        <p:spPr>
          <a:xfrm>
            <a:off x="2897379" y="26968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5" name="Freeform 5704"/>
          <p:cNvSpPr/>
          <p:nvPr/>
        </p:nvSpPr>
        <p:spPr>
          <a:xfrm>
            <a:off x="3029138" y="28189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6" name="Freeform 5705"/>
          <p:cNvSpPr/>
          <p:nvPr/>
        </p:nvSpPr>
        <p:spPr>
          <a:xfrm>
            <a:off x="2962021" y="28278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7" name="Freeform 5706"/>
          <p:cNvSpPr/>
          <p:nvPr/>
        </p:nvSpPr>
        <p:spPr>
          <a:xfrm>
            <a:off x="2972856" y="28940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8" name="Freeform 5707"/>
          <p:cNvSpPr/>
          <p:nvPr/>
        </p:nvSpPr>
        <p:spPr>
          <a:xfrm>
            <a:off x="2990993" y="33123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9" name="Freeform 5708"/>
          <p:cNvSpPr/>
          <p:nvPr/>
        </p:nvSpPr>
        <p:spPr>
          <a:xfrm>
            <a:off x="2959574" y="25664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0" name="Freeform 5709"/>
          <p:cNvSpPr/>
          <p:nvPr/>
        </p:nvSpPr>
        <p:spPr>
          <a:xfrm>
            <a:off x="2935879" y="26221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1" name="Freeform 5710"/>
          <p:cNvSpPr/>
          <p:nvPr/>
        </p:nvSpPr>
        <p:spPr>
          <a:xfrm>
            <a:off x="2991924" y="23948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2" name="Freeform 5711"/>
          <p:cNvSpPr/>
          <p:nvPr/>
        </p:nvSpPr>
        <p:spPr>
          <a:xfrm>
            <a:off x="2934152" y="29026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3" name="Freeform 5712"/>
          <p:cNvSpPr/>
          <p:nvPr/>
        </p:nvSpPr>
        <p:spPr>
          <a:xfrm>
            <a:off x="2965336" y="20103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4" name="Freeform 5713"/>
          <p:cNvSpPr/>
          <p:nvPr/>
        </p:nvSpPr>
        <p:spPr>
          <a:xfrm>
            <a:off x="2916711" y="28468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5" name="Freeform 5714"/>
          <p:cNvSpPr/>
          <p:nvPr/>
        </p:nvSpPr>
        <p:spPr>
          <a:xfrm>
            <a:off x="2862157" y="30289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6" name="Freeform 5715"/>
          <p:cNvSpPr/>
          <p:nvPr/>
        </p:nvSpPr>
        <p:spPr>
          <a:xfrm>
            <a:off x="2916346" y="307258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7" name="Freeform 5716"/>
          <p:cNvSpPr/>
          <p:nvPr/>
        </p:nvSpPr>
        <p:spPr>
          <a:xfrm>
            <a:off x="2928156" y="33447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8" name="Freeform 5717"/>
          <p:cNvSpPr/>
          <p:nvPr/>
        </p:nvSpPr>
        <p:spPr>
          <a:xfrm>
            <a:off x="2961983" y="21437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9" name="Freeform 5718"/>
          <p:cNvSpPr/>
          <p:nvPr/>
        </p:nvSpPr>
        <p:spPr>
          <a:xfrm>
            <a:off x="3039567" y="22031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0" name="Freeform 5719"/>
          <p:cNvSpPr/>
          <p:nvPr/>
        </p:nvSpPr>
        <p:spPr>
          <a:xfrm>
            <a:off x="2848932" y="24863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1" name="Freeform 5720"/>
          <p:cNvSpPr/>
          <p:nvPr/>
        </p:nvSpPr>
        <p:spPr>
          <a:xfrm>
            <a:off x="2969531" y="30367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2" name="Freeform 5721"/>
          <p:cNvSpPr/>
          <p:nvPr/>
        </p:nvSpPr>
        <p:spPr>
          <a:xfrm>
            <a:off x="2814275" y="20413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3" name="Freeform 5722"/>
          <p:cNvSpPr/>
          <p:nvPr/>
        </p:nvSpPr>
        <p:spPr>
          <a:xfrm>
            <a:off x="2891625" y="28365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4" name="Freeform 5723"/>
          <p:cNvSpPr/>
          <p:nvPr/>
        </p:nvSpPr>
        <p:spPr>
          <a:xfrm>
            <a:off x="2927365" y="28061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5" name="Freeform 5724"/>
          <p:cNvSpPr/>
          <p:nvPr/>
        </p:nvSpPr>
        <p:spPr>
          <a:xfrm>
            <a:off x="2811546" y="21788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6" name="Freeform 5725"/>
          <p:cNvSpPr/>
          <p:nvPr/>
        </p:nvSpPr>
        <p:spPr>
          <a:xfrm>
            <a:off x="2837771" y="24649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7" name="Freeform 5726"/>
          <p:cNvSpPr/>
          <p:nvPr/>
        </p:nvSpPr>
        <p:spPr>
          <a:xfrm>
            <a:off x="2971219" y="18979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8" name="Freeform 5727"/>
          <p:cNvSpPr/>
          <p:nvPr/>
        </p:nvSpPr>
        <p:spPr>
          <a:xfrm>
            <a:off x="2966159" y="26157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9" name="Freeform 5728"/>
          <p:cNvSpPr/>
          <p:nvPr/>
        </p:nvSpPr>
        <p:spPr>
          <a:xfrm>
            <a:off x="2953453" y="28532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0" name="Freeform 5729"/>
          <p:cNvSpPr/>
          <p:nvPr/>
        </p:nvSpPr>
        <p:spPr>
          <a:xfrm>
            <a:off x="2907687" y="29321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1" name="Freeform 5730"/>
          <p:cNvSpPr/>
          <p:nvPr/>
        </p:nvSpPr>
        <p:spPr>
          <a:xfrm>
            <a:off x="3103908" y="33863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2" name="Freeform 5731"/>
          <p:cNvSpPr/>
          <p:nvPr/>
        </p:nvSpPr>
        <p:spPr>
          <a:xfrm>
            <a:off x="2950305" y="28096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3" name="Freeform 5732"/>
          <p:cNvSpPr/>
          <p:nvPr/>
        </p:nvSpPr>
        <p:spPr>
          <a:xfrm>
            <a:off x="2903814" y="228642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4" name="Freeform 5733"/>
          <p:cNvSpPr/>
          <p:nvPr/>
        </p:nvSpPr>
        <p:spPr>
          <a:xfrm>
            <a:off x="3072335" y="24870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5" name="Freeform 5734"/>
          <p:cNvSpPr/>
          <p:nvPr/>
        </p:nvSpPr>
        <p:spPr>
          <a:xfrm>
            <a:off x="3001750" y="2699778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6" name="Freeform 5735"/>
          <p:cNvSpPr/>
          <p:nvPr/>
        </p:nvSpPr>
        <p:spPr>
          <a:xfrm>
            <a:off x="2936395" y="30730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7" name="Freeform 5736"/>
          <p:cNvSpPr/>
          <p:nvPr/>
        </p:nvSpPr>
        <p:spPr>
          <a:xfrm>
            <a:off x="3040116" y="26238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8" name="Freeform 5737"/>
          <p:cNvSpPr/>
          <p:nvPr/>
        </p:nvSpPr>
        <p:spPr>
          <a:xfrm>
            <a:off x="2971393" y="23348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9" name="Freeform 5738"/>
          <p:cNvSpPr/>
          <p:nvPr/>
        </p:nvSpPr>
        <p:spPr>
          <a:xfrm>
            <a:off x="3003662" y="2548885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0" name="Freeform 5739"/>
          <p:cNvSpPr/>
          <p:nvPr/>
        </p:nvSpPr>
        <p:spPr>
          <a:xfrm>
            <a:off x="2976576" y="26459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1" name="Freeform 5740"/>
          <p:cNvSpPr/>
          <p:nvPr/>
        </p:nvSpPr>
        <p:spPr>
          <a:xfrm>
            <a:off x="2892781" y="30002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2" name="Freeform 5741"/>
          <p:cNvSpPr/>
          <p:nvPr/>
        </p:nvSpPr>
        <p:spPr>
          <a:xfrm>
            <a:off x="3025424" y="23884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3" name="Freeform 5742"/>
          <p:cNvSpPr/>
          <p:nvPr/>
        </p:nvSpPr>
        <p:spPr>
          <a:xfrm>
            <a:off x="2971644" y="385873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4" name="Freeform 5743"/>
          <p:cNvSpPr/>
          <p:nvPr/>
        </p:nvSpPr>
        <p:spPr>
          <a:xfrm>
            <a:off x="2894044" y="25664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5" name="Freeform 5744"/>
          <p:cNvSpPr/>
          <p:nvPr/>
        </p:nvSpPr>
        <p:spPr>
          <a:xfrm>
            <a:off x="2910393" y="17622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6" name="Freeform 5745"/>
          <p:cNvSpPr/>
          <p:nvPr/>
        </p:nvSpPr>
        <p:spPr>
          <a:xfrm>
            <a:off x="3024373" y="32618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7" name="Freeform 5746"/>
          <p:cNvSpPr/>
          <p:nvPr/>
        </p:nvSpPr>
        <p:spPr>
          <a:xfrm>
            <a:off x="2936499" y="27959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8" name="Freeform 5747"/>
          <p:cNvSpPr/>
          <p:nvPr/>
        </p:nvSpPr>
        <p:spPr>
          <a:xfrm>
            <a:off x="2964081" y="27101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9" name="Freeform 5748"/>
          <p:cNvSpPr/>
          <p:nvPr/>
        </p:nvSpPr>
        <p:spPr>
          <a:xfrm>
            <a:off x="3004418" y="287731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0" name="Freeform 5749"/>
          <p:cNvSpPr/>
          <p:nvPr/>
        </p:nvSpPr>
        <p:spPr>
          <a:xfrm>
            <a:off x="2969513" y="23262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1" name="Freeform 5750"/>
          <p:cNvSpPr/>
          <p:nvPr/>
        </p:nvSpPr>
        <p:spPr>
          <a:xfrm>
            <a:off x="2859735" y="25335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2" name="Freeform 5751"/>
          <p:cNvSpPr/>
          <p:nvPr/>
        </p:nvSpPr>
        <p:spPr>
          <a:xfrm>
            <a:off x="3003282" y="265125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3" name="Freeform 5752"/>
          <p:cNvSpPr/>
          <p:nvPr/>
        </p:nvSpPr>
        <p:spPr>
          <a:xfrm>
            <a:off x="3023247" y="24141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4" name="Freeform 5753"/>
          <p:cNvSpPr/>
          <p:nvPr/>
        </p:nvSpPr>
        <p:spPr>
          <a:xfrm>
            <a:off x="3018488" y="27010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5" name="Freeform 5754"/>
          <p:cNvSpPr/>
          <p:nvPr/>
        </p:nvSpPr>
        <p:spPr>
          <a:xfrm>
            <a:off x="3068250" y="15381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6" name="Freeform 5755"/>
          <p:cNvSpPr/>
          <p:nvPr/>
        </p:nvSpPr>
        <p:spPr>
          <a:xfrm>
            <a:off x="2985165" y="26516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7" name="Freeform 5756"/>
          <p:cNvSpPr/>
          <p:nvPr/>
        </p:nvSpPr>
        <p:spPr>
          <a:xfrm>
            <a:off x="3012544" y="26354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8" name="Freeform 5757"/>
          <p:cNvSpPr/>
          <p:nvPr/>
        </p:nvSpPr>
        <p:spPr>
          <a:xfrm>
            <a:off x="3066425" y="33361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9" name="Freeform 5758"/>
          <p:cNvSpPr/>
          <p:nvPr/>
        </p:nvSpPr>
        <p:spPr>
          <a:xfrm>
            <a:off x="2941716" y="290705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0" name="Freeform 5759"/>
          <p:cNvSpPr/>
          <p:nvPr/>
        </p:nvSpPr>
        <p:spPr>
          <a:xfrm>
            <a:off x="3076181" y="22853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1" name="Freeform 5760"/>
          <p:cNvSpPr/>
          <p:nvPr/>
        </p:nvSpPr>
        <p:spPr>
          <a:xfrm>
            <a:off x="3076066" y="3198243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2" name="Freeform 5761"/>
          <p:cNvSpPr/>
          <p:nvPr/>
        </p:nvSpPr>
        <p:spPr>
          <a:xfrm>
            <a:off x="3012946" y="35004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3" name="Freeform 5762"/>
          <p:cNvSpPr/>
          <p:nvPr/>
        </p:nvSpPr>
        <p:spPr>
          <a:xfrm>
            <a:off x="3083034" y="26953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4" name="Freeform 5763"/>
          <p:cNvSpPr/>
          <p:nvPr/>
        </p:nvSpPr>
        <p:spPr>
          <a:xfrm>
            <a:off x="3017513" y="22032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5" name="Freeform 5764"/>
          <p:cNvSpPr/>
          <p:nvPr/>
        </p:nvSpPr>
        <p:spPr>
          <a:xfrm>
            <a:off x="2902580" y="26916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6" name="Freeform 5765"/>
          <p:cNvSpPr/>
          <p:nvPr/>
        </p:nvSpPr>
        <p:spPr>
          <a:xfrm>
            <a:off x="3036448" y="28308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7" name="Freeform 5766"/>
          <p:cNvSpPr/>
          <p:nvPr/>
        </p:nvSpPr>
        <p:spPr>
          <a:xfrm>
            <a:off x="2982652" y="33905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8" name="Freeform 5767"/>
          <p:cNvSpPr/>
          <p:nvPr/>
        </p:nvSpPr>
        <p:spPr>
          <a:xfrm>
            <a:off x="2988428" y="25409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9" name="Freeform 5768"/>
          <p:cNvSpPr/>
          <p:nvPr/>
        </p:nvSpPr>
        <p:spPr>
          <a:xfrm>
            <a:off x="2971256" y="24641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0" name="Freeform 5769"/>
          <p:cNvSpPr/>
          <p:nvPr/>
        </p:nvSpPr>
        <p:spPr>
          <a:xfrm>
            <a:off x="3051188" y="33623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1" name="Freeform 5770"/>
          <p:cNvSpPr/>
          <p:nvPr/>
        </p:nvSpPr>
        <p:spPr>
          <a:xfrm>
            <a:off x="2997641" y="229011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2" name="Freeform 5771"/>
          <p:cNvSpPr/>
          <p:nvPr/>
        </p:nvSpPr>
        <p:spPr>
          <a:xfrm>
            <a:off x="2914846" y="24257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3" name="Freeform 5772"/>
          <p:cNvSpPr/>
          <p:nvPr/>
        </p:nvSpPr>
        <p:spPr>
          <a:xfrm>
            <a:off x="2993227" y="22909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4" name="Freeform 5773"/>
          <p:cNvSpPr/>
          <p:nvPr/>
        </p:nvSpPr>
        <p:spPr>
          <a:xfrm>
            <a:off x="3009376" y="24927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5" name="Freeform 5774"/>
          <p:cNvSpPr/>
          <p:nvPr/>
        </p:nvSpPr>
        <p:spPr>
          <a:xfrm>
            <a:off x="2912870" y="24669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6" name="Freeform 5775"/>
          <p:cNvSpPr/>
          <p:nvPr/>
        </p:nvSpPr>
        <p:spPr>
          <a:xfrm>
            <a:off x="2932194" y="25157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7" name="Freeform 5776"/>
          <p:cNvSpPr/>
          <p:nvPr/>
        </p:nvSpPr>
        <p:spPr>
          <a:xfrm>
            <a:off x="2935591" y="23879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8" name="Freeform 5777"/>
          <p:cNvSpPr/>
          <p:nvPr/>
        </p:nvSpPr>
        <p:spPr>
          <a:xfrm>
            <a:off x="2920714" y="33759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9" name="Freeform 5778"/>
          <p:cNvSpPr/>
          <p:nvPr/>
        </p:nvSpPr>
        <p:spPr>
          <a:xfrm>
            <a:off x="2984137" y="32591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0" name="Freeform 5779"/>
          <p:cNvSpPr/>
          <p:nvPr/>
        </p:nvSpPr>
        <p:spPr>
          <a:xfrm>
            <a:off x="3028512" y="29778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1" name="Freeform 5780"/>
          <p:cNvSpPr/>
          <p:nvPr/>
        </p:nvSpPr>
        <p:spPr>
          <a:xfrm>
            <a:off x="3086529" y="27549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2" name="Freeform 5781"/>
          <p:cNvSpPr/>
          <p:nvPr/>
        </p:nvSpPr>
        <p:spPr>
          <a:xfrm>
            <a:off x="3040249" y="25645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3" name="Freeform 5782"/>
          <p:cNvSpPr/>
          <p:nvPr/>
        </p:nvSpPr>
        <p:spPr>
          <a:xfrm>
            <a:off x="3028800" y="25878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4" name="Freeform 5783"/>
          <p:cNvSpPr/>
          <p:nvPr/>
        </p:nvSpPr>
        <p:spPr>
          <a:xfrm>
            <a:off x="3036833" y="229652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5" name="Freeform 5784"/>
          <p:cNvSpPr/>
          <p:nvPr/>
        </p:nvSpPr>
        <p:spPr>
          <a:xfrm>
            <a:off x="3049575" y="22849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6" name="Freeform 5785"/>
          <p:cNvSpPr/>
          <p:nvPr/>
        </p:nvSpPr>
        <p:spPr>
          <a:xfrm>
            <a:off x="2936012" y="30279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7" name="Freeform 5786"/>
          <p:cNvSpPr/>
          <p:nvPr/>
        </p:nvSpPr>
        <p:spPr>
          <a:xfrm>
            <a:off x="3007010" y="26195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8" name="Freeform 5787"/>
          <p:cNvSpPr/>
          <p:nvPr/>
        </p:nvSpPr>
        <p:spPr>
          <a:xfrm>
            <a:off x="2982376" y="30189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9" name="Freeform 5788"/>
          <p:cNvSpPr/>
          <p:nvPr/>
        </p:nvSpPr>
        <p:spPr>
          <a:xfrm>
            <a:off x="2952421" y="27764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0" name="Freeform 5789"/>
          <p:cNvSpPr/>
          <p:nvPr/>
        </p:nvSpPr>
        <p:spPr>
          <a:xfrm>
            <a:off x="2930822" y="25889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1" name="Freeform 5790"/>
          <p:cNvSpPr/>
          <p:nvPr/>
        </p:nvSpPr>
        <p:spPr>
          <a:xfrm>
            <a:off x="2927484" y="39605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2" name="Freeform 5791"/>
          <p:cNvSpPr/>
          <p:nvPr/>
        </p:nvSpPr>
        <p:spPr>
          <a:xfrm>
            <a:off x="2943224" y="18207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3" name="Freeform 5792"/>
          <p:cNvSpPr/>
          <p:nvPr/>
        </p:nvSpPr>
        <p:spPr>
          <a:xfrm>
            <a:off x="2879094" y="24989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4" name="Freeform 5793"/>
          <p:cNvSpPr/>
          <p:nvPr/>
        </p:nvSpPr>
        <p:spPr>
          <a:xfrm>
            <a:off x="2995608" y="29262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5" name="Freeform 5794"/>
          <p:cNvSpPr/>
          <p:nvPr/>
        </p:nvSpPr>
        <p:spPr>
          <a:xfrm>
            <a:off x="2959549" y="19986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6" name="Freeform 5795"/>
          <p:cNvSpPr/>
          <p:nvPr/>
        </p:nvSpPr>
        <p:spPr>
          <a:xfrm>
            <a:off x="2968034" y="28349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7" name="Freeform 5796"/>
          <p:cNvSpPr/>
          <p:nvPr/>
        </p:nvSpPr>
        <p:spPr>
          <a:xfrm>
            <a:off x="2983467" y="26585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8" name="Freeform 5797"/>
          <p:cNvSpPr/>
          <p:nvPr/>
        </p:nvSpPr>
        <p:spPr>
          <a:xfrm>
            <a:off x="3009088" y="28863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9" name="Freeform 5798"/>
          <p:cNvSpPr/>
          <p:nvPr/>
        </p:nvSpPr>
        <p:spPr>
          <a:xfrm>
            <a:off x="2921747" y="20998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0" name="Freeform 5799"/>
          <p:cNvSpPr/>
          <p:nvPr/>
        </p:nvSpPr>
        <p:spPr>
          <a:xfrm>
            <a:off x="2953951" y="27458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1" name="Freeform 5800"/>
          <p:cNvSpPr/>
          <p:nvPr/>
        </p:nvSpPr>
        <p:spPr>
          <a:xfrm>
            <a:off x="2854302" y="265228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2" name="Freeform 5801"/>
          <p:cNvSpPr/>
          <p:nvPr/>
        </p:nvSpPr>
        <p:spPr>
          <a:xfrm>
            <a:off x="2813749" y="22646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3" name="Freeform 5802"/>
          <p:cNvSpPr/>
          <p:nvPr/>
        </p:nvSpPr>
        <p:spPr>
          <a:xfrm>
            <a:off x="2832280" y="24921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4" name="Freeform 5803"/>
          <p:cNvSpPr/>
          <p:nvPr/>
        </p:nvSpPr>
        <p:spPr>
          <a:xfrm>
            <a:off x="3062944" y="27272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5" name="Freeform 5804"/>
          <p:cNvSpPr/>
          <p:nvPr/>
        </p:nvSpPr>
        <p:spPr>
          <a:xfrm>
            <a:off x="2839850" y="22989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6" name="Freeform 5805"/>
          <p:cNvSpPr/>
          <p:nvPr/>
        </p:nvSpPr>
        <p:spPr>
          <a:xfrm>
            <a:off x="2992323" y="17739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7" name="Freeform 5806"/>
          <p:cNvSpPr/>
          <p:nvPr/>
        </p:nvSpPr>
        <p:spPr>
          <a:xfrm>
            <a:off x="3058990" y="25905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8" name="Freeform 5807"/>
          <p:cNvSpPr/>
          <p:nvPr/>
        </p:nvSpPr>
        <p:spPr>
          <a:xfrm>
            <a:off x="2930635" y="26643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9" name="Freeform 5808"/>
          <p:cNvSpPr/>
          <p:nvPr/>
        </p:nvSpPr>
        <p:spPr>
          <a:xfrm>
            <a:off x="3069112" y="26445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0" name="Freeform 5809"/>
          <p:cNvSpPr/>
          <p:nvPr/>
        </p:nvSpPr>
        <p:spPr>
          <a:xfrm>
            <a:off x="3083538" y="22254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1" name="Freeform 5810"/>
          <p:cNvSpPr/>
          <p:nvPr/>
        </p:nvSpPr>
        <p:spPr>
          <a:xfrm>
            <a:off x="3023709" y="29275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2" name="Freeform 5811"/>
          <p:cNvSpPr/>
          <p:nvPr/>
        </p:nvSpPr>
        <p:spPr>
          <a:xfrm>
            <a:off x="3118385" y="28095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3" name="Freeform 5812"/>
          <p:cNvSpPr/>
          <p:nvPr/>
        </p:nvSpPr>
        <p:spPr>
          <a:xfrm>
            <a:off x="3002309" y="32725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4" name="Freeform 5813"/>
          <p:cNvSpPr/>
          <p:nvPr/>
        </p:nvSpPr>
        <p:spPr>
          <a:xfrm>
            <a:off x="2912678" y="31425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5" name="Freeform 5814"/>
          <p:cNvSpPr/>
          <p:nvPr/>
        </p:nvSpPr>
        <p:spPr>
          <a:xfrm>
            <a:off x="2995767" y="28976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6" name="Freeform 5815"/>
          <p:cNvSpPr/>
          <p:nvPr/>
        </p:nvSpPr>
        <p:spPr>
          <a:xfrm>
            <a:off x="2931766" y="27278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7" name="Freeform 5816"/>
          <p:cNvSpPr/>
          <p:nvPr/>
        </p:nvSpPr>
        <p:spPr>
          <a:xfrm>
            <a:off x="2874773" y="20568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8" name="Freeform 5817"/>
          <p:cNvSpPr/>
          <p:nvPr/>
        </p:nvSpPr>
        <p:spPr>
          <a:xfrm>
            <a:off x="2876601" y="25101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9" name="Freeform 5818"/>
          <p:cNvSpPr/>
          <p:nvPr/>
        </p:nvSpPr>
        <p:spPr>
          <a:xfrm>
            <a:off x="3114638" y="30425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0" name="Freeform 5819"/>
          <p:cNvSpPr/>
          <p:nvPr/>
        </p:nvSpPr>
        <p:spPr>
          <a:xfrm>
            <a:off x="2925436" y="29748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1" name="Freeform 5820"/>
          <p:cNvSpPr/>
          <p:nvPr/>
        </p:nvSpPr>
        <p:spPr>
          <a:xfrm>
            <a:off x="2959785" y="22018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2" name="Freeform 5821"/>
          <p:cNvSpPr/>
          <p:nvPr/>
        </p:nvSpPr>
        <p:spPr>
          <a:xfrm>
            <a:off x="2917421" y="22930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3" name="Freeform 5822"/>
          <p:cNvSpPr/>
          <p:nvPr/>
        </p:nvSpPr>
        <p:spPr>
          <a:xfrm>
            <a:off x="2970631" y="26968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4" name="Freeform 5823"/>
          <p:cNvSpPr/>
          <p:nvPr/>
        </p:nvSpPr>
        <p:spPr>
          <a:xfrm>
            <a:off x="2945723" y="28699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5" name="Freeform 5824"/>
          <p:cNvSpPr/>
          <p:nvPr/>
        </p:nvSpPr>
        <p:spPr>
          <a:xfrm>
            <a:off x="2934391" y="22936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6" name="Freeform 5825"/>
          <p:cNvSpPr/>
          <p:nvPr/>
        </p:nvSpPr>
        <p:spPr>
          <a:xfrm>
            <a:off x="2881284" y="307245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7" name="Freeform 5826"/>
          <p:cNvSpPr/>
          <p:nvPr/>
        </p:nvSpPr>
        <p:spPr>
          <a:xfrm>
            <a:off x="2867962" y="25631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8" name="Freeform 5827"/>
          <p:cNvSpPr/>
          <p:nvPr/>
        </p:nvSpPr>
        <p:spPr>
          <a:xfrm>
            <a:off x="2912378" y="18716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9" name="Freeform 5828"/>
          <p:cNvSpPr/>
          <p:nvPr/>
        </p:nvSpPr>
        <p:spPr>
          <a:xfrm>
            <a:off x="2981190" y="26317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0" name="Freeform 5829"/>
          <p:cNvSpPr/>
          <p:nvPr/>
        </p:nvSpPr>
        <p:spPr>
          <a:xfrm>
            <a:off x="3099554" y="29924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1" name="Freeform 5830"/>
          <p:cNvSpPr/>
          <p:nvPr/>
        </p:nvSpPr>
        <p:spPr>
          <a:xfrm>
            <a:off x="3031723" y="25563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2" name="Freeform 5831"/>
          <p:cNvSpPr/>
          <p:nvPr/>
        </p:nvSpPr>
        <p:spPr>
          <a:xfrm>
            <a:off x="3082839" y="28800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3" name="Freeform 5832"/>
          <p:cNvSpPr/>
          <p:nvPr/>
        </p:nvSpPr>
        <p:spPr>
          <a:xfrm>
            <a:off x="2994126" y="32198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4" name="Freeform 5833"/>
          <p:cNvSpPr/>
          <p:nvPr/>
        </p:nvSpPr>
        <p:spPr>
          <a:xfrm>
            <a:off x="2956202" y="24495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5" name="Freeform 5834"/>
          <p:cNvSpPr/>
          <p:nvPr/>
        </p:nvSpPr>
        <p:spPr>
          <a:xfrm>
            <a:off x="2874124" y="22962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6" name="Freeform 5835"/>
          <p:cNvSpPr/>
          <p:nvPr/>
        </p:nvSpPr>
        <p:spPr>
          <a:xfrm>
            <a:off x="2962203" y="28215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7" name="Freeform 5836"/>
          <p:cNvSpPr/>
          <p:nvPr/>
        </p:nvSpPr>
        <p:spPr>
          <a:xfrm>
            <a:off x="2819828" y="28459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8" name="Freeform 5837"/>
          <p:cNvSpPr/>
          <p:nvPr/>
        </p:nvSpPr>
        <p:spPr>
          <a:xfrm>
            <a:off x="2942195" y="30607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9" name="Freeform 5838"/>
          <p:cNvSpPr/>
          <p:nvPr/>
        </p:nvSpPr>
        <p:spPr>
          <a:xfrm>
            <a:off x="3070145" y="27623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0" name="Freeform 5839"/>
          <p:cNvSpPr/>
          <p:nvPr/>
        </p:nvSpPr>
        <p:spPr>
          <a:xfrm>
            <a:off x="2984001" y="29140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1" name="Freeform 5840"/>
          <p:cNvSpPr/>
          <p:nvPr/>
        </p:nvSpPr>
        <p:spPr>
          <a:xfrm>
            <a:off x="3037070" y="30789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2" name="Freeform 5841"/>
          <p:cNvSpPr/>
          <p:nvPr/>
        </p:nvSpPr>
        <p:spPr>
          <a:xfrm>
            <a:off x="2936912" y="20115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3" name="Freeform 5842"/>
          <p:cNvSpPr/>
          <p:nvPr/>
        </p:nvSpPr>
        <p:spPr>
          <a:xfrm>
            <a:off x="2871001" y="25357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4" name="Freeform 5843"/>
          <p:cNvSpPr/>
          <p:nvPr/>
        </p:nvSpPr>
        <p:spPr>
          <a:xfrm>
            <a:off x="2930546" y="24967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5" name="Freeform 5844"/>
          <p:cNvSpPr/>
          <p:nvPr/>
        </p:nvSpPr>
        <p:spPr>
          <a:xfrm>
            <a:off x="2936042" y="23824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6" name="Freeform 5845"/>
          <p:cNvSpPr/>
          <p:nvPr/>
        </p:nvSpPr>
        <p:spPr>
          <a:xfrm>
            <a:off x="3042356" y="24237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7" name="Freeform 5846"/>
          <p:cNvSpPr/>
          <p:nvPr/>
        </p:nvSpPr>
        <p:spPr>
          <a:xfrm>
            <a:off x="3093452" y="28591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8" name="Freeform 5847"/>
          <p:cNvSpPr/>
          <p:nvPr/>
        </p:nvSpPr>
        <p:spPr>
          <a:xfrm>
            <a:off x="2913324" y="2607037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9" name="Freeform 5848"/>
          <p:cNvSpPr/>
          <p:nvPr/>
        </p:nvSpPr>
        <p:spPr>
          <a:xfrm>
            <a:off x="2938653" y="2806157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0" name="Freeform 5849"/>
          <p:cNvSpPr/>
          <p:nvPr/>
        </p:nvSpPr>
        <p:spPr>
          <a:xfrm>
            <a:off x="2952847" y="25460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1" name="Freeform 5850"/>
          <p:cNvSpPr/>
          <p:nvPr/>
        </p:nvSpPr>
        <p:spPr>
          <a:xfrm>
            <a:off x="2939383" y="25816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2" name="Freeform 5851"/>
          <p:cNvSpPr/>
          <p:nvPr/>
        </p:nvSpPr>
        <p:spPr>
          <a:xfrm>
            <a:off x="2880037" y="28479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3" name="Freeform 5852"/>
          <p:cNvSpPr/>
          <p:nvPr/>
        </p:nvSpPr>
        <p:spPr>
          <a:xfrm>
            <a:off x="2968744" y="31959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4" name="Freeform 5853"/>
          <p:cNvSpPr/>
          <p:nvPr/>
        </p:nvSpPr>
        <p:spPr>
          <a:xfrm>
            <a:off x="2986620" y="26534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5" name="Freeform 5854"/>
          <p:cNvSpPr/>
          <p:nvPr/>
        </p:nvSpPr>
        <p:spPr>
          <a:xfrm>
            <a:off x="2988219" y="27823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6" name="Freeform 5855"/>
          <p:cNvSpPr/>
          <p:nvPr/>
        </p:nvSpPr>
        <p:spPr>
          <a:xfrm>
            <a:off x="2882619" y="34022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7" name="Freeform 5856"/>
          <p:cNvSpPr/>
          <p:nvPr/>
        </p:nvSpPr>
        <p:spPr>
          <a:xfrm>
            <a:off x="2955118" y="25205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8" name="Freeform 5857"/>
          <p:cNvSpPr/>
          <p:nvPr/>
        </p:nvSpPr>
        <p:spPr>
          <a:xfrm>
            <a:off x="2847276" y="23523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9" name="Freeform 5858"/>
          <p:cNvSpPr/>
          <p:nvPr/>
        </p:nvSpPr>
        <p:spPr>
          <a:xfrm>
            <a:off x="3023304" y="177766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0" name="Freeform 5859"/>
          <p:cNvSpPr/>
          <p:nvPr/>
        </p:nvSpPr>
        <p:spPr>
          <a:xfrm>
            <a:off x="2895093" y="28510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1" name="Freeform 5860"/>
          <p:cNvSpPr/>
          <p:nvPr/>
        </p:nvSpPr>
        <p:spPr>
          <a:xfrm>
            <a:off x="2944547" y="29053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2" name="Freeform 5861"/>
          <p:cNvSpPr/>
          <p:nvPr/>
        </p:nvSpPr>
        <p:spPr>
          <a:xfrm>
            <a:off x="2932993" y="31151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3" name="Freeform 5862"/>
          <p:cNvSpPr/>
          <p:nvPr/>
        </p:nvSpPr>
        <p:spPr>
          <a:xfrm>
            <a:off x="2924108" y="26305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4" name="Freeform 5863"/>
          <p:cNvSpPr/>
          <p:nvPr/>
        </p:nvSpPr>
        <p:spPr>
          <a:xfrm>
            <a:off x="2892579" y="26328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5" name="Freeform 5864"/>
          <p:cNvSpPr/>
          <p:nvPr/>
        </p:nvSpPr>
        <p:spPr>
          <a:xfrm>
            <a:off x="2845601" y="30055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6" name="Freeform 5865"/>
          <p:cNvSpPr/>
          <p:nvPr/>
        </p:nvSpPr>
        <p:spPr>
          <a:xfrm>
            <a:off x="3077825" y="27715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7" name="Freeform 5866"/>
          <p:cNvSpPr/>
          <p:nvPr/>
        </p:nvSpPr>
        <p:spPr>
          <a:xfrm>
            <a:off x="2979858" y="34347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8" name="Freeform 5867"/>
          <p:cNvSpPr/>
          <p:nvPr/>
        </p:nvSpPr>
        <p:spPr>
          <a:xfrm>
            <a:off x="2980533" y="23666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9" name="Freeform 5868"/>
          <p:cNvSpPr/>
          <p:nvPr/>
        </p:nvSpPr>
        <p:spPr>
          <a:xfrm>
            <a:off x="3102172" y="29905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0" name="Freeform 5869"/>
          <p:cNvSpPr/>
          <p:nvPr/>
        </p:nvSpPr>
        <p:spPr>
          <a:xfrm>
            <a:off x="2956284" y="27199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1" name="Freeform 5870"/>
          <p:cNvSpPr/>
          <p:nvPr/>
        </p:nvSpPr>
        <p:spPr>
          <a:xfrm>
            <a:off x="2999630" y="32317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2" name="Freeform 5871"/>
          <p:cNvSpPr/>
          <p:nvPr/>
        </p:nvSpPr>
        <p:spPr>
          <a:xfrm>
            <a:off x="2964380" y="29213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3" name="Freeform 5872"/>
          <p:cNvSpPr/>
          <p:nvPr/>
        </p:nvSpPr>
        <p:spPr>
          <a:xfrm>
            <a:off x="3041762" y="28100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4" name="Freeform 5873"/>
          <p:cNvSpPr/>
          <p:nvPr/>
        </p:nvSpPr>
        <p:spPr>
          <a:xfrm>
            <a:off x="2996309" y="27113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5" name="Freeform 5874"/>
          <p:cNvSpPr/>
          <p:nvPr/>
        </p:nvSpPr>
        <p:spPr>
          <a:xfrm>
            <a:off x="2983896" y="25308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6" name="Freeform 5875"/>
          <p:cNvSpPr/>
          <p:nvPr/>
        </p:nvSpPr>
        <p:spPr>
          <a:xfrm>
            <a:off x="2946118" y="217815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7" name="Freeform 5876"/>
          <p:cNvSpPr/>
          <p:nvPr/>
        </p:nvSpPr>
        <p:spPr>
          <a:xfrm>
            <a:off x="2981621" y="24378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8" name="Freeform 5877"/>
          <p:cNvSpPr/>
          <p:nvPr/>
        </p:nvSpPr>
        <p:spPr>
          <a:xfrm>
            <a:off x="3040277" y="23534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9" name="Freeform 5878"/>
          <p:cNvSpPr/>
          <p:nvPr/>
        </p:nvSpPr>
        <p:spPr>
          <a:xfrm>
            <a:off x="2825329" y="21755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0" name="Freeform 5879"/>
          <p:cNvSpPr/>
          <p:nvPr/>
        </p:nvSpPr>
        <p:spPr>
          <a:xfrm>
            <a:off x="2954541" y="24977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1" name="Freeform 5880"/>
          <p:cNvSpPr/>
          <p:nvPr/>
        </p:nvSpPr>
        <p:spPr>
          <a:xfrm>
            <a:off x="2935396" y="27207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2" name="Freeform 5881"/>
          <p:cNvSpPr/>
          <p:nvPr/>
        </p:nvSpPr>
        <p:spPr>
          <a:xfrm>
            <a:off x="2943203" y="23362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3" name="Freeform 5882"/>
          <p:cNvSpPr/>
          <p:nvPr/>
        </p:nvSpPr>
        <p:spPr>
          <a:xfrm>
            <a:off x="2832058" y="23127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4" name="Freeform 5883"/>
          <p:cNvSpPr/>
          <p:nvPr/>
        </p:nvSpPr>
        <p:spPr>
          <a:xfrm>
            <a:off x="3011650" y="24687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5" name="Freeform 5884"/>
          <p:cNvSpPr/>
          <p:nvPr/>
        </p:nvSpPr>
        <p:spPr>
          <a:xfrm>
            <a:off x="2907060" y="32420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6" name="Freeform 5885"/>
          <p:cNvSpPr/>
          <p:nvPr/>
        </p:nvSpPr>
        <p:spPr>
          <a:xfrm>
            <a:off x="2948096" y="3016619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7" name="Freeform 5886"/>
          <p:cNvSpPr/>
          <p:nvPr/>
        </p:nvSpPr>
        <p:spPr>
          <a:xfrm>
            <a:off x="2929735" y="28082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8" name="Freeform 5887"/>
          <p:cNvSpPr/>
          <p:nvPr/>
        </p:nvSpPr>
        <p:spPr>
          <a:xfrm>
            <a:off x="2852383" y="24206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9" name="Freeform 5888"/>
          <p:cNvSpPr/>
          <p:nvPr/>
        </p:nvSpPr>
        <p:spPr>
          <a:xfrm>
            <a:off x="2933566" y="27150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0" name="Freeform 5889"/>
          <p:cNvSpPr/>
          <p:nvPr/>
        </p:nvSpPr>
        <p:spPr>
          <a:xfrm>
            <a:off x="2840989" y="22892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1" name="Freeform 5890"/>
          <p:cNvSpPr/>
          <p:nvPr/>
        </p:nvSpPr>
        <p:spPr>
          <a:xfrm>
            <a:off x="2900645" y="22236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2" name="Freeform 5891"/>
          <p:cNvSpPr/>
          <p:nvPr/>
        </p:nvSpPr>
        <p:spPr>
          <a:xfrm>
            <a:off x="2942265" y="226635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3" name="Freeform 5892"/>
          <p:cNvSpPr/>
          <p:nvPr/>
        </p:nvSpPr>
        <p:spPr>
          <a:xfrm>
            <a:off x="2962870" y="22640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4" name="Freeform 5893"/>
          <p:cNvSpPr/>
          <p:nvPr/>
        </p:nvSpPr>
        <p:spPr>
          <a:xfrm>
            <a:off x="2966850" y="30885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5" name="Freeform 5894"/>
          <p:cNvSpPr/>
          <p:nvPr/>
        </p:nvSpPr>
        <p:spPr>
          <a:xfrm>
            <a:off x="2954055" y="25297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6" name="Freeform 5895"/>
          <p:cNvSpPr/>
          <p:nvPr/>
        </p:nvSpPr>
        <p:spPr>
          <a:xfrm>
            <a:off x="3104990" y="29306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7" name="Freeform 5896"/>
          <p:cNvSpPr/>
          <p:nvPr/>
        </p:nvSpPr>
        <p:spPr>
          <a:xfrm>
            <a:off x="2992072" y="33135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8" name="Freeform 5897"/>
          <p:cNvSpPr/>
          <p:nvPr/>
        </p:nvSpPr>
        <p:spPr>
          <a:xfrm>
            <a:off x="2882154" y="28129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9" name="Freeform 5898"/>
          <p:cNvSpPr/>
          <p:nvPr/>
        </p:nvSpPr>
        <p:spPr>
          <a:xfrm>
            <a:off x="2922584" y="22201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0" name="Freeform 5899"/>
          <p:cNvSpPr/>
          <p:nvPr/>
        </p:nvSpPr>
        <p:spPr>
          <a:xfrm>
            <a:off x="2919587" y="253784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1" name="Freeform 5900"/>
          <p:cNvSpPr/>
          <p:nvPr/>
        </p:nvSpPr>
        <p:spPr>
          <a:xfrm>
            <a:off x="2951430" y="19653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2" name="Freeform 5901"/>
          <p:cNvSpPr/>
          <p:nvPr/>
        </p:nvSpPr>
        <p:spPr>
          <a:xfrm>
            <a:off x="2923174" y="26420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3" name="Freeform 5902"/>
          <p:cNvSpPr/>
          <p:nvPr/>
        </p:nvSpPr>
        <p:spPr>
          <a:xfrm>
            <a:off x="2906459" y="18072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4" name="Freeform 5903"/>
          <p:cNvSpPr/>
          <p:nvPr/>
        </p:nvSpPr>
        <p:spPr>
          <a:xfrm>
            <a:off x="3072593" y="26419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5" name="Freeform 5904"/>
          <p:cNvSpPr/>
          <p:nvPr/>
        </p:nvSpPr>
        <p:spPr>
          <a:xfrm>
            <a:off x="2966123" y="26989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6" name="Freeform 5905"/>
          <p:cNvSpPr/>
          <p:nvPr/>
        </p:nvSpPr>
        <p:spPr>
          <a:xfrm>
            <a:off x="2940844" y="31776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7" name="Freeform 5906"/>
          <p:cNvSpPr/>
          <p:nvPr/>
        </p:nvSpPr>
        <p:spPr>
          <a:xfrm>
            <a:off x="2946476" y="22989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8" name="Freeform 5907"/>
          <p:cNvSpPr/>
          <p:nvPr/>
        </p:nvSpPr>
        <p:spPr>
          <a:xfrm>
            <a:off x="2948830" y="28918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9" name="Freeform 5908"/>
          <p:cNvSpPr/>
          <p:nvPr/>
        </p:nvSpPr>
        <p:spPr>
          <a:xfrm>
            <a:off x="3055609" y="294514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0" name="Freeform 5909"/>
          <p:cNvSpPr/>
          <p:nvPr/>
        </p:nvSpPr>
        <p:spPr>
          <a:xfrm>
            <a:off x="2994958" y="22361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1" name="Freeform 5910"/>
          <p:cNvSpPr/>
          <p:nvPr/>
        </p:nvSpPr>
        <p:spPr>
          <a:xfrm>
            <a:off x="3037738" y="228140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2" name="Freeform 5911"/>
          <p:cNvSpPr/>
          <p:nvPr/>
        </p:nvSpPr>
        <p:spPr>
          <a:xfrm>
            <a:off x="2756404" y="22910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3" name="Freeform 5912"/>
          <p:cNvSpPr/>
          <p:nvPr/>
        </p:nvSpPr>
        <p:spPr>
          <a:xfrm>
            <a:off x="2984894" y="28404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4" name="Freeform 5913"/>
          <p:cNvSpPr/>
          <p:nvPr/>
        </p:nvSpPr>
        <p:spPr>
          <a:xfrm>
            <a:off x="3033530" y="27259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5" name="Freeform 5914"/>
          <p:cNvSpPr/>
          <p:nvPr/>
        </p:nvSpPr>
        <p:spPr>
          <a:xfrm>
            <a:off x="3094184" y="27292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6" name="Freeform 5915"/>
          <p:cNvSpPr/>
          <p:nvPr/>
        </p:nvSpPr>
        <p:spPr>
          <a:xfrm>
            <a:off x="2965242" y="24195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7" name="Freeform 5916"/>
          <p:cNvSpPr/>
          <p:nvPr/>
        </p:nvSpPr>
        <p:spPr>
          <a:xfrm>
            <a:off x="2849413" y="21360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8" name="Freeform 5917"/>
          <p:cNvSpPr/>
          <p:nvPr/>
        </p:nvSpPr>
        <p:spPr>
          <a:xfrm>
            <a:off x="3002375" y="25718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9" name="Freeform 5918"/>
          <p:cNvSpPr/>
          <p:nvPr/>
        </p:nvSpPr>
        <p:spPr>
          <a:xfrm>
            <a:off x="2923574" y="19811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0" name="Freeform 5919"/>
          <p:cNvSpPr/>
          <p:nvPr/>
        </p:nvSpPr>
        <p:spPr>
          <a:xfrm>
            <a:off x="2844459" y="23773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1" name="Freeform 5920"/>
          <p:cNvSpPr/>
          <p:nvPr/>
        </p:nvSpPr>
        <p:spPr>
          <a:xfrm>
            <a:off x="2922283" y="27935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2" name="Freeform 5921"/>
          <p:cNvSpPr/>
          <p:nvPr/>
        </p:nvSpPr>
        <p:spPr>
          <a:xfrm>
            <a:off x="3033389" y="24025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3" name="Freeform 5922"/>
          <p:cNvSpPr/>
          <p:nvPr/>
        </p:nvSpPr>
        <p:spPr>
          <a:xfrm>
            <a:off x="3043071" y="20800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4" name="Freeform 5923"/>
          <p:cNvSpPr/>
          <p:nvPr/>
        </p:nvSpPr>
        <p:spPr>
          <a:xfrm>
            <a:off x="3011219" y="19725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5" name="Freeform 5924"/>
          <p:cNvSpPr/>
          <p:nvPr/>
        </p:nvSpPr>
        <p:spPr>
          <a:xfrm>
            <a:off x="2893845" y="22708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6" name="Freeform 5925"/>
          <p:cNvSpPr/>
          <p:nvPr/>
        </p:nvSpPr>
        <p:spPr>
          <a:xfrm>
            <a:off x="3130343" y="26978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7" name="Freeform 5926"/>
          <p:cNvSpPr/>
          <p:nvPr/>
        </p:nvSpPr>
        <p:spPr>
          <a:xfrm>
            <a:off x="2885824" y="27869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8" name="Freeform 5927"/>
          <p:cNvSpPr/>
          <p:nvPr/>
        </p:nvSpPr>
        <p:spPr>
          <a:xfrm>
            <a:off x="2958255" y="24954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9" name="Freeform 5928"/>
          <p:cNvSpPr/>
          <p:nvPr/>
        </p:nvSpPr>
        <p:spPr>
          <a:xfrm>
            <a:off x="2867578" y="20917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0" name="Freeform 5929"/>
          <p:cNvSpPr/>
          <p:nvPr/>
        </p:nvSpPr>
        <p:spPr>
          <a:xfrm>
            <a:off x="3050817" y="25477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1" name="Freeform 5930"/>
          <p:cNvSpPr/>
          <p:nvPr/>
        </p:nvSpPr>
        <p:spPr>
          <a:xfrm>
            <a:off x="2993041" y="254013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2" name="Freeform 5931"/>
          <p:cNvSpPr/>
          <p:nvPr/>
        </p:nvSpPr>
        <p:spPr>
          <a:xfrm>
            <a:off x="3022394" y="26883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3" name="Freeform 5932"/>
          <p:cNvSpPr/>
          <p:nvPr/>
        </p:nvSpPr>
        <p:spPr>
          <a:xfrm>
            <a:off x="2969487" y="28277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4" name="Freeform 5933"/>
          <p:cNvSpPr/>
          <p:nvPr/>
        </p:nvSpPr>
        <p:spPr>
          <a:xfrm>
            <a:off x="2958992" y="27668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5" name="Freeform 5934"/>
          <p:cNvSpPr/>
          <p:nvPr/>
        </p:nvSpPr>
        <p:spPr>
          <a:xfrm>
            <a:off x="2975106" y="26574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6" name="Freeform 5935"/>
          <p:cNvSpPr/>
          <p:nvPr/>
        </p:nvSpPr>
        <p:spPr>
          <a:xfrm>
            <a:off x="2838294" y="20755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7" name="Freeform 5936"/>
          <p:cNvSpPr/>
          <p:nvPr/>
        </p:nvSpPr>
        <p:spPr>
          <a:xfrm>
            <a:off x="3029515" y="27953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8" name="Freeform 5937"/>
          <p:cNvSpPr/>
          <p:nvPr/>
        </p:nvSpPr>
        <p:spPr>
          <a:xfrm>
            <a:off x="3024180" y="26879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9" name="Freeform 5938"/>
          <p:cNvSpPr/>
          <p:nvPr/>
        </p:nvSpPr>
        <p:spPr>
          <a:xfrm>
            <a:off x="2937580" y="30254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0" name="Freeform 5939"/>
          <p:cNvSpPr/>
          <p:nvPr/>
        </p:nvSpPr>
        <p:spPr>
          <a:xfrm>
            <a:off x="2962801" y="24437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1" name="Freeform 5940"/>
          <p:cNvSpPr/>
          <p:nvPr/>
        </p:nvSpPr>
        <p:spPr>
          <a:xfrm>
            <a:off x="2983529" y="22047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2" name="Freeform 5941"/>
          <p:cNvSpPr/>
          <p:nvPr/>
        </p:nvSpPr>
        <p:spPr>
          <a:xfrm>
            <a:off x="3067826" y="21099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3" name="Freeform 5942"/>
          <p:cNvSpPr/>
          <p:nvPr/>
        </p:nvSpPr>
        <p:spPr>
          <a:xfrm>
            <a:off x="2992344" y="26324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4" name="Freeform 5943"/>
          <p:cNvSpPr/>
          <p:nvPr/>
        </p:nvSpPr>
        <p:spPr>
          <a:xfrm>
            <a:off x="2966536" y="24960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5" name="Freeform 5944"/>
          <p:cNvSpPr/>
          <p:nvPr/>
        </p:nvSpPr>
        <p:spPr>
          <a:xfrm>
            <a:off x="2929970" y="27637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6" name="Freeform 5945"/>
          <p:cNvSpPr/>
          <p:nvPr/>
        </p:nvSpPr>
        <p:spPr>
          <a:xfrm>
            <a:off x="2864030" y="25131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7" name="Freeform 5946"/>
          <p:cNvSpPr/>
          <p:nvPr/>
        </p:nvSpPr>
        <p:spPr>
          <a:xfrm>
            <a:off x="2924232" y="25918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8" name="Freeform 5947"/>
          <p:cNvSpPr/>
          <p:nvPr/>
        </p:nvSpPr>
        <p:spPr>
          <a:xfrm>
            <a:off x="2968545" y="26858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9" name="Freeform 5948"/>
          <p:cNvSpPr/>
          <p:nvPr/>
        </p:nvSpPr>
        <p:spPr>
          <a:xfrm>
            <a:off x="2947103" y="2656598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0" name="Freeform 5949"/>
          <p:cNvSpPr/>
          <p:nvPr/>
        </p:nvSpPr>
        <p:spPr>
          <a:xfrm>
            <a:off x="2968871" y="25410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1" name="Freeform 5950"/>
          <p:cNvSpPr/>
          <p:nvPr/>
        </p:nvSpPr>
        <p:spPr>
          <a:xfrm>
            <a:off x="3013326" y="28153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2" name="Freeform 5951"/>
          <p:cNvSpPr/>
          <p:nvPr/>
        </p:nvSpPr>
        <p:spPr>
          <a:xfrm>
            <a:off x="2992786" y="27964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3" name="Freeform 5952"/>
          <p:cNvSpPr/>
          <p:nvPr/>
        </p:nvSpPr>
        <p:spPr>
          <a:xfrm>
            <a:off x="2982188" y="20795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4" name="Freeform 5953"/>
          <p:cNvSpPr/>
          <p:nvPr/>
        </p:nvSpPr>
        <p:spPr>
          <a:xfrm>
            <a:off x="3007483" y="17106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5" name="Freeform 5954"/>
          <p:cNvSpPr/>
          <p:nvPr/>
        </p:nvSpPr>
        <p:spPr>
          <a:xfrm>
            <a:off x="2976331" y="31500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6" name="Freeform 5955"/>
          <p:cNvSpPr/>
          <p:nvPr/>
        </p:nvSpPr>
        <p:spPr>
          <a:xfrm>
            <a:off x="2961941" y="31703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7" name="Freeform 5956"/>
          <p:cNvSpPr/>
          <p:nvPr/>
        </p:nvSpPr>
        <p:spPr>
          <a:xfrm>
            <a:off x="2995166" y="30591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8" name="Freeform 5957"/>
          <p:cNvSpPr/>
          <p:nvPr/>
        </p:nvSpPr>
        <p:spPr>
          <a:xfrm>
            <a:off x="2849417" y="27452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9" name="Freeform 5958"/>
          <p:cNvSpPr/>
          <p:nvPr/>
        </p:nvSpPr>
        <p:spPr>
          <a:xfrm>
            <a:off x="3047146" y="23779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0" name="Freeform 5959"/>
          <p:cNvSpPr/>
          <p:nvPr/>
        </p:nvSpPr>
        <p:spPr>
          <a:xfrm>
            <a:off x="2878547" y="2489863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1" name="Freeform 5960"/>
          <p:cNvSpPr/>
          <p:nvPr/>
        </p:nvSpPr>
        <p:spPr>
          <a:xfrm>
            <a:off x="3019607" y="2643995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2" name="Freeform 5961"/>
          <p:cNvSpPr/>
          <p:nvPr/>
        </p:nvSpPr>
        <p:spPr>
          <a:xfrm>
            <a:off x="2964965" y="25127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3" name="Freeform 5962"/>
          <p:cNvSpPr/>
          <p:nvPr/>
        </p:nvSpPr>
        <p:spPr>
          <a:xfrm>
            <a:off x="3037636" y="29616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4" name="Freeform 5963"/>
          <p:cNvSpPr/>
          <p:nvPr/>
        </p:nvSpPr>
        <p:spPr>
          <a:xfrm>
            <a:off x="2966496" y="27970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5" name="Freeform 5964"/>
          <p:cNvSpPr/>
          <p:nvPr/>
        </p:nvSpPr>
        <p:spPr>
          <a:xfrm>
            <a:off x="2901547" y="27146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6" name="Freeform 5965"/>
          <p:cNvSpPr/>
          <p:nvPr/>
        </p:nvSpPr>
        <p:spPr>
          <a:xfrm>
            <a:off x="3035408" y="32897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7" name="Freeform 5966"/>
          <p:cNvSpPr/>
          <p:nvPr/>
        </p:nvSpPr>
        <p:spPr>
          <a:xfrm>
            <a:off x="2976475" y="31342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8" name="Freeform 5967"/>
          <p:cNvSpPr/>
          <p:nvPr/>
        </p:nvSpPr>
        <p:spPr>
          <a:xfrm>
            <a:off x="2972112" y="3119603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9" name="Freeform 5968"/>
          <p:cNvSpPr/>
          <p:nvPr/>
        </p:nvSpPr>
        <p:spPr>
          <a:xfrm>
            <a:off x="2969653" y="24263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0" name="Freeform 5969"/>
          <p:cNvSpPr/>
          <p:nvPr/>
        </p:nvSpPr>
        <p:spPr>
          <a:xfrm>
            <a:off x="3030711" y="26170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1" name="Freeform 5970"/>
          <p:cNvSpPr/>
          <p:nvPr/>
        </p:nvSpPr>
        <p:spPr>
          <a:xfrm>
            <a:off x="3018557" y="24825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2" name="Freeform 5971"/>
          <p:cNvSpPr/>
          <p:nvPr/>
        </p:nvSpPr>
        <p:spPr>
          <a:xfrm>
            <a:off x="2979608" y="33836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3" name="Freeform 5972"/>
          <p:cNvSpPr/>
          <p:nvPr/>
        </p:nvSpPr>
        <p:spPr>
          <a:xfrm>
            <a:off x="2861483" y="32526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4" name="Freeform 5973"/>
          <p:cNvSpPr/>
          <p:nvPr/>
        </p:nvSpPr>
        <p:spPr>
          <a:xfrm>
            <a:off x="2937576" y="24634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5" name="Freeform 5974"/>
          <p:cNvSpPr/>
          <p:nvPr/>
        </p:nvSpPr>
        <p:spPr>
          <a:xfrm>
            <a:off x="2971413" y="37288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6" name="Freeform 5975"/>
          <p:cNvSpPr/>
          <p:nvPr/>
        </p:nvSpPr>
        <p:spPr>
          <a:xfrm>
            <a:off x="3083491" y="22569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7" name="Freeform 5976"/>
          <p:cNvSpPr/>
          <p:nvPr/>
        </p:nvSpPr>
        <p:spPr>
          <a:xfrm>
            <a:off x="2989951" y="33776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8" name="Freeform 5977"/>
          <p:cNvSpPr/>
          <p:nvPr/>
        </p:nvSpPr>
        <p:spPr>
          <a:xfrm>
            <a:off x="2958364" y="23971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9" name="Freeform 5978"/>
          <p:cNvSpPr/>
          <p:nvPr/>
        </p:nvSpPr>
        <p:spPr>
          <a:xfrm>
            <a:off x="3043822" y="303394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0" name="Freeform 5979"/>
          <p:cNvSpPr/>
          <p:nvPr/>
        </p:nvSpPr>
        <p:spPr>
          <a:xfrm>
            <a:off x="2957117" y="23216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1" name="Freeform 5980"/>
          <p:cNvSpPr/>
          <p:nvPr/>
        </p:nvSpPr>
        <p:spPr>
          <a:xfrm>
            <a:off x="2962665" y="15277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2" name="Freeform 5981"/>
          <p:cNvSpPr/>
          <p:nvPr/>
        </p:nvSpPr>
        <p:spPr>
          <a:xfrm>
            <a:off x="2974959" y="35430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3" name="Freeform 5982"/>
          <p:cNvSpPr/>
          <p:nvPr/>
        </p:nvSpPr>
        <p:spPr>
          <a:xfrm>
            <a:off x="2865192" y="24515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4" name="Freeform 5983"/>
          <p:cNvSpPr/>
          <p:nvPr/>
        </p:nvSpPr>
        <p:spPr>
          <a:xfrm>
            <a:off x="3028079" y="33720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5" name="Freeform 5984"/>
          <p:cNvSpPr/>
          <p:nvPr/>
        </p:nvSpPr>
        <p:spPr>
          <a:xfrm>
            <a:off x="2992821" y="25503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6" name="Freeform 5985"/>
          <p:cNvSpPr/>
          <p:nvPr/>
        </p:nvSpPr>
        <p:spPr>
          <a:xfrm>
            <a:off x="2945845" y="27832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7" name="Freeform 5986"/>
          <p:cNvSpPr/>
          <p:nvPr/>
        </p:nvSpPr>
        <p:spPr>
          <a:xfrm>
            <a:off x="2888835" y="26595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8" name="Freeform 5987"/>
          <p:cNvSpPr/>
          <p:nvPr/>
        </p:nvSpPr>
        <p:spPr>
          <a:xfrm>
            <a:off x="2978785" y="30424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9" name="Freeform 5988"/>
          <p:cNvSpPr/>
          <p:nvPr/>
        </p:nvSpPr>
        <p:spPr>
          <a:xfrm>
            <a:off x="3057495" y="24202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0" name="Freeform 5989"/>
          <p:cNvSpPr/>
          <p:nvPr/>
        </p:nvSpPr>
        <p:spPr>
          <a:xfrm>
            <a:off x="2922102" y="32397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1" name="Freeform 5990"/>
          <p:cNvSpPr/>
          <p:nvPr/>
        </p:nvSpPr>
        <p:spPr>
          <a:xfrm>
            <a:off x="2894225" y="22507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2" name="Freeform 5991"/>
          <p:cNvSpPr/>
          <p:nvPr/>
        </p:nvSpPr>
        <p:spPr>
          <a:xfrm>
            <a:off x="2992525" y="28577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3" name="Freeform 5992"/>
          <p:cNvSpPr/>
          <p:nvPr/>
        </p:nvSpPr>
        <p:spPr>
          <a:xfrm>
            <a:off x="2858766" y="32229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4" name="Freeform 5993"/>
          <p:cNvSpPr/>
          <p:nvPr/>
        </p:nvSpPr>
        <p:spPr>
          <a:xfrm>
            <a:off x="2817345" y="21208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5" name="Freeform 5994"/>
          <p:cNvSpPr/>
          <p:nvPr/>
        </p:nvSpPr>
        <p:spPr>
          <a:xfrm>
            <a:off x="2935205" y="27320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6" name="Freeform 5995"/>
          <p:cNvSpPr/>
          <p:nvPr/>
        </p:nvSpPr>
        <p:spPr>
          <a:xfrm>
            <a:off x="2918934" y="20058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7" name="Freeform 5996"/>
          <p:cNvSpPr/>
          <p:nvPr/>
        </p:nvSpPr>
        <p:spPr>
          <a:xfrm>
            <a:off x="2946351" y="22581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8" name="Freeform 5997"/>
          <p:cNvSpPr/>
          <p:nvPr/>
        </p:nvSpPr>
        <p:spPr>
          <a:xfrm>
            <a:off x="2928161" y="30006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9" name="Freeform 5998"/>
          <p:cNvSpPr/>
          <p:nvPr/>
        </p:nvSpPr>
        <p:spPr>
          <a:xfrm>
            <a:off x="2986795" y="27384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0" name="Freeform 5999"/>
          <p:cNvSpPr/>
          <p:nvPr/>
        </p:nvSpPr>
        <p:spPr>
          <a:xfrm>
            <a:off x="2950104" y="26627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1" name="Freeform 6000"/>
          <p:cNvSpPr/>
          <p:nvPr/>
        </p:nvSpPr>
        <p:spPr>
          <a:xfrm>
            <a:off x="2925042" y="21460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2" name="Freeform 6001"/>
          <p:cNvSpPr/>
          <p:nvPr/>
        </p:nvSpPr>
        <p:spPr>
          <a:xfrm>
            <a:off x="2934421" y="25463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3" name="Freeform 6002"/>
          <p:cNvSpPr/>
          <p:nvPr/>
        </p:nvSpPr>
        <p:spPr>
          <a:xfrm>
            <a:off x="3006685" y="26424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4" name="Freeform 6003"/>
          <p:cNvSpPr/>
          <p:nvPr/>
        </p:nvSpPr>
        <p:spPr>
          <a:xfrm>
            <a:off x="3028393" y="27807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5" name="Freeform 6004"/>
          <p:cNvSpPr/>
          <p:nvPr/>
        </p:nvSpPr>
        <p:spPr>
          <a:xfrm>
            <a:off x="3024799" y="27258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6" name="Freeform 6005"/>
          <p:cNvSpPr/>
          <p:nvPr/>
        </p:nvSpPr>
        <p:spPr>
          <a:xfrm>
            <a:off x="3011077" y="22275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7" name="Freeform 6006"/>
          <p:cNvSpPr/>
          <p:nvPr/>
        </p:nvSpPr>
        <p:spPr>
          <a:xfrm>
            <a:off x="2746072" y="27058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8" name="Freeform 6007"/>
          <p:cNvSpPr/>
          <p:nvPr/>
        </p:nvSpPr>
        <p:spPr>
          <a:xfrm>
            <a:off x="2898391" y="28524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9" name="Freeform 6008"/>
          <p:cNvSpPr/>
          <p:nvPr/>
        </p:nvSpPr>
        <p:spPr>
          <a:xfrm>
            <a:off x="2943996" y="29147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0" name="Freeform 6009"/>
          <p:cNvSpPr/>
          <p:nvPr/>
        </p:nvSpPr>
        <p:spPr>
          <a:xfrm>
            <a:off x="2978528" y="29108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1" name="Freeform 6010"/>
          <p:cNvSpPr/>
          <p:nvPr/>
        </p:nvSpPr>
        <p:spPr>
          <a:xfrm>
            <a:off x="2857596" y="32227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2" name="Freeform 6011"/>
          <p:cNvSpPr/>
          <p:nvPr/>
        </p:nvSpPr>
        <p:spPr>
          <a:xfrm>
            <a:off x="3059242" y="29831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3" name="Freeform 6012"/>
          <p:cNvSpPr/>
          <p:nvPr/>
        </p:nvSpPr>
        <p:spPr>
          <a:xfrm>
            <a:off x="2985038" y="21563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4" name="Freeform 6013"/>
          <p:cNvSpPr/>
          <p:nvPr/>
        </p:nvSpPr>
        <p:spPr>
          <a:xfrm>
            <a:off x="2923720" y="27832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5" name="Freeform 6014"/>
          <p:cNvSpPr/>
          <p:nvPr/>
        </p:nvSpPr>
        <p:spPr>
          <a:xfrm>
            <a:off x="2975782" y="24482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6" name="Freeform 6015"/>
          <p:cNvSpPr/>
          <p:nvPr/>
        </p:nvSpPr>
        <p:spPr>
          <a:xfrm>
            <a:off x="2941965" y="36185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7" name="Freeform 6016"/>
          <p:cNvSpPr/>
          <p:nvPr/>
        </p:nvSpPr>
        <p:spPr>
          <a:xfrm>
            <a:off x="2914557" y="2498298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8" name="Freeform 6017"/>
          <p:cNvSpPr/>
          <p:nvPr/>
        </p:nvSpPr>
        <p:spPr>
          <a:xfrm>
            <a:off x="2998532" y="27665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9" name="Freeform 6018"/>
          <p:cNvSpPr/>
          <p:nvPr/>
        </p:nvSpPr>
        <p:spPr>
          <a:xfrm>
            <a:off x="2934875" y="28842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0" name="Freeform 6019"/>
          <p:cNvSpPr/>
          <p:nvPr/>
        </p:nvSpPr>
        <p:spPr>
          <a:xfrm>
            <a:off x="2871342" y="26407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1" name="Freeform 6020"/>
          <p:cNvSpPr/>
          <p:nvPr/>
        </p:nvSpPr>
        <p:spPr>
          <a:xfrm>
            <a:off x="2922867" y="28895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2" name="Freeform 6021"/>
          <p:cNvSpPr/>
          <p:nvPr/>
        </p:nvSpPr>
        <p:spPr>
          <a:xfrm>
            <a:off x="2957402" y="34881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3" name="Freeform 6022"/>
          <p:cNvSpPr/>
          <p:nvPr/>
        </p:nvSpPr>
        <p:spPr>
          <a:xfrm>
            <a:off x="2893390" y="23681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4" name="Freeform 6023"/>
          <p:cNvSpPr/>
          <p:nvPr/>
        </p:nvSpPr>
        <p:spPr>
          <a:xfrm>
            <a:off x="3048690" y="261789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5" name="Freeform 6024"/>
          <p:cNvSpPr/>
          <p:nvPr/>
        </p:nvSpPr>
        <p:spPr>
          <a:xfrm>
            <a:off x="2892784" y="28226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6" name="Freeform 6025"/>
          <p:cNvSpPr/>
          <p:nvPr/>
        </p:nvSpPr>
        <p:spPr>
          <a:xfrm>
            <a:off x="3081627" y="306247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7" name="Freeform 6026"/>
          <p:cNvSpPr/>
          <p:nvPr/>
        </p:nvSpPr>
        <p:spPr>
          <a:xfrm>
            <a:off x="3024409" y="32476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8" name="Freeform 6027"/>
          <p:cNvSpPr/>
          <p:nvPr/>
        </p:nvSpPr>
        <p:spPr>
          <a:xfrm>
            <a:off x="2902639" y="26249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9" name="Freeform 6028"/>
          <p:cNvSpPr/>
          <p:nvPr/>
        </p:nvSpPr>
        <p:spPr>
          <a:xfrm>
            <a:off x="2973746" y="21140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0" name="Freeform 6029"/>
          <p:cNvSpPr/>
          <p:nvPr/>
        </p:nvSpPr>
        <p:spPr>
          <a:xfrm>
            <a:off x="3043539" y="26325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1" name="Freeform 6030"/>
          <p:cNvSpPr/>
          <p:nvPr/>
        </p:nvSpPr>
        <p:spPr>
          <a:xfrm>
            <a:off x="2952481" y="32156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2" name="Freeform 6031"/>
          <p:cNvSpPr/>
          <p:nvPr/>
        </p:nvSpPr>
        <p:spPr>
          <a:xfrm>
            <a:off x="2886044" y="26244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3" name="Freeform 6032"/>
          <p:cNvSpPr/>
          <p:nvPr/>
        </p:nvSpPr>
        <p:spPr>
          <a:xfrm>
            <a:off x="2972617" y="27268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4" name="Freeform 6033"/>
          <p:cNvSpPr/>
          <p:nvPr/>
        </p:nvSpPr>
        <p:spPr>
          <a:xfrm>
            <a:off x="3097226" y="23895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5" name="Freeform 6034"/>
          <p:cNvSpPr/>
          <p:nvPr/>
        </p:nvSpPr>
        <p:spPr>
          <a:xfrm>
            <a:off x="2866395" y="24841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6" name="Freeform 6035"/>
          <p:cNvSpPr/>
          <p:nvPr/>
        </p:nvSpPr>
        <p:spPr>
          <a:xfrm>
            <a:off x="3002058" y="38050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7" name="Freeform 6036"/>
          <p:cNvSpPr/>
          <p:nvPr/>
        </p:nvSpPr>
        <p:spPr>
          <a:xfrm>
            <a:off x="2965945" y="25067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8" name="Freeform 6037"/>
          <p:cNvSpPr/>
          <p:nvPr/>
        </p:nvSpPr>
        <p:spPr>
          <a:xfrm>
            <a:off x="2957504" y="30761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9" name="Freeform 6038"/>
          <p:cNvSpPr/>
          <p:nvPr/>
        </p:nvSpPr>
        <p:spPr>
          <a:xfrm>
            <a:off x="2939491" y="32299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0" name="Freeform 6039"/>
          <p:cNvSpPr/>
          <p:nvPr/>
        </p:nvSpPr>
        <p:spPr>
          <a:xfrm>
            <a:off x="2944189" y="27765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1" name="Freeform 6040"/>
          <p:cNvSpPr/>
          <p:nvPr/>
        </p:nvSpPr>
        <p:spPr>
          <a:xfrm>
            <a:off x="3034241" y="25561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2" name="Freeform 6041"/>
          <p:cNvSpPr/>
          <p:nvPr/>
        </p:nvSpPr>
        <p:spPr>
          <a:xfrm>
            <a:off x="3005011" y="33104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3" name="Freeform 6042"/>
          <p:cNvSpPr/>
          <p:nvPr/>
        </p:nvSpPr>
        <p:spPr>
          <a:xfrm>
            <a:off x="2899291" y="24481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4" name="Freeform 6043"/>
          <p:cNvSpPr/>
          <p:nvPr/>
        </p:nvSpPr>
        <p:spPr>
          <a:xfrm>
            <a:off x="3068873" y="24265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5" name="Freeform 6044"/>
          <p:cNvSpPr/>
          <p:nvPr/>
        </p:nvSpPr>
        <p:spPr>
          <a:xfrm>
            <a:off x="2879450" y="26899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6" name="Freeform 6045"/>
          <p:cNvSpPr/>
          <p:nvPr/>
        </p:nvSpPr>
        <p:spPr>
          <a:xfrm>
            <a:off x="3009485" y="30262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7" name="Freeform 6046"/>
          <p:cNvSpPr/>
          <p:nvPr/>
        </p:nvSpPr>
        <p:spPr>
          <a:xfrm>
            <a:off x="2977735" y="30673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8" name="Freeform 6047"/>
          <p:cNvSpPr/>
          <p:nvPr/>
        </p:nvSpPr>
        <p:spPr>
          <a:xfrm>
            <a:off x="3045067" y="23300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9" name="Freeform 6048"/>
          <p:cNvSpPr/>
          <p:nvPr/>
        </p:nvSpPr>
        <p:spPr>
          <a:xfrm>
            <a:off x="2989208" y="32628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0" name="Freeform 6049"/>
          <p:cNvSpPr/>
          <p:nvPr/>
        </p:nvSpPr>
        <p:spPr>
          <a:xfrm>
            <a:off x="3035663" y="23158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1" name="Freeform 6050"/>
          <p:cNvSpPr/>
          <p:nvPr/>
        </p:nvSpPr>
        <p:spPr>
          <a:xfrm>
            <a:off x="2964015" y="27679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2" name="Freeform 6051"/>
          <p:cNvSpPr/>
          <p:nvPr/>
        </p:nvSpPr>
        <p:spPr>
          <a:xfrm>
            <a:off x="3030182" y="27424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3" name="Freeform 6052"/>
          <p:cNvSpPr/>
          <p:nvPr/>
        </p:nvSpPr>
        <p:spPr>
          <a:xfrm>
            <a:off x="2988521" y="33352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4" name="Freeform 6053"/>
          <p:cNvSpPr/>
          <p:nvPr/>
        </p:nvSpPr>
        <p:spPr>
          <a:xfrm>
            <a:off x="3108239" y="27611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5" name="Freeform 6054"/>
          <p:cNvSpPr/>
          <p:nvPr/>
        </p:nvSpPr>
        <p:spPr>
          <a:xfrm>
            <a:off x="2919555" y="24816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6" name="Freeform 6055"/>
          <p:cNvSpPr/>
          <p:nvPr/>
        </p:nvSpPr>
        <p:spPr>
          <a:xfrm>
            <a:off x="3044937" y="31985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7" name="Freeform 6056"/>
          <p:cNvSpPr/>
          <p:nvPr/>
        </p:nvSpPr>
        <p:spPr>
          <a:xfrm>
            <a:off x="2996553" y="25239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8" name="Freeform 6057"/>
          <p:cNvSpPr/>
          <p:nvPr/>
        </p:nvSpPr>
        <p:spPr>
          <a:xfrm>
            <a:off x="2977461" y="26745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9" name="Freeform 6058"/>
          <p:cNvSpPr/>
          <p:nvPr/>
        </p:nvSpPr>
        <p:spPr>
          <a:xfrm>
            <a:off x="2928196" y="29439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0" name="Freeform 6059"/>
          <p:cNvSpPr/>
          <p:nvPr/>
        </p:nvSpPr>
        <p:spPr>
          <a:xfrm>
            <a:off x="2995458" y="23930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1" name="Freeform 6060"/>
          <p:cNvSpPr/>
          <p:nvPr/>
        </p:nvSpPr>
        <p:spPr>
          <a:xfrm>
            <a:off x="2868043" y="35169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2" name="Freeform 6061"/>
          <p:cNvSpPr/>
          <p:nvPr/>
        </p:nvSpPr>
        <p:spPr>
          <a:xfrm>
            <a:off x="2875028" y="2579783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3" name="Freeform 6062"/>
          <p:cNvSpPr/>
          <p:nvPr/>
        </p:nvSpPr>
        <p:spPr>
          <a:xfrm>
            <a:off x="3013052" y="21118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4" name="Freeform 6063"/>
          <p:cNvSpPr/>
          <p:nvPr/>
        </p:nvSpPr>
        <p:spPr>
          <a:xfrm>
            <a:off x="2862695" y="21778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5" name="Freeform 6064"/>
          <p:cNvSpPr/>
          <p:nvPr/>
        </p:nvSpPr>
        <p:spPr>
          <a:xfrm>
            <a:off x="3061172" y="2563927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6" name="Freeform 6065"/>
          <p:cNvSpPr/>
          <p:nvPr/>
        </p:nvSpPr>
        <p:spPr>
          <a:xfrm>
            <a:off x="2947668" y="28181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7" name="Freeform 6066"/>
          <p:cNvSpPr/>
          <p:nvPr/>
        </p:nvSpPr>
        <p:spPr>
          <a:xfrm>
            <a:off x="2982449" y="29410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8" name="Freeform 6067"/>
          <p:cNvSpPr/>
          <p:nvPr/>
        </p:nvSpPr>
        <p:spPr>
          <a:xfrm>
            <a:off x="2970897" y="28186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9" name="Freeform 6068"/>
          <p:cNvSpPr/>
          <p:nvPr/>
        </p:nvSpPr>
        <p:spPr>
          <a:xfrm>
            <a:off x="2993802" y="25073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0" name="Freeform 6069"/>
          <p:cNvSpPr/>
          <p:nvPr/>
        </p:nvSpPr>
        <p:spPr>
          <a:xfrm>
            <a:off x="2947419" y="30040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1" name="Freeform 6070"/>
          <p:cNvSpPr/>
          <p:nvPr/>
        </p:nvSpPr>
        <p:spPr>
          <a:xfrm>
            <a:off x="2941568" y="24287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2" name="Freeform 6071"/>
          <p:cNvSpPr/>
          <p:nvPr/>
        </p:nvSpPr>
        <p:spPr>
          <a:xfrm>
            <a:off x="2957599" y="19229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3" name="Freeform 6072"/>
          <p:cNvSpPr/>
          <p:nvPr/>
        </p:nvSpPr>
        <p:spPr>
          <a:xfrm>
            <a:off x="3035574" y="27299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4" name="Freeform 6073"/>
          <p:cNvSpPr/>
          <p:nvPr/>
        </p:nvSpPr>
        <p:spPr>
          <a:xfrm>
            <a:off x="3041158" y="32015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5" name="Freeform 6074"/>
          <p:cNvSpPr/>
          <p:nvPr/>
        </p:nvSpPr>
        <p:spPr>
          <a:xfrm>
            <a:off x="3050493" y="32016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6" name="Freeform 6075"/>
          <p:cNvSpPr/>
          <p:nvPr/>
        </p:nvSpPr>
        <p:spPr>
          <a:xfrm>
            <a:off x="2990234" y="24217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7" name="Freeform 6076"/>
          <p:cNvSpPr/>
          <p:nvPr/>
        </p:nvSpPr>
        <p:spPr>
          <a:xfrm>
            <a:off x="2952703" y="27292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8" name="Freeform 6077"/>
          <p:cNvSpPr/>
          <p:nvPr/>
        </p:nvSpPr>
        <p:spPr>
          <a:xfrm>
            <a:off x="2854593" y="23848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9" name="Freeform 6078"/>
          <p:cNvSpPr/>
          <p:nvPr/>
        </p:nvSpPr>
        <p:spPr>
          <a:xfrm>
            <a:off x="3008672" y="290344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0" name="Freeform 6079"/>
          <p:cNvSpPr/>
          <p:nvPr/>
        </p:nvSpPr>
        <p:spPr>
          <a:xfrm>
            <a:off x="3021788" y="24018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1" name="Freeform 6080"/>
          <p:cNvSpPr/>
          <p:nvPr/>
        </p:nvSpPr>
        <p:spPr>
          <a:xfrm>
            <a:off x="2939290" y="27654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2" name="Freeform 6081"/>
          <p:cNvSpPr/>
          <p:nvPr/>
        </p:nvSpPr>
        <p:spPr>
          <a:xfrm>
            <a:off x="3019574" y="29765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3" name="Freeform 6082"/>
          <p:cNvSpPr/>
          <p:nvPr/>
        </p:nvSpPr>
        <p:spPr>
          <a:xfrm>
            <a:off x="3051547" y="28546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4" name="Freeform 6083"/>
          <p:cNvSpPr/>
          <p:nvPr/>
        </p:nvSpPr>
        <p:spPr>
          <a:xfrm>
            <a:off x="2972317" y="31473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5" name="Freeform 6084"/>
          <p:cNvSpPr/>
          <p:nvPr/>
        </p:nvSpPr>
        <p:spPr>
          <a:xfrm>
            <a:off x="3036158" y="19758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6" name="Freeform 6085"/>
          <p:cNvSpPr/>
          <p:nvPr/>
        </p:nvSpPr>
        <p:spPr>
          <a:xfrm>
            <a:off x="2986473" y="27426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7" name="Freeform 6086"/>
          <p:cNvSpPr/>
          <p:nvPr/>
        </p:nvSpPr>
        <p:spPr>
          <a:xfrm>
            <a:off x="2850985" y="24702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8" name="Freeform 6087"/>
          <p:cNvSpPr/>
          <p:nvPr/>
        </p:nvSpPr>
        <p:spPr>
          <a:xfrm>
            <a:off x="2934722" y="29046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9" name="Freeform 6088"/>
          <p:cNvSpPr/>
          <p:nvPr/>
        </p:nvSpPr>
        <p:spPr>
          <a:xfrm>
            <a:off x="2938875" y="30940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0" name="Freeform 6089"/>
          <p:cNvSpPr/>
          <p:nvPr/>
        </p:nvSpPr>
        <p:spPr>
          <a:xfrm>
            <a:off x="3001197" y="27932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1" name="Freeform 6090"/>
          <p:cNvSpPr/>
          <p:nvPr/>
        </p:nvSpPr>
        <p:spPr>
          <a:xfrm>
            <a:off x="2908811" y="23023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2" name="Freeform 6091"/>
          <p:cNvSpPr/>
          <p:nvPr/>
        </p:nvSpPr>
        <p:spPr>
          <a:xfrm>
            <a:off x="2936975" y="28986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3" name="Freeform 6092"/>
          <p:cNvSpPr/>
          <p:nvPr/>
        </p:nvSpPr>
        <p:spPr>
          <a:xfrm>
            <a:off x="2902250" y="302730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4" name="Freeform 6093"/>
          <p:cNvSpPr/>
          <p:nvPr/>
        </p:nvSpPr>
        <p:spPr>
          <a:xfrm>
            <a:off x="2963527" y="26500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5" name="Freeform 6094"/>
          <p:cNvSpPr/>
          <p:nvPr/>
        </p:nvSpPr>
        <p:spPr>
          <a:xfrm>
            <a:off x="2970715" y="25237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6" name="Freeform 6095"/>
          <p:cNvSpPr/>
          <p:nvPr/>
        </p:nvSpPr>
        <p:spPr>
          <a:xfrm>
            <a:off x="3030743" y="21032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7" name="Freeform 6096"/>
          <p:cNvSpPr/>
          <p:nvPr/>
        </p:nvSpPr>
        <p:spPr>
          <a:xfrm>
            <a:off x="3018966" y="25771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8" name="Freeform 6097"/>
          <p:cNvSpPr/>
          <p:nvPr/>
        </p:nvSpPr>
        <p:spPr>
          <a:xfrm>
            <a:off x="2977011" y="24704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9" name="Freeform 6098"/>
          <p:cNvSpPr/>
          <p:nvPr/>
        </p:nvSpPr>
        <p:spPr>
          <a:xfrm>
            <a:off x="2982098" y="24427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0" name="Freeform 6099"/>
          <p:cNvSpPr/>
          <p:nvPr/>
        </p:nvSpPr>
        <p:spPr>
          <a:xfrm>
            <a:off x="2973317" y="31311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1" name="Freeform 6100"/>
          <p:cNvSpPr/>
          <p:nvPr/>
        </p:nvSpPr>
        <p:spPr>
          <a:xfrm>
            <a:off x="2973574" y="30614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2" name="Freeform 6101"/>
          <p:cNvSpPr/>
          <p:nvPr/>
        </p:nvSpPr>
        <p:spPr>
          <a:xfrm>
            <a:off x="3068703" y="31057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3" name="Freeform 6102"/>
          <p:cNvSpPr/>
          <p:nvPr/>
        </p:nvSpPr>
        <p:spPr>
          <a:xfrm>
            <a:off x="2801188" y="31970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4" name="Freeform 6103"/>
          <p:cNvSpPr/>
          <p:nvPr/>
        </p:nvSpPr>
        <p:spPr>
          <a:xfrm>
            <a:off x="2954458" y="24147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5" name="Freeform 6104"/>
          <p:cNvSpPr/>
          <p:nvPr/>
        </p:nvSpPr>
        <p:spPr>
          <a:xfrm>
            <a:off x="2986855" y="26006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6" name="Freeform 6105"/>
          <p:cNvSpPr/>
          <p:nvPr/>
        </p:nvSpPr>
        <p:spPr>
          <a:xfrm>
            <a:off x="3041059" y="26780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7" name="Freeform 6106"/>
          <p:cNvSpPr/>
          <p:nvPr/>
        </p:nvSpPr>
        <p:spPr>
          <a:xfrm>
            <a:off x="2893523" y="36604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8" name="Freeform 6107"/>
          <p:cNvSpPr/>
          <p:nvPr/>
        </p:nvSpPr>
        <p:spPr>
          <a:xfrm>
            <a:off x="2989120" y="19515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9" name="Freeform 6108"/>
          <p:cNvSpPr/>
          <p:nvPr/>
        </p:nvSpPr>
        <p:spPr>
          <a:xfrm>
            <a:off x="3023288" y="30360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0" name="Freeform 6109"/>
          <p:cNvSpPr/>
          <p:nvPr/>
        </p:nvSpPr>
        <p:spPr>
          <a:xfrm>
            <a:off x="2936569" y="19528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1" name="Freeform 6110"/>
          <p:cNvSpPr/>
          <p:nvPr/>
        </p:nvSpPr>
        <p:spPr>
          <a:xfrm>
            <a:off x="2839495" y="32400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2" name="Freeform 6111"/>
          <p:cNvSpPr/>
          <p:nvPr/>
        </p:nvSpPr>
        <p:spPr>
          <a:xfrm>
            <a:off x="2942246" y="30059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3" name="Freeform 6112"/>
          <p:cNvSpPr/>
          <p:nvPr/>
        </p:nvSpPr>
        <p:spPr>
          <a:xfrm>
            <a:off x="2886461" y="35171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4" name="Freeform 6113"/>
          <p:cNvSpPr/>
          <p:nvPr/>
        </p:nvSpPr>
        <p:spPr>
          <a:xfrm>
            <a:off x="3009295" y="25741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5" name="Freeform 6114"/>
          <p:cNvSpPr/>
          <p:nvPr/>
        </p:nvSpPr>
        <p:spPr>
          <a:xfrm>
            <a:off x="2909675" y="31121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6" name="Freeform 6115"/>
          <p:cNvSpPr/>
          <p:nvPr/>
        </p:nvSpPr>
        <p:spPr>
          <a:xfrm>
            <a:off x="3084227" y="31017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7" name="Freeform 6116"/>
          <p:cNvSpPr/>
          <p:nvPr/>
        </p:nvSpPr>
        <p:spPr>
          <a:xfrm>
            <a:off x="2975502" y="32118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8" name="Freeform 6117"/>
          <p:cNvSpPr/>
          <p:nvPr/>
        </p:nvSpPr>
        <p:spPr>
          <a:xfrm>
            <a:off x="2912692" y="24214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9" name="Freeform 6118"/>
          <p:cNvSpPr/>
          <p:nvPr/>
        </p:nvSpPr>
        <p:spPr>
          <a:xfrm>
            <a:off x="2932645" y="24456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0" name="Freeform 6119"/>
          <p:cNvSpPr/>
          <p:nvPr/>
        </p:nvSpPr>
        <p:spPr>
          <a:xfrm>
            <a:off x="2893669" y="20410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1" name="Freeform 6120"/>
          <p:cNvSpPr/>
          <p:nvPr/>
        </p:nvSpPr>
        <p:spPr>
          <a:xfrm>
            <a:off x="2991957" y="29593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2" name="Freeform 6121"/>
          <p:cNvSpPr/>
          <p:nvPr/>
        </p:nvSpPr>
        <p:spPr>
          <a:xfrm>
            <a:off x="3065033" y="26267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3" name="Freeform 6122"/>
          <p:cNvSpPr/>
          <p:nvPr/>
        </p:nvSpPr>
        <p:spPr>
          <a:xfrm>
            <a:off x="2951822" y="31812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4" name="Freeform 6123"/>
          <p:cNvSpPr/>
          <p:nvPr/>
        </p:nvSpPr>
        <p:spPr>
          <a:xfrm>
            <a:off x="3027466" y="28304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5" name="Freeform 6124"/>
          <p:cNvSpPr/>
          <p:nvPr/>
        </p:nvSpPr>
        <p:spPr>
          <a:xfrm>
            <a:off x="2903607" y="28980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6" name="Freeform 6125"/>
          <p:cNvSpPr/>
          <p:nvPr/>
        </p:nvSpPr>
        <p:spPr>
          <a:xfrm>
            <a:off x="2986552" y="25364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7" name="Freeform 6126"/>
          <p:cNvSpPr/>
          <p:nvPr/>
        </p:nvSpPr>
        <p:spPr>
          <a:xfrm>
            <a:off x="3118943" y="23333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8" name="Freeform 6127"/>
          <p:cNvSpPr/>
          <p:nvPr/>
        </p:nvSpPr>
        <p:spPr>
          <a:xfrm>
            <a:off x="2872876" y="234286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9" name="Freeform 6128"/>
          <p:cNvSpPr/>
          <p:nvPr/>
        </p:nvSpPr>
        <p:spPr>
          <a:xfrm>
            <a:off x="3047860" y="30171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0" name="Freeform 6129"/>
          <p:cNvSpPr/>
          <p:nvPr/>
        </p:nvSpPr>
        <p:spPr>
          <a:xfrm>
            <a:off x="3043970" y="23401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1" name="Freeform 6130"/>
          <p:cNvSpPr/>
          <p:nvPr/>
        </p:nvSpPr>
        <p:spPr>
          <a:xfrm>
            <a:off x="2841408" y="27234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2" name="Freeform 6131"/>
          <p:cNvSpPr/>
          <p:nvPr/>
        </p:nvSpPr>
        <p:spPr>
          <a:xfrm>
            <a:off x="2870966" y="28265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3" name="Freeform 6132"/>
          <p:cNvSpPr/>
          <p:nvPr/>
        </p:nvSpPr>
        <p:spPr>
          <a:xfrm>
            <a:off x="2901361" y="29677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4" name="Freeform 6133"/>
          <p:cNvSpPr/>
          <p:nvPr/>
        </p:nvSpPr>
        <p:spPr>
          <a:xfrm>
            <a:off x="3030371" y="29131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5" name="Freeform 6134"/>
          <p:cNvSpPr/>
          <p:nvPr/>
        </p:nvSpPr>
        <p:spPr>
          <a:xfrm>
            <a:off x="2937658" y="20666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6" name="Freeform 6135"/>
          <p:cNvSpPr/>
          <p:nvPr/>
        </p:nvSpPr>
        <p:spPr>
          <a:xfrm>
            <a:off x="2954998" y="25942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7" name="Freeform 6136"/>
          <p:cNvSpPr/>
          <p:nvPr/>
        </p:nvSpPr>
        <p:spPr>
          <a:xfrm>
            <a:off x="3013026" y="26430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8" name="Freeform 6137"/>
          <p:cNvSpPr/>
          <p:nvPr/>
        </p:nvSpPr>
        <p:spPr>
          <a:xfrm>
            <a:off x="2973916" y="28036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9" name="Freeform 6138"/>
          <p:cNvSpPr/>
          <p:nvPr/>
        </p:nvSpPr>
        <p:spPr>
          <a:xfrm>
            <a:off x="2981063" y="18079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0" name="Freeform 6139"/>
          <p:cNvSpPr/>
          <p:nvPr/>
        </p:nvSpPr>
        <p:spPr>
          <a:xfrm>
            <a:off x="2944773" y="22274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1" name="Freeform 6140"/>
          <p:cNvSpPr/>
          <p:nvPr/>
        </p:nvSpPr>
        <p:spPr>
          <a:xfrm>
            <a:off x="3040646" y="29723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2" name="Freeform 6141"/>
          <p:cNvSpPr/>
          <p:nvPr/>
        </p:nvSpPr>
        <p:spPr>
          <a:xfrm>
            <a:off x="2914469" y="28078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3" name="Freeform 6142"/>
          <p:cNvSpPr/>
          <p:nvPr/>
        </p:nvSpPr>
        <p:spPr>
          <a:xfrm>
            <a:off x="3077175" y="27860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4" name="Freeform 6143"/>
          <p:cNvSpPr/>
          <p:nvPr/>
        </p:nvSpPr>
        <p:spPr>
          <a:xfrm>
            <a:off x="2943633" y="26536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5" name="Freeform 6144"/>
          <p:cNvSpPr/>
          <p:nvPr/>
        </p:nvSpPr>
        <p:spPr>
          <a:xfrm>
            <a:off x="2913125" y="29650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6" name="Freeform 6145"/>
          <p:cNvSpPr/>
          <p:nvPr/>
        </p:nvSpPr>
        <p:spPr>
          <a:xfrm>
            <a:off x="3008927" y="25459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7" name="Freeform 6146"/>
          <p:cNvSpPr/>
          <p:nvPr/>
        </p:nvSpPr>
        <p:spPr>
          <a:xfrm>
            <a:off x="2995940" y="21733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8" name="Freeform 6147"/>
          <p:cNvSpPr/>
          <p:nvPr/>
        </p:nvSpPr>
        <p:spPr>
          <a:xfrm>
            <a:off x="2834652" y="31902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9" name="Freeform 6148"/>
          <p:cNvSpPr/>
          <p:nvPr/>
        </p:nvSpPr>
        <p:spPr>
          <a:xfrm>
            <a:off x="2980675" y="31220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0" name="Freeform 6149"/>
          <p:cNvSpPr/>
          <p:nvPr/>
        </p:nvSpPr>
        <p:spPr>
          <a:xfrm>
            <a:off x="2876438" y="28848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1" name="Freeform 6150"/>
          <p:cNvSpPr/>
          <p:nvPr/>
        </p:nvSpPr>
        <p:spPr>
          <a:xfrm>
            <a:off x="2910951" y="2867838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2" name="Freeform 6151"/>
          <p:cNvSpPr/>
          <p:nvPr/>
        </p:nvSpPr>
        <p:spPr>
          <a:xfrm>
            <a:off x="3018146" y="19724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3" name="Freeform 6152"/>
          <p:cNvSpPr/>
          <p:nvPr/>
        </p:nvSpPr>
        <p:spPr>
          <a:xfrm>
            <a:off x="2908735" y="23389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4" name="Freeform 6153"/>
          <p:cNvSpPr/>
          <p:nvPr/>
        </p:nvSpPr>
        <p:spPr>
          <a:xfrm>
            <a:off x="2989489" y="23600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5" name="Freeform 6154"/>
          <p:cNvSpPr/>
          <p:nvPr/>
        </p:nvSpPr>
        <p:spPr>
          <a:xfrm>
            <a:off x="2940712" y="28044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6" name="Freeform 6155"/>
          <p:cNvSpPr/>
          <p:nvPr/>
        </p:nvSpPr>
        <p:spPr>
          <a:xfrm>
            <a:off x="3094102" y="28125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7" name="Freeform 6156"/>
          <p:cNvSpPr/>
          <p:nvPr/>
        </p:nvSpPr>
        <p:spPr>
          <a:xfrm>
            <a:off x="2959482" y="32409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8" name="Freeform 6157"/>
          <p:cNvSpPr/>
          <p:nvPr/>
        </p:nvSpPr>
        <p:spPr>
          <a:xfrm>
            <a:off x="2887883" y="24198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9" name="Freeform 6158"/>
          <p:cNvSpPr/>
          <p:nvPr/>
        </p:nvSpPr>
        <p:spPr>
          <a:xfrm>
            <a:off x="2892521" y="25267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0" name="Freeform 6159"/>
          <p:cNvSpPr/>
          <p:nvPr/>
        </p:nvSpPr>
        <p:spPr>
          <a:xfrm>
            <a:off x="2905684" y="22344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1" name="Freeform 6160"/>
          <p:cNvSpPr/>
          <p:nvPr/>
        </p:nvSpPr>
        <p:spPr>
          <a:xfrm>
            <a:off x="2974177" y="27847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2" name="Freeform 6161"/>
          <p:cNvSpPr/>
          <p:nvPr/>
        </p:nvSpPr>
        <p:spPr>
          <a:xfrm>
            <a:off x="2965492" y="27593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3" name="Freeform 6162"/>
          <p:cNvSpPr/>
          <p:nvPr/>
        </p:nvSpPr>
        <p:spPr>
          <a:xfrm>
            <a:off x="3029950" y="26447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4" name="Freeform 6163"/>
          <p:cNvSpPr/>
          <p:nvPr/>
        </p:nvSpPr>
        <p:spPr>
          <a:xfrm>
            <a:off x="2976709" y="23793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5" name="Freeform 6164"/>
          <p:cNvSpPr/>
          <p:nvPr/>
        </p:nvSpPr>
        <p:spPr>
          <a:xfrm>
            <a:off x="2974119" y="32477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6" name="Freeform 6165"/>
          <p:cNvSpPr/>
          <p:nvPr/>
        </p:nvSpPr>
        <p:spPr>
          <a:xfrm>
            <a:off x="2987038" y="24366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7" name="Freeform 6166"/>
          <p:cNvSpPr/>
          <p:nvPr/>
        </p:nvSpPr>
        <p:spPr>
          <a:xfrm>
            <a:off x="2956930" y="27147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8" name="Freeform 6167"/>
          <p:cNvSpPr/>
          <p:nvPr/>
        </p:nvSpPr>
        <p:spPr>
          <a:xfrm>
            <a:off x="2984880" y="30964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9" name="Freeform 6168"/>
          <p:cNvSpPr/>
          <p:nvPr/>
        </p:nvSpPr>
        <p:spPr>
          <a:xfrm>
            <a:off x="3017409" y="34736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0" name="Freeform 6169"/>
          <p:cNvSpPr/>
          <p:nvPr/>
        </p:nvSpPr>
        <p:spPr>
          <a:xfrm>
            <a:off x="3017399" y="27574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1" name="Freeform 6170"/>
          <p:cNvSpPr/>
          <p:nvPr/>
        </p:nvSpPr>
        <p:spPr>
          <a:xfrm>
            <a:off x="2929250" y="21749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2" name="Freeform 6171"/>
          <p:cNvSpPr/>
          <p:nvPr/>
        </p:nvSpPr>
        <p:spPr>
          <a:xfrm>
            <a:off x="2848114" y="20915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3" name="Freeform 6172"/>
          <p:cNvSpPr/>
          <p:nvPr/>
        </p:nvSpPr>
        <p:spPr>
          <a:xfrm>
            <a:off x="2911747" y="25765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4" name="Freeform 6173"/>
          <p:cNvSpPr/>
          <p:nvPr/>
        </p:nvSpPr>
        <p:spPr>
          <a:xfrm>
            <a:off x="2984023" y="19858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5" name="Freeform 6174"/>
          <p:cNvSpPr/>
          <p:nvPr/>
        </p:nvSpPr>
        <p:spPr>
          <a:xfrm>
            <a:off x="2800223" y="2723033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6" name="Freeform 6175"/>
          <p:cNvSpPr/>
          <p:nvPr/>
        </p:nvSpPr>
        <p:spPr>
          <a:xfrm>
            <a:off x="2933722" y="23567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7" name="Freeform 6176"/>
          <p:cNvSpPr/>
          <p:nvPr/>
        </p:nvSpPr>
        <p:spPr>
          <a:xfrm>
            <a:off x="2995035" y="28731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8" name="Freeform 6177"/>
          <p:cNvSpPr/>
          <p:nvPr/>
        </p:nvSpPr>
        <p:spPr>
          <a:xfrm>
            <a:off x="2927807" y="28964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9" name="Freeform 6178"/>
          <p:cNvSpPr/>
          <p:nvPr/>
        </p:nvSpPr>
        <p:spPr>
          <a:xfrm>
            <a:off x="2891011" y="29563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0" name="Freeform 6179"/>
          <p:cNvSpPr/>
          <p:nvPr/>
        </p:nvSpPr>
        <p:spPr>
          <a:xfrm>
            <a:off x="3081491" y="34648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1" name="Freeform 6180"/>
          <p:cNvSpPr/>
          <p:nvPr/>
        </p:nvSpPr>
        <p:spPr>
          <a:xfrm>
            <a:off x="3056984" y="22340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2" name="Freeform 6181"/>
          <p:cNvSpPr/>
          <p:nvPr/>
        </p:nvSpPr>
        <p:spPr>
          <a:xfrm>
            <a:off x="2947958" y="29431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3" name="Freeform 6182"/>
          <p:cNvSpPr/>
          <p:nvPr/>
        </p:nvSpPr>
        <p:spPr>
          <a:xfrm>
            <a:off x="3052800" y="30019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4" name="Freeform 6183"/>
          <p:cNvSpPr/>
          <p:nvPr/>
        </p:nvSpPr>
        <p:spPr>
          <a:xfrm>
            <a:off x="3051175" y="31410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5" name="Freeform 6184"/>
          <p:cNvSpPr/>
          <p:nvPr/>
        </p:nvSpPr>
        <p:spPr>
          <a:xfrm>
            <a:off x="2890063" y="27823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6" name="Freeform 6185"/>
          <p:cNvSpPr/>
          <p:nvPr/>
        </p:nvSpPr>
        <p:spPr>
          <a:xfrm>
            <a:off x="3142778" y="20588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7" name="Freeform 6186"/>
          <p:cNvSpPr/>
          <p:nvPr/>
        </p:nvSpPr>
        <p:spPr>
          <a:xfrm>
            <a:off x="2902798" y="19374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8" name="Freeform 6187"/>
          <p:cNvSpPr/>
          <p:nvPr/>
        </p:nvSpPr>
        <p:spPr>
          <a:xfrm>
            <a:off x="2947471" y="33178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9" name="Freeform 6188"/>
          <p:cNvSpPr/>
          <p:nvPr/>
        </p:nvSpPr>
        <p:spPr>
          <a:xfrm>
            <a:off x="2892222" y="283756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0" name="Freeform 6189"/>
          <p:cNvSpPr/>
          <p:nvPr/>
        </p:nvSpPr>
        <p:spPr>
          <a:xfrm>
            <a:off x="2970008" y="30875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1" name="Freeform 6190"/>
          <p:cNvSpPr/>
          <p:nvPr/>
        </p:nvSpPr>
        <p:spPr>
          <a:xfrm>
            <a:off x="2877607" y="23438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2" name="Freeform 6191"/>
          <p:cNvSpPr/>
          <p:nvPr/>
        </p:nvSpPr>
        <p:spPr>
          <a:xfrm>
            <a:off x="2964319" y="26018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3" name="Freeform 6192"/>
          <p:cNvSpPr/>
          <p:nvPr/>
        </p:nvSpPr>
        <p:spPr>
          <a:xfrm>
            <a:off x="3036562" y="29412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4" name="Freeform 6193"/>
          <p:cNvSpPr/>
          <p:nvPr/>
        </p:nvSpPr>
        <p:spPr>
          <a:xfrm>
            <a:off x="2978889" y="26805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5" name="Freeform 6194"/>
          <p:cNvSpPr/>
          <p:nvPr/>
        </p:nvSpPr>
        <p:spPr>
          <a:xfrm>
            <a:off x="2947161" y="28827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6" name="Freeform 6195"/>
          <p:cNvSpPr/>
          <p:nvPr/>
        </p:nvSpPr>
        <p:spPr>
          <a:xfrm>
            <a:off x="3067192" y="21137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7" name="Freeform 6196"/>
          <p:cNvSpPr/>
          <p:nvPr/>
        </p:nvSpPr>
        <p:spPr>
          <a:xfrm>
            <a:off x="2905174" y="25061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8" name="Freeform 6197"/>
          <p:cNvSpPr/>
          <p:nvPr/>
        </p:nvSpPr>
        <p:spPr>
          <a:xfrm>
            <a:off x="3028826" y="246097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9" name="Freeform 6198"/>
          <p:cNvSpPr/>
          <p:nvPr/>
        </p:nvSpPr>
        <p:spPr>
          <a:xfrm>
            <a:off x="2944533" y="368777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0" name="Freeform 6199"/>
          <p:cNvSpPr/>
          <p:nvPr/>
        </p:nvSpPr>
        <p:spPr>
          <a:xfrm>
            <a:off x="2978860" y="27318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1" name="Freeform 6200"/>
          <p:cNvSpPr/>
          <p:nvPr/>
        </p:nvSpPr>
        <p:spPr>
          <a:xfrm>
            <a:off x="2966597" y="19413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2" name="Freeform 6201"/>
          <p:cNvSpPr/>
          <p:nvPr/>
        </p:nvSpPr>
        <p:spPr>
          <a:xfrm>
            <a:off x="2972969" y="22196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3" name="Freeform 6202"/>
          <p:cNvSpPr/>
          <p:nvPr/>
        </p:nvSpPr>
        <p:spPr>
          <a:xfrm>
            <a:off x="2960913" y="33863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4" name="Freeform 6203"/>
          <p:cNvSpPr/>
          <p:nvPr/>
        </p:nvSpPr>
        <p:spPr>
          <a:xfrm>
            <a:off x="2912533" y="28224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5" name="Freeform 6204"/>
          <p:cNvSpPr/>
          <p:nvPr/>
        </p:nvSpPr>
        <p:spPr>
          <a:xfrm>
            <a:off x="2926659" y="31489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6" name="Freeform 6205"/>
          <p:cNvSpPr/>
          <p:nvPr/>
        </p:nvSpPr>
        <p:spPr>
          <a:xfrm>
            <a:off x="2993610" y="20781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7" name="Freeform 6206"/>
          <p:cNvSpPr/>
          <p:nvPr/>
        </p:nvSpPr>
        <p:spPr>
          <a:xfrm>
            <a:off x="2957122" y="26174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8" name="Freeform 6207"/>
          <p:cNvSpPr/>
          <p:nvPr/>
        </p:nvSpPr>
        <p:spPr>
          <a:xfrm>
            <a:off x="2887099" y="29895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9" name="Freeform 6208"/>
          <p:cNvSpPr/>
          <p:nvPr/>
        </p:nvSpPr>
        <p:spPr>
          <a:xfrm>
            <a:off x="2917410" y="26946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0" name="Freeform 6209"/>
          <p:cNvSpPr/>
          <p:nvPr/>
        </p:nvSpPr>
        <p:spPr>
          <a:xfrm>
            <a:off x="2918197" y="36658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1" name="Freeform 6210"/>
          <p:cNvSpPr/>
          <p:nvPr/>
        </p:nvSpPr>
        <p:spPr>
          <a:xfrm>
            <a:off x="2960447" y="31061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2" name="Freeform 6211"/>
          <p:cNvSpPr/>
          <p:nvPr/>
        </p:nvSpPr>
        <p:spPr>
          <a:xfrm>
            <a:off x="2975874" y="26938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3" name="Freeform 6212"/>
          <p:cNvSpPr/>
          <p:nvPr/>
        </p:nvSpPr>
        <p:spPr>
          <a:xfrm>
            <a:off x="2970025" y="23963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4" name="Freeform 6213"/>
          <p:cNvSpPr/>
          <p:nvPr/>
        </p:nvSpPr>
        <p:spPr>
          <a:xfrm>
            <a:off x="2920575" y="34209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5" name="Freeform 6214"/>
          <p:cNvSpPr/>
          <p:nvPr/>
        </p:nvSpPr>
        <p:spPr>
          <a:xfrm>
            <a:off x="2965064" y="28473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6" name="Freeform 6215"/>
          <p:cNvSpPr/>
          <p:nvPr/>
        </p:nvSpPr>
        <p:spPr>
          <a:xfrm>
            <a:off x="2873061" y="23360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7" name="Freeform 6216"/>
          <p:cNvSpPr/>
          <p:nvPr/>
        </p:nvSpPr>
        <p:spPr>
          <a:xfrm>
            <a:off x="2772517" y="324089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8" name="Freeform 6217"/>
          <p:cNvSpPr/>
          <p:nvPr/>
        </p:nvSpPr>
        <p:spPr>
          <a:xfrm>
            <a:off x="2960096" y="26229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9" name="Freeform 6218"/>
          <p:cNvSpPr/>
          <p:nvPr/>
        </p:nvSpPr>
        <p:spPr>
          <a:xfrm>
            <a:off x="2853998" y="26829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0" name="Freeform 6219"/>
          <p:cNvSpPr/>
          <p:nvPr/>
        </p:nvSpPr>
        <p:spPr>
          <a:xfrm>
            <a:off x="2900832" y="2076931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1" name="Freeform 6220"/>
          <p:cNvSpPr/>
          <p:nvPr/>
        </p:nvSpPr>
        <p:spPr>
          <a:xfrm>
            <a:off x="2883586" y="2791857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2" name="Freeform 6221"/>
          <p:cNvSpPr/>
          <p:nvPr/>
        </p:nvSpPr>
        <p:spPr>
          <a:xfrm>
            <a:off x="3005198" y="27703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3" name="Freeform 6222"/>
          <p:cNvSpPr/>
          <p:nvPr/>
        </p:nvSpPr>
        <p:spPr>
          <a:xfrm>
            <a:off x="2883181" y="23929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4" name="Freeform 6223"/>
          <p:cNvSpPr/>
          <p:nvPr/>
        </p:nvSpPr>
        <p:spPr>
          <a:xfrm>
            <a:off x="2981636" y="31948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5" name="Freeform 6224"/>
          <p:cNvSpPr/>
          <p:nvPr/>
        </p:nvSpPr>
        <p:spPr>
          <a:xfrm>
            <a:off x="2930837" y="27884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6" name="Freeform 6225"/>
          <p:cNvSpPr/>
          <p:nvPr/>
        </p:nvSpPr>
        <p:spPr>
          <a:xfrm>
            <a:off x="2881183" y="28747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7" name="Freeform 6226"/>
          <p:cNvSpPr/>
          <p:nvPr/>
        </p:nvSpPr>
        <p:spPr>
          <a:xfrm>
            <a:off x="2858658" y="27583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8" name="Freeform 6227"/>
          <p:cNvSpPr/>
          <p:nvPr/>
        </p:nvSpPr>
        <p:spPr>
          <a:xfrm>
            <a:off x="2993642" y="23953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9" name="Freeform 6228"/>
          <p:cNvSpPr/>
          <p:nvPr/>
        </p:nvSpPr>
        <p:spPr>
          <a:xfrm>
            <a:off x="2988555" y="25035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0" name="Freeform 6229"/>
          <p:cNvSpPr/>
          <p:nvPr/>
        </p:nvSpPr>
        <p:spPr>
          <a:xfrm>
            <a:off x="3014203" y="29825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1" name="Freeform 6230"/>
          <p:cNvSpPr/>
          <p:nvPr/>
        </p:nvSpPr>
        <p:spPr>
          <a:xfrm>
            <a:off x="3084269" y="26569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2" name="Freeform 6231"/>
          <p:cNvSpPr/>
          <p:nvPr/>
        </p:nvSpPr>
        <p:spPr>
          <a:xfrm>
            <a:off x="2980759" y="21592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3" name="Freeform 6232"/>
          <p:cNvSpPr/>
          <p:nvPr/>
        </p:nvSpPr>
        <p:spPr>
          <a:xfrm>
            <a:off x="2981313" y="30129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4" name="Freeform 6233"/>
          <p:cNvSpPr/>
          <p:nvPr/>
        </p:nvSpPr>
        <p:spPr>
          <a:xfrm>
            <a:off x="2954402" y="26538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5" name="Freeform 6234"/>
          <p:cNvSpPr/>
          <p:nvPr/>
        </p:nvSpPr>
        <p:spPr>
          <a:xfrm>
            <a:off x="2969531" y="27782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6" name="Freeform 6235"/>
          <p:cNvSpPr/>
          <p:nvPr/>
        </p:nvSpPr>
        <p:spPr>
          <a:xfrm>
            <a:off x="2939228" y="27304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7" name="Freeform 6236"/>
          <p:cNvSpPr/>
          <p:nvPr/>
        </p:nvSpPr>
        <p:spPr>
          <a:xfrm>
            <a:off x="2903078" y="33067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8" name="Freeform 6237"/>
          <p:cNvSpPr/>
          <p:nvPr/>
        </p:nvSpPr>
        <p:spPr>
          <a:xfrm>
            <a:off x="3094579" y="21885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9" name="Freeform 6238"/>
          <p:cNvSpPr/>
          <p:nvPr/>
        </p:nvSpPr>
        <p:spPr>
          <a:xfrm>
            <a:off x="2838768" y="29919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0" name="Freeform 6239"/>
          <p:cNvSpPr/>
          <p:nvPr/>
        </p:nvSpPr>
        <p:spPr>
          <a:xfrm>
            <a:off x="2979043" y="23299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1" name="Freeform 6240"/>
          <p:cNvSpPr/>
          <p:nvPr/>
        </p:nvSpPr>
        <p:spPr>
          <a:xfrm>
            <a:off x="2991507" y="29357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2" name="Freeform 6241"/>
          <p:cNvSpPr/>
          <p:nvPr/>
        </p:nvSpPr>
        <p:spPr>
          <a:xfrm>
            <a:off x="2972053" y="29372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3" name="Freeform 6242"/>
          <p:cNvSpPr/>
          <p:nvPr/>
        </p:nvSpPr>
        <p:spPr>
          <a:xfrm>
            <a:off x="2898234" y="22612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4" name="Freeform 6243"/>
          <p:cNvSpPr/>
          <p:nvPr/>
        </p:nvSpPr>
        <p:spPr>
          <a:xfrm>
            <a:off x="2949249" y="234183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5" name="Freeform 6244"/>
          <p:cNvSpPr/>
          <p:nvPr/>
        </p:nvSpPr>
        <p:spPr>
          <a:xfrm>
            <a:off x="2931290" y="26305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6" name="Freeform 6245"/>
          <p:cNvSpPr/>
          <p:nvPr/>
        </p:nvSpPr>
        <p:spPr>
          <a:xfrm>
            <a:off x="2890538" y="24273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7" name="Freeform 6246"/>
          <p:cNvSpPr/>
          <p:nvPr/>
        </p:nvSpPr>
        <p:spPr>
          <a:xfrm>
            <a:off x="2958658" y="28133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8" name="Freeform 6247"/>
          <p:cNvSpPr/>
          <p:nvPr/>
        </p:nvSpPr>
        <p:spPr>
          <a:xfrm>
            <a:off x="2934621" y="27103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9" name="Freeform 6248"/>
          <p:cNvSpPr/>
          <p:nvPr/>
        </p:nvSpPr>
        <p:spPr>
          <a:xfrm>
            <a:off x="2924958" y="29505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0" name="Freeform 6249"/>
          <p:cNvSpPr/>
          <p:nvPr/>
        </p:nvSpPr>
        <p:spPr>
          <a:xfrm>
            <a:off x="3006813" y="23748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1" name="Freeform 6250"/>
          <p:cNvSpPr/>
          <p:nvPr/>
        </p:nvSpPr>
        <p:spPr>
          <a:xfrm>
            <a:off x="2891173" y="29621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2" name="Freeform 6251"/>
          <p:cNvSpPr/>
          <p:nvPr/>
        </p:nvSpPr>
        <p:spPr>
          <a:xfrm>
            <a:off x="2990554" y="21612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3" name="Freeform 6252"/>
          <p:cNvSpPr/>
          <p:nvPr/>
        </p:nvSpPr>
        <p:spPr>
          <a:xfrm>
            <a:off x="2920787" y="28233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4" name="Freeform 6253"/>
          <p:cNvSpPr/>
          <p:nvPr/>
        </p:nvSpPr>
        <p:spPr>
          <a:xfrm>
            <a:off x="2989546" y="26997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5" name="Freeform 6254"/>
          <p:cNvSpPr/>
          <p:nvPr/>
        </p:nvSpPr>
        <p:spPr>
          <a:xfrm>
            <a:off x="2965765" y="24282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6" name="Freeform 6255"/>
          <p:cNvSpPr/>
          <p:nvPr/>
        </p:nvSpPr>
        <p:spPr>
          <a:xfrm>
            <a:off x="2977077" y="26984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7" name="Freeform 6256"/>
          <p:cNvSpPr/>
          <p:nvPr/>
        </p:nvSpPr>
        <p:spPr>
          <a:xfrm>
            <a:off x="2896111" y="28167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8" name="Freeform 6257"/>
          <p:cNvSpPr/>
          <p:nvPr/>
        </p:nvSpPr>
        <p:spPr>
          <a:xfrm>
            <a:off x="2909619" y="271828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9" name="Freeform 6258"/>
          <p:cNvSpPr/>
          <p:nvPr/>
        </p:nvSpPr>
        <p:spPr>
          <a:xfrm>
            <a:off x="2904197" y="23786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0" name="Freeform 6259"/>
          <p:cNvSpPr/>
          <p:nvPr/>
        </p:nvSpPr>
        <p:spPr>
          <a:xfrm>
            <a:off x="2972408" y="29509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1" name="Freeform 6260"/>
          <p:cNvSpPr/>
          <p:nvPr/>
        </p:nvSpPr>
        <p:spPr>
          <a:xfrm>
            <a:off x="3010342" y="27536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2" name="Freeform 6261"/>
          <p:cNvSpPr/>
          <p:nvPr/>
        </p:nvSpPr>
        <p:spPr>
          <a:xfrm>
            <a:off x="3032303" y="27034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3" name="Freeform 6262"/>
          <p:cNvSpPr/>
          <p:nvPr/>
        </p:nvSpPr>
        <p:spPr>
          <a:xfrm>
            <a:off x="2927580" y="23893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4" name="Freeform 6263"/>
          <p:cNvSpPr/>
          <p:nvPr/>
        </p:nvSpPr>
        <p:spPr>
          <a:xfrm>
            <a:off x="2966343" y="27439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5" name="Freeform 6264"/>
          <p:cNvSpPr/>
          <p:nvPr/>
        </p:nvSpPr>
        <p:spPr>
          <a:xfrm>
            <a:off x="2853523" y="204240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6" name="Freeform 6265"/>
          <p:cNvSpPr/>
          <p:nvPr/>
        </p:nvSpPr>
        <p:spPr>
          <a:xfrm>
            <a:off x="2813742" y="27647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7" name="Freeform 6266"/>
          <p:cNvSpPr/>
          <p:nvPr/>
        </p:nvSpPr>
        <p:spPr>
          <a:xfrm>
            <a:off x="2903219" y="279463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8" name="Freeform 6267"/>
          <p:cNvSpPr/>
          <p:nvPr/>
        </p:nvSpPr>
        <p:spPr>
          <a:xfrm>
            <a:off x="2916441" y="27701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9" name="Freeform 6268"/>
          <p:cNvSpPr/>
          <p:nvPr/>
        </p:nvSpPr>
        <p:spPr>
          <a:xfrm>
            <a:off x="2857649" y="31913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0" name="Freeform 6269"/>
          <p:cNvSpPr/>
          <p:nvPr/>
        </p:nvSpPr>
        <p:spPr>
          <a:xfrm>
            <a:off x="2842690" y="30884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1" name="Freeform 6270"/>
          <p:cNvSpPr/>
          <p:nvPr/>
        </p:nvSpPr>
        <p:spPr>
          <a:xfrm>
            <a:off x="2995713" y="2902351"/>
            <a:ext cx="35922" cy="35922"/>
          </a:xfrm>
          <a:custGeom>
            <a:avLst/>
            <a:gdLst/>
            <a:ahLst/>
            <a:cxnLst/>
            <a:rect l="l" t="t" r="r" b="b"/>
            <a:pathLst>
              <a:path w="35922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2" name="Freeform 6271"/>
          <p:cNvSpPr/>
          <p:nvPr/>
        </p:nvSpPr>
        <p:spPr>
          <a:xfrm>
            <a:off x="2907150" y="228964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3" name="Freeform 6272"/>
          <p:cNvSpPr/>
          <p:nvPr/>
        </p:nvSpPr>
        <p:spPr>
          <a:xfrm>
            <a:off x="2849017" y="27194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4" name="Freeform 6273"/>
          <p:cNvSpPr/>
          <p:nvPr/>
        </p:nvSpPr>
        <p:spPr>
          <a:xfrm>
            <a:off x="3113893" y="28854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5" name="Freeform 6274"/>
          <p:cNvSpPr/>
          <p:nvPr/>
        </p:nvSpPr>
        <p:spPr>
          <a:xfrm>
            <a:off x="2971544" y="22562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6" name="Freeform 6275"/>
          <p:cNvSpPr/>
          <p:nvPr/>
        </p:nvSpPr>
        <p:spPr>
          <a:xfrm>
            <a:off x="2939053" y="21369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7" name="Freeform 6276"/>
          <p:cNvSpPr/>
          <p:nvPr/>
        </p:nvSpPr>
        <p:spPr>
          <a:xfrm>
            <a:off x="3004873" y="22456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8" name="Freeform 6277"/>
          <p:cNvSpPr/>
          <p:nvPr/>
        </p:nvSpPr>
        <p:spPr>
          <a:xfrm>
            <a:off x="2909696" y="302089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9" name="Freeform 6278"/>
          <p:cNvSpPr/>
          <p:nvPr/>
        </p:nvSpPr>
        <p:spPr>
          <a:xfrm>
            <a:off x="3064960" y="28893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0" name="Freeform 6279"/>
          <p:cNvSpPr/>
          <p:nvPr/>
        </p:nvSpPr>
        <p:spPr>
          <a:xfrm>
            <a:off x="2858014" y="20404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1" name="Freeform 6280"/>
          <p:cNvSpPr/>
          <p:nvPr/>
        </p:nvSpPr>
        <p:spPr>
          <a:xfrm>
            <a:off x="2873321" y="26185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2" name="Freeform 6281"/>
          <p:cNvSpPr/>
          <p:nvPr/>
        </p:nvSpPr>
        <p:spPr>
          <a:xfrm>
            <a:off x="2950635" y="28056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3" name="Freeform 6282"/>
          <p:cNvSpPr/>
          <p:nvPr/>
        </p:nvSpPr>
        <p:spPr>
          <a:xfrm>
            <a:off x="2909040" y="24431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4" name="Freeform 6283"/>
          <p:cNvSpPr/>
          <p:nvPr/>
        </p:nvSpPr>
        <p:spPr>
          <a:xfrm>
            <a:off x="3052895" y="2336898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5" name="Freeform 6284"/>
          <p:cNvSpPr/>
          <p:nvPr/>
        </p:nvSpPr>
        <p:spPr>
          <a:xfrm>
            <a:off x="2853508" y="291734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6" name="Freeform 6285"/>
          <p:cNvSpPr/>
          <p:nvPr/>
        </p:nvSpPr>
        <p:spPr>
          <a:xfrm>
            <a:off x="2911120" y="26265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7" name="Freeform 6286"/>
          <p:cNvSpPr/>
          <p:nvPr/>
        </p:nvSpPr>
        <p:spPr>
          <a:xfrm>
            <a:off x="2975150" y="23665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8" name="Freeform 6287"/>
          <p:cNvSpPr/>
          <p:nvPr/>
        </p:nvSpPr>
        <p:spPr>
          <a:xfrm>
            <a:off x="2996547" y="313383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9" name="Freeform 6288"/>
          <p:cNvSpPr/>
          <p:nvPr/>
        </p:nvSpPr>
        <p:spPr>
          <a:xfrm>
            <a:off x="3025566" y="27027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0" name="Freeform 6289"/>
          <p:cNvSpPr/>
          <p:nvPr/>
        </p:nvSpPr>
        <p:spPr>
          <a:xfrm>
            <a:off x="2981930" y="31169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1" name="Freeform 6290"/>
          <p:cNvSpPr/>
          <p:nvPr/>
        </p:nvSpPr>
        <p:spPr>
          <a:xfrm>
            <a:off x="3104901" y="3068871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2" name="Freeform 6291"/>
          <p:cNvSpPr/>
          <p:nvPr/>
        </p:nvSpPr>
        <p:spPr>
          <a:xfrm>
            <a:off x="2927757" y="29142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3" name="Freeform 6292"/>
          <p:cNvSpPr/>
          <p:nvPr/>
        </p:nvSpPr>
        <p:spPr>
          <a:xfrm>
            <a:off x="2970657" y="25318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4" name="Freeform 6293"/>
          <p:cNvSpPr/>
          <p:nvPr/>
        </p:nvSpPr>
        <p:spPr>
          <a:xfrm>
            <a:off x="3015630" y="28256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5" name="Freeform 6294"/>
          <p:cNvSpPr/>
          <p:nvPr/>
        </p:nvSpPr>
        <p:spPr>
          <a:xfrm>
            <a:off x="2938044" y="2945644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6" name="Freeform 6295"/>
          <p:cNvSpPr/>
          <p:nvPr/>
        </p:nvSpPr>
        <p:spPr>
          <a:xfrm>
            <a:off x="2939510" y="26882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7" name="Freeform 6296"/>
          <p:cNvSpPr/>
          <p:nvPr/>
        </p:nvSpPr>
        <p:spPr>
          <a:xfrm>
            <a:off x="2928139" y="31289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8" name="Freeform 6297"/>
          <p:cNvSpPr/>
          <p:nvPr/>
        </p:nvSpPr>
        <p:spPr>
          <a:xfrm>
            <a:off x="2916205" y="25495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9" name="Freeform 6298"/>
          <p:cNvSpPr/>
          <p:nvPr/>
        </p:nvSpPr>
        <p:spPr>
          <a:xfrm>
            <a:off x="2884084" y="22912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0" name="Freeform 6299"/>
          <p:cNvSpPr/>
          <p:nvPr/>
        </p:nvSpPr>
        <p:spPr>
          <a:xfrm>
            <a:off x="2921995" y="27363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1" name="Freeform 6300"/>
          <p:cNvSpPr/>
          <p:nvPr/>
        </p:nvSpPr>
        <p:spPr>
          <a:xfrm>
            <a:off x="2856208" y="278175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2" name="Freeform 6301"/>
          <p:cNvSpPr/>
          <p:nvPr/>
        </p:nvSpPr>
        <p:spPr>
          <a:xfrm>
            <a:off x="2983675" y="25699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3" name="Freeform 6302"/>
          <p:cNvSpPr/>
          <p:nvPr/>
        </p:nvSpPr>
        <p:spPr>
          <a:xfrm>
            <a:off x="2853246" y="34530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4" name="Freeform 6303"/>
          <p:cNvSpPr/>
          <p:nvPr/>
        </p:nvSpPr>
        <p:spPr>
          <a:xfrm>
            <a:off x="3094944" y="25098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5" name="Freeform 6304"/>
          <p:cNvSpPr/>
          <p:nvPr/>
        </p:nvSpPr>
        <p:spPr>
          <a:xfrm>
            <a:off x="3070778" y="15667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6" name="Freeform 6305"/>
          <p:cNvSpPr/>
          <p:nvPr/>
        </p:nvSpPr>
        <p:spPr>
          <a:xfrm>
            <a:off x="3031406" y="27523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7" name="Freeform 6306"/>
          <p:cNvSpPr/>
          <p:nvPr/>
        </p:nvSpPr>
        <p:spPr>
          <a:xfrm>
            <a:off x="2944342" y="27510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8" name="Freeform 6307"/>
          <p:cNvSpPr/>
          <p:nvPr/>
        </p:nvSpPr>
        <p:spPr>
          <a:xfrm>
            <a:off x="2919458" y="24338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9" name="Freeform 6308"/>
          <p:cNvSpPr/>
          <p:nvPr/>
        </p:nvSpPr>
        <p:spPr>
          <a:xfrm>
            <a:off x="3039139" y="21023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0" name="Freeform 6309"/>
          <p:cNvSpPr/>
          <p:nvPr/>
        </p:nvSpPr>
        <p:spPr>
          <a:xfrm>
            <a:off x="2970144" y="2348785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1" name="Freeform 6310"/>
          <p:cNvSpPr/>
          <p:nvPr/>
        </p:nvSpPr>
        <p:spPr>
          <a:xfrm>
            <a:off x="2995125" y="34997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2" name="Freeform 6311"/>
          <p:cNvSpPr/>
          <p:nvPr/>
        </p:nvSpPr>
        <p:spPr>
          <a:xfrm>
            <a:off x="2910523" y="25001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3" name="Freeform 6312"/>
          <p:cNvSpPr/>
          <p:nvPr/>
        </p:nvSpPr>
        <p:spPr>
          <a:xfrm>
            <a:off x="3028538" y="17616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4" name="Freeform 6313"/>
          <p:cNvSpPr/>
          <p:nvPr/>
        </p:nvSpPr>
        <p:spPr>
          <a:xfrm>
            <a:off x="2905180" y="2478396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5" name="Freeform 6314"/>
          <p:cNvSpPr/>
          <p:nvPr/>
        </p:nvSpPr>
        <p:spPr>
          <a:xfrm>
            <a:off x="2965063" y="31317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6" name="Freeform 6315"/>
          <p:cNvSpPr/>
          <p:nvPr/>
        </p:nvSpPr>
        <p:spPr>
          <a:xfrm>
            <a:off x="2843605" y="26036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7" name="Freeform 6316"/>
          <p:cNvSpPr/>
          <p:nvPr/>
        </p:nvSpPr>
        <p:spPr>
          <a:xfrm>
            <a:off x="2914633" y="31781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8" name="Freeform 6317"/>
          <p:cNvSpPr/>
          <p:nvPr/>
        </p:nvSpPr>
        <p:spPr>
          <a:xfrm>
            <a:off x="2991013" y="22539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9" name="Freeform 6318"/>
          <p:cNvSpPr/>
          <p:nvPr/>
        </p:nvSpPr>
        <p:spPr>
          <a:xfrm>
            <a:off x="2928104" y="30586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0" name="Freeform 6319"/>
          <p:cNvSpPr/>
          <p:nvPr/>
        </p:nvSpPr>
        <p:spPr>
          <a:xfrm>
            <a:off x="2928316" y="26799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1" name="Freeform 6320"/>
          <p:cNvSpPr/>
          <p:nvPr/>
        </p:nvSpPr>
        <p:spPr>
          <a:xfrm>
            <a:off x="3009941" y="30226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2" name="Freeform 6321"/>
          <p:cNvSpPr/>
          <p:nvPr/>
        </p:nvSpPr>
        <p:spPr>
          <a:xfrm>
            <a:off x="2952949" y="29081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3" name="Freeform 6322"/>
          <p:cNvSpPr/>
          <p:nvPr/>
        </p:nvSpPr>
        <p:spPr>
          <a:xfrm>
            <a:off x="3039817" y="21608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4" name="Freeform 6323"/>
          <p:cNvSpPr/>
          <p:nvPr/>
        </p:nvSpPr>
        <p:spPr>
          <a:xfrm>
            <a:off x="2798038" y="26692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5" name="Freeform 6324"/>
          <p:cNvSpPr/>
          <p:nvPr/>
        </p:nvSpPr>
        <p:spPr>
          <a:xfrm>
            <a:off x="2995258" y="29128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6" name="Freeform 6325"/>
          <p:cNvSpPr/>
          <p:nvPr/>
        </p:nvSpPr>
        <p:spPr>
          <a:xfrm>
            <a:off x="2991184" y="31283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7" name="Freeform 6326"/>
          <p:cNvSpPr/>
          <p:nvPr/>
        </p:nvSpPr>
        <p:spPr>
          <a:xfrm>
            <a:off x="2855639" y="33954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8" name="Freeform 6327"/>
          <p:cNvSpPr/>
          <p:nvPr/>
        </p:nvSpPr>
        <p:spPr>
          <a:xfrm>
            <a:off x="2871871" y="31672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9" name="Freeform 6328"/>
          <p:cNvSpPr/>
          <p:nvPr/>
        </p:nvSpPr>
        <p:spPr>
          <a:xfrm>
            <a:off x="3015650" y="26660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0" name="Freeform 6329"/>
          <p:cNvSpPr/>
          <p:nvPr/>
        </p:nvSpPr>
        <p:spPr>
          <a:xfrm>
            <a:off x="2887106" y="23468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1" name="Freeform 6330"/>
          <p:cNvSpPr/>
          <p:nvPr/>
        </p:nvSpPr>
        <p:spPr>
          <a:xfrm>
            <a:off x="2915547" y="291326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2" name="Freeform 6331"/>
          <p:cNvSpPr/>
          <p:nvPr/>
        </p:nvSpPr>
        <p:spPr>
          <a:xfrm>
            <a:off x="2997107" y="21298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3" name="Freeform 6332"/>
          <p:cNvSpPr/>
          <p:nvPr/>
        </p:nvSpPr>
        <p:spPr>
          <a:xfrm>
            <a:off x="2935635" y="29710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4" name="Freeform 6333"/>
          <p:cNvSpPr/>
          <p:nvPr/>
        </p:nvSpPr>
        <p:spPr>
          <a:xfrm>
            <a:off x="2989067" y="27947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5" name="Freeform 6334"/>
          <p:cNvSpPr/>
          <p:nvPr/>
        </p:nvSpPr>
        <p:spPr>
          <a:xfrm>
            <a:off x="2900201" y="31041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6" name="Freeform 6335"/>
          <p:cNvSpPr/>
          <p:nvPr/>
        </p:nvSpPr>
        <p:spPr>
          <a:xfrm>
            <a:off x="2977159" y="23429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7" name="Freeform 6336"/>
          <p:cNvSpPr/>
          <p:nvPr/>
        </p:nvSpPr>
        <p:spPr>
          <a:xfrm>
            <a:off x="3029028" y="19360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8" name="Freeform 6337"/>
          <p:cNvSpPr/>
          <p:nvPr/>
        </p:nvSpPr>
        <p:spPr>
          <a:xfrm>
            <a:off x="2978996" y="33550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9" name="Freeform 6338"/>
          <p:cNvSpPr/>
          <p:nvPr/>
        </p:nvSpPr>
        <p:spPr>
          <a:xfrm>
            <a:off x="2812542" y="28345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0" name="Freeform 6339"/>
          <p:cNvSpPr/>
          <p:nvPr/>
        </p:nvSpPr>
        <p:spPr>
          <a:xfrm>
            <a:off x="3000528" y="22422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1" name="Freeform 6340"/>
          <p:cNvSpPr/>
          <p:nvPr/>
        </p:nvSpPr>
        <p:spPr>
          <a:xfrm>
            <a:off x="2961336" y="3239233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2" name="Freeform 6341"/>
          <p:cNvSpPr/>
          <p:nvPr/>
        </p:nvSpPr>
        <p:spPr>
          <a:xfrm>
            <a:off x="2897651" y="24988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3" name="Freeform 6342"/>
          <p:cNvSpPr/>
          <p:nvPr/>
        </p:nvSpPr>
        <p:spPr>
          <a:xfrm>
            <a:off x="3049501" y="22581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4" name="Freeform 6343"/>
          <p:cNvSpPr/>
          <p:nvPr/>
        </p:nvSpPr>
        <p:spPr>
          <a:xfrm>
            <a:off x="2842299" y="2678483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5" name="Freeform 6344"/>
          <p:cNvSpPr/>
          <p:nvPr/>
        </p:nvSpPr>
        <p:spPr>
          <a:xfrm>
            <a:off x="3081276" y="25049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6" name="Freeform 6345"/>
          <p:cNvSpPr/>
          <p:nvPr/>
        </p:nvSpPr>
        <p:spPr>
          <a:xfrm>
            <a:off x="2915669" y="20598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7" name="Freeform 6346"/>
          <p:cNvSpPr/>
          <p:nvPr/>
        </p:nvSpPr>
        <p:spPr>
          <a:xfrm>
            <a:off x="3061433" y="19908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8" name="Freeform 6347"/>
          <p:cNvSpPr/>
          <p:nvPr/>
        </p:nvSpPr>
        <p:spPr>
          <a:xfrm>
            <a:off x="2954515" y="27300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9" name="Freeform 6348"/>
          <p:cNvSpPr/>
          <p:nvPr/>
        </p:nvSpPr>
        <p:spPr>
          <a:xfrm>
            <a:off x="2869572" y="29029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0" name="Freeform 6349"/>
          <p:cNvSpPr/>
          <p:nvPr/>
        </p:nvSpPr>
        <p:spPr>
          <a:xfrm>
            <a:off x="2963719" y="30454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1" name="Freeform 6350"/>
          <p:cNvSpPr/>
          <p:nvPr/>
        </p:nvSpPr>
        <p:spPr>
          <a:xfrm>
            <a:off x="2979352" y="23480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2" name="Freeform 6351"/>
          <p:cNvSpPr/>
          <p:nvPr/>
        </p:nvSpPr>
        <p:spPr>
          <a:xfrm>
            <a:off x="2993216" y="32115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3" name="Freeform 6352"/>
          <p:cNvSpPr/>
          <p:nvPr/>
        </p:nvSpPr>
        <p:spPr>
          <a:xfrm>
            <a:off x="3027506" y="28001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4" name="Freeform 6353"/>
          <p:cNvSpPr/>
          <p:nvPr/>
        </p:nvSpPr>
        <p:spPr>
          <a:xfrm>
            <a:off x="2898163" y="26694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5" name="Freeform 6354"/>
          <p:cNvSpPr/>
          <p:nvPr/>
        </p:nvSpPr>
        <p:spPr>
          <a:xfrm>
            <a:off x="2989937" y="28921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6" name="Freeform 6355"/>
          <p:cNvSpPr/>
          <p:nvPr/>
        </p:nvSpPr>
        <p:spPr>
          <a:xfrm>
            <a:off x="3006079" y="26043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7" name="Freeform 6356"/>
          <p:cNvSpPr/>
          <p:nvPr/>
        </p:nvSpPr>
        <p:spPr>
          <a:xfrm>
            <a:off x="2939461" y="17643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8" name="Freeform 6357"/>
          <p:cNvSpPr/>
          <p:nvPr/>
        </p:nvSpPr>
        <p:spPr>
          <a:xfrm>
            <a:off x="2895557" y="27519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9" name="Freeform 6358"/>
          <p:cNvSpPr/>
          <p:nvPr/>
        </p:nvSpPr>
        <p:spPr>
          <a:xfrm>
            <a:off x="2894242" y="28673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0" name="Freeform 6359"/>
          <p:cNvSpPr/>
          <p:nvPr/>
        </p:nvSpPr>
        <p:spPr>
          <a:xfrm>
            <a:off x="3006903" y="23339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1" name="Freeform 6360"/>
          <p:cNvSpPr/>
          <p:nvPr/>
        </p:nvSpPr>
        <p:spPr>
          <a:xfrm>
            <a:off x="3010169" y="26191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2" name="Freeform 6361"/>
          <p:cNvSpPr/>
          <p:nvPr/>
        </p:nvSpPr>
        <p:spPr>
          <a:xfrm>
            <a:off x="2902624" y="21780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3" name="Freeform 6362"/>
          <p:cNvSpPr/>
          <p:nvPr/>
        </p:nvSpPr>
        <p:spPr>
          <a:xfrm>
            <a:off x="2868949" y="26466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4" name="Freeform 6363"/>
          <p:cNvSpPr/>
          <p:nvPr/>
        </p:nvSpPr>
        <p:spPr>
          <a:xfrm>
            <a:off x="3039196" y="27985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5" name="Freeform 6364"/>
          <p:cNvSpPr/>
          <p:nvPr/>
        </p:nvSpPr>
        <p:spPr>
          <a:xfrm>
            <a:off x="2854769" y="33630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6" name="Freeform 6365"/>
          <p:cNvSpPr/>
          <p:nvPr/>
        </p:nvSpPr>
        <p:spPr>
          <a:xfrm>
            <a:off x="2967888" y="33027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7" name="Freeform 6366"/>
          <p:cNvSpPr/>
          <p:nvPr/>
        </p:nvSpPr>
        <p:spPr>
          <a:xfrm>
            <a:off x="2904149" y="33821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8" name="Freeform 6367"/>
          <p:cNvSpPr/>
          <p:nvPr/>
        </p:nvSpPr>
        <p:spPr>
          <a:xfrm>
            <a:off x="2841417" y="25677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9" name="Freeform 6368"/>
          <p:cNvSpPr/>
          <p:nvPr/>
        </p:nvSpPr>
        <p:spPr>
          <a:xfrm>
            <a:off x="2965533" y="32080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0" name="Freeform 6369"/>
          <p:cNvSpPr/>
          <p:nvPr/>
        </p:nvSpPr>
        <p:spPr>
          <a:xfrm>
            <a:off x="2944766" y="22456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1" name="Freeform 6370"/>
          <p:cNvSpPr/>
          <p:nvPr/>
        </p:nvSpPr>
        <p:spPr>
          <a:xfrm>
            <a:off x="3052375" y="26961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2" name="Freeform 6371"/>
          <p:cNvSpPr/>
          <p:nvPr/>
        </p:nvSpPr>
        <p:spPr>
          <a:xfrm>
            <a:off x="3107336" y="27970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3" name="Freeform 6372"/>
          <p:cNvSpPr/>
          <p:nvPr/>
        </p:nvSpPr>
        <p:spPr>
          <a:xfrm>
            <a:off x="2944893" y="30174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4" name="Freeform 6373"/>
          <p:cNvSpPr/>
          <p:nvPr/>
        </p:nvSpPr>
        <p:spPr>
          <a:xfrm>
            <a:off x="3025023" y="24784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5" name="Freeform 6374"/>
          <p:cNvSpPr/>
          <p:nvPr/>
        </p:nvSpPr>
        <p:spPr>
          <a:xfrm>
            <a:off x="3026308" y="30030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6" name="Freeform 6375"/>
          <p:cNvSpPr/>
          <p:nvPr/>
        </p:nvSpPr>
        <p:spPr>
          <a:xfrm>
            <a:off x="2922753" y="30695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7" name="Freeform 6376"/>
          <p:cNvSpPr/>
          <p:nvPr/>
        </p:nvSpPr>
        <p:spPr>
          <a:xfrm>
            <a:off x="2900070" y="22703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8" name="Freeform 6377"/>
          <p:cNvSpPr/>
          <p:nvPr/>
        </p:nvSpPr>
        <p:spPr>
          <a:xfrm>
            <a:off x="3063631" y="25768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9" name="Freeform 6378"/>
          <p:cNvSpPr/>
          <p:nvPr/>
        </p:nvSpPr>
        <p:spPr>
          <a:xfrm>
            <a:off x="2933182" y="27936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0" name="Freeform 6379"/>
          <p:cNvSpPr/>
          <p:nvPr/>
        </p:nvSpPr>
        <p:spPr>
          <a:xfrm>
            <a:off x="2955599" y="24714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1" name="Freeform 6380"/>
          <p:cNvSpPr/>
          <p:nvPr/>
        </p:nvSpPr>
        <p:spPr>
          <a:xfrm>
            <a:off x="2938075" y="27039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2" name="Freeform 6381"/>
          <p:cNvSpPr/>
          <p:nvPr/>
        </p:nvSpPr>
        <p:spPr>
          <a:xfrm>
            <a:off x="2948496" y="25664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3" name="Freeform 6382"/>
          <p:cNvSpPr/>
          <p:nvPr/>
        </p:nvSpPr>
        <p:spPr>
          <a:xfrm>
            <a:off x="2917412" y="30075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4" name="Freeform 6383"/>
          <p:cNvSpPr/>
          <p:nvPr/>
        </p:nvSpPr>
        <p:spPr>
          <a:xfrm>
            <a:off x="3006710" y="19460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5" name="Freeform 6384"/>
          <p:cNvSpPr/>
          <p:nvPr/>
        </p:nvSpPr>
        <p:spPr>
          <a:xfrm>
            <a:off x="3040198" y="29203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6" name="Freeform 6385"/>
          <p:cNvSpPr/>
          <p:nvPr/>
        </p:nvSpPr>
        <p:spPr>
          <a:xfrm>
            <a:off x="2932649" y="21351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7" name="Freeform 6386"/>
          <p:cNvSpPr/>
          <p:nvPr/>
        </p:nvSpPr>
        <p:spPr>
          <a:xfrm>
            <a:off x="2866171" y="27766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8" name="Freeform 6387"/>
          <p:cNvSpPr/>
          <p:nvPr/>
        </p:nvSpPr>
        <p:spPr>
          <a:xfrm>
            <a:off x="2960626" y="24105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9" name="Freeform 6388"/>
          <p:cNvSpPr/>
          <p:nvPr/>
        </p:nvSpPr>
        <p:spPr>
          <a:xfrm>
            <a:off x="2859087" y="24372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0" name="Freeform 6389"/>
          <p:cNvSpPr/>
          <p:nvPr/>
        </p:nvSpPr>
        <p:spPr>
          <a:xfrm>
            <a:off x="2915064" y="22855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1" name="Freeform 6390"/>
          <p:cNvSpPr/>
          <p:nvPr/>
        </p:nvSpPr>
        <p:spPr>
          <a:xfrm>
            <a:off x="3038523" y="30163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2" name="Freeform 6391"/>
          <p:cNvSpPr/>
          <p:nvPr/>
        </p:nvSpPr>
        <p:spPr>
          <a:xfrm>
            <a:off x="3110507" y="23117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3" name="Freeform 6392"/>
          <p:cNvSpPr/>
          <p:nvPr/>
        </p:nvSpPr>
        <p:spPr>
          <a:xfrm>
            <a:off x="2982107" y="20283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4" name="Freeform 6393"/>
          <p:cNvSpPr/>
          <p:nvPr/>
        </p:nvSpPr>
        <p:spPr>
          <a:xfrm>
            <a:off x="2886963" y="28023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5" name="Freeform 6394"/>
          <p:cNvSpPr/>
          <p:nvPr/>
        </p:nvSpPr>
        <p:spPr>
          <a:xfrm>
            <a:off x="3008775" y="26944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6" name="Freeform 6395"/>
          <p:cNvSpPr/>
          <p:nvPr/>
        </p:nvSpPr>
        <p:spPr>
          <a:xfrm>
            <a:off x="2808986" y="28996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7" name="Freeform 6396"/>
          <p:cNvSpPr/>
          <p:nvPr/>
        </p:nvSpPr>
        <p:spPr>
          <a:xfrm>
            <a:off x="2911425" y="28346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8" name="Freeform 6397"/>
          <p:cNvSpPr/>
          <p:nvPr/>
        </p:nvSpPr>
        <p:spPr>
          <a:xfrm>
            <a:off x="3057841" y="20780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9" name="Freeform 6398"/>
          <p:cNvSpPr/>
          <p:nvPr/>
        </p:nvSpPr>
        <p:spPr>
          <a:xfrm>
            <a:off x="3006468" y="30764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0" name="Freeform 6399"/>
          <p:cNvSpPr/>
          <p:nvPr/>
        </p:nvSpPr>
        <p:spPr>
          <a:xfrm>
            <a:off x="2866160" y="30536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1" name="Freeform 6400"/>
          <p:cNvSpPr/>
          <p:nvPr/>
        </p:nvSpPr>
        <p:spPr>
          <a:xfrm>
            <a:off x="2847486" y="2114976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2" name="Freeform 6401"/>
          <p:cNvSpPr/>
          <p:nvPr/>
        </p:nvSpPr>
        <p:spPr>
          <a:xfrm>
            <a:off x="3013733" y="24776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3" name="Freeform 6402"/>
          <p:cNvSpPr/>
          <p:nvPr/>
        </p:nvSpPr>
        <p:spPr>
          <a:xfrm>
            <a:off x="2954140" y="19276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4" name="Freeform 6403"/>
          <p:cNvSpPr/>
          <p:nvPr/>
        </p:nvSpPr>
        <p:spPr>
          <a:xfrm>
            <a:off x="2918101" y="28728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5" name="Freeform 6404"/>
          <p:cNvSpPr/>
          <p:nvPr/>
        </p:nvSpPr>
        <p:spPr>
          <a:xfrm>
            <a:off x="2984503" y="26608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6" name="Freeform 6405"/>
          <p:cNvSpPr/>
          <p:nvPr/>
        </p:nvSpPr>
        <p:spPr>
          <a:xfrm>
            <a:off x="2919381" y="29501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7" name="Freeform 6406"/>
          <p:cNvSpPr/>
          <p:nvPr/>
        </p:nvSpPr>
        <p:spPr>
          <a:xfrm>
            <a:off x="2830433" y="26545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8" name="Freeform 6407"/>
          <p:cNvSpPr/>
          <p:nvPr/>
        </p:nvSpPr>
        <p:spPr>
          <a:xfrm>
            <a:off x="3010652" y="335951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9" name="Freeform 6408"/>
          <p:cNvSpPr/>
          <p:nvPr/>
        </p:nvSpPr>
        <p:spPr>
          <a:xfrm>
            <a:off x="2914507" y="24554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0" name="Freeform 6409"/>
          <p:cNvSpPr/>
          <p:nvPr/>
        </p:nvSpPr>
        <p:spPr>
          <a:xfrm>
            <a:off x="2891068" y="25883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1" name="Freeform 6410"/>
          <p:cNvSpPr/>
          <p:nvPr/>
        </p:nvSpPr>
        <p:spPr>
          <a:xfrm>
            <a:off x="2869261" y="27284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2" name="Freeform 6411"/>
          <p:cNvSpPr/>
          <p:nvPr/>
        </p:nvSpPr>
        <p:spPr>
          <a:xfrm>
            <a:off x="2973781" y="28507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3" name="Freeform 6412"/>
          <p:cNvSpPr/>
          <p:nvPr/>
        </p:nvSpPr>
        <p:spPr>
          <a:xfrm>
            <a:off x="2904157" y="30362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4" name="Freeform 6413"/>
          <p:cNvSpPr/>
          <p:nvPr/>
        </p:nvSpPr>
        <p:spPr>
          <a:xfrm>
            <a:off x="2998486" y="24396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5" name="Freeform 6414"/>
          <p:cNvSpPr/>
          <p:nvPr/>
        </p:nvSpPr>
        <p:spPr>
          <a:xfrm>
            <a:off x="2939637" y="31378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6" name="Freeform 6415"/>
          <p:cNvSpPr/>
          <p:nvPr/>
        </p:nvSpPr>
        <p:spPr>
          <a:xfrm>
            <a:off x="3028617" y="25190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7" name="Freeform 6416"/>
          <p:cNvSpPr/>
          <p:nvPr/>
        </p:nvSpPr>
        <p:spPr>
          <a:xfrm>
            <a:off x="2931783" y="19445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8" name="Freeform 6417"/>
          <p:cNvSpPr/>
          <p:nvPr/>
        </p:nvSpPr>
        <p:spPr>
          <a:xfrm>
            <a:off x="2914134" y="21610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9" name="Freeform 6418"/>
          <p:cNvSpPr/>
          <p:nvPr/>
        </p:nvSpPr>
        <p:spPr>
          <a:xfrm>
            <a:off x="2827296" y="32606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0" name="Freeform 6419"/>
          <p:cNvSpPr/>
          <p:nvPr/>
        </p:nvSpPr>
        <p:spPr>
          <a:xfrm>
            <a:off x="2884775" y="29045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1" name="Freeform 6420"/>
          <p:cNvSpPr/>
          <p:nvPr/>
        </p:nvSpPr>
        <p:spPr>
          <a:xfrm>
            <a:off x="3004830" y="25522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2" name="Freeform 6421"/>
          <p:cNvSpPr/>
          <p:nvPr/>
        </p:nvSpPr>
        <p:spPr>
          <a:xfrm>
            <a:off x="3158956" y="27330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3" name="Freeform 6422"/>
          <p:cNvSpPr/>
          <p:nvPr/>
        </p:nvSpPr>
        <p:spPr>
          <a:xfrm>
            <a:off x="2874684" y="32217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4" name="Freeform 6423"/>
          <p:cNvSpPr/>
          <p:nvPr/>
        </p:nvSpPr>
        <p:spPr>
          <a:xfrm>
            <a:off x="2888815" y="25655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5" name="Freeform 6424"/>
          <p:cNvSpPr/>
          <p:nvPr/>
        </p:nvSpPr>
        <p:spPr>
          <a:xfrm>
            <a:off x="2979606" y="27109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6" name="Freeform 6425"/>
          <p:cNvSpPr/>
          <p:nvPr/>
        </p:nvSpPr>
        <p:spPr>
          <a:xfrm>
            <a:off x="2988811" y="20034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7" name="Freeform 6426"/>
          <p:cNvSpPr/>
          <p:nvPr/>
        </p:nvSpPr>
        <p:spPr>
          <a:xfrm>
            <a:off x="2912626" y="28003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8" name="Freeform 6427"/>
          <p:cNvSpPr/>
          <p:nvPr/>
        </p:nvSpPr>
        <p:spPr>
          <a:xfrm>
            <a:off x="2962511" y="227781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9" name="Freeform 6428"/>
          <p:cNvSpPr/>
          <p:nvPr/>
        </p:nvSpPr>
        <p:spPr>
          <a:xfrm>
            <a:off x="2851215" y="31731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0" name="Freeform 6429"/>
          <p:cNvSpPr/>
          <p:nvPr/>
        </p:nvSpPr>
        <p:spPr>
          <a:xfrm>
            <a:off x="2937664" y="30852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1" name="Freeform 6430"/>
          <p:cNvSpPr/>
          <p:nvPr/>
        </p:nvSpPr>
        <p:spPr>
          <a:xfrm>
            <a:off x="3016775" y="24419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2" name="Freeform 6431"/>
          <p:cNvSpPr/>
          <p:nvPr/>
        </p:nvSpPr>
        <p:spPr>
          <a:xfrm>
            <a:off x="3065187" y="23087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3" name="Freeform 6432"/>
          <p:cNvSpPr/>
          <p:nvPr/>
        </p:nvSpPr>
        <p:spPr>
          <a:xfrm>
            <a:off x="2946276" y="30592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4" name="Freeform 6433"/>
          <p:cNvSpPr/>
          <p:nvPr/>
        </p:nvSpPr>
        <p:spPr>
          <a:xfrm>
            <a:off x="2940230" y="26983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5" name="Freeform 6434"/>
          <p:cNvSpPr/>
          <p:nvPr/>
        </p:nvSpPr>
        <p:spPr>
          <a:xfrm>
            <a:off x="2987208" y="32152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6" name="Freeform 6435"/>
          <p:cNvSpPr/>
          <p:nvPr/>
        </p:nvSpPr>
        <p:spPr>
          <a:xfrm>
            <a:off x="3030411" y="27738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7" name="Freeform 6436"/>
          <p:cNvSpPr/>
          <p:nvPr/>
        </p:nvSpPr>
        <p:spPr>
          <a:xfrm>
            <a:off x="2989509" y="23995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8" name="Freeform 6437"/>
          <p:cNvSpPr/>
          <p:nvPr/>
        </p:nvSpPr>
        <p:spPr>
          <a:xfrm>
            <a:off x="2907809" y="28671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9" name="Freeform 6438"/>
          <p:cNvSpPr/>
          <p:nvPr/>
        </p:nvSpPr>
        <p:spPr>
          <a:xfrm>
            <a:off x="2980897" y="27988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0" name="Freeform 6439"/>
          <p:cNvSpPr/>
          <p:nvPr/>
        </p:nvSpPr>
        <p:spPr>
          <a:xfrm>
            <a:off x="3021241" y="31226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1" name="Freeform 6440"/>
          <p:cNvSpPr/>
          <p:nvPr/>
        </p:nvSpPr>
        <p:spPr>
          <a:xfrm>
            <a:off x="2910333" y="29456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2" name="Freeform 6441"/>
          <p:cNvSpPr/>
          <p:nvPr/>
        </p:nvSpPr>
        <p:spPr>
          <a:xfrm>
            <a:off x="2869209" y="20608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3" name="Freeform 6442"/>
          <p:cNvSpPr/>
          <p:nvPr/>
        </p:nvSpPr>
        <p:spPr>
          <a:xfrm>
            <a:off x="2990993" y="26804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4" name="Freeform 6443"/>
          <p:cNvSpPr/>
          <p:nvPr/>
        </p:nvSpPr>
        <p:spPr>
          <a:xfrm>
            <a:off x="2981563" y="30757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5" name="Freeform 6444"/>
          <p:cNvSpPr/>
          <p:nvPr/>
        </p:nvSpPr>
        <p:spPr>
          <a:xfrm>
            <a:off x="3021192" y="28229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6" name="Freeform 6445"/>
          <p:cNvSpPr/>
          <p:nvPr/>
        </p:nvSpPr>
        <p:spPr>
          <a:xfrm>
            <a:off x="2963269" y="32945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7" name="Freeform 6446"/>
          <p:cNvSpPr/>
          <p:nvPr/>
        </p:nvSpPr>
        <p:spPr>
          <a:xfrm>
            <a:off x="2914902" y="30801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8" name="Freeform 6447"/>
          <p:cNvSpPr/>
          <p:nvPr/>
        </p:nvSpPr>
        <p:spPr>
          <a:xfrm>
            <a:off x="2928599" y="22070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9" name="Freeform 6448"/>
          <p:cNvSpPr/>
          <p:nvPr/>
        </p:nvSpPr>
        <p:spPr>
          <a:xfrm>
            <a:off x="2889562" y="27596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0" name="Freeform 6449"/>
          <p:cNvSpPr/>
          <p:nvPr/>
        </p:nvSpPr>
        <p:spPr>
          <a:xfrm>
            <a:off x="2894990" y="2012094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1" name="Freeform 6450"/>
          <p:cNvSpPr/>
          <p:nvPr/>
        </p:nvSpPr>
        <p:spPr>
          <a:xfrm>
            <a:off x="2920447" y="27423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2" name="Freeform 6451"/>
          <p:cNvSpPr/>
          <p:nvPr/>
        </p:nvSpPr>
        <p:spPr>
          <a:xfrm>
            <a:off x="2925596" y="27204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3" name="Freeform 6452"/>
          <p:cNvSpPr/>
          <p:nvPr/>
        </p:nvSpPr>
        <p:spPr>
          <a:xfrm>
            <a:off x="3031041" y="247161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4" name="Freeform 6453"/>
          <p:cNvSpPr/>
          <p:nvPr/>
        </p:nvSpPr>
        <p:spPr>
          <a:xfrm>
            <a:off x="2876582" y="36898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5" name="Freeform 6454"/>
          <p:cNvSpPr/>
          <p:nvPr/>
        </p:nvSpPr>
        <p:spPr>
          <a:xfrm>
            <a:off x="2954395" y="26318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6" name="Freeform 6455"/>
          <p:cNvSpPr/>
          <p:nvPr/>
        </p:nvSpPr>
        <p:spPr>
          <a:xfrm>
            <a:off x="2918695" y="2725255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7" name="Freeform 6456"/>
          <p:cNvSpPr/>
          <p:nvPr/>
        </p:nvSpPr>
        <p:spPr>
          <a:xfrm>
            <a:off x="3055774" y="21608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8" name="Freeform 6457"/>
          <p:cNvSpPr/>
          <p:nvPr/>
        </p:nvSpPr>
        <p:spPr>
          <a:xfrm>
            <a:off x="2974908" y="23525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9" name="Freeform 6458"/>
          <p:cNvSpPr/>
          <p:nvPr/>
        </p:nvSpPr>
        <p:spPr>
          <a:xfrm>
            <a:off x="2932995" y="31240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0" name="Freeform 6459"/>
          <p:cNvSpPr/>
          <p:nvPr/>
        </p:nvSpPr>
        <p:spPr>
          <a:xfrm>
            <a:off x="3011407" y="22505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1" name="Freeform 6460"/>
          <p:cNvSpPr/>
          <p:nvPr/>
        </p:nvSpPr>
        <p:spPr>
          <a:xfrm>
            <a:off x="2962073" y="28036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2" name="Freeform 6461"/>
          <p:cNvSpPr/>
          <p:nvPr/>
        </p:nvSpPr>
        <p:spPr>
          <a:xfrm>
            <a:off x="2926289" y="30397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3" name="Freeform 6462"/>
          <p:cNvSpPr/>
          <p:nvPr/>
        </p:nvSpPr>
        <p:spPr>
          <a:xfrm>
            <a:off x="3058986" y="26347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4" name="Freeform 6463"/>
          <p:cNvSpPr/>
          <p:nvPr/>
        </p:nvSpPr>
        <p:spPr>
          <a:xfrm>
            <a:off x="3004626" y="27817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5" name="Freeform 6464"/>
          <p:cNvSpPr/>
          <p:nvPr/>
        </p:nvSpPr>
        <p:spPr>
          <a:xfrm>
            <a:off x="3071848" y="21416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6" name="Freeform 6465"/>
          <p:cNvSpPr/>
          <p:nvPr/>
        </p:nvSpPr>
        <p:spPr>
          <a:xfrm>
            <a:off x="3034095" y="25820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7" name="Freeform 6466"/>
          <p:cNvSpPr/>
          <p:nvPr/>
        </p:nvSpPr>
        <p:spPr>
          <a:xfrm>
            <a:off x="3008937" y="26316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8" name="Freeform 6467"/>
          <p:cNvSpPr/>
          <p:nvPr/>
        </p:nvSpPr>
        <p:spPr>
          <a:xfrm>
            <a:off x="2966537" y="23761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9" name="Freeform 6468"/>
          <p:cNvSpPr/>
          <p:nvPr/>
        </p:nvSpPr>
        <p:spPr>
          <a:xfrm>
            <a:off x="2886296" y="23054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0" name="Freeform 6469"/>
          <p:cNvSpPr/>
          <p:nvPr/>
        </p:nvSpPr>
        <p:spPr>
          <a:xfrm>
            <a:off x="3004654" y="24191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1" name="Freeform 6470"/>
          <p:cNvSpPr/>
          <p:nvPr/>
        </p:nvSpPr>
        <p:spPr>
          <a:xfrm>
            <a:off x="2962669" y="21853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2" name="Freeform 6471"/>
          <p:cNvSpPr/>
          <p:nvPr/>
        </p:nvSpPr>
        <p:spPr>
          <a:xfrm>
            <a:off x="3002468" y="24834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3" name="Freeform 6472"/>
          <p:cNvSpPr/>
          <p:nvPr/>
        </p:nvSpPr>
        <p:spPr>
          <a:xfrm>
            <a:off x="2957396" y="26456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4" name="Freeform 6473"/>
          <p:cNvSpPr/>
          <p:nvPr/>
        </p:nvSpPr>
        <p:spPr>
          <a:xfrm>
            <a:off x="2912465" y="22516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5" name="Freeform 6474"/>
          <p:cNvSpPr/>
          <p:nvPr/>
        </p:nvSpPr>
        <p:spPr>
          <a:xfrm>
            <a:off x="2891621" y="27406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6" name="Freeform 6475"/>
          <p:cNvSpPr/>
          <p:nvPr/>
        </p:nvSpPr>
        <p:spPr>
          <a:xfrm>
            <a:off x="3004125" y="26950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7" name="Freeform 6476"/>
          <p:cNvSpPr/>
          <p:nvPr/>
        </p:nvSpPr>
        <p:spPr>
          <a:xfrm>
            <a:off x="3043220" y="20742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8" name="Freeform 6477"/>
          <p:cNvSpPr/>
          <p:nvPr/>
        </p:nvSpPr>
        <p:spPr>
          <a:xfrm>
            <a:off x="2939050" y="21109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9" name="Freeform 6478"/>
          <p:cNvSpPr/>
          <p:nvPr/>
        </p:nvSpPr>
        <p:spPr>
          <a:xfrm>
            <a:off x="2988018" y="27102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0" name="Freeform 6479"/>
          <p:cNvSpPr/>
          <p:nvPr/>
        </p:nvSpPr>
        <p:spPr>
          <a:xfrm>
            <a:off x="3049301" y="28739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1" name="Freeform 6480"/>
          <p:cNvSpPr/>
          <p:nvPr/>
        </p:nvSpPr>
        <p:spPr>
          <a:xfrm>
            <a:off x="2903058" y="21692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2" name="Freeform 6481"/>
          <p:cNvSpPr/>
          <p:nvPr/>
        </p:nvSpPr>
        <p:spPr>
          <a:xfrm>
            <a:off x="2935664" y="24129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3" name="Freeform 6482"/>
          <p:cNvSpPr/>
          <p:nvPr/>
        </p:nvSpPr>
        <p:spPr>
          <a:xfrm>
            <a:off x="2884316" y="25912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4" name="Freeform 6483"/>
          <p:cNvSpPr/>
          <p:nvPr/>
        </p:nvSpPr>
        <p:spPr>
          <a:xfrm>
            <a:off x="3035859" y="28255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5" name="Freeform 6484"/>
          <p:cNvSpPr/>
          <p:nvPr/>
        </p:nvSpPr>
        <p:spPr>
          <a:xfrm>
            <a:off x="2975440" y="25852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6" name="Freeform 6485"/>
          <p:cNvSpPr/>
          <p:nvPr/>
        </p:nvSpPr>
        <p:spPr>
          <a:xfrm>
            <a:off x="2927731" y="27152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7" name="Freeform 6486"/>
          <p:cNvSpPr/>
          <p:nvPr/>
        </p:nvSpPr>
        <p:spPr>
          <a:xfrm>
            <a:off x="2849041" y="29514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8" name="Freeform 6487"/>
          <p:cNvSpPr/>
          <p:nvPr/>
        </p:nvSpPr>
        <p:spPr>
          <a:xfrm>
            <a:off x="2946348" y="26598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9" name="Freeform 6488"/>
          <p:cNvSpPr/>
          <p:nvPr/>
        </p:nvSpPr>
        <p:spPr>
          <a:xfrm>
            <a:off x="3023977" y="26096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0" name="Freeform 6489"/>
          <p:cNvSpPr/>
          <p:nvPr/>
        </p:nvSpPr>
        <p:spPr>
          <a:xfrm>
            <a:off x="2938752" y="28452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1" name="Freeform 6490"/>
          <p:cNvSpPr/>
          <p:nvPr/>
        </p:nvSpPr>
        <p:spPr>
          <a:xfrm>
            <a:off x="2930291" y="23749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2" name="Freeform 6491"/>
          <p:cNvSpPr/>
          <p:nvPr/>
        </p:nvSpPr>
        <p:spPr>
          <a:xfrm>
            <a:off x="3000506" y="22333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3" name="Freeform 6492"/>
          <p:cNvSpPr/>
          <p:nvPr/>
        </p:nvSpPr>
        <p:spPr>
          <a:xfrm>
            <a:off x="2877044" y="23506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4" name="Freeform 6493"/>
          <p:cNvSpPr/>
          <p:nvPr/>
        </p:nvSpPr>
        <p:spPr>
          <a:xfrm>
            <a:off x="2961746" y="28088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5" name="Freeform 6494"/>
          <p:cNvSpPr/>
          <p:nvPr/>
        </p:nvSpPr>
        <p:spPr>
          <a:xfrm>
            <a:off x="2997737" y="24293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6" name="Freeform 6495"/>
          <p:cNvSpPr/>
          <p:nvPr/>
        </p:nvSpPr>
        <p:spPr>
          <a:xfrm>
            <a:off x="2906981" y="26785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7" name="Freeform 6496"/>
          <p:cNvSpPr/>
          <p:nvPr/>
        </p:nvSpPr>
        <p:spPr>
          <a:xfrm>
            <a:off x="2903717" y="31615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8" name="Freeform 6497"/>
          <p:cNvSpPr/>
          <p:nvPr/>
        </p:nvSpPr>
        <p:spPr>
          <a:xfrm>
            <a:off x="2974695" y="24599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9" name="Freeform 6498"/>
          <p:cNvSpPr/>
          <p:nvPr/>
        </p:nvSpPr>
        <p:spPr>
          <a:xfrm>
            <a:off x="2951830" y="26535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0" name="Freeform 6499"/>
          <p:cNvSpPr/>
          <p:nvPr/>
        </p:nvSpPr>
        <p:spPr>
          <a:xfrm>
            <a:off x="2942854" y="17536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1" name="Freeform 6500"/>
          <p:cNvSpPr/>
          <p:nvPr/>
        </p:nvSpPr>
        <p:spPr>
          <a:xfrm>
            <a:off x="2972057" y="21714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2" name="Freeform 6501"/>
          <p:cNvSpPr/>
          <p:nvPr/>
        </p:nvSpPr>
        <p:spPr>
          <a:xfrm>
            <a:off x="2973074" y="24457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3" name="Freeform 6502"/>
          <p:cNvSpPr/>
          <p:nvPr/>
        </p:nvSpPr>
        <p:spPr>
          <a:xfrm>
            <a:off x="2897465" y="26156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4" name="Freeform 6503"/>
          <p:cNvSpPr/>
          <p:nvPr/>
        </p:nvSpPr>
        <p:spPr>
          <a:xfrm>
            <a:off x="2914541" y="26470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5" name="Freeform 6504"/>
          <p:cNvSpPr/>
          <p:nvPr/>
        </p:nvSpPr>
        <p:spPr>
          <a:xfrm>
            <a:off x="2988025" y="30762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6" name="Freeform 6505"/>
          <p:cNvSpPr/>
          <p:nvPr/>
        </p:nvSpPr>
        <p:spPr>
          <a:xfrm>
            <a:off x="3032335" y="33466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7" name="Freeform 6506"/>
          <p:cNvSpPr/>
          <p:nvPr/>
        </p:nvSpPr>
        <p:spPr>
          <a:xfrm>
            <a:off x="3047670" y="30280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8" name="Freeform 6507"/>
          <p:cNvSpPr/>
          <p:nvPr/>
        </p:nvSpPr>
        <p:spPr>
          <a:xfrm>
            <a:off x="2902751" y="27247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9" name="Freeform 6508"/>
          <p:cNvSpPr/>
          <p:nvPr/>
        </p:nvSpPr>
        <p:spPr>
          <a:xfrm>
            <a:off x="3030582" y="34813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0" name="Freeform 6509"/>
          <p:cNvSpPr/>
          <p:nvPr/>
        </p:nvSpPr>
        <p:spPr>
          <a:xfrm>
            <a:off x="3008491" y="290737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1" name="Freeform 6510"/>
          <p:cNvSpPr/>
          <p:nvPr/>
        </p:nvSpPr>
        <p:spPr>
          <a:xfrm>
            <a:off x="2956584" y="27982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2" name="Freeform 6511"/>
          <p:cNvSpPr/>
          <p:nvPr/>
        </p:nvSpPr>
        <p:spPr>
          <a:xfrm>
            <a:off x="2990736" y="27864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3" name="Freeform 6512"/>
          <p:cNvSpPr/>
          <p:nvPr/>
        </p:nvSpPr>
        <p:spPr>
          <a:xfrm>
            <a:off x="3013231" y="29505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4" name="Freeform 6513"/>
          <p:cNvSpPr/>
          <p:nvPr/>
        </p:nvSpPr>
        <p:spPr>
          <a:xfrm>
            <a:off x="3076301" y="28328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5" name="Freeform 6514"/>
          <p:cNvSpPr/>
          <p:nvPr/>
        </p:nvSpPr>
        <p:spPr>
          <a:xfrm>
            <a:off x="2889217" y="20734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6" name="Freeform 6515"/>
          <p:cNvSpPr/>
          <p:nvPr/>
        </p:nvSpPr>
        <p:spPr>
          <a:xfrm>
            <a:off x="2998237" y="24637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7" name="Freeform 6516"/>
          <p:cNvSpPr/>
          <p:nvPr/>
        </p:nvSpPr>
        <p:spPr>
          <a:xfrm>
            <a:off x="2949511" y="29132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8" name="Freeform 6517"/>
          <p:cNvSpPr/>
          <p:nvPr/>
        </p:nvSpPr>
        <p:spPr>
          <a:xfrm>
            <a:off x="2945107" y="27323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9" name="Freeform 6518"/>
          <p:cNvSpPr/>
          <p:nvPr/>
        </p:nvSpPr>
        <p:spPr>
          <a:xfrm>
            <a:off x="3034203" y="27176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0" name="Freeform 6519"/>
          <p:cNvSpPr/>
          <p:nvPr/>
        </p:nvSpPr>
        <p:spPr>
          <a:xfrm>
            <a:off x="3012591" y="29895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1" name="Freeform 6520"/>
          <p:cNvSpPr/>
          <p:nvPr/>
        </p:nvSpPr>
        <p:spPr>
          <a:xfrm>
            <a:off x="2891994" y="29900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2" name="Freeform 6521"/>
          <p:cNvSpPr/>
          <p:nvPr/>
        </p:nvSpPr>
        <p:spPr>
          <a:xfrm>
            <a:off x="2940153" y="23357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3" name="Freeform 6522"/>
          <p:cNvSpPr/>
          <p:nvPr/>
        </p:nvSpPr>
        <p:spPr>
          <a:xfrm>
            <a:off x="2973763" y="28615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4" name="Freeform 6523"/>
          <p:cNvSpPr/>
          <p:nvPr/>
        </p:nvSpPr>
        <p:spPr>
          <a:xfrm>
            <a:off x="2865905" y="31097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5" name="Freeform 6524"/>
          <p:cNvSpPr/>
          <p:nvPr/>
        </p:nvSpPr>
        <p:spPr>
          <a:xfrm>
            <a:off x="3015628" y="27231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6" name="Freeform 6525"/>
          <p:cNvSpPr/>
          <p:nvPr/>
        </p:nvSpPr>
        <p:spPr>
          <a:xfrm>
            <a:off x="2953915" y="26638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7" name="Freeform 6526"/>
          <p:cNvSpPr/>
          <p:nvPr/>
        </p:nvSpPr>
        <p:spPr>
          <a:xfrm>
            <a:off x="2969535" y="34325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8" name="Freeform 6527"/>
          <p:cNvSpPr/>
          <p:nvPr/>
        </p:nvSpPr>
        <p:spPr>
          <a:xfrm>
            <a:off x="2980923" y="27222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9" name="Freeform 6528"/>
          <p:cNvSpPr/>
          <p:nvPr/>
        </p:nvSpPr>
        <p:spPr>
          <a:xfrm>
            <a:off x="3077643" y="23881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0" name="Freeform 6529"/>
          <p:cNvSpPr/>
          <p:nvPr/>
        </p:nvSpPr>
        <p:spPr>
          <a:xfrm>
            <a:off x="2961287" y="25413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1" name="Freeform 6530"/>
          <p:cNvSpPr/>
          <p:nvPr/>
        </p:nvSpPr>
        <p:spPr>
          <a:xfrm>
            <a:off x="2935423" y="18874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2" name="Freeform 6531"/>
          <p:cNvSpPr/>
          <p:nvPr/>
        </p:nvSpPr>
        <p:spPr>
          <a:xfrm>
            <a:off x="3073188" y="22472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3" name="Freeform 6532"/>
          <p:cNvSpPr/>
          <p:nvPr/>
        </p:nvSpPr>
        <p:spPr>
          <a:xfrm>
            <a:off x="2925965" y="21745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4" name="Freeform 6533"/>
          <p:cNvSpPr/>
          <p:nvPr/>
        </p:nvSpPr>
        <p:spPr>
          <a:xfrm>
            <a:off x="2924447" y="16777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5" name="Freeform 6534"/>
          <p:cNvSpPr/>
          <p:nvPr/>
        </p:nvSpPr>
        <p:spPr>
          <a:xfrm>
            <a:off x="2867821" y="24284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6" name="Freeform 6535"/>
          <p:cNvSpPr/>
          <p:nvPr/>
        </p:nvSpPr>
        <p:spPr>
          <a:xfrm>
            <a:off x="3029949" y="264729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7" name="Freeform 6536"/>
          <p:cNvSpPr/>
          <p:nvPr/>
        </p:nvSpPr>
        <p:spPr>
          <a:xfrm>
            <a:off x="2976828" y="23492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8" name="Freeform 6537"/>
          <p:cNvSpPr/>
          <p:nvPr/>
        </p:nvSpPr>
        <p:spPr>
          <a:xfrm>
            <a:off x="2989919" y="29128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9" name="Freeform 6538"/>
          <p:cNvSpPr/>
          <p:nvPr/>
        </p:nvSpPr>
        <p:spPr>
          <a:xfrm>
            <a:off x="2969886" y="26676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0" name="Freeform 6539"/>
          <p:cNvSpPr/>
          <p:nvPr/>
        </p:nvSpPr>
        <p:spPr>
          <a:xfrm>
            <a:off x="2950114" y="29453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1" name="Freeform 6540"/>
          <p:cNvSpPr/>
          <p:nvPr/>
        </p:nvSpPr>
        <p:spPr>
          <a:xfrm>
            <a:off x="2907450" y="25609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2" name="Freeform 6541"/>
          <p:cNvSpPr/>
          <p:nvPr/>
        </p:nvSpPr>
        <p:spPr>
          <a:xfrm>
            <a:off x="2907760" y="29469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3" name="Freeform 6542"/>
          <p:cNvSpPr/>
          <p:nvPr/>
        </p:nvSpPr>
        <p:spPr>
          <a:xfrm>
            <a:off x="2987385" y="29598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4" name="Freeform 6543"/>
          <p:cNvSpPr/>
          <p:nvPr/>
        </p:nvSpPr>
        <p:spPr>
          <a:xfrm>
            <a:off x="2967165" y="25552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5" name="Freeform 6544"/>
          <p:cNvSpPr/>
          <p:nvPr/>
        </p:nvSpPr>
        <p:spPr>
          <a:xfrm>
            <a:off x="3066151" y="27578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6" name="Freeform 6545"/>
          <p:cNvSpPr/>
          <p:nvPr/>
        </p:nvSpPr>
        <p:spPr>
          <a:xfrm>
            <a:off x="2909173" y="3415923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7" name="Freeform 6546"/>
          <p:cNvSpPr/>
          <p:nvPr/>
        </p:nvSpPr>
        <p:spPr>
          <a:xfrm>
            <a:off x="2927098" y="32423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8" name="Freeform 6547"/>
          <p:cNvSpPr/>
          <p:nvPr/>
        </p:nvSpPr>
        <p:spPr>
          <a:xfrm>
            <a:off x="2892095" y="31290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9" name="Freeform 6548"/>
          <p:cNvSpPr/>
          <p:nvPr/>
        </p:nvSpPr>
        <p:spPr>
          <a:xfrm>
            <a:off x="3049553" y="30318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0" name="Freeform 6549"/>
          <p:cNvSpPr/>
          <p:nvPr/>
        </p:nvSpPr>
        <p:spPr>
          <a:xfrm>
            <a:off x="2878191" y="25548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1" name="Freeform 6550"/>
          <p:cNvSpPr/>
          <p:nvPr/>
        </p:nvSpPr>
        <p:spPr>
          <a:xfrm>
            <a:off x="3009749" y="26267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2" name="Freeform 6551"/>
          <p:cNvSpPr/>
          <p:nvPr/>
        </p:nvSpPr>
        <p:spPr>
          <a:xfrm>
            <a:off x="3053498" y="23155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3" name="Freeform 6552"/>
          <p:cNvSpPr/>
          <p:nvPr/>
        </p:nvSpPr>
        <p:spPr>
          <a:xfrm>
            <a:off x="2949929" y="24304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4" name="Freeform 6553"/>
          <p:cNvSpPr/>
          <p:nvPr/>
        </p:nvSpPr>
        <p:spPr>
          <a:xfrm>
            <a:off x="3006706" y="23131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5" name="Freeform 6554"/>
          <p:cNvSpPr/>
          <p:nvPr/>
        </p:nvSpPr>
        <p:spPr>
          <a:xfrm>
            <a:off x="2819564" y="24835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6" name="Freeform 6555"/>
          <p:cNvSpPr/>
          <p:nvPr/>
        </p:nvSpPr>
        <p:spPr>
          <a:xfrm>
            <a:off x="2933794" y="26301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7" name="Freeform 6556"/>
          <p:cNvSpPr/>
          <p:nvPr/>
        </p:nvSpPr>
        <p:spPr>
          <a:xfrm>
            <a:off x="2850362" y="23030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8" name="Freeform 6557"/>
          <p:cNvSpPr/>
          <p:nvPr/>
        </p:nvSpPr>
        <p:spPr>
          <a:xfrm>
            <a:off x="2970452" y="23692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9" name="Freeform 6558"/>
          <p:cNvSpPr/>
          <p:nvPr/>
        </p:nvSpPr>
        <p:spPr>
          <a:xfrm>
            <a:off x="2959775" y="25689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0" name="Freeform 6559"/>
          <p:cNvSpPr/>
          <p:nvPr/>
        </p:nvSpPr>
        <p:spPr>
          <a:xfrm>
            <a:off x="2908747" y="22399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1" name="Freeform 6560"/>
          <p:cNvSpPr/>
          <p:nvPr/>
        </p:nvSpPr>
        <p:spPr>
          <a:xfrm>
            <a:off x="3021170" y="3569704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2" name="Freeform 6561"/>
          <p:cNvSpPr/>
          <p:nvPr/>
        </p:nvSpPr>
        <p:spPr>
          <a:xfrm>
            <a:off x="2982530" y="2814037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3" name="Freeform 6562"/>
          <p:cNvSpPr/>
          <p:nvPr/>
        </p:nvSpPr>
        <p:spPr>
          <a:xfrm>
            <a:off x="2924897" y="28196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4" name="Freeform 6563"/>
          <p:cNvSpPr/>
          <p:nvPr/>
        </p:nvSpPr>
        <p:spPr>
          <a:xfrm>
            <a:off x="2925600" y="22834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5" name="Freeform 6564"/>
          <p:cNvSpPr/>
          <p:nvPr/>
        </p:nvSpPr>
        <p:spPr>
          <a:xfrm>
            <a:off x="2862816" y="21295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6" name="Freeform 6565"/>
          <p:cNvSpPr/>
          <p:nvPr/>
        </p:nvSpPr>
        <p:spPr>
          <a:xfrm>
            <a:off x="2947075" y="32404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7" name="Freeform 6566"/>
          <p:cNvSpPr/>
          <p:nvPr/>
        </p:nvSpPr>
        <p:spPr>
          <a:xfrm>
            <a:off x="3098237" y="21884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8" name="Freeform 6567"/>
          <p:cNvSpPr/>
          <p:nvPr/>
        </p:nvSpPr>
        <p:spPr>
          <a:xfrm>
            <a:off x="2912651" y="31379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9" name="Freeform 6568"/>
          <p:cNvSpPr/>
          <p:nvPr/>
        </p:nvSpPr>
        <p:spPr>
          <a:xfrm>
            <a:off x="2986863" y="31268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0" name="Freeform 6569"/>
          <p:cNvSpPr/>
          <p:nvPr/>
        </p:nvSpPr>
        <p:spPr>
          <a:xfrm>
            <a:off x="2923304" y="27933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1" name="Freeform 6570"/>
          <p:cNvSpPr/>
          <p:nvPr/>
        </p:nvSpPr>
        <p:spPr>
          <a:xfrm>
            <a:off x="3011981" y="28242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2" name="Freeform 6571"/>
          <p:cNvSpPr/>
          <p:nvPr/>
        </p:nvSpPr>
        <p:spPr>
          <a:xfrm>
            <a:off x="2988140" y="32802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3" name="Freeform 6572"/>
          <p:cNvSpPr/>
          <p:nvPr/>
        </p:nvSpPr>
        <p:spPr>
          <a:xfrm>
            <a:off x="2944005" y="24683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4" name="Freeform 6573"/>
          <p:cNvSpPr/>
          <p:nvPr/>
        </p:nvSpPr>
        <p:spPr>
          <a:xfrm>
            <a:off x="2842378" y="24574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5" name="Freeform 6574"/>
          <p:cNvSpPr/>
          <p:nvPr/>
        </p:nvSpPr>
        <p:spPr>
          <a:xfrm>
            <a:off x="2925614" y="23197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6" name="Freeform 6575"/>
          <p:cNvSpPr/>
          <p:nvPr/>
        </p:nvSpPr>
        <p:spPr>
          <a:xfrm>
            <a:off x="3038001" y="28666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7" name="Freeform 6576"/>
          <p:cNvSpPr/>
          <p:nvPr/>
        </p:nvSpPr>
        <p:spPr>
          <a:xfrm>
            <a:off x="2943324" y="27217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8" name="Freeform 6577"/>
          <p:cNvSpPr/>
          <p:nvPr/>
        </p:nvSpPr>
        <p:spPr>
          <a:xfrm>
            <a:off x="3000568" y="27184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9" name="Freeform 6578"/>
          <p:cNvSpPr/>
          <p:nvPr/>
        </p:nvSpPr>
        <p:spPr>
          <a:xfrm>
            <a:off x="2927829" y="20866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0" name="Freeform 6579"/>
          <p:cNvSpPr/>
          <p:nvPr/>
        </p:nvSpPr>
        <p:spPr>
          <a:xfrm>
            <a:off x="2836968" y="37492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1" name="Freeform 6580"/>
          <p:cNvSpPr/>
          <p:nvPr/>
        </p:nvSpPr>
        <p:spPr>
          <a:xfrm>
            <a:off x="2987295" y="30590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2" name="Freeform 6581"/>
          <p:cNvSpPr/>
          <p:nvPr/>
        </p:nvSpPr>
        <p:spPr>
          <a:xfrm>
            <a:off x="2980330" y="27052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3" name="Freeform 6582"/>
          <p:cNvSpPr/>
          <p:nvPr/>
        </p:nvSpPr>
        <p:spPr>
          <a:xfrm>
            <a:off x="2921423" y="31063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4" name="Freeform 6583"/>
          <p:cNvSpPr/>
          <p:nvPr/>
        </p:nvSpPr>
        <p:spPr>
          <a:xfrm>
            <a:off x="2935059" y="28022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5" name="Freeform 6584"/>
          <p:cNvSpPr/>
          <p:nvPr/>
        </p:nvSpPr>
        <p:spPr>
          <a:xfrm>
            <a:off x="2978367" y="27535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6" name="Freeform 6585"/>
          <p:cNvSpPr/>
          <p:nvPr/>
        </p:nvSpPr>
        <p:spPr>
          <a:xfrm>
            <a:off x="2920515" y="294905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7" name="Freeform 6586"/>
          <p:cNvSpPr/>
          <p:nvPr/>
        </p:nvSpPr>
        <p:spPr>
          <a:xfrm>
            <a:off x="2982059" y="26835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8" name="Freeform 6587"/>
          <p:cNvSpPr/>
          <p:nvPr/>
        </p:nvSpPr>
        <p:spPr>
          <a:xfrm>
            <a:off x="2946037" y="24762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9" name="Freeform 6588"/>
          <p:cNvSpPr/>
          <p:nvPr/>
        </p:nvSpPr>
        <p:spPr>
          <a:xfrm>
            <a:off x="2804823" y="27941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0" name="Freeform 6589"/>
          <p:cNvSpPr/>
          <p:nvPr/>
        </p:nvSpPr>
        <p:spPr>
          <a:xfrm>
            <a:off x="2949944" y="28738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1" name="Freeform 6590"/>
          <p:cNvSpPr/>
          <p:nvPr/>
        </p:nvSpPr>
        <p:spPr>
          <a:xfrm>
            <a:off x="2920263" y="27681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2" name="Freeform 6591"/>
          <p:cNvSpPr/>
          <p:nvPr/>
        </p:nvSpPr>
        <p:spPr>
          <a:xfrm>
            <a:off x="2904539" y="27099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3" name="Freeform 6592"/>
          <p:cNvSpPr/>
          <p:nvPr/>
        </p:nvSpPr>
        <p:spPr>
          <a:xfrm>
            <a:off x="2985806" y="33470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4" name="Freeform 6593"/>
          <p:cNvSpPr/>
          <p:nvPr/>
        </p:nvSpPr>
        <p:spPr>
          <a:xfrm>
            <a:off x="2927398" y="25375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5" name="Freeform 6594"/>
          <p:cNvSpPr/>
          <p:nvPr/>
        </p:nvSpPr>
        <p:spPr>
          <a:xfrm>
            <a:off x="2994824" y="28730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6" name="Freeform 6595"/>
          <p:cNvSpPr/>
          <p:nvPr/>
        </p:nvSpPr>
        <p:spPr>
          <a:xfrm>
            <a:off x="3031133" y="22434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7" name="Freeform 6596"/>
          <p:cNvSpPr/>
          <p:nvPr/>
        </p:nvSpPr>
        <p:spPr>
          <a:xfrm>
            <a:off x="2968840" y="24899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8" name="Freeform 6597"/>
          <p:cNvSpPr/>
          <p:nvPr/>
        </p:nvSpPr>
        <p:spPr>
          <a:xfrm>
            <a:off x="2857967" y="22770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9" name="Freeform 6598"/>
          <p:cNvSpPr/>
          <p:nvPr/>
        </p:nvSpPr>
        <p:spPr>
          <a:xfrm>
            <a:off x="2911512" y="30789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0" name="Freeform 6599"/>
          <p:cNvSpPr/>
          <p:nvPr/>
        </p:nvSpPr>
        <p:spPr>
          <a:xfrm>
            <a:off x="3019338" y="28437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1" name="Freeform 6600"/>
          <p:cNvSpPr/>
          <p:nvPr/>
        </p:nvSpPr>
        <p:spPr>
          <a:xfrm>
            <a:off x="2942541" y="31640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2" name="Freeform 6601"/>
          <p:cNvSpPr/>
          <p:nvPr/>
        </p:nvSpPr>
        <p:spPr>
          <a:xfrm>
            <a:off x="2906602" y="29665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3" name="Freeform 6602"/>
          <p:cNvSpPr/>
          <p:nvPr/>
        </p:nvSpPr>
        <p:spPr>
          <a:xfrm>
            <a:off x="2953608" y="22468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4" name="Freeform 6603"/>
          <p:cNvSpPr/>
          <p:nvPr/>
        </p:nvSpPr>
        <p:spPr>
          <a:xfrm>
            <a:off x="2992528" y="21603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5" name="Freeform 6604"/>
          <p:cNvSpPr/>
          <p:nvPr/>
        </p:nvSpPr>
        <p:spPr>
          <a:xfrm>
            <a:off x="2976530" y="31293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6" name="Freeform 6605"/>
          <p:cNvSpPr/>
          <p:nvPr/>
        </p:nvSpPr>
        <p:spPr>
          <a:xfrm>
            <a:off x="3001892" y="28757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7" name="Freeform 6606"/>
          <p:cNvSpPr/>
          <p:nvPr/>
        </p:nvSpPr>
        <p:spPr>
          <a:xfrm>
            <a:off x="2905487" y="27352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8" name="Freeform 6607"/>
          <p:cNvSpPr/>
          <p:nvPr/>
        </p:nvSpPr>
        <p:spPr>
          <a:xfrm>
            <a:off x="2941567" y="24919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9" name="Freeform 6608"/>
          <p:cNvSpPr/>
          <p:nvPr/>
        </p:nvSpPr>
        <p:spPr>
          <a:xfrm>
            <a:off x="2943064" y="33542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0" name="Freeform 6609"/>
          <p:cNvSpPr/>
          <p:nvPr/>
        </p:nvSpPr>
        <p:spPr>
          <a:xfrm>
            <a:off x="2958165" y="32966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1" name="Freeform 6610"/>
          <p:cNvSpPr/>
          <p:nvPr/>
        </p:nvSpPr>
        <p:spPr>
          <a:xfrm>
            <a:off x="2822202" y="25272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2" name="Freeform 6611"/>
          <p:cNvSpPr/>
          <p:nvPr/>
        </p:nvSpPr>
        <p:spPr>
          <a:xfrm>
            <a:off x="2944117" y="34238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3" name="Freeform 6612"/>
          <p:cNvSpPr/>
          <p:nvPr/>
        </p:nvSpPr>
        <p:spPr>
          <a:xfrm>
            <a:off x="2871664" y="28715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4" name="Freeform 6613"/>
          <p:cNvSpPr/>
          <p:nvPr/>
        </p:nvSpPr>
        <p:spPr>
          <a:xfrm>
            <a:off x="3050777" y="26476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5" name="Freeform 6614"/>
          <p:cNvSpPr/>
          <p:nvPr/>
        </p:nvSpPr>
        <p:spPr>
          <a:xfrm>
            <a:off x="3061679" y="25544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6" name="Freeform 6615"/>
          <p:cNvSpPr/>
          <p:nvPr/>
        </p:nvSpPr>
        <p:spPr>
          <a:xfrm>
            <a:off x="3069868" y="27593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7" name="Freeform 6616"/>
          <p:cNvSpPr/>
          <p:nvPr/>
        </p:nvSpPr>
        <p:spPr>
          <a:xfrm>
            <a:off x="3012770" y="28417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8" name="Freeform 6617"/>
          <p:cNvSpPr/>
          <p:nvPr/>
        </p:nvSpPr>
        <p:spPr>
          <a:xfrm>
            <a:off x="2927841" y="23967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9" name="Freeform 6618"/>
          <p:cNvSpPr/>
          <p:nvPr/>
        </p:nvSpPr>
        <p:spPr>
          <a:xfrm>
            <a:off x="3022606" y="26023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0" name="Freeform 6619"/>
          <p:cNvSpPr/>
          <p:nvPr/>
        </p:nvSpPr>
        <p:spPr>
          <a:xfrm>
            <a:off x="2946551" y="29451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1" name="Freeform 6620"/>
          <p:cNvSpPr/>
          <p:nvPr/>
        </p:nvSpPr>
        <p:spPr>
          <a:xfrm>
            <a:off x="2999818" y="26933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2" name="Freeform 6621"/>
          <p:cNvSpPr/>
          <p:nvPr/>
        </p:nvSpPr>
        <p:spPr>
          <a:xfrm>
            <a:off x="2900562" y="25663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3" name="Freeform 6622"/>
          <p:cNvSpPr/>
          <p:nvPr/>
        </p:nvSpPr>
        <p:spPr>
          <a:xfrm>
            <a:off x="2921233" y="20755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4" name="Freeform 6623"/>
          <p:cNvSpPr/>
          <p:nvPr/>
        </p:nvSpPr>
        <p:spPr>
          <a:xfrm>
            <a:off x="2990246" y="24181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5" name="Freeform 6624"/>
          <p:cNvSpPr/>
          <p:nvPr/>
        </p:nvSpPr>
        <p:spPr>
          <a:xfrm>
            <a:off x="3075992" y="2260697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6" name="Freeform 6625"/>
          <p:cNvSpPr/>
          <p:nvPr/>
        </p:nvSpPr>
        <p:spPr>
          <a:xfrm>
            <a:off x="2958145" y="29317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7" name="Freeform 6626"/>
          <p:cNvSpPr/>
          <p:nvPr/>
        </p:nvSpPr>
        <p:spPr>
          <a:xfrm>
            <a:off x="3107578" y="28999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8" name="Freeform 6627"/>
          <p:cNvSpPr/>
          <p:nvPr/>
        </p:nvSpPr>
        <p:spPr>
          <a:xfrm>
            <a:off x="3140512" y="27937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9" name="Freeform 6628"/>
          <p:cNvSpPr/>
          <p:nvPr/>
        </p:nvSpPr>
        <p:spPr>
          <a:xfrm>
            <a:off x="2875748" y="27600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0" name="Freeform 6629"/>
          <p:cNvSpPr/>
          <p:nvPr/>
        </p:nvSpPr>
        <p:spPr>
          <a:xfrm>
            <a:off x="2958037" y="30778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1" name="Freeform 6630"/>
          <p:cNvSpPr/>
          <p:nvPr/>
        </p:nvSpPr>
        <p:spPr>
          <a:xfrm>
            <a:off x="2897412" y="22418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2" name="Freeform 6631"/>
          <p:cNvSpPr/>
          <p:nvPr/>
        </p:nvSpPr>
        <p:spPr>
          <a:xfrm>
            <a:off x="2950727" y="23824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3" name="Freeform 6632"/>
          <p:cNvSpPr/>
          <p:nvPr/>
        </p:nvSpPr>
        <p:spPr>
          <a:xfrm>
            <a:off x="2924829" y="28196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4" name="Freeform 6633"/>
          <p:cNvSpPr/>
          <p:nvPr/>
        </p:nvSpPr>
        <p:spPr>
          <a:xfrm>
            <a:off x="2955474" y="24713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5" name="Freeform 6634"/>
          <p:cNvSpPr/>
          <p:nvPr/>
        </p:nvSpPr>
        <p:spPr>
          <a:xfrm>
            <a:off x="3023132" y="26252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6" name="Freeform 6635"/>
          <p:cNvSpPr/>
          <p:nvPr/>
        </p:nvSpPr>
        <p:spPr>
          <a:xfrm>
            <a:off x="3021470" y="24425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7" name="Freeform 6636"/>
          <p:cNvSpPr/>
          <p:nvPr/>
        </p:nvSpPr>
        <p:spPr>
          <a:xfrm>
            <a:off x="2976947" y="32014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8" name="Freeform 6637"/>
          <p:cNvSpPr/>
          <p:nvPr/>
        </p:nvSpPr>
        <p:spPr>
          <a:xfrm>
            <a:off x="2960097" y="27607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9" name="Freeform 6638"/>
          <p:cNvSpPr/>
          <p:nvPr/>
        </p:nvSpPr>
        <p:spPr>
          <a:xfrm>
            <a:off x="2967698" y="27285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0" name="Freeform 6639"/>
          <p:cNvSpPr/>
          <p:nvPr/>
        </p:nvSpPr>
        <p:spPr>
          <a:xfrm>
            <a:off x="2968262" y="24779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1" name="Freeform 6640"/>
          <p:cNvSpPr/>
          <p:nvPr/>
        </p:nvSpPr>
        <p:spPr>
          <a:xfrm>
            <a:off x="2997572" y="29382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2" name="Freeform 6641"/>
          <p:cNvSpPr/>
          <p:nvPr/>
        </p:nvSpPr>
        <p:spPr>
          <a:xfrm>
            <a:off x="2960299" y="36263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3" name="Freeform 6642"/>
          <p:cNvSpPr/>
          <p:nvPr/>
        </p:nvSpPr>
        <p:spPr>
          <a:xfrm>
            <a:off x="2992938" y="31049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4" name="Freeform 6643"/>
          <p:cNvSpPr/>
          <p:nvPr/>
        </p:nvSpPr>
        <p:spPr>
          <a:xfrm>
            <a:off x="2874100" y="27296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5" name="Freeform 6644"/>
          <p:cNvSpPr/>
          <p:nvPr/>
        </p:nvSpPr>
        <p:spPr>
          <a:xfrm>
            <a:off x="3011991" y="26837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6" name="Freeform 6645"/>
          <p:cNvSpPr/>
          <p:nvPr/>
        </p:nvSpPr>
        <p:spPr>
          <a:xfrm>
            <a:off x="3074585" y="20881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7" name="Freeform 6646"/>
          <p:cNvSpPr/>
          <p:nvPr/>
        </p:nvSpPr>
        <p:spPr>
          <a:xfrm>
            <a:off x="2972033" y="24929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8" name="Freeform 6647"/>
          <p:cNvSpPr/>
          <p:nvPr/>
        </p:nvSpPr>
        <p:spPr>
          <a:xfrm>
            <a:off x="2867299" y="26772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9" name="Freeform 6648"/>
          <p:cNvSpPr/>
          <p:nvPr/>
        </p:nvSpPr>
        <p:spPr>
          <a:xfrm>
            <a:off x="3048620" y="27191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0" name="Freeform 6649"/>
          <p:cNvSpPr/>
          <p:nvPr/>
        </p:nvSpPr>
        <p:spPr>
          <a:xfrm>
            <a:off x="2938428" y="23012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1" name="Freeform 6650"/>
          <p:cNvSpPr/>
          <p:nvPr/>
        </p:nvSpPr>
        <p:spPr>
          <a:xfrm>
            <a:off x="2763983" y="29242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2" name="Freeform 6651"/>
          <p:cNvSpPr/>
          <p:nvPr/>
        </p:nvSpPr>
        <p:spPr>
          <a:xfrm>
            <a:off x="2945728" y="27588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3" name="Freeform 6652"/>
          <p:cNvSpPr/>
          <p:nvPr/>
        </p:nvSpPr>
        <p:spPr>
          <a:xfrm>
            <a:off x="2999782" y="31077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4" name="Freeform 6653"/>
          <p:cNvSpPr/>
          <p:nvPr/>
        </p:nvSpPr>
        <p:spPr>
          <a:xfrm>
            <a:off x="2985255" y="21855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5" name="Freeform 6654"/>
          <p:cNvSpPr/>
          <p:nvPr/>
        </p:nvSpPr>
        <p:spPr>
          <a:xfrm>
            <a:off x="3041460" y="25629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6" name="Freeform 6655"/>
          <p:cNvSpPr/>
          <p:nvPr/>
        </p:nvSpPr>
        <p:spPr>
          <a:xfrm>
            <a:off x="3000815" y="29673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7" name="Freeform 6656"/>
          <p:cNvSpPr/>
          <p:nvPr/>
        </p:nvSpPr>
        <p:spPr>
          <a:xfrm>
            <a:off x="2968266" y="27493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8" name="Freeform 6657"/>
          <p:cNvSpPr/>
          <p:nvPr/>
        </p:nvSpPr>
        <p:spPr>
          <a:xfrm>
            <a:off x="2830467" y="25198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9" name="Freeform 6658"/>
          <p:cNvSpPr/>
          <p:nvPr/>
        </p:nvSpPr>
        <p:spPr>
          <a:xfrm>
            <a:off x="2887013" y="27994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0" name="Freeform 6659"/>
          <p:cNvSpPr/>
          <p:nvPr/>
        </p:nvSpPr>
        <p:spPr>
          <a:xfrm>
            <a:off x="2971882" y="29037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1" name="Freeform 6660"/>
          <p:cNvSpPr/>
          <p:nvPr/>
        </p:nvSpPr>
        <p:spPr>
          <a:xfrm>
            <a:off x="3004552" y="29477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2" name="Freeform 6661"/>
          <p:cNvSpPr/>
          <p:nvPr/>
        </p:nvSpPr>
        <p:spPr>
          <a:xfrm>
            <a:off x="2892722" y="25826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3" name="Freeform 6662"/>
          <p:cNvSpPr/>
          <p:nvPr/>
        </p:nvSpPr>
        <p:spPr>
          <a:xfrm>
            <a:off x="2919973" y="28388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4" name="Freeform 6663"/>
          <p:cNvSpPr/>
          <p:nvPr/>
        </p:nvSpPr>
        <p:spPr>
          <a:xfrm>
            <a:off x="2990972" y="28740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5" name="Freeform 6664"/>
          <p:cNvSpPr/>
          <p:nvPr/>
        </p:nvSpPr>
        <p:spPr>
          <a:xfrm>
            <a:off x="2834813" y="31984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6" name="Freeform 6665"/>
          <p:cNvSpPr/>
          <p:nvPr/>
        </p:nvSpPr>
        <p:spPr>
          <a:xfrm>
            <a:off x="2832400" y="26786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7" name="Freeform 6666"/>
          <p:cNvSpPr/>
          <p:nvPr/>
        </p:nvSpPr>
        <p:spPr>
          <a:xfrm>
            <a:off x="2945046" y="27738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8" name="Freeform 6667"/>
          <p:cNvSpPr/>
          <p:nvPr/>
        </p:nvSpPr>
        <p:spPr>
          <a:xfrm>
            <a:off x="2976694" y="28255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9" name="Freeform 6668"/>
          <p:cNvSpPr/>
          <p:nvPr/>
        </p:nvSpPr>
        <p:spPr>
          <a:xfrm>
            <a:off x="2928711" y="26341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0" name="Freeform 6669"/>
          <p:cNvSpPr/>
          <p:nvPr/>
        </p:nvSpPr>
        <p:spPr>
          <a:xfrm>
            <a:off x="2809600" y="24322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1" name="Freeform 6670"/>
          <p:cNvSpPr/>
          <p:nvPr/>
        </p:nvSpPr>
        <p:spPr>
          <a:xfrm>
            <a:off x="2961675" y="24493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2" name="Freeform 6671"/>
          <p:cNvSpPr/>
          <p:nvPr/>
        </p:nvSpPr>
        <p:spPr>
          <a:xfrm>
            <a:off x="2872962" y="25040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3" name="Freeform 6672"/>
          <p:cNvSpPr/>
          <p:nvPr/>
        </p:nvSpPr>
        <p:spPr>
          <a:xfrm>
            <a:off x="3003082" y="279573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4" name="Freeform 6673"/>
          <p:cNvSpPr/>
          <p:nvPr/>
        </p:nvSpPr>
        <p:spPr>
          <a:xfrm>
            <a:off x="2953536" y="29157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5" name="Freeform 6674"/>
          <p:cNvSpPr/>
          <p:nvPr/>
        </p:nvSpPr>
        <p:spPr>
          <a:xfrm>
            <a:off x="2977522" y="30910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6" name="Freeform 6675"/>
          <p:cNvSpPr/>
          <p:nvPr/>
        </p:nvSpPr>
        <p:spPr>
          <a:xfrm>
            <a:off x="3002271" y="29253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7" name="Freeform 6676"/>
          <p:cNvSpPr/>
          <p:nvPr/>
        </p:nvSpPr>
        <p:spPr>
          <a:xfrm>
            <a:off x="2925609" y="270002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8" name="Freeform 6677"/>
          <p:cNvSpPr/>
          <p:nvPr/>
        </p:nvSpPr>
        <p:spPr>
          <a:xfrm>
            <a:off x="3014483" y="29963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9" name="Freeform 6678"/>
          <p:cNvSpPr/>
          <p:nvPr/>
        </p:nvSpPr>
        <p:spPr>
          <a:xfrm>
            <a:off x="3041806" y="26719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0" name="Freeform 6679"/>
          <p:cNvSpPr/>
          <p:nvPr/>
        </p:nvSpPr>
        <p:spPr>
          <a:xfrm>
            <a:off x="2986225" y="30622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1" name="Freeform 6680"/>
          <p:cNvSpPr/>
          <p:nvPr/>
        </p:nvSpPr>
        <p:spPr>
          <a:xfrm>
            <a:off x="3047488" y="33179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2" name="Freeform 6681"/>
          <p:cNvSpPr/>
          <p:nvPr/>
        </p:nvSpPr>
        <p:spPr>
          <a:xfrm>
            <a:off x="2919048" y="24059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3" name="Freeform 6682"/>
          <p:cNvSpPr/>
          <p:nvPr/>
        </p:nvSpPr>
        <p:spPr>
          <a:xfrm>
            <a:off x="3020333" y="28816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4" name="Freeform 6683"/>
          <p:cNvSpPr/>
          <p:nvPr/>
        </p:nvSpPr>
        <p:spPr>
          <a:xfrm>
            <a:off x="2977869" y="30149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5" name="Freeform 6684"/>
          <p:cNvSpPr/>
          <p:nvPr/>
        </p:nvSpPr>
        <p:spPr>
          <a:xfrm>
            <a:off x="2895419" y="31094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6" name="Freeform 6685"/>
          <p:cNvSpPr/>
          <p:nvPr/>
        </p:nvSpPr>
        <p:spPr>
          <a:xfrm>
            <a:off x="2955060" y="25517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7" name="Freeform 6686"/>
          <p:cNvSpPr/>
          <p:nvPr/>
        </p:nvSpPr>
        <p:spPr>
          <a:xfrm>
            <a:off x="2925408" y="22017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8" name="Freeform 6687"/>
          <p:cNvSpPr/>
          <p:nvPr/>
        </p:nvSpPr>
        <p:spPr>
          <a:xfrm>
            <a:off x="2923947" y="28554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9" name="Freeform 6688"/>
          <p:cNvSpPr/>
          <p:nvPr/>
        </p:nvSpPr>
        <p:spPr>
          <a:xfrm>
            <a:off x="2965913" y="278650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0" name="Freeform 6689"/>
          <p:cNvSpPr/>
          <p:nvPr/>
        </p:nvSpPr>
        <p:spPr>
          <a:xfrm>
            <a:off x="3029946" y="23132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1" name="Freeform 6690"/>
          <p:cNvSpPr/>
          <p:nvPr/>
        </p:nvSpPr>
        <p:spPr>
          <a:xfrm>
            <a:off x="2939375" y="33728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2" name="Freeform 6691"/>
          <p:cNvSpPr/>
          <p:nvPr/>
        </p:nvSpPr>
        <p:spPr>
          <a:xfrm>
            <a:off x="2968422" y="19841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3" name="Freeform 6692"/>
          <p:cNvSpPr/>
          <p:nvPr/>
        </p:nvSpPr>
        <p:spPr>
          <a:xfrm>
            <a:off x="2863831" y="18086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4" name="Freeform 6693"/>
          <p:cNvSpPr/>
          <p:nvPr/>
        </p:nvSpPr>
        <p:spPr>
          <a:xfrm>
            <a:off x="2967247" y="37022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5" name="Freeform 6694"/>
          <p:cNvSpPr/>
          <p:nvPr/>
        </p:nvSpPr>
        <p:spPr>
          <a:xfrm>
            <a:off x="3036005" y="27430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6" name="Freeform 6695"/>
          <p:cNvSpPr/>
          <p:nvPr/>
        </p:nvSpPr>
        <p:spPr>
          <a:xfrm>
            <a:off x="3013437" y="29715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7" name="Freeform 6696"/>
          <p:cNvSpPr/>
          <p:nvPr/>
        </p:nvSpPr>
        <p:spPr>
          <a:xfrm>
            <a:off x="2991417" y="28045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8" name="Freeform 6697"/>
          <p:cNvSpPr/>
          <p:nvPr/>
        </p:nvSpPr>
        <p:spPr>
          <a:xfrm>
            <a:off x="2925662" y="28610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9" name="Freeform 6698"/>
          <p:cNvSpPr/>
          <p:nvPr/>
        </p:nvSpPr>
        <p:spPr>
          <a:xfrm>
            <a:off x="2896225" y="2408791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0" name="Freeform 6699"/>
          <p:cNvSpPr/>
          <p:nvPr/>
        </p:nvSpPr>
        <p:spPr>
          <a:xfrm>
            <a:off x="2954085" y="27486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1" name="Freeform 6700"/>
          <p:cNvSpPr/>
          <p:nvPr/>
        </p:nvSpPr>
        <p:spPr>
          <a:xfrm>
            <a:off x="2872362" y="304215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2" name="Freeform 6701"/>
          <p:cNvSpPr/>
          <p:nvPr/>
        </p:nvSpPr>
        <p:spPr>
          <a:xfrm>
            <a:off x="2879205" y="27705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3" name="Freeform 6702"/>
          <p:cNvSpPr/>
          <p:nvPr/>
        </p:nvSpPr>
        <p:spPr>
          <a:xfrm>
            <a:off x="3022146" y="25179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4" name="Freeform 6703"/>
          <p:cNvSpPr/>
          <p:nvPr/>
        </p:nvSpPr>
        <p:spPr>
          <a:xfrm>
            <a:off x="2899997" y="31424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5" name="Freeform 6704"/>
          <p:cNvSpPr/>
          <p:nvPr/>
        </p:nvSpPr>
        <p:spPr>
          <a:xfrm>
            <a:off x="3078210" y="33125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6" name="Freeform 6705"/>
          <p:cNvSpPr/>
          <p:nvPr/>
        </p:nvSpPr>
        <p:spPr>
          <a:xfrm>
            <a:off x="2866391" y="19745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7" name="Freeform 6706"/>
          <p:cNvSpPr/>
          <p:nvPr/>
        </p:nvSpPr>
        <p:spPr>
          <a:xfrm>
            <a:off x="2988500" y="29434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8" name="Freeform 6707"/>
          <p:cNvSpPr/>
          <p:nvPr/>
        </p:nvSpPr>
        <p:spPr>
          <a:xfrm>
            <a:off x="2883288" y="27577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9" name="Freeform 6708"/>
          <p:cNvSpPr/>
          <p:nvPr/>
        </p:nvSpPr>
        <p:spPr>
          <a:xfrm>
            <a:off x="2971713" y="28535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0" name="Freeform 6709"/>
          <p:cNvSpPr/>
          <p:nvPr/>
        </p:nvSpPr>
        <p:spPr>
          <a:xfrm>
            <a:off x="2891919" y="25057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1" name="Freeform 6710"/>
          <p:cNvSpPr/>
          <p:nvPr/>
        </p:nvSpPr>
        <p:spPr>
          <a:xfrm>
            <a:off x="2962925" y="20554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2" name="Freeform 6711"/>
          <p:cNvSpPr/>
          <p:nvPr/>
        </p:nvSpPr>
        <p:spPr>
          <a:xfrm>
            <a:off x="2949983" y="24940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3" name="Freeform 6712"/>
          <p:cNvSpPr/>
          <p:nvPr/>
        </p:nvSpPr>
        <p:spPr>
          <a:xfrm>
            <a:off x="2930586" y="326549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4" name="Freeform 6713"/>
          <p:cNvSpPr/>
          <p:nvPr/>
        </p:nvSpPr>
        <p:spPr>
          <a:xfrm>
            <a:off x="2993871" y="32161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5" name="Freeform 6714"/>
          <p:cNvSpPr/>
          <p:nvPr/>
        </p:nvSpPr>
        <p:spPr>
          <a:xfrm>
            <a:off x="3059377" y="28539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6" name="Freeform 6715"/>
          <p:cNvSpPr/>
          <p:nvPr/>
        </p:nvSpPr>
        <p:spPr>
          <a:xfrm>
            <a:off x="2921401" y="28058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7" name="Freeform 6716"/>
          <p:cNvSpPr/>
          <p:nvPr/>
        </p:nvSpPr>
        <p:spPr>
          <a:xfrm>
            <a:off x="3018349" y="33403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8" name="Freeform 6717"/>
          <p:cNvSpPr/>
          <p:nvPr/>
        </p:nvSpPr>
        <p:spPr>
          <a:xfrm>
            <a:off x="2965799" y="24060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9" name="Freeform 6718"/>
          <p:cNvSpPr/>
          <p:nvPr/>
        </p:nvSpPr>
        <p:spPr>
          <a:xfrm>
            <a:off x="2958265" y="31066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0" name="Freeform 6719"/>
          <p:cNvSpPr/>
          <p:nvPr/>
        </p:nvSpPr>
        <p:spPr>
          <a:xfrm>
            <a:off x="3104311" y="21582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1" name="Freeform 6720"/>
          <p:cNvSpPr/>
          <p:nvPr/>
        </p:nvSpPr>
        <p:spPr>
          <a:xfrm>
            <a:off x="2817630" y="20378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2" name="Freeform 6721"/>
          <p:cNvSpPr/>
          <p:nvPr/>
        </p:nvSpPr>
        <p:spPr>
          <a:xfrm>
            <a:off x="2915511" y="27985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3" name="Freeform 6722"/>
          <p:cNvSpPr/>
          <p:nvPr/>
        </p:nvSpPr>
        <p:spPr>
          <a:xfrm>
            <a:off x="2841284" y="25458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4" name="Freeform 6723"/>
          <p:cNvSpPr/>
          <p:nvPr/>
        </p:nvSpPr>
        <p:spPr>
          <a:xfrm>
            <a:off x="2939640" y="31601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5" name="Freeform 6724"/>
          <p:cNvSpPr/>
          <p:nvPr/>
        </p:nvSpPr>
        <p:spPr>
          <a:xfrm>
            <a:off x="2945180" y="24779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6" name="Freeform 6725"/>
          <p:cNvSpPr/>
          <p:nvPr/>
        </p:nvSpPr>
        <p:spPr>
          <a:xfrm>
            <a:off x="3210627" y="28904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7" name="Freeform 6726"/>
          <p:cNvSpPr/>
          <p:nvPr/>
        </p:nvSpPr>
        <p:spPr>
          <a:xfrm>
            <a:off x="2982995" y="31069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8" name="Freeform 6727"/>
          <p:cNvSpPr/>
          <p:nvPr/>
        </p:nvSpPr>
        <p:spPr>
          <a:xfrm>
            <a:off x="3078202" y="28136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9" name="Freeform 6728"/>
          <p:cNvSpPr/>
          <p:nvPr/>
        </p:nvSpPr>
        <p:spPr>
          <a:xfrm>
            <a:off x="3045549" y="28784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0" name="Freeform 6729"/>
          <p:cNvSpPr/>
          <p:nvPr/>
        </p:nvSpPr>
        <p:spPr>
          <a:xfrm>
            <a:off x="2931292" y="28267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1" name="Freeform 6730"/>
          <p:cNvSpPr/>
          <p:nvPr/>
        </p:nvSpPr>
        <p:spPr>
          <a:xfrm>
            <a:off x="2991718" y="23580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2" name="Freeform 6731"/>
          <p:cNvSpPr/>
          <p:nvPr/>
        </p:nvSpPr>
        <p:spPr>
          <a:xfrm>
            <a:off x="3069907" y="29959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3" name="Freeform 6732"/>
          <p:cNvSpPr/>
          <p:nvPr/>
        </p:nvSpPr>
        <p:spPr>
          <a:xfrm>
            <a:off x="2971616" y="20693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4" name="Freeform 6733"/>
          <p:cNvSpPr/>
          <p:nvPr/>
        </p:nvSpPr>
        <p:spPr>
          <a:xfrm>
            <a:off x="2973956" y="31944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5" name="Freeform 6734"/>
          <p:cNvSpPr/>
          <p:nvPr/>
        </p:nvSpPr>
        <p:spPr>
          <a:xfrm>
            <a:off x="2993269" y="21133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6" name="Freeform 6735"/>
          <p:cNvSpPr/>
          <p:nvPr/>
        </p:nvSpPr>
        <p:spPr>
          <a:xfrm>
            <a:off x="2861372" y="30809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7" name="Freeform 6736"/>
          <p:cNvSpPr/>
          <p:nvPr/>
        </p:nvSpPr>
        <p:spPr>
          <a:xfrm>
            <a:off x="2906848" y="2707617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8" name="Freeform 6737"/>
          <p:cNvSpPr/>
          <p:nvPr/>
        </p:nvSpPr>
        <p:spPr>
          <a:xfrm>
            <a:off x="2982342" y="28874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9" name="Freeform 6738"/>
          <p:cNvSpPr/>
          <p:nvPr/>
        </p:nvSpPr>
        <p:spPr>
          <a:xfrm>
            <a:off x="2996073" y="28336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0" name="Freeform 6739"/>
          <p:cNvSpPr/>
          <p:nvPr/>
        </p:nvSpPr>
        <p:spPr>
          <a:xfrm>
            <a:off x="2899836" y="24126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1" name="Freeform 6740"/>
          <p:cNvSpPr/>
          <p:nvPr/>
        </p:nvSpPr>
        <p:spPr>
          <a:xfrm>
            <a:off x="2938956" y="21558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2" name="Freeform 6741"/>
          <p:cNvSpPr/>
          <p:nvPr/>
        </p:nvSpPr>
        <p:spPr>
          <a:xfrm>
            <a:off x="2952125" y="22695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3" name="Freeform 6742"/>
          <p:cNvSpPr/>
          <p:nvPr/>
        </p:nvSpPr>
        <p:spPr>
          <a:xfrm>
            <a:off x="2950238" y="28560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4" name="Freeform 6743"/>
          <p:cNvSpPr/>
          <p:nvPr/>
        </p:nvSpPr>
        <p:spPr>
          <a:xfrm>
            <a:off x="3005755" y="26395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5" name="Freeform 6744"/>
          <p:cNvSpPr/>
          <p:nvPr/>
        </p:nvSpPr>
        <p:spPr>
          <a:xfrm>
            <a:off x="2967164" y="29947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6" name="Freeform 6745"/>
          <p:cNvSpPr/>
          <p:nvPr/>
        </p:nvSpPr>
        <p:spPr>
          <a:xfrm>
            <a:off x="2971067" y="30718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7" name="Freeform 6746"/>
          <p:cNvSpPr/>
          <p:nvPr/>
        </p:nvSpPr>
        <p:spPr>
          <a:xfrm>
            <a:off x="2867147" y="31286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8" name="Freeform 6747"/>
          <p:cNvSpPr/>
          <p:nvPr/>
        </p:nvSpPr>
        <p:spPr>
          <a:xfrm>
            <a:off x="2890890" y="28681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9" name="Freeform 6748"/>
          <p:cNvSpPr/>
          <p:nvPr/>
        </p:nvSpPr>
        <p:spPr>
          <a:xfrm>
            <a:off x="2981273" y="26154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0" name="Freeform 6749"/>
          <p:cNvSpPr/>
          <p:nvPr/>
        </p:nvSpPr>
        <p:spPr>
          <a:xfrm>
            <a:off x="2855293" y="34101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1" name="Freeform 6750"/>
          <p:cNvSpPr/>
          <p:nvPr/>
        </p:nvSpPr>
        <p:spPr>
          <a:xfrm>
            <a:off x="2977823" y="27242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2" name="Freeform 6751"/>
          <p:cNvSpPr/>
          <p:nvPr/>
        </p:nvSpPr>
        <p:spPr>
          <a:xfrm>
            <a:off x="2916621" y="21498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3" name="Freeform 6752"/>
          <p:cNvSpPr/>
          <p:nvPr/>
        </p:nvSpPr>
        <p:spPr>
          <a:xfrm>
            <a:off x="2906660" y="22947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4" name="Freeform 6753"/>
          <p:cNvSpPr/>
          <p:nvPr/>
        </p:nvSpPr>
        <p:spPr>
          <a:xfrm>
            <a:off x="3002641" y="29223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5" name="Freeform 6754"/>
          <p:cNvSpPr/>
          <p:nvPr/>
        </p:nvSpPr>
        <p:spPr>
          <a:xfrm>
            <a:off x="2915523" y="32208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6" name="Freeform 6755"/>
          <p:cNvSpPr/>
          <p:nvPr/>
        </p:nvSpPr>
        <p:spPr>
          <a:xfrm>
            <a:off x="2903566" y="25381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7" name="Freeform 6756"/>
          <p:cNvSpPr/>
          <p:nvPr/>
        </p:nvSpPr>
        <p:spPr>
          <a:xfrm>
            <a:off x="2915567" y="35592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8" name="Freeform 6757"/>
          <p:cNvSpPr/>
          <p:nvPr/>
        </p:nvSpPr>
        <p:spPr>
          <a:xfrm>
            <a:off x="2963753" y="229908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9" name="Freeform 6758"/>
          <p:cNvSpPr/>
          <p:nvPr/>
        </p:nvSpPr>
        <p:spPr>
          <a:xfrm>
            <a:off x="3140719" y="27857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0" name="Freeform 6759"/>
          <p:cNvSpPr/>
          <p:nvPr/>
        </p:nvSpPr>
        <p:spPr>
          <a:xfrm>
            <a:off x="2820481" y="20339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1" name="Freeform 6760"/>
          <p:cNvSpPr/>
          <p:nvPr/>
        </p:nvSpPr>
        <p:spPr>
          <a:xfrm>
            <a:off x="2958604" y="33421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2" name="Freeform 6761"/>
          <p:cNvSpPr/>
          <p:nvPr/>
        </p:nvSpPr>
        <p:spPr>
          <a:xfrm>
            <a:off x="2943967" y="23696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3" name="Freeform 6762"/>
          <p:cNvSpPr/>
          <p:nvPr/>
        </p:nvSpPr>
        <p:spPr>
          <a:xfrm>
            <a:off x="3022493" y="27441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4" name="Freeform 6763"/>
          <p:cNvSpPr/>
          <p:nvPr/>
        </p:nvSpPr>
        <p:spPr>
          <a:xfrm>
            <a:off x="2935433" y="28289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5" name="Freeform 6764"/>
          <p:cNvSpPr/>
          <p:nvPr/>
        </p:nvSpPr>
        <p:spPr>
          <a:xfrm>
            <a:off x="2797132" y="32108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6" name="Freeform 6765"/>
          <p:cNvSpPr/>
          <p:nvPr/>
        </p:nvSpPr>
        <p:spPr>
          <a:xfrm>
            <a:off x="3047028" y="24882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7" name="Freeform 6766"/>
          <p:cNvSpPr/>
          <p:nvPr/>
        </p:nvSpPr>
        <p:spPr>
          <a:xfrm>
            <a:off x="2887933" y="24586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8" name="Freeform 6767"/>
          <p:cNvSpPr/>
          <p:nvPr/>
        </p:nvSpPr>
        <p:spPr>
          <a:xfrm>
            <a:off x="2955735" y="20509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9" name="Freeform 6768"/>
          <p:cNvSpPr/>
          <p:nvPr/>
        </p:nvSpPr>
        <p:spPr>
          <a:xfrm>
            <a:off x="2869566" y="23366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0" name="Freeform 6769"/>
          <p:cNvSpPr/>
          <p:nvPr/>
        </p:nvSpPr>
        <p:spPr>
          <a:xfrm>
            <a:off x="2887514" y="29255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1" name="Freeform 6770"/>
          <p:cNvSpPr/>
          <p:nvPr/>
        </p:nvSpPr>
        <p:spPr>
          <a:xfrm>
            <a:off x="2926911" y="30763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2" name="Freeform 6771"/>
          <p:cNvSpPr/>
          <p:nvPr/>
        </p:nvSpPr>
        <p:spPr>
          <a:xfrm>
            <a:off x="3016059" y="3210388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3" name="Freeform 6772"/>
          <p:cNvSpPr/>
          <p:nvPr/>
        </p:nvSpPr>
        <p:spPr>
          <a:xfrm>
            <a:off x="3015079" y="21655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4" name="Freeform 6773"/>
          <p:cNvSpPr/>
          <p:nvPr/>
        </p:nvSpPr>
        <p:spPr>
          <a:xfrm>
            <a:off x="2920143" y="29933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5" name="Freeform 6774"/>
          <p:cNvSpPr/>
          <p:nvPr/>
        </p:nvSpPr>
        <p:spPr>
          <a:xfrm>
            <a:off x="2992577" y="21630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6" name="Freeform 6775"/>
          <p:cNvSpPr/>
          <p:nvPr/>
        </p:nvSpPr>
        <p:spPr>
          <a:xfrm>
            <a:off x="2934945" y="2514195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7" name="Freeform 6776"/>
          <p:cNvSpPr/>
          <p:nvPr/>
        </p:nvSpPr>
        <p:spPr>
          <a:xfrm>
            <a:off x="2966842" y="25859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8" name="Freeform 6777"/>
          <p:cNvSpPr/>
          <p:nvPr/>
        </p:nvSpPr>
        <p:spPr>
          <a:xfrm>
            <a:off x="2969624" y="28200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9" name="Freeform 6778"/>
          <p:cNvSpPr/>
          <p:nvPr/>
        </p:nvSpPr>
        <p:spPr>
          <a:xfrm>
            <a:off x="3000265" y="24643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0" name="Freeform 6779"/>
          <p:cNvSpPr/>
          <p:nvPr/>
        </p:nvSpPr>
        <p:spPr>
          <a:xfrm>
            <a:off x="2918845" y="27129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1" name="Freeform 6780"/>
          <p:cNvSpPr/>
          <p:nvPr/>
        </p:nvSpPr>
        <p:spPr>
          <a:xfrm>
            <a:off x="2950658" y="28429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2" name="Freeform 6781"/>
          <p:cNvSpPr/>
          <p:nvPr/>
        </p:nvSpPr>
        <p:spPr>
          <a:xfrm>
            <a:off x="2973693" y="24513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3" name="Freeform 6782"/>
          <p:cNvSpPr/>
          <p:nvPr/>
        </p:nvSpPr>
        <p:spPr>
          <a:xfrm>
            <a:off x="2965265" y="27601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4" name="Freeform 6783"/>
          <p:cNvSpPr/>
          <p:nvPr/>
        </p:nvSpPr>
        <p:spPr>
          <a:xfrm>
            <a:off x="2906761" y="30007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5" name="Freeform 6784"/>
          <p:cNvSpPr/>
          <p:nvPr/>
        </p:nvSpPr>
        <p:spPr>
          <a:xfrm>
            <a:off x="3072743" y="24867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6" name="Freeform 6785"/>
          <p:cNvSpPr/>
          <p:nvPr/>
        </p:nvSpPr>
        <p:spPr>
          <a:xfrm>
            <a:off x="2928876" y="27307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7" name="Freeform 6786"/>
          <p:cNvSpPr/>
          <p:nvPr/>
        </p:nvSpPr>
        <p:spPr>
          <a:xfrm>
            <a:off x="3009151" y="25274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8" name="Freeform 6787"/>
          <p:cNvSpPr/>
          <p:nvPr/>
        </p:nvSpPr>
        <p:spPr>
          <a:xfrm>
            <a:off x="2972655" y="28741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9" name="Freeform 6788"/>
          <p:cNvSpPr/>
          <p:nvPr/>
        </p:nvSpPr>
        <p:spPr>
          <a:xfrm>
            <a:off x="3039708" y="31517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0" name="Freeform 6789"/>
          <p:cNvSpPr/>
          <p:nvPr/>
        </p:nvSpPr>
        <p:spPr>
          <a:xfrm>
            <a:off x="2815255" y="20693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1" name="Freeform 6790"/>
          <p:cNvSpPr/>
          <p:nvPr/>
        </p:nvSpPr>
        <p:spPr>
          <a:xfrm>
            <a:off x="3094347" y="21386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2" name="Freeform 6791"/>
          <p:cNvSpPr/>
          <p:nvPr/>
        </p:nvSpPr>
        <p:spPr>
          <a:xfrm>
            <a:off x="2945113" y="238231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3" name="Freeform 6792"/>
          <p:cNvSpPr/>
          <p:nvPr/>
        </p:nvSpPr>
        <p:spPr>
          <a:xfrm>
            <a:off x="2877979" y="28498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4" name="Freeform 6793"/>
          <p:cNvSpPr/>
          <p:nvPr/>
        </p:nvSpPr>
        <p:spPr>
          <a:xfrm>
            <a:off x="2967643" y="28176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5" name="Freeform 6794"/>
          <p:cNvSpPr/>
          <p:nvPr/>
        </p:nvSpPr>
        <p:spPr>
          <a:xfrm>
            <a:off x="3107889" y="219901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6" name="Freeform 6795"/>
          <p:cNvSpPr/>
          <p:nvPr/>
        </p:nvSpPr>
        <p:spPr>
          <a:xfrm>
            <a:off x="2992445" y="28373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7" name="Freeform 6796"/>
          <p:cNvSpPr/>
          <p:nvPr/>
        </p:nvSpPr>
        <p:spPr>
          <a:xfrm>
            <a:off x="2877938" y="29398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8" name="Freeform 6797"/>
          <p:cNvSpPr/>
          <p:nvPr/>
        </p:nvSpPr>
        <p:spPr>
          <a:xfrm>
            <a:off x="2928582" y="20188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9" name="Freeform 6798"/>
          <p:cNvSpPr/>
          <p:nvPr/>
        </p:nvSpPr>
        <p:spPr>
          <a:xfrm>
            <a:off x="3047094" y="27247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0" name="Freeform 6799"/>
          <p:cNvSpPr/>
          <p:nvPr/>
        </p:nvSpPr>
        <p:spPr>
          <a:xfrm>
            <a:off x="2866540" y="20570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1" name="Freeform 6800"/>
          <p:cNvSpPr/>
          <p:nvPr/>
        </p:nvSpPr>
        <p:spPr>
          <a:xfrm>
            <a:off x="2947173" y="32213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2" name="Freeform 6801"/>
          <p:cNvSpPr/>
          <p:nvPr/>
        </p:nvSpPr>
        <p:spPr>
          <a:xfrm>
            <a:off x="2939643" y="25167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3" name="Freeform 6802"/>
          <p:cNvSpPr/>
          <p:nvPr/>
        </p:nvSpPr>
        <p:spPr>
          <a:xfrm>
            <a:off x="3101869" y="19457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4" name="Freeform 6803"/>
          <p:cNvSpPr/>
          <p:nvPr/>
        </p:nvSpPr>
        <p:spPr>
          <a:xfrm>
            <a:off x="2939794" y="26963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5" name="Freeform 6804"/>
          <p:cNvSpPr/>
          <p:nvPr/>
        </p:nvSpPr>
        <p:spPr>
          <a:xfrm>
            <a:off x="3045605" y="28043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6" name="Freeform 6805"/>
          <p:cNvSpPr/>
          <p:nvPr/>
        </p:nvSpPr>
        <p:spPr>
          <a:xfrm>
            <a:off x="2914361" y="31365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7" name="Freeform 6806"/>
          <p:cNvSpPr/>
          <p:nvPr/>
        </p:nvSpPr>
        <p:spPr>
          <a:xfrm>
            <a:off x="2906056" y="23093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8" name="Freeform 6807"/>
          <p:cNvSpPr/>
          <p:nvPr/>
        </p:nvSpPr>
        <p:spPr>
          <a:xfrm>
            <a:off x="3025191" y="299039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9" name="Freeform 6808"/>
          <p:cNvSpPr/>
          <p:nvPr/>
        </p:nvSpPr>
        <p:spPr>
          <a:xfrm>
            <a:off x="3000035" y="27421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0" name="Freeform 6809"/>
          <p:cNvSpPr/>
          <p:nvPr/>
        </p:nvSpPr>
        <p:spPr>
          <a:xfrm>
            <a:off x="2845097" y="31611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1" name="Freeform 6810"/>
          <p:cNvSpPr/>
          <p:nvPr/>
        </p:nvSpPr>
        <p:spPr>
          <a:xfrm>
            <a:off x="3001151" y="21348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2" name="Freeform 6811"/>
          <p:cNvSpPr/>
          <p:nvPr/>
        </p:nvSpPr>
        <p:spPr>
          <a:xfrm>
            <a:off x="3001350" y="22826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3" name="Freeform 6812"/>
          <p:cNvSpPr/>
          <p:nvPr/>
        </p:nvSpPr>
        <p:spPr>
          <a:xfrm>
            <a:off x="2918522" y="27188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4" name="Freeform 6813"/>
          <p:cNvSpPr/>
          <p:nvPr/>
        </p:nvSpPr>
        <p:spPr>
          <a:xfrm>
            <a:off x="2973476" y="31315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5" name="Freeform 6814"/>
          <p:cNvSpPr/>
          <p:nvPr/>
        </p:nvSpPr>
        <p:spPr>
          <a:xfrm>
            <a:off x="2976695" y="21425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6" name="Freeform 6815"/>
          <p:cNvSpPr/>
          <p:nvPr/>
        </p:nvSpPr>
        <p:spPr>
          <a:xfrm>
            <a:off x="2926913" y="284178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7" name="Freeform 6816"/>
          <p:cNvSpPr/>
          <p:nvPr/>
        </p:nvSpPr>
        <p:spPr>
          <a:xfrm>
            <a:off x="2920399" y="31135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8" name="Freeform 6817"/>
          <p:cNvSpPr/>
          <p:nvPr/>
        </p:nvSpPr>
        <p:spPr>
          <a:xfrm>
            <a:off x="2914709" y="33551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9" name="Freeform 6818"/>
          <p:cNvSpPr/>
          <p:nvPr/>
        </p:nvSpPr>
        <p:spPr>
          <a:xfrm>
            <a:off x="2941022" y="29447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0" name="Freeform 6819"/>
          <p:cNvSpPr/>
          <p:nvPr/>
        </p:nvSpPr>
        <p:spPr>
          <a:xfrm>
            <a:off x="2871325" y="32420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1" name="Freeform 6820"/>
          <p:cNvSpPr/>
          <p:nvPr/>
        </p:nvSpPr>
        <p:spPr>
          <a:xfrm>
            <a:off x="2956091" y="29362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2" name="Freeform 6821"/>
          <p:cNvSpPr/>
          <p:nvPr/>
        </p:nvSpPr>
        <p:spPr>
          <a:xfrm>
            <a:off x="2860400" y="24335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3" name="Freeform 6822"/>
          <p:cNvSpPr/>
          <p:nvPr/>
        </p:nvSpPr>
        <p:spPr>
          <a:xfrm>
            <a:off x="2963805" y="28452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4" name="Freeform 6823"/>
          <p:cNvSpPr/>
          <p:nvPr/>
        </p:nvSpPr>
        <p:spPr>
          <a:xfrm>
            <a:off x="2953287" y="25764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5" name="Freeform 6824"/>
          <p:cNvSpPr/>
          <p:nvPr/>
        </p:nvSpPr>
        <p:spPr>
          <a:xfrm>
            <a:off x="2890626" y="29731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6" name="Freeform 6825"/>
          <p:cNvSpPr/>
          <p:nvPr/>
        </p:nvSpPr>
        <p:spPr>
          <a:xfrm>
            <a:off x="3015006" y="26832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7" name="Freeform 6826"/>
          <p:cNvSpPr/>
          <p:nvPr/>
        </p:nvSpPr>
        <p:spPr>
          <a:xfrm>
            <a:off x="3086405" y="20010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8" name="Freeform 6827"/>
          <p:cNvSpPr/>
          <p:nvPr/>
        </p:nvSpPr>
        <p:spPr>
          <a:xfrm>
            <a:off x="3046115" y="28353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9" name="Freeform 6828"/>
          <p:cNvSpPr/>
          <p:nvPr/>
        </p:nvSpPr>
        <p:spPr>
          <a:xfrm>
            <a:off x="2868837" y="25659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0" name="Freeform 6829"/>
          <p:cNvSpPr/>
          <p:nvPr/>
        </p:nvSpPr>
        <p:spPr>
          <a:xfrm>
            <a:off x="3042694" y="32828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1" name="Freeform 6830"/>
          <p:cNvSpPr/>
          <p:nvPr/>
        </p:nvSpPr>
        <p:spPr>
          <a:xfrm>
            <a:off x="2973210" y="21483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2" name="Freeform 6831"/>
          <p:cNvSpPr/>
          <p:nvPr/>
        </p:nvSpPr>
        <p:spPr>
          <a:xfrm>
            <a:off x="2955329" y="28826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3" name="Freeform 6832"/>
          <p:cNvSpPr/>
          <p:nvPr/>
        </p:nvSpPr>
        <p:spPr>
          <a:xfrm>
            <a:off x="2919579" y="23210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4" name="Freeform 6833"/>
          <p:cNvSpPr/>
          <p:nvPr/>
        </p:nvSpPr>
        <p:spPr>
          <a:xfrm>
            <a:off x="2958343" y="27525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5" name="Freeform 6834"/>
          <p:cNvSpPr/>
          <p:nvPr/>
        </p:nvSpPr>
        <p:spPr>
          <a:xfrm>
            <a:off x="3050232" y="24823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6" name="Freeform 6835"/>
          <p:cNvSpPr/>
          <p:nvPr/>
        </p:nvSpPr>
        <p:spPr>
          <a:xfrm>
            <a:off x="2994622" y="24605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7" name="Freeform 6836"/>
          <p:cNvSpPr/>
          <p:nvPr/>
        </p:nvSpPr>
        <p:spPr>
          <a:xfrm>
            <a:off x="2931508" y="287359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8" name="Freeform 6837"/>
          <p:cNvSpPr/>
          <p:nvPr/>
        </p:nvSpPr>
        <p:spPr>
          <a:xfrm>
            <a:off x="2914662" y="230579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9" name="Freeform 6838"/>
          <p:cNvSpPr/>
          <p:nvPr/>
        </p:nvSpPr>
        <p:spPr>
          <a:xfrm>
            <a:off x="2931362" y="29862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0" name="Freeform 6839"/>
          <p:cNvSpPr/>
          <p:nvPr/>
        </p:nvSpPr>
        <p:spPr>
          <a:xfrm>
            <a:off x="2997377" y="24212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1" name="Freeform 6840"/>
          <p:cNvSpPr/>
          <p:nvPr/>
        </p:nvSpPr>
        <p:spPr>
          <a:xfrm>
            <a:off x="3081641" y="28507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2" name="Freeform 6841"/>
          <p:cNvSpPr/>
          <p:nvPr/>
        </p:nvSpPr>
        <p:spPr>
          <a:xfrm>
            <a:off x="2889121" y="2578725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3" name="Freeform 6842"/>
          <p:cNvSpPr/>
          <p:nvPr/>
        </p:nvSpPr>
        <p:spPr>
          <a:xfrm>
            <a:off x="2958615" y="28771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4" name="Freeform 6843"/>
          <p:cNvSpPr/>
          <p:nvPr/>
        </p:nvSpPr>
        <p:spPr>
          <a:xfrm>
            <a:off x="2933393" y="26888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5" name="Freeform 6844"/>
          <p:cNvSpPr/>
          <p:nvPr/>
        </p:nvSpPr>
        <p:spPr>
          <a:xfrm>
            <a:off x="2909179" y="31023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6" name="Freeform 6845"/>
          <p:cNvSpPr/>
          <p:nvPr/>
        </p:nvSpPr>
        <p:spPr>
          <a:xfrm>
            <a:off x="2984935" y="26162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7" name="Freeform 6846"/>
          <p:cNvSpPr/>
          <p:nvPr/>
        </p:nvSpPr>
        <p:spPr>
          <a:xfrm>
            <a:off x="2995017" y="26909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8" name="Freeform 6847"/>
          <p:cNvSpPr/>
          <p:nvPr/>
        </p:nvSpPr>
        <p:spPr>
          <a:xfrm>
            <a:off x="2865456" y="29058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9" name="Freeform 6848"/>
          <p:cNvSpPr/>
          <p:nvPr/>
        </p:nvSpPr>
        <p:spPr>
          <a:xfrm>
            <a:off x="2890581" y="27274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0" name="Freeform 6849"/>
          <p:cNvSpPr/>
          <p:nvPr/>
        </p:nvSpPr>
        <p:spPr>
          <a:xfrm>
            <a:off x="3037336" y="2657976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1" name="Freeform 6850"/>
          <p:cNvSpPr/>
          <p:nvPr/>
        </p:nvSpPr>
        <p:spPr>
          <a:xfrm>
            <a:off x="2979607" y="29338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2" name="Freeform 6851"/>
          <p:cNvSpPr/>
          <p:nvPr/>
        </p:nvSpPr>
        <p:spPr>
          <a:xfrm>
            <a:off x="2993053" y="27545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3" name="Freeform 6852"/>
          <p:cNvSpPr/>
          <p:nvPr/>
        </p:nvSpPr>
        <p:spPr>
          <a:xfrm>
            <a:off x="2925751" y="30769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4" name="Freeform 6853"/>
          <p:cNvSpPr/>
          <p:nvPr/>
        </p:nvSpPr>
        <p:spPr>
          <a:xfrm>
            <a:off x="2933713" y="18448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5" name="Freeform 6854"/>
          <p:cNvSpPr/>
          <p:nvPr/>
        </p:nvSpPr>
        <p:spPr>
          <a:xfrm>
            <a:off x="2988901" y="23178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6" name="Freeform 6855"/>
          <p:cNvSpPr/>
          <p:nvPr/>
        </p:nvSpPr>
        <p:spPr>
          <a:xfrm>
            <a:off x="2926035" y="26068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7" name="Freeform 6856"/>
          <p:cNvSpPr/>
          <p:nvPr/>
        </p:nvSpPr>
        <p:spPr>
          <a:xfrm>
            <a:off x="2885750" y="22763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8" name="Freeform 6857"/>
          <p:cNvSpPr/>
          <p:nvPr/>
        </p:nvSpPr>
        <p:spPr>
          <a:xfrm>
            <a:off x="2958744" y="34349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9" name="Freeform 6858"/>
          <p:cNvSpPr/>
          <p:nvPr/>
        </p:nvSpPr>
        <p:spPr>
          <a:xfrm>
            <a:off x="3018242" y="36476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0" name="Freeform 6859"/>
          <p:cNvSpPr/>
          <p:nvPr/>
        </p:nvSpPr>
        <p:spPr>
          <a:xfrm>
            <a:off x="2890975" y="285404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1" name="Freeform 6860"/>
          <p:cNvSpPr/>
          <p:nvPr/>
        </p:nvSpPr>
        <p:spPr>
          <a:xfrm>
            <a:off x="3028221" y="32140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2" name="Freeform 6861"/>
          <p:cNvSpPr/>
          <p:nvPr/>
        </p:nvSpPr>
        <p:spPr>
          <a:xfrm>
            <a:off x="3004862" y="27942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3" name="Freeform 6862"/>
          <p:cNvSpPr/>
          <p:nvPr/>
        </p:nvSpPr>
        <p:spPr>
          <a:xfrm>
            <a:off x="2902001" y="26316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4" name="Freeform 6863"/>
          <p:cNvSpPr/>
          <p:nvPr/>
        </p:nvSpPr>
        <p:spPr>
          <a:xfrm>
            <a:off x="2959213" y="23688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5" name="Freeform 6864"/>
          <p:cNvSpPr/>
          <p:nvPr/>
        </p:nvSpPr>
        <p:spPr>
          <a:xfrm>
            <a:off x="2955982" y="31257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6" name="Freeform 6865"/>
          <p:cNvSpPr/>
          <p:nvPr/>
        </p:nvSpPr>
        <p:spPr>
          <a:xfrm>
            <a:off x="3000375" y="25603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7" name="Freeform 6866"/>
          <p:cNvSpPr/>
          <p:nvPr/>
        </p:nvSpPr>
        <p:spPr>
          <a:xfrm>
            <a:off x="3002526" y="27019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8" name="Freeform 6867"/>
          <p:cNvSpPr/>
          <p:nvPr/>
        </p:nvSpPr>
        <p:spPr>
          <a:xfrm>
            <a:off x="2873136" y="25794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9" name="Freeform 6868"/>
          <p:cNvSpPr/>
          <p:nvPr/>
        </p:nvSpPr>
        <p:spPr>
          <a:xfrm>
            <a:off x="2870163" y="28983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0" name="Freeform 6869"/>
          <p:cNvSpPr/>
          <p:nvPr/>
        </p:nvSpPr>
        <p:spPr>
          <a:xfrm>
            <a:off x="3026368" y="21987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1" name="Freeform 6870"/>
          <p:cNvSpPr/>
          <p:nvPr/>
        </p:nvSpPr>
        <p:spPr>
          <a:xfrm>
            <a:off x="2966168" y="27453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2" name="Freeform 6871"/>
          <p:cNvSpPr/>
          <p:nvPr/>
        </p:nvSpPr>
        <p:spPr>
          <a:xfrm>
            <a:off x="2986147" y="20549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3" name="Freeform 6872"/>
          <p:cNvSpPr/>
          <p:nvPr/>
        </p:nvSpPr>
        <p:spPr>
          <a:xfrm>
            <a:off x="2980674" y="29978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4" name="Freeform 6873"/>
          <p:cNvSpPr/>
          <p:nvPr/>
        </p:nvSpPr>
        <p:spPr>
          <a:xfrm>
            <a:off x="3059349" y="24341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5" name="Freeform 6874"/>
          <p:cNvSpPr/>
          <p:nvPr/>
        </p:nvSpPr>
        <p:spPr>
          <a:xfrm>
            <a:off x="2879468" y="27291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6" name="Freeform 6875"/>
          <p:cNvSpPr/>
          <p:nvPr/>
        </p:nvSpPr>
        <p:spPr>
          <a:xfrm>
            <a:off x="3030299" y="28277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7" name="Freeform 6876"/>
          <p:cNvSpPr/>
          <p:nvPr/>
        </p:nvSpPr>
        <p:spPr>
          <a:xfrm>
            <a:off x="2904975" y="24747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8" name="Freeform 6877"/>
          <p:cNvSpPr/>
          <p:nvPr/>
        </p:nvSpPr>
        <p:spPr>
          <a:xfrm>
            <a:off x="3006527" y="28172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9" name="Freeform 6878"/>
          <p:cNvSpPr/>
          <p:nvPr/>
        </p:nvSpPr>
        <p:spPr>
          <a:xfrm>
            <a:off x="3046790" y="36859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0" name="Freeform 6879"/>
          <p:cNvSpPr/>
          <p:nvPr/>
        </p:nvSpPr>
        <p:spPr>
          <a:xfrm>
            <a:off x="2867948" y="38333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1" name="Freeform 6880"/>
          <p:cNvSpPr/>
          <p:nvPr/>
        </p:nvSpPr>
        <p:spPr>
          <a:xfrm>
            <a:off x="2985195" y="22394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2" name="Freeform 6881"/>
          <p:cNvSpPr/>
          <p:nvPr/>
        </p:nvSpPr>
        <p:spPr>
          <a:xfrm>
            <a:off x="2940536" y="22549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3" name="Freeform 6882"/>
          <p:cNvSpPr/>
          <p:nvPr/>
        </p:nvSpPr>
        <p:spPr>
          <a:xfrm>
            <a:off x="2939671" y="20133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4" name="Freeform 6883"/>
          <p:cNvSpPr/>
          <p:nvPr/>
        </p:nvSpPr>
        <p:spPr>
          <a:xfrm>
            <a:off x="2961540" y="27136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5" name="Freeform 6884"/>
          <p:cNvSpPr/>
          <p:nvPr/>
        </p:nvSpPr>
        <p:spPr>
          <a:xfrm>
            <a:off x="2889712" y="31824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6" name="Freeform 6885"/>
          <p:cNvSpPr/>
          <p:nvPr/>
        </p:nvSpPr>
        <p:spPr>
          <a:xfrm>
            <a:off x="2895500" y="28615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7" name="Freeform 6886"/>
          <p:cNvSpPr/>
          <p:nvPr/>
        </p:nvSpPr>
        <p:spPr>
          <a:xfrm>
            <a:off x="3001896" y="27030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8" name="Freeform 6887"/>
          <p:cNvSpPr/>
          <p:nvPr/>
        </p:nvSpPr>
        <p:spPr>
          <a:xfrm>
            <a:off x="3014201" y="30774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9" name="Freeform 6888"/>
          <p:cNvSpPr/>
          <p:nvPr/>
        </p:nvSpPr>
        <p:spPr>
          <a:xfrm>
            <a:off x="2921489" y="21011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0" name="Freeform 6889"/>
          <p:cNvSpPr/>
          <p:nvPr/>
        </p:nvSpPr>
        <p:spPr>
          <a:xfrm>
            <a:off x="2863255" y="18838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1" name="Freeform 6890"/>
          <p:cNvSpPr/>
          <p:nvPr/>
        </p:nvSpPr>
        <p:spPr>
          <a:xfrm>
            <a:off x="3110683" y="25313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2" name="Freeform 6891"/>
          <p:cNvSpPr/>
          <p:nvPr/>
        </p:nvSpPr>
        <p:spPr>
          <a:xfrm>
            <a:off x="3030854" y="27112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3" name="Freeform 6892"/>
          <p:cNvSpPr/>
          <p:nvPr/>
        </p:nvSpPr>
        <p:spPr>
          <a:xfrm>
            <a:off x="2982330" y="31833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4" name="Freeform 6893"/>
          <p:cNvSpPr/>
          <p:nvPr/>
        </p:nvSpPr>
        <p:spPr>
          <a:xfrm>
            <a:off x="2891188" y="21386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5" name="Freeform 6894"/>
          <p:cNvSpPr/>
          <p:nvPr/>
        </p:nvSpPr>
        <p:spPr>
          <a:xfrm>
            <a:off x="2920543" y="26791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6" name="Freeform 6895"/>
          <p:cNvSpPr/>
          <p:nvPr/>
        </p:nvSpPr>
        <p:spPr>
          <a:xfrm>
            <a:off x="2974646" y="28135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7" name="Freeform 6896"/>
          <p:cNvSpPr/>
          <p:nvPr/>
        </p:nvSpPr>
        <p:spPr>
          <a:xfrm>
            <a:off x="2895785" y="25303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8" name="Freeform 6897"/>
          <p:cNvSpPr/>
          <p:nvPr/>
        </p:nvSpPr>
        <p:spPr>
          <a:xfrm>
            <a:off x="3063801" y="29225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9" name="Freeform 6898"/>
          <p:cNvSpPr/>
          <p:nvPr/>
        </p:nvSpPr>
        <p:spPr>
          <a:xfrm>
            <a:off x="2967703" y="26532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0" name="Freeform 6899"/>
          <p:cNvSpPr/>
          <p:nvPr/>
        </p:nvSpPr>
        <p:spPr>
          <a:xfrm>
            <a:off x="2984484" y="3237586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1" name="Freeform 6900"/>
          <p:cNvSpPr/>
          <p:nvPr/>
        </p:nvSpPr>
        <p:spPr>
          <a:xfrm>
            <a:off x="2891310" y="23075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2" name="Freeform 6901"/>
          <p:cNvSpPr/>
          <p:nvPr/>
        </p:nvSpPr>
        <p:spPr>
          <a:xfrm>
            <a:off x="2899284" y="27456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3" name="Freeform 6902"/>
          <p:cNvSpPr/>
          <p:nvPr/>
        </p:nvSpPr>
        <p:spPr>
          <a:xfrm>
            <a:off x="2907094" y="22811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4" name="Freeform 6903"/>
          <p:cNvSpPr/>
          <p:nvPr/>
        </p:nvSpPr>
        <p:spPr>
          <a:xfrm>
            <a:off x="2976837" y="27811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5" name="Freeform 6904"/>
          <p:cNvSpPr/>
          <p:nvPr/>
        </p:nvSpPr>
        <p:spPr>
          <a:xfrm>
            <a:off x="2941358" y="27573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6" name="Freeform 6905"/>
          <p:cNvSpPr/>
          <p:nvPr/>
        </p:nvSpPr>
        <p:spPr>
          <a:xfrm>
            <a:off x="2939823" y="31529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7" name="Freeform 6906"/>
          <p:cNvSpPr/>
          <p:nvPr/>
        </p:nvSpPr>
        <p:spPr>
          <a:xfrm>
            <a:off x="2979376" y="24279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8" name="Freeform 6907"/>
          <p:cNvSpPr/>
          <p:nvPr/>
        </p:nvSpPr>
        <p:spPr>
          <a:xfrm>
            <a:off x="2973484" y="30292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9" name="Freeform 6908"/>
          <p:cNvSpPr/>
          <p:nvPr/>
        </p:nvSpPr>
        <p:spPr>
          <a:xfrm>
            <a:off x="3055822" y="28860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0" name="Freeform 6909"/>
          <p:cNvSpPr/>
          <p:nvPr/>
        </p:nvSpPr>
        <p:spPr>
          <a:xfrm>
            <a:off x="2945862" y="27068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1" name="Freeform 6910"/>
          <p:cNvSpPr/>
          <p:nvPr/>
        </p:nvSpPr>
        <p:spPr>
          <a:xfrm>
            <a:off x="2892480" y="26626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2" name="Freeform 6911"/>
          <p:cNvSpPr/>
          <p:nvPr/>
        </p:nvSpPr>
        <p:spPr>
          <a:xfrm>
            <a:off x="2957976" y="333451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3" name="Freeform 6912"/>
          <p:cNvSpPr/>
          <p:nvPr/>
        </p:nvSpPr>
        <p:spPr>
          <a:xfrm>
            <a:off x="3054449" y="27921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4" name="Freeform 6913"/>
          <p:cNvSpPr/>
          <p:nvPr/>
        </p:nvSpPr>
        <p:spPr>
          <a:xfrm>
            <a:off x="2922548" y="24148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5" name="Freeform 6914"/>
          <p:cNvSpPr/>
          <p:nvPr/>
        </p:nvSpPr>
        <p:spPr>
          <a:xfrm>
            <a:off x="2961938" y="28463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6" name="Freeform 6915"/>
          <p:cNvSpPr/>
          <p:nvPr/>
        </p:nvSpPr>
        <p:spPr>
          <a:xfrm>
            <a:off x="2935374" y="278987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7" name="Freeform 6916"/>
          <p:cNvSpPr/>
          <p:nvPr/>
        </p:nvSpPr>
        <p:spPr>
          <a:xfrm>
            <a:off x="2985214" y="26475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8" name="Freeform 6917"/>
          <p:cNvSpPr/>
          <p:nvPr/>
        </p:nvSpPr>
        <p:spPr>
          <a:xfrm>
            <a:off x="2975541" y="27535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9" name="Freeform 6918"/>
          <p:cNvSpPr/>
          <p:nvPr/>
        </p:nvSpPr>
        <p:spPr>
          <a:xfrm>
            <a:off x="2905787" y="30861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0" name="Freeform 6919"/>
          <p:cNvSpPr/>
          <p:nvPr/>
        </p:nvSpPr>
        <p:spPr>
          <a:xfrm>
            <a:off x="2943856" y="27206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1" name="Freeform 6920"/>
          <p:cNvSpPr/>
          <p:nvPr/>
        </p:nvSpPr>
        <p:spPr>
          <a:xfrm>
            <a:off x="3020254" y="23417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2" name="Freeform 6921"/>
          <p:cNvSpPr/>
          <p:nvPr/>
        </p:nvSpPr>
        <p:spPr>
          <a:xfrm>
            <a:off x="3030289" y="30937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3" name="Freeform 6922"/>
          <p:cNvSpPr/>
          <p:nvPr/>
        </p:nvSpPr>
        <p:spPr>
          <a:xfrm>
            <a:off x="3019019" y="28449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4" name="Freeform 6923"/>
          <p:cNvSpPr/>
          <p:nvPr/>
        </p:nvSpPr>
        <p:spPr>
          <a:xfrm>
            <a:off x="3015099" y="32152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5" name="Freeform 6924"/>
          <p:cNvSpPr/>
          <p:nvPr/>
        </p:nvSpPr>
        <p:spPr>
          <a:xfrm>
            <a:off x="2937042" y="23611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6" name="Freeform 6925"/>
          <p:cNvSpPr/>
          <p:nvPr/>
        </p:nvSpPr>
        <p:spPr>
          <a:xfrm>
            <a:off x="2935031" y="27412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7" name="Freeform 6926"/>
          <p:cNvSpPr/>
          <p:nvPr/>
        </p:nvSpPr>
        <p:spPr>
          <a:xfrm>
            <a:off x="3019436" y="30198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8" name="Freeform 6927"/>
          <p:cNvSpPr/>
          <p:nvPr/>
        </p:nvSpPr>
        <p:spPr>
          <a:xfrm>
            <a:off x="2882289" y="26733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9" name="Freeform 6928"/>
          <p:cNvSpPr/>
          <p:nvPr/>
        </p:nvSpPr>
        <p:spPr>
          <a:xfrm>
            <a:off x="2955018" y="31497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0" name="Freeform 6929"/>
          <p:cNvSpPr/>
          <p:nvPr/>
        </p:nvSpPr>
        <p:spPr>
          <a:xfrm>
            <a:off x="2837653" y="30872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1" name="Freeform 6930"/>
          <p:cNvSpPr/>
          <p:nvPr/>
        </p:nvSpPr>
        <p:spPr>
          <a:xfrm>
            <a:off x="2934048" y="32440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2" name="Freeform 6931"/>
          <p:cNvSpPr/>
          <p:nvPr/>
        </p:nvSpPr>
        <p:spPr>
          <a:xfrm>
            <a:off x="2912743" y="30994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3" name="Freeform 6932"/>
          <p:cNvSpPr/>
          <p:nvPr/>
        </p:nvSpPr>
        <p:spPr>
          <a:xfrm>
            <a:off x="2880206" y="22082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4" name="Freeform 6933"/>
          <p:cNvSpPr/>
          <p:nvPr/>
        </p:nvSpPr>
        <p:spPr>
          <a:xfrm>
            <a:off x="2996593" y="29767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5" name="Freeform 6934"/>
          <p:cNvSpPr/>
          <p:nvPr/>
        </p:nvSpPr>
        <p:spPr>
          <a:xfrm>
            <a:off x="2910845" y="25358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6" name="Freeform 6935"/>
          <p:cNvSpPr/>
          <p:nvPr/>
        </p:nvSpPr>
        <p:spPr>
          <a:xfrm>
            <a:off x="2934856" y="30147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7" name="Freeform 6936"/>
          <p:cNvSpPr/>
          <p:nvPr/>
        </p:nvSpPr>
        <p:spPr>
          <a:xfrm>
            <a:off x="2942013" y="24279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8" name="Freeform 6937"/>
          <p:cNvSpPr/>
          <p:nvPr/>
        </p:nvSpPr>
        <p:spPr>
          <a:xfrm>
            <a:off x="2910818" y="30844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9" name="Freeform 6938"/>
          <p:cNvSpPr/>
          <p:nvPr/>
        </p:nvSpPr>
        <p:spPr>
          <a:xfrm>
            <a:off x="3051537" y="26928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0" name="Freeform 6939"/>
          <p:cNvSpPr/>
          <p:nvPr/>
        </p:nvSpPr>
        <p:spPr>
          <a:xfrm>
            <a:off x="2926621" y="268781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1" name="Freeform 6940"/>
          <p:cNvSpPr/>
          <p:nvPr/>
        </p:nvSpPr>
        <p:spPr>
          <a:xfrm>
            <a:off x="2971658" y="18513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2" name="Freeform 6941"/>
          <p:cNvSpPr/>
          <p:nvPr/>
        </p:nvSpPr>
        <p:spPr>
          <a:xfrm>
            <a:off x="2873691" y="24754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3" name="Freeform 6942"/>
          <p:cNvSpPr/>
          <p:nvPr/>
        </p:nvSpPr>
        <p:spPr>
          <a:xfrm>
            <a:off x="2927984" y="29252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4" name="Freeform 6943"/>
          <p:cNvSpPr/>
          <p:nvPr/>
        </p:nvSpPr>
        <p:spPr>
          <a:xfrm>
            <a:off x="2937748" y="24553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5" name="Freeform 6944"/>
          <p:cNvSpPr/>
          <p:nvPr/>
        </p:nvSpPr>
        <p:spPr>
          <a:xfrm>
            <a:off x="2938832" y="19211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6" name="Freeform 6945"/>
          <p:cNvSpPr/>
          <p:nvPr/>
        </p:nvSpPr>
        <p:spPr>
          <a:xfrm>
            <a:off x="2920761" y="33064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7" name="Freeform 6946"/>
          <p:cNvSpPr/>
          <p:nvPr/>
        </p:nvSpPr>
        <p:spPr>
          <a:xfrm>
            <a:off x="2968181" y="30169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8" name="Freeform 6947"/>
          <p:cNvSpPr/>
          <p:nvPr/>
        </p:nvSpPr>
        <p:spPr>
          <a:xfrm>
            <a:off x="3060414" y="27943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9" name="Freeform 6948"/>
          <p:cNvSpPr/>
          <p:nvPr/>
        </p:nvSpPr>
        <p:spPr>
          <a:xfrm>
            <a:off x="2950208" y="28605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0" name="Freeform 6949"/>
          <p:cNvSpPr/>
          <p:nvPr/>
        </p:nvSpPr>
        <p:spPr>
          <a:xfrm>
            <a:off x="2949781" y="28295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1" name="Freeform 6950"/>
          <p:cNvSpPr/>
          <p:nvPr/>
        </p:nvSpPr>
        <p:spPr>
          <a:xfrm>
            <a:off x="2933422" y="31867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2" name="Freeform 6951"/>
          <p:cNvSpPr/>
          <p:nvPr/>
        </p:nvSpPr>
        <p:spPr>
          <a:xfrm>
            <a:off x="3124093" y="21910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3" name="Freeform 6952"/>
          <p:cNvSpPr/>
          <p:nvPr/>
        </p:nvSpPr>
        <p:spPr>
          <a:xfrm>
            <a:off x="3063973" y="32302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4" name="Freeform 6953"/>
          <p:cNvSpPr/>
          <p:nvPr/>
        </p:nvSpPr>
        <p:spPr>
          <a:xfrm>
            <a:off x="2995154" y="27808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5" name="Freeform 6954"/>
          <p:cNvSpPr/>
          <p:nvPr/>
        </p:nvSpPr>
        <p:spPr>
          <a:xfrm>
            <a:off x="3004756" y="23227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6" name="Freeform 6955"/>
          <p:cNvSpPr/>
          <p:nvPr/>
        </p:nvSpPr>
        <p:spPr>
          <a:xfrm>
            <a:off x="2912624" y="27183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7" name="Freeform 6956"/>
          <p:cNvSpPr/>
          <p:nvPr/>
        </p:nvSpPr>
        <p:spPr>
          <a:xfrm>
            <a:off x="2948925" y="30673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8" name="Freeform 6957"/>
          <p:cNvSpPr/>
          <p:nvPr/>
        </p:nvSpPr>
        <p:spPr>
          <a:xfrm>
            <a:off x="2972599" y="32031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9" name="Freeform 6958"/>
          <p:cNvSpPr/>
          <p:nvPr/>
        </p:nvSpPr>
        <p:spPr>
          <a:xfrm>
            <a:off x="2966672" y="27918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0" name="Freeform 6959"/>
          <p:cNvSpPr/>
          <p:nvPr/>
        </p:nvSpPr>
        <p:spPr>
          <a:xfrm>
            <a:off x="2903122" y="29855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1" name="Freeform 6960"/>
          <p:cNvSpPr/>
          <p:nvPr/>
        </p:nvSpPr>
        <p:spPr>
          <a:xfrm>
            <a:off x="2908128" y="26317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2" name="Freeform 6961"/>
          <p:cNvSpPr/>
          <p:nvPr/>
        </p:nvSpPr>
        <p:spPr>
          <a:xfrm>
            <a:off x="2992470" y="32225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3" name="Freeform 6962"/>
          <p:cNvSpPr/>
          <p:nvPr/>
        </p:nvSpPr>
        <p:spPr>
          <a:xfrm>
            <a:off x="2979250" y="24083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4" name="Freeform 6963"/>
          <p:cNvSpPr/>
          <p:nvPr/>
        </p:nvSpPr>
        <p:spPr>
          <a:xfrm>
            <a:off x="2821711" y="26647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5" name="Freeform 6964"/>
          <p:cNvSpPr/>
          <p:nvPr/>
        </p:nvSpPr>
        <p:spPr>
          <a:xfrm>
            <a:off x="2964925" y="26374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6" name="Freeform 6965"/>
          <p:cNvSpPr/>
          <p:nvPr/>
        </p:nvSpPr>
        <p:spPr>
          <a:xfrm>
            <a:off x="3041680" y="21774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7" name="Freeform 6966"/>
          <p:cNvSpPr/>
          <p:nvPr/>
        </p:nvSpPr>
        <p:spPr>
          <a:xfrm>
            <a:off x="2916929" y="28682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8" name="Freeform 6967"/>
          <p:cNvSpPr/>
          <p:nvPr/>
        </p:nvSpPr>
        <p:spPr>
          <a:xfrm>
            <a:off x="2974562" y="29741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9" name="Freeform 6968"/>
          <p:cNvSpPr/>
          <p:nvPr/>
        </p:nvSpPr>
        <p:spPr>
          <a:xfrm>
            <a:off x="2864268" y="29086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0" name="Freeform 6969"/>
          <p:cNvSpPr/>
          <p:nvPr/>
        </p:nvSpPr>
        <p:spPr>
          <a:xfrm>
            <a:off x="3013119" y="27780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1" name="Freeform 6970"/>
          <p:cNvSpPr/>
          <p:nvPr/>
        </p:nvSpPr>
        <p:spPr>
          <a:xfrm>
            <a:off x="2886397" y="27406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2" name="Freeform 6971"/>
          <p:cNvSpPr/>
          <p:nvPr/>
        </p:nvSpPr>
        <p:spPr>
          <a:xfrm>
            <a:off x="2877497" y="30126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3" name="Freeform 6972"/>
          <p:cNvSpPr/>
          <p:nvPr/>
        </p:nvSpPr>
        <p:spPr>
          <a:xfrm>
            <a:off x="2938323" y="34510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4" name="Freeform 6973"/>
          <p:cNvSpPr/>
          <p:nvPr/>
        </p:nvSpPr>
        <p:spPr>
          <a:xfrm>
            <a:off x="3113166" y="29134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5" name="Freeform 6974"/>
          <p:cNvSpPr/>
          <p:nvPr/>
        </p:nvSpPr>
        <p:spPr>
          <a:xfrm>
            <a:off x="2919207" y="25749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6" name="Freeform 6975"/>
          <p:cNvSpPr/>
          <p:nvPr/>
        </p:nvSpPr>
        <p:spPr>
          <a:xfrm>
            <a:off x="2876831" y="26571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7" name="Freeform 6976"/>
          <p:cNvSpPr/>
          <p:nvPr/>
        </p:nvSpPr>
        <p:spPr>
          <a:xfrm>
            <a:off x="2988997" y="22662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8" name="Freeform 6977"/>
          <p:cNvSpPr/>
          <p:nvPr/>
        </p:nvSpPr>
        <p:spPr>
          <a:xfrm>
            <a:off x="2973872" y="19882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9" name="Freeform 6978"/>
          <p:cNvSpPr/>
          <p:nvPr/>
        </p:nvSpPr>
        <p:spPr>
          <a:xfrm>
            <a:off x="3066828" y="24280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0" name="Freeform 6979"/>
          <p:cNvSpPr/>
          <p:nvPr/>
        </p:nvSpPr>
        <p:spPr>
          <a:xfrm>
            <a:off x="2876449" y="21989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1" name="Freeform 6980"/>
          <p:cNvSpPr/>
          <p:nvPr/>
        </p:nvSpPr>
        <p:spPr>
          <a:xfrm>
            <a:off x="2855280" y="24253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2" name="Freeform 6981"/>
          <p:cNvSpPr/>
          <p:nvPr/>
        </p:nvSpPr>
        <p:spPr>
          <a:xfrm>
            <a:off x="2938460" y="2078578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3" name="Freeform 6982"/>
          <p:cNvSpPr/>
          <p:nvPr/>
        </p:nvSpPr>
        <p:spPr>
          <a:xfrm>
            <a:off x="2983601" y="20267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4" name="Freeform 6983"/>
          <p:cNvSpPr/>
          <p:nvPr/>
        </p:nvSpPr>
        <p:spPr>
          <a:xfrm>
            <a:off x="2982212" y="23575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5" name="Freeform 6984"/>
          <p:cNvSpPr/>
          <p:nvPr/>
        </p:nvSpPr>
        <p:spPr>
          <a:xfrm>
            <a:off x="3029542" y="24475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6" name="Freeform 6985"/>
          <p:cNvSpPr/>
          <p:nvPr/>
        </p:nvSpPr>
        <p:spPr>
          <a:xfrm>
            <a:off x="2861817" y="27827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7" name="Freeform 6986"/>
          <p:cNvSpPr/>
          <p:nvPr/>
        </p:nvSpPr>
        <p:spPr>
          <a:xfrm>
            <a:off x="2905324" y="27224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8" name="Freeform 6987"/>
          <p:cNvSpPr/>
          <p:nvPr/>
        </p:nvSpPr>
        <p:spPr>
          <a:xfrm>
            <a:off x="2950426" y="28314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9" name="Freeform 6988"/>
          <p:cNvSpPr/>
          <p:nvPr/>
        </p:nvSpPr>
        <p:spPr>
          <a:xfrm>
            <a:off x="3013599" y="24788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0" name="Freeform 6989"/>
          <p:cNvSpPr/>
          <p:nvPr/>
        </p:nvSpPr>
        <p:spPr>
          <a:xfrm>
            <a:off x="2989950" y="29720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1" name="Freeform 6990"/>
          <p:cNvSpPr/>
          <p:nvPr/>
        </p:nvSpPr>
        <p:spPr>
          <a:xfrm>
            <a:off x="2931575" y="27775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2" name="Freeform 6991"/>
          <p:cNvSpPr/>
          <p:nvPr/>
        </p:nvSpPr>
        <p:spPr>
          <a:xfrm>
            <a:off x="2892594" y="35731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3" name="Freeform 6992"/>
          <p:cNvSpPr/>
          <p:nvPr/>
        </p:nvSpPr>
        <p:spPr>
          <a:xfrm>
            <a:off x="3016394" y="20737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4" name="Freeform 6993"/>
          <p:cNvSpPr/>
          <p:nvPr/>
        </p:nvSpPr>
        <p:spPr>
          <a:xfrm>
            <a:off x="3020762" y="27883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5" name="Freeform 6994"/>
          <p:cNvSpPr/>
          <p:nvPr/>
        </p:nvSpPr>
        <p:spPr>
          <a:xfrm>
            <a:off x="3135471" y="25397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6" name="Freeform 6995"/>
          <p:cNvSpPr/>
          <p:nvPr/>
        </p:nvSpPr>
        <p:spPr>
          <a:xfrm>
            <a:off x="2947446" y="21712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7" name="Freeform 6996"/>
          <p:cNvSpPr/>
          <p:nvPr/>
        </p:nvSpPr>
        <p:spPr>
          <a:xfrm>
            <a:off x="3064611" y="25968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8" name="Freeform 6997"/>
          <p:cNvSpPr/>
          <p:nvPr/>
        </p:nvSpPr>
        <p:spPr>
          <a:xfrm>
            <a:off x="2880353" y="21762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9" name="Freeform 6998"/>
          <p:cNvSpPr/>
          <p:nvPr/>
        </p:nvSpPr>
        <p:spPr>
          <a:xfrm>
            <a:off x="2923668" y="31637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0" name="Freeform 6999"/>
          <p:cNvSpPr/>
          <p:nvPr/>
        </p:nvSpPr>
        <p:spPr>
          <a:xfrm>
            <a:off x="2914992" y="18258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1" name="Freeform 7000"/>
          <p:cNvSpPr/>
          <p:nvPr/>
        </p:nvSpPr>
        <p:spPr>
          <a:xfrm>
            <a:off x="2928876" y="23075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2" name="Freeform 7001"/>
          <p:cNvSpPr/>
          <p:nvPr/>
        </p:nvSpPr>
        <p:spPr>
          <a:xfrm>
            <a:off x="2902063" y="26303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3" name="Freeform 7002"/>
          <p:cNvSpPr/>
          <p:nvPr/>
        </p:nvSpPr>
        <p:spPr>
          <a:xfrm>
            <a:off x="2923692" y="21832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4" name="Freeform 7003"/>
          <p:cNvSpPr/>
          <p:nvPr/>
        </p:nvSpPr>
        <p:spPr>
          <a:xfrm>
            <a:off x="2955482" y="31369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5" name="Freeform 7004"/>
          <p:cNvSpPr/>
          <p:nvPr/>
        </p:nvSpPr>
        <p:spPr>
          <a:xfrm>
            <a:off x="2929770" y="28133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6" name="Freeform 7005"/>
          <p:cNvSpPr/>
          <p:nvPr/>
        </p:nvSpPr>
        <p:spPr>
          <a:xfrm>
            <a:off x="3001942" y="21762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7" name="Freeform 7006"/>
          <p:cNvSpPr/>
          <p:nvPr/>
        </p:nvSpPr>
        <p:spPr>
          <a:xfrm>
            <a:off x="2953592" y="33936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8" name="Freeform 7007"/>
          <p:cNvSpPr/>
          <p:nvPr/>
        </p:nvSpPr>
        <p:spPr>
          <a:xfrm>
            <a:off x="2958931" y="25011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9" name="Freeform 7008"/>
          <p:cNvSpPr/>
          <p:nvPr/>
        </p:nvSpPr>
        <p:spPr>
          <a:xfrm>
            <a:off x="3054828" y="25115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0" name="Freeform 7009"/>
          <p:cNvSpPr/>
          <p:nvPr/>
        </p:nvSpPr>
        <p:spPr>
          <a:xfrm>
            <a:off x="2979517" y="19832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1" name="Freeform 7010"/>
          <p:cNvSpPr/>
          <p:nvPr/>
        </p:nvSpPr>
        <p:spPr>
          <a:xfrm>
            <a:off x="2969094" y="32892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2" name="Freeform 7011"/>
          <p:cNvSpPr/>
          <p:nvPr/>
        </p:nvSpPr>
        <p:spPr>
          <a:xfrm>
            <a:off x="2957793" y="21154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3" name="Freeform 7012"/>
          <p:cNvSpPr/>
          <p:nvPr/>
        </p:nvSpPr>
        <p:spPr>
          <a:xfrm>
            <a:off x="2963110" y="29129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4" name="Freeform 7013"/>
          <p:cNvSpPr/>
          <p:nvPr/>
        </p:nvSpPr>
        <p:spPr>
          <a:xfrm>
            <a:off x="2996311" y="28715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5" name="Freeform 7014"/>
          <p:cNvSpPr/>
          <p:nvPr/>
        </p:nvSpPr>
        <p:spPr>
          <a:xfrm>
            <a:off x="2906919" y="31565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6" name="Freeform 7015"/>
          <p:cNvSpPr/>
          <p:nvPr/>
        </p:nvSpPr>
        <p:spPr>
          <a:xfrm>
            <a:off x="3033464" y="31072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7" name="Freeform 7016"/>
          <p:cNvSpPr/>
          <p:nvPr/>
        </p:nvSpPr>
        <p:spPr>
          <a:xfrm>
            <a:off x="3061189" y="25588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8" name="Freeform 7017"/>
          <p:cNvSpPr/>
          <p:nvPr/>
        </p:nvSpPr>
        <p:spPr>
          <a:xfrm>
            <a:off x="3034028" y="31162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9" name="Freeform 7018"/>
          <p:cNvSpPr/>
          <p:nvPr/>
        </p:nvSpPr>
        <p:spPr>
          <a:xfrm>
            <a:off x="2927095" y="24350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0" name="Freeform 7019"/>
          <p:cNvSpPr/>
          <p:nvPr/>
        </p:nvSpPr>
        <p:spPr>
          <a:xfrm>
            <a:off x="2855536" y="29509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1" name="Freeform 7020"/>
          <p:cNvSpPr/>
          <p:nvPr/>
        </p:nvSpPr>
        <p:spPr>
          <a:xfrm>
            <a:off x="2930658" y="315323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2" name="Freeform 7021"/>
          <p:cNvSpPr/>
          <p:nvPr/>
        </p:nvSpPr>
        <p:spPr>
          <a:xfrm>
            <a:off x="2969047" y="29013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3" name="Freeform 7022"/>
          <p:cNvSpPr/>
          <p:nvPr/>
        </p:nvSpPr>
        <p:spPr>
          <a:xfrm>
            <a:off x="3012871" y="25834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4" name="Freeform 7023"/>
          <p:cNvSpPr/>
          <p:nvPr/>
        </p:nvSpPr>
        <p:spPr>
          <a:xfrm>
            <a:off x="2947202" y="2809217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5" name="Freeform 7024"/>
          <p:cNvSpPr/>
          <p:nvPr/>
        </p:nvSpPr>
        <p:spPr>
          <a:xfrm>
            <a:off x="2939340" y="26946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6" name="Freeform 7025"/>
          <p:cNvSpPr/>
          <p:nvPr/>
        </p:nvSpPr>
        <p:spPr>
          <a:xfrm>
            <a:off x="3057898" y="24512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7" name="Freeform 7026"/>
          <p:cNvSpPr/>
          <p:nvPr/>
        </p:nvSpPr>
        <p:spPr>
          <a:xfrm>
            <a:off x="2915530" y="23092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8" name="Freeform 7027"/>
          <p:cNvSpPr/>
          <p:nvPr/>
        </p:nvSpPr>
        <p:spPr>
          <a:xfrm>
            <a:off x="3028313" y="2821255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9" name="Freeform 7028"/>
          <p:cNvSpPr/>
          <p:nvPr/>
        </p:nvSpPr>
        <p:spPr>
          <a:xfrm>
            <a:off x="3017876" y="30911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0" name="Freeform 7029"/>
          <p:cNvSpPr/>
          <p:nvPr/>
        </p:nvSpPr>
        <p:spPr>
          <a:xfrm>
            <a:off x="2872644" y="26792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1" name="Freeform 7030"/>
          <p:cNvSpPr/>
          <p:nvPr/>
        </p:nvSpPr>
        <p:spPr>
          <a:xfrm>
            <a:off x="2977151" y="25342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2" name="Freeform 7031"/>
          <p:cNvSpPr/>
          <p:nvPr/>
        </p:nvSpPr>
        <p:spPr>
          <a:xfrm>
            <a:off x="2922857" y="32442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3" name="Freeform 7032"/>
          <p:cNvSpPr/>
          <p:nvPr/>
        </p:nvSpPr>
        <p:spPr>
          <a:xfrm>
            <a:off x="2897431" y="30346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4" name="Freeform 7033"/>
          <p:cNvSpPr/>
          <p:nvPr/>
        </p:nvSpPr>
        <p:spPr>
          <a:xfrm>
            <a:off x="2838828" y="29716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5" name="Freeform 7034"/>
          <p:cNvSpPr/>
          <p:nvPr/>
        </p:nvSpPr>
        <p:spPr>
          <a:xfrm>
            <a:off x="2857247" y="278365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6" name="Freeform 7035"/>
          <p:cNvSpPr/>
          <p:nvPr/>
        </p:nvSpPr>
        <p:spPr>
          <a:xfrm>
            <a:off x="2986004" y="29870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7" name="Freeform 7036"/>
          <p:cNvSpPr/>
          <p:nvPr/>
        </p:nvSpPr>
        <p:spPr>
          <a:xfrm>
            <a:off x="2933831" y="24472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8" name="Freeform 7037"/>
          <p:cNvSpPr/>
          <p:nvPr/>
        </p:nvSpPr>
        <p:spPr>
          <a:xfrm>
            <a:off x="2976815" y="32973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9" name="Freeform 7038"/>
          <p:cNvSpPr/>
          <p:nvPr/>
        </p:nvSpPr>
        <p:spPr>
          <a:xfrm>
            <a:off x="2889996" y="32880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0" name="Freeform 7039"/>
          <p:cNvSpPr/>
          <p:nvPr/>
        </p:nvSpPr>
        <p:spPr>
          <a:xfrm>
            <a:off x="2938235" y="283000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1" name="Freeform 7040"/>
          <p:cNvSpPr/>
          <p:nvPr/>
        </p:nvSpPr>
        <p:spPr>
          <a:xfrm>
            <a:off x="2941417" y="27718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2" name="Freeform 7041"/>
          <p:cNvSpPr/>
          <p:nvPr/>
        </p:nvSpPr>
        <p:spPr>
          <a:xfrm>
            <a:off x="2858679" y="32420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3" name="Freeform 7042"/>
          <p:cNvSpPr/>
          <p:nvPr/>
        </p:nvSpPr>
        <p:spPr>
          <a:xfrm>
            <a:off x="2851041" y="2930324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4" name="Freeform 7043"/>
          <p:cNvSpPr/>
          <p:nvPr/>
        </p:nvSpPr>
        <p:spPr>
          <a:xfrm>
            <a:off x="2987681" y="28546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5" name="Freeform 7044"/>
          <p:cNvSpPr/>
          <p:nvPr/>
        </p:nvSpPr>
        <p:spPr>
          <a:xfrm>
            <a:off x="2968647" y="28518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6" name="Freeform 7045"/>
          <p:cNvSpPr/>
          <p:nvPr/>
        </p:nvSpPr>
        <p:spPr>
          <a:xfrm>
            <a:off x="2898441" y="26514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7" name="Freeform 7046"/>
          <p:cNvSpPr/>
          <p:nvPr/>
        </p:nvSpPr>
        <p:spPr>
          <a:xfrm>
            <a:off x="2952481" y="29504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8" name="Freeform 7047"/>
          <p:cNvSpPr/>
          <p:nvPr/>
        </p:nvSpPr>
        <p:spPr>
          <a:xfrm>
            <a:off x="3002123" y="21638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9" name="Freeform 7048"/>
          <p:cNvSpPr/>
          <p:nvPr/>
        </p:nvSpPr>
        <p:spPr>
          <a:xfrm>
            <a:off x="3078071" y="25277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0" name="Freeform 7049"/>
          <p:cNvSpPr/>
          <p:nvPr/>
        </p:nvSpPr>
        <p:spPr>
          <a:xfrm>
            <a:off x="2901382" y="30039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1" name="Freeform 7050"/>
          <p:cNvSpPr/>
          <p:nvPr/>
        </p:nvSpPr>
        <p:spPr>
          <a:xfrm>
            <a:off x="2999148" y="26724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2" name="Freeform 7051"/>
          <p:cNvSpPr/>
          <p:nvPr/>
        </p:nvSpPr>
        <p:spPr>
          <a:xfrm>
            <a:off x="3096727" y="26616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3" name="Freeform 7052"/>
          <p:cNvSpPr/>
          <p:nvPr/>
        </p:nvSpPr>
        <p:spPr>
          <a:xfrm>
            <a:off x="2963366" y="22606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4" name="Freeform 7053"/>
          <p:cNvSpPr/>
          <p:nvPr/>
        </p:nvSpPr>
        <p:spPr>
          <a:xfrm>
            <a:off x="3054422" y="29279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5" name="Freeform 7054"/>
          <p:cNvSpPr/>
          <p:nvPr/>
        </p:nvSpPr>
        <p:spPr>
          <a:xfrm>
            <a:off x="2791010" y="24251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6" name="Freeform 7055"/>
          <p:cNvSpPr/>
          <p:nvPr/>
        </p:nvSpPr>
        <p:spPr>
          <a:xfrm>
            <a:off x="3053234" y="26918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7" name="Freeform 7056"/>
          <p:cNvSpPr/>
          <p:nvPr/>
        </p:nvSpPr>
        <p:spPr>
          <a:xfrm>
            <a:off x="2958398" y="21588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8" name="Freeform 7057"/>
          <p:cNvSpPr/>
          <p:nvPr/>
        </p:nvSpPr>
        <p:spPr>
          <a:xfrm>
            <a:off x="2837096" y="22326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9" name="Freeform 7058"/>
          <p:cNvSpPr/>
          <p:nvPr/>
        </p:nvSpPr>
        <p:spPr>
          <a:xfrm>
            <a:off x="3009741" y="26348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0" name="Freeform 7059"/>
          <p:cNvSpPr/>
          <p:nvPr/>
        </p:nvSpPr>
        <p:spPr>
          <a:xfrm>
            <a:off x="3027283" y="28036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1" name="Freeform 7060"/>
          <p:cNvSpPr/>
          <p:nvPr/>
        </p:nvSpPr>
        <p:spPr>
          <a:xfrm>
            <a:off x="3037626" y="25209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2" name="Freeform 7061"/>
          <p:cNvSpPr/>
          <p:nvPr/>
        </p:nvSpPr>
        <p:spPr>
          <a:xfrm>
            <a:off x="3037039" y="27735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3" name="Freeform 7062"/>
          <p:cNvSpPr/>
          <p:nvPr/>
        </p:nvSpPr>
        <p:spPr>
          <a:xfrm>
            <a:off x="2957125" y="20894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4" name="Freeform 7063"/>
          <p:cNvSpPr/>
          <p:nvPr/>
        </p:nvSpPr>
        <p:spPr>
          <a:xfrm>
            <a:off x="2910436" y="26783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5" name="Freeform 7064"/>
          <p:cNvSpPr/>
          <p:nvPr/>
        </p:nvSpPr>
        <p:spPr>
          <a:xfrm>
            <a:off x="2929091" y="285638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6" name="Freeform 7065"/>
          <p:cNvSpPr/>
          <p:nvPr/>
        </p:nvSpPr>
        <p:spPr>
          <a:xfrm>
            <a:off x="2956804" y="28762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7" name="Freeform 7066"/>
          <p:cNvSpPr/>
          <p:nvPr/>
        </p:nvSpPr>
        <p:spPr>
          <a:xfrm>
            <a:off x="2985460" y="31532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8" name="Freeform 7067"/>
          <p:cNvSpPr/>
          <p:nvPr/>
        </p:nvSpPr>
        <p:spPr>
          <a:xfrm>
            <a:off x="2927772" y="25026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9" name="Freeform 7068"/>
          <p:cNvSpPr/>
          <p:nvPr/>
        </p:nvSpPr>
        <p:spPr>
          <a:xfrm>
            <a:off x="2962226" y="30087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0" name="Freeform 7069"/>
          <p:cNvSpPr/>
          <p:nvPr/>
        </p:nvSpPr>
        <p:spPr>
          <a:xfrm>
            <a:off x="3016087" y="23034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1" name="Freeform 7070"/>
          <p:cNvSpPr/>
          <p:nvPr/>
        </p:nvSpPr>
        <p:spPr>
          <a:xfrm>
            <a:off x="2980219" y="31826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2" name="Freeform 7071"/>
          <p:cNvSpPr/>
          <p:nvPr/>
        </p:nvSpPr>
        <p:spPr>
          <a:xfrm>
            <a:off x="3108265" y="26604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3" name="Freeform 7072"/>
          <p:cNvSpPr/>
          <p:nvPr/>
        </p:nvSpPr>
        <p:spPr>
          <a:xfrm>
            <a:off x="3099390" y="22843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4" name="Freeform 7073"/>
          <p:cNvSpPr/>
          <p:nvPr/>
        </p:nvSpPr>
        <p:spPr>
          <a:xfrm>
            <a:off x="2884390" y="34985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5" name="Freeform 7074"/>
          <p:cNvSpPr/>
          <p:nvPr/>
        </p:nvSpPr>
        <p:spPr>
          <a:xfrm>
            <a:off x="2922136" y="19652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6" name="Freeform 7075"/>
          <p:cNvSpPr/>
          <p:nvPr/>
        </p:nvSpPr>
        <p:spPr>
          <a:xfrm>
            <a:off x="2873890" y="28636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7" name="Freeform 7076"/>
          <p:cNvSpPr/>
          <p:nvPr/>
        </p:nvSpPr>
        <p:spPr>
          <a:xfrm>
            <a:off x="2883293" y="26553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8" name="Freeform 7077"/>
          <p:cNvSpPr/>
          <p:nvPr/>
        </p:nvSpPr>
        <p:spPr>
          <a:xfrm>
            <a:off x="2994594" y="24971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9" name="Freeform 7078"/>
          <p:cNvSpPr/>
          <p:nvPr/>
        </p:nvSpPr>
        <p:spPr>
          <a:xfrm>
            <a:off x="2894484" y="24402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0" name="Freeform 7079"/>
          <p:cNvSpPr/>
          <p:nvPr/>
        </p:nvSpPr>
        <p:spPr>
          <a:xfrm>
            <a:off x="2890917" y="26065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1" name="Freeform 7080"/>
          <p:cNvSpPr/>
          <p:nvPr/>
        </p:nvSpPr>
        <p:spPr>
          <a:xfrm>
            <a:off x="2941493" y="23405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2" name="Freeform 7081"/>
          <p:cNvSpPr/>
          <p:nvPr/>
        </p:nvSpPr>
        <p:spPr>
          <a:xfrm>
            <a:off x="3011181" y="25164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3" name="Freeform 7082"/>
          <p:cNvSpPr/>
          <p:nvPr/>
        </p:nvSpPr>
        <p:spPr>
          <a:xfrm>
            <a:off x="2935937" y="20598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4" name="Freeform 7083"/>
          <p:cNvSpPr/>
          <p:nvPr/>
        </p:nvSpPr>
        <p:spPr>
          <a:xfrm>
            <a:off x="2935804" y="25152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5" name="Freeform 7084"/>
          <p:cNvSpPr/>
          <p:nvPr/>
        </p:nvSpPr>
        <p:spPr>
          <a:xfrm>
            <a:off x="3018862" y="19849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6" name="Freeform 7085"/>
          <p:cNvSpPr/>
          <p:nvPr/>
        </p:nvSpPr>
        <p:spPr>
          <a:xfrm>
            <a:off x="2989789" y="23759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7" name="Freeform 7086"/>
          <p:cNvSpPr/>
          <p:nvPr/>
        </p:nvSpPr>
        <p:spPr>
          <a:xfrm>
            <a:off x="2988768" y="337115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8" name="Freeform 7087"/>
          <p:cNvSpPr/>
          <p:nvPr/>
        </p:nvSpPr>
        <p:spPr>
          <a:xfrm>
            <a:off x="3020801" y="17472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9" name="Freeform 7088"/>
          <p:cNvSpPr/>
          <p:nvPr/>
        </p:nvSpPr>
        <p:spPr>
          <a:xfrm>
            <a:off x="2893141" y="29184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0" name="Freeform 7089"/>
          <p:cNvSpPr/>
          <p:nvPr/>
        </p:nvSpPr>
        <p:spPr>
          <a:xfrm>
            <a:off x="2973093" y="21573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1" name="Freeform 7090"/>
          <p:cNvSpPr/>
          <p:nvPr/>
        </p:nvSpPr>
        <p:spPr>
          <a:xfrm>
            <a:off x="2917770" y="26973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2" name="Freeform 7091"/>
          <p:cNvSpPr/>
          <p:nvPr/>
        </p:nvSpPr>
        <p:spPr>
          <a:xfrm>
            <a:off x="3025945" y="23171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3" name="Freeform 7092"/>
          <p:cNvSpPr/>
          <p:nvPr/>
        </p:nvSpPr>
        <p:spPr>
          <a:xfrm>
            <a:off x="3012213" y="29603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4" name="Freeform 7093"/>
          <p:cNvSpPr/>
          <p:nvPr/>
        </p:nvSpPr>
        <p:spPr>
          <a:xfrm>
            <a:off x="2891016" y="24771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5" name="Freeform 7094"/>
          <p:cNvSpPr/>
          <p:nvPr/>
        </p:nvSpPr>
        <p:spPr>
          <a:xfrm>
            <a:off x="3046237" y="28003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6" name="Freeform 7095"/>
          <p:cNvSpPr/>
          <p:nvPr/>
        </p:nvSpPr>
        <p:spPr>
          <a:xfrm>
            <a:off x="2882919" y="21267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7" name="Freeform 7096"/>
          <p:cNvSpPr/>
          <p:nvPr/>
        </p:nvSpPr>
        <p:spPr>
          <a:xfrm>
            <a:off x="3035315" y="25459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8" name="Freeform 7097"/>
          <p:cNvSpPr/>
          <p:nvPr/>
        </p:nvSpPr>
        <p:spPr>
          <a:xfrm>
            <a:off x="2972427" y="23631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9" name="Freeform 7098"/>
          <p:cNvSpPr/>
          <p:nvPr/>
        </p:nvSpPr>
        <p:spPr>
          <a:xfrm>
            <a:off x="2902243" y="350289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0" name="Freeform 7099"/>
          <p:cNvSpPr/>
          <p:nvPr/>
        </p:nvSpPr>
        <p:spPr>
          <a:xfrm>
            <a:off x="2886140" y="27387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1" name="Freeform 7100"/>
          <p:cNvSpPr/>
          <p:nvPr/>
        </p:nvSpPr>
        <p:spPr>
          <a:xfrm>
            <a:off x="2939210" y="25563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2" name="Freeform 7101"/>
          <p:cNvSpPr/>
          <p:nvPr/>
        </p:nvSpPr>
        <p:spPr>
          <a:xfrm>
            <a:off x="2957487" y="26250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3" name="Freeform 7102"/>
          <p:cNvSpPr/>
          <p:nvPr/>
        </p:nvSpPr>
        <p:spPr>
          <a:xfrm>
            <a:off x="2912724" y="23538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4" name="Freeform 7103"/>
          <p:cNvSpPr/>
          <p:nvPr/>
        </p:nvSpPr>
        <p:spPr>
          <a:xfrm>
            <a:off x="2995771" y="28417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5" name="Freeform 7104"/>
          <p:cNvSpPr/>
          <p:nvPr/>
        </p:nvSpPr>
        <p:spPr>
          <a:xfrm>
            <a:off x="2867706" y="26893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6" name="Freeform 7105"/>
          <p:cNvSpPr/>
          <p:nvPr/>
        </p:nvSpPr>
        <p:spPr>
          <a:xfrm>
            <a:off x="2958575" y="22729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7" name="Freeform 7106"/>
          <p:cNvSpPr/>
          <p:nvPr/>
        </p:nvSpPr>
        <p:spPr>
          <a:xfrm>
            <a:off x="2959098" y="35450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8" name="Freeform 7107"/>
          <p:cNvSpPr/>
          <p:nvPr/>
        </p:nvSpPr>
        <p:spPr>
          <a:xfrm>
            <a:off x="2836953" y="24905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9" name="Freeform 7108"/>
          <p:cNvSpPr/>
          <p:nvPr/>
        </p:nvSpPr>
        <p:spPr>
          <a:xfrm>
            <a:off x="2979234" y="28300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0" name="Freeform 7109"/>
          <p:cNvSpPr/>
          <p:nvPr/>
        </p:nvSpPr>
        <p:spPr>
          <a:xfrm>
            <a:off x="2876614" y="304267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1" name="Freeform 7110"/>
          <p:cNvSpPr/>
          <p:nvPr/>
        </p:nvSpPr>
        <p:spPr>
          <a:xfrm>
            <a:off x="2796053" y="25835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2" name="Freeform 7111"/>
          <p:cNvSpPr/>
          <p:nvPr/>
        </p:nvSpPr>
        <p:spPr>
          <a:xfrm>
            <a:off x="2918975" y="22559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3" name="Freeform 7112"/>
          <p:cNvSpPr/>
          <p:nvPr/>
        </p:nvSpPr>
        <p:spPr>
          <a:xfrm>
            <a:off x="2944105" y="23251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4" name="Freeform 7113"/>
          <p:cNvSpPr/>
          <p:nvPr/>
        </p:nvSpPr>
        <p:spPr>
          <a:xfrm>
            <a:off x="3018059" y="27569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5" name="Freeform 7114"/>
          <p:cNvSpPr/>
          <p:nvPr/>
        </p:nvSpPr>
        <p:spPr>
          <a:xfrm>
            <a:off x="2927282" y="23852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6" name="Freeform 7115"/>
          <p:cNvSpPr/>
          <p:nvPr/>
        </p:nvSpPr>
        <p:spPr>
          <a:xfrm>
            <a:off x="3055220" y="23880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7" name="Freeform 7116"/>
          <p:cNvSpPr/>
          <p:nvPr/>
        </p:nvSpPr>
        <p:spPr>
          <a:xfrm>
            <a:off x="3052958" y="27393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8" name="Freeform 7117"/>
          <p:cNvSpPr/>
          <p:nvPr/>
        </p:nvSpPr>
        <p:spPr>
          <a:xfrm>
            <a:off x="3030392" y="29620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9" name="Freeform 7118"/>
          <p:cNvSpPr/>
          <p:nvPr/>
        </p:nvSpPr>
        <p:spPr>
          <a:xfrm>
            <a:off x="3045453" y="29407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0" name="Freeform 7119"/>
          <p:cNvSpPr/>
          <p:nvPr/>
        </p:nvSpPr>
        <p:spPr>
          <a:xfrm>
            <a:off x="2981903" y="23991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1" name="Freeform 7120"/>
          <p:cNvSpPr/>
          <p:nvPr/>
        </p:nvSpPr>
        <p:spPr>
          <a:xfrm>
            <a:off x="2922636" y="27227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2" name="Freeform 7121"/>
          <p:cNvSpPr/>
          <p:nvPr/>
        </p:nvSpPr>
        <p:spPr>
          <a:xfrm>
            <a:off x="3001362" y="30918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3" name="Freeform 7122"/>
          <p:cNvSpPr/>
          <p:nvPr/>
        </p:nvSpPr>
        <p:spPr>
          <a:xfrm>
            <a:off x="3022243" y="3326706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4" name="Freeform 7123"/>
          <p:cNvSpPr/>
          <p:nvPr/>
        </p:nvSpPr>
        <p:spPr>
          <a:xfrm>
            <a:off x="2974618" y="24014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5" name="Freeform 7124"/>
          <p:cNvSpPr/>
          <p:nvPr/>
        </p:nvSpPr>
        <p:spPr>
          <a:xfrm>
            <a:off x="2942997" y="29082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6" name="Freeform 7125"/>
          <p:cNvSpPr/>
          <p:nvPr/>
        </p:nvSpPr>
        <p:spPr>
          <a:xfrm>
            <a:off x="2856536" y="25857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7" name="Freeform 7126"/>
          <p:cNvSpPr/>
          <p:nvPr/>
        </p:nvSpPr>
        <p:spPr>
          <a:xfrm>
            <a:off x="3003191" y="22514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8" name="Freeform 7127"/>
          <p:cNvSpPr/>
          <p:nvPr/>
        </p:nvSpPr>
        <p:spPr>
          <a:xfrm>
            <a:off x="2981998" y="31884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9" name="Freeform 7128"/>
          <p:cNvSpPr/>
          <p:nvPr/>
        </p:nvSpPr>
        <p:spPr>
          <a:xfrm>
            <a:off x="2873915" y="27238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0" name="Freeform 7129"/>
          <p:cNvSpPr/>
          <p:nvPr/>
        </p:nvSpPr>
        <p:spPr>
          <a:xfrm>
            <a:off x="2965510" y="27700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1" name="Freeform 7130"/>
          <p:cNvSpPr/>
          <p:nvPr/>
        </p:nvSpPr>
        <p:spPr>
          <a:xfrm>
            <a:off x="3006241" y="25676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2" name="Freeform 7131"/>
          <p:cNvSpPr/>
          <p:nvPr/>
        </p:nvSpPr>
        <p:spPr>
          <a:xfrm>
            <a:off x="2951863" y="22516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3" name="Freeform 7132"/>
          <p:cNvSpPr/>
          <p:nvPr/>
        </p:nvSpPr>
        <p:spPr>
          <a:xfrm>
            <a:off x="3010242" y="31960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4" name="Freeform 7133"/>
          <p:cNvSpPr/>
          <p:nvPr/>
        </p:nvSpPr>
        <p:spPr>
          <a:xfrm>
            <a:off x="3008338" y="24977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5" name="Freeform 7134"/>
          <p:cNvSpPr/>
          <p:nvPr/>
        </p:nvSpPr>
        <p:spPr>
          <a:xfrm>
            <a:off x="2862421" y="23279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6" name="Freeform 7135"/>
          <p:cNvSpPr/>
          <p:nvPr/>
        </p:nvSpPr>
        <p:spPr>
          <a:xfrm>
            <a:off x="2939295" y="27757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7" name="Freeform 7136"/>
          <p:cNvSpPr/>
          <p:nvPr/>
        </p:nvSpPr>
        <p:spPr>
          <a:xfrm>
            <a:off x="2990697" y="27577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8" name="Freeform 7137"/>
          <p:cNvSpPr/>
          <p:nvPr/>
        </p:nvSpPr>
        <p:spPr>
          <a:xfrm>
            <a:off x="3018958" y="25533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9" name="Freeform 7138"/>
          <p:cNvSpPr/>
          <p:nvPr/>
        </p:nvSpPr>
        <p:spPr>
          <a:xfrm>
            <a:off x="3051251" y="25804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0" name="Freeform 7139"/>
          <p:cNvSpPr/>
          <p:nvPr/>
        </p:nvSpPr>
        <p:spPr>
          <a:xfrm>
            <a:off x="2833498" y="24931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1" name="Freeform 7140"/>
          <p:cNvSpPr/>
          <p:nvPr/>
        </p:nvSpPr>
        <p:spPr>
          <a:xfrm>
            <a:off x="2954658" y="25008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2" name="Freeform 7141"/>
          <p:cNvSpPr/>
          <p:nvPr/>
        </p:nvSpPr>
        <p:spPr>
          <a:xfrm>
            <a:off x="3005831" y="30682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3" name="Freeform 7142"/>
          <p:cNvSpPr/>
          <p:nvPr/>
        </p:nvSpPr>
        <p:spPr>
          <a:xfrm>
            <a:off x="3039110" y="23431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4" name="Freeform 7143"/>
          <p:cNvSpPr/>
          <p:nvPr/>
        </p:nvSpPr>
        <p:spPr>
          <a:xfrm>
            <a:off x="3069440" y="22782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5" name="Freeform 7144"/>
          <p:cNvSpPr/>
          <p:nvPr/>
        </p:nvSpPr>
        <p:spPr>
          <a:xfrm>
            <a:off x="2897805" y="26388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6" name="Freeform 7145"/>
          <p:cNvSpPr/>
          <p:nvPr/>
        </p:nvSpPr>
        <p:spPr>
          <a:xfrm>
            <a:off x="2934595" y="32565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7" name="Freeform 7146"/>
          <p:cNvSpPr/>
          <p:nvPr/>
        </p:nvSpPr>
        <p:spPr>
          <a:xfrm>
            <a:off x="2889999" y="27494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8" name="Freeform 7147"/>
          <p:cNvSpPr/>
          <p:nvPr/>
        </p:nvSpPr>
        <p:spPr>
          <a:xfrm>
            <a:off x="3012552" y="26357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9" name="Freeform 7148"/>
          <p:cNvSpPr/>
          <p:nvPr/>
        </p:nvSpPr>
        <p:spPr>
          <a:xfrm>
            <a:off x="2872301" y="31280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0" name="Freeform 7149"/>
          <p:cNvSpPr/>
          <p:nvPr/>
        </p:nvSpPr>
        <p:spPr>
          <a:xfrm>
            <a:off x="3036509" y="28396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1" name="Freeform 7150"/>
          <p:cNvSpPr/>
          <p:nvPr/>
        </p:nvSpPr>
        <p:spPr>
          <a:xfrm>
            <a:off x="3020314" y="32254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2" name="Freeform 7151"/>
          <p:cNvSpPr/>
          <p:nvPr/>
        </p:nvSpPr>
        <p:spPr>
          <a:xfrm>
            <a:off x="2990904" y="24839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3" name="Freeform 7152"/>
          <p:cNvSpPr/>
          <p:nvPr/>
        </p:nvSpPr>
        <p:spPr>
          <a:xfrm>
            <a:off x="2816781" y="26462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4" name="Freeform 7153"/>
          <p:cNvSpPr/>
          <p:nvPr/>
        </p:nvSpPr>
        <p:spPr>
          <a:xfrm>
            <a:off x="2914609" y="33123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5" name="Freeform 7154"/>
          <p:cNvSpPr/>
          <p:nvPr/>
        </p:nvSpPr>
        <p:spPr>
          <a:xfrm>
            <a:off x="3008046" y="25780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6" name="Freeform 7155"/>
          <p:cNvSpPr/>
          <p:nvPr/>
        </p:nvSpPr>
        <p:spPr>
          <a:xfrm>
            <a:off x="2866159" y="27280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7" name="Freeform 7156"/>
          <p:cNvSpPr/>
          <p:nvPr/>
        </p:nvSpPr>
        <p:spPr>
          <a:xfrm>
            <a:off x="2943274" y="25173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8" name="Freeform 7157"/>
          <p:cNvSpPr/>
          <p:nvPr/>
        </p:nvSpPr>
        <p:spPr>
          <a:xfrm>
            <a:off x="2952140" y="28511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9" name="Freeform 7158"/>
          <p:cNvSpPr/>
          <p:nvPr/>
        </p:nvSpPr>
        <p:spPr>
          <a:xfrm>
            <a:off x="3017278" y="30019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0" name="Freeform 7159"/>
          <p:cNvSpPr/>
          <p:nvPr/>
        </p:nvSpPr>
        <p:spPr>
          <a:xfrm>
            <a:off x="2977488" y="29906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1" name="Freeform 7160"/>
          <p:cNvSpPr/>
          <p:nvPr/>
        </p:nvSpPr>
        <p:spPr>
          <a:xfrm>
            <a:off x="2976955" y="29051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2" name="Freeform 7161"/>
          <p:cNvSpPr/>
          <p:nvPr/>
        </p:nvSpPr>
        <p:spPr>
          <a:xfrm>
            <a:off x="2930121" y="27003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3" name="Freeform 7162"/>
          <p:cNvSpPr/>
          <p:nvPr/>
        </p:nvSpPr>
        <p:spPr>
          <a:xfrm>
            <a:off x="2959316" y="26528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4" name="Freeform 7163"/>
          <p:cNvSpPr/>
          <p:nvPr/>
        </p:nvSpPr>
        <p:spPr>
          <a:xfrm>
            <a:off x="2950163" y="277736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5" name="Freeform 7164"/>
          <p:cNvSpPr/>
          <p:nvPr/>
        </p:nvSpPr>
        <p:spPr>
          <a:xfrm>
            <a:off x="3006666" y="28628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6" name="Freeform 7165"/>
          <p:cNvSpPr/>
          <p:nvPr/>
        </p:nvSpPr>
        <p:spPr>
          <a:xfrm>
            <a:off x="2947201" y="28364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7" name="Freeform 7166"/>
          <p:cNvSpPr/>
          <p:nvPr/>
        </p:nvSpPr>
        <p:spPr>
          <a:xfrm>
            <a:off x="3026677" y="17852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8" name="Freeform 7167"/>
          <p:cNvSpPr/>
          <p:nvPr/>
        </p:nvSpPr>
        <p:spPr>
          <a:xfrm>
            <a:off x="2847676" y="29906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9" name="Freeform 7168"/>
          <p:cNvSpPr/>
          <p:nvPr/>
        </p:nvSpPr>
        <p:spPr>
          <a:xfrm>
            <a:off x="3037606" y="29123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0" name="Freeform 7169"/>
          <p:cNvSpPr/>
          <p:nvPr/>
        </p:nvSpPr>
        <p:spPr>
          <a:xfrm>
            <a:off x="2947787" y="14962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1" name="Freeform 7170"/>
          <p:cNvSpPr/>
          <p:nvPr/>
        </p:nvSpPr>
        <p:spPr>
          <a:xfrm>
            <a:off x="3032869" y="25524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2" name="Freeform 7171"/>
          <p:cNvSpPr/>
          <p:nvPr/>
        </p:nvSpPr>
        <p:spPr>
          <a:xfrm>
            <a:off x="2964409" y="32146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3" name="Freeform 7172"/>
          <p:cNvSpPr/>
          <p:nvPr/>
        </p:nvSpPr>
        <p:spPr>
          <a:xfrm>
            <a:off x="3014934" y="23974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4" name="Freeform 7173"/>
          <p:cNvSpPr/>
          <p:nvPr/>
        </p:nvSpPr>
        <p:spPr>
          <a:xfrm>
            <a:off x="3056828" y="304183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5" name="Freeform 7174"/>
          <p:cNvSpPr/>
          <p:nvPr/>
        </p:nvSpPr>
        <p:spPr>
          <a:xfrm>
            <a:off x="2922601" y="23730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6" name="Freeform 7175"/>
          <p:cNvSpPr/>
          <p:nvPr/>
        </p:nvSpPr>
        <p:spPr>
          <a:xfrm>
            <a:off x="2964154" y="27848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7" name="Freeform 7176"/>
          <p:cNvSpPr/>
          <p:nvPr/>
        </p:nvSpPr>
        <p:spPr>
          <a:xfrm>
            <a:off x="2947766" y="28689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8" name="Freeform 7177"/>
          <p:cNvSpPr/>
          <p:nvPr/>
        </p:nvSpPr>
        <p:spPr>
          <a:xfrm>
            <a:off x="2972552" y="21156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9" name="Freeform 7178"/>
          <p:cNvSpPr/>
          <p:nvPr/>
        </p:nvSpPr>
        <p:spPr>
          <a:xfrm>
            <a:off x="2852760" y="24990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0" name="Freeform 7179"/>
          <p:cNvSpPr/>
          <p:nvPr/>
        </p:nvSpPr>
        <p:spPr>
          <a:xfrm>
            <a:off x="2947671" y="23495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1" name="Freeform 7180"/>
          <p:cNvSpPr/>
          <p:nvPr/>
        </p:nvSpPr>
        <p:spPr>
          <a:xfrm>
            <a:off x="2942554" y="25473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2" name="Freeform 7181"/>
          <p:cNvSpPr/>
          <p:nvPr/>
        </p:nvSpPr>
        <p:spPr>
          <a:xfrm>
            <a:off x="2907353" y="28706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3" name="Freeform 7182"/>
          <p:cNvSpPr/>
          <p:nvPr/>
        </p:nvSpPr>
        <p:spPr>
          <a:xfrm>
            <a:off x="2946126" y="24824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4" name="Freeform 7183"/>
          <p:cNvSpPr/>
          <p:nvPr/>
        </p:nvSpPr>
        <p:spPr>
          <a:xfrm>
            <a:off x="2857777" y="22626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5" name="Freeform 7184"/>
          <p:cNvSpPr/>
          <p:nvPr/>
        </p:nvSpPr>
        <p:spPr>
          <a:xfrm>
            <a:off x="3050502" y="26577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6" name="Freeform 7185"/>
          <p:cNvSpPr/>
          <p:nvPr/>
        </p:nvSpPr>
        <p:spPr>
          <a:xfrm>
            <a:off x="2988161" y="20448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7" name="Freeform 7186"/>
          <p:cNvSpPr/>
          <p:nvPr/>
        </p:nvSpPr>
        <p:spPr>
          <a:xfrm>
            <a:off x="3082338" y="23945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8" name="Freeform 7187"/>
          <p:cNvSpPr/>
          <p:nvPr/>
        </p:nvSpPr>
        <p:spPr>
          <a:xfrm>
            <a:off x="2901574" y="26293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9" name="Freeform 7188"/>
          <p:cNvSpPr/>
          <p:nvPr/>
        </p:nvSpPr>
        <p:spPr>
          <a:xfrm>
            <a:off x="2882363" y="26147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0" name="Freeform 7189"/>
          <p:cNvSpPr/>
          <p:nvPr/>
        </p:nvSpPr>
        <p:spPr>
          <a:xfrm>
            <a:off x="2977333" y="26567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1" name="Freeform 7190"/>
          <p:cNvSpPr/>
          <p:nvPr/>
        </p:nvSpPr>
        <p:spPr>
          <a:xfrm>
            <a:off x="2849510" y="31672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2" name="Freeform 7191"/>
          <p:cNvSpPr/>
          <p:nvPr/>
        </p:nvSpPr>
        <p:spPr>
          <a:xfrm>
            <a:off x="2973632" y="27403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3" name="Freeform 7192"/>
          <p:cNvSpPr/>
          <p:nvPr/>
        </p:nvSpPr>
        <p:spPr>
          <a:xfrm>
            <a:off x="2912735" y="26259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4" name="Freeform 7193"/>
          <p:cNvSpPr/>
          <p:nvPr/>
        </p:nvSpPr>
        <p:spPr>
          <a:xfrm>
            <a:off x="2936884" y="28602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5" name="Freeform 7194"/>
          <p:cNvSpPr/>
          <p:nvPr/>
        </p:nvSpPr>
        <p:spPr>
          <a:xfrm>
            <a:off x="2975435" y="25830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6" name="Freeform 7195"/>
          <p:cNvSpPr/>
          <p:nvPr/>
        </p:nvSpPr>
        <p:spPr>
          <a:xfrm>
            <a:off x="2961779" y="26994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7" name="Freeform 7196"/>
          <p:cNvSpPr/>
          <p:nvPr/>
        </p:nvSpPr>
        <p:spPr>
          <a:xfrm>
            <a:off x="3080793" y="24227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8" name="Freeform 7197"/>
          <p:cNvSpPr/>
          <p:nvPr/>
        </p:nvSpPr>
        <p:spPr>
          <a:xfrm>
            <a:off x="3000176" y="24634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9" name="Freeform 7198"/>
          <p:cNvSpPr/>
          <p:nvPr/>
        </p:nvSpPr>
        <p:spPr>
          <a:xfrm>
            <a:off x="2874084" y="26457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0" name="Freeform 7199"/>
          <p:cNvSpPr/>
          <p:nvPr/>
        </p:nvSpPr>
        <p:spPr>
          <a:xfrm>
            <a:off x="3022974" y="32099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1" name="Freeform 7200"/>
          <p:cNvSpPr/>
          <p:nvPr/>
        </p:nvSpPr>
        <p:spPr>
          <a:xfrm>
            <a:off x="2870954" y="20488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2" name="Freeform 7201"/>
          <p:cNvSpPr/>
          <p:nvPr/>
        </p:nvSpPr>
        <p:spPr>
          <a:xfrm>
            <a:off x="2964384" y="27594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3" name="Freeform 7202"/>
          <p:cNvSpPr/>
          <p:nvPr/>
        </p:nvSpPr>
        <p:spPr>
          <a:xfrm>
            <a:off x="2876964" y="27369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4" name="Freeform 7203"/>
          <p:cNvSpPr/>
          <p:nvPr/>
        </p:nvSpPr>
        <p:spPr>
          <a:xfrm>
            <a:off x="2904430" y="28331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5" name="Freeform 7204"/>
          <p:cNvSpPr/>
          <p:nvPr/>
        </p:nvSpPr>
        <p:spPr>
          <a:xfrm>
            <a:off x="3044797" y="28868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6" name="Freeform 7205"/>
          <p:cNvSpPr/>
          <p:nvPr/>
        </p:nvSpPr>
        <p:spPr>
          <a:xfrm>
            <a:off x="2922163" y="21395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7" name="Freeform 7206"/>
          <p:cNvSpPr/>
          <p:nvPr/>
        </p:nvSpPr>
        <p:spPr>
          <a:xfrm>
            <a:off x="2916438" y="21976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8" name="Freeform 7207"/>
          <p:cNvSpPr/>
          <p:nvPr/>
        </p:nvSpPr>
        <p:spPr>
          <a:xfrm>
            <a:off x="2921802" y="25438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9" name="Freeform 7208"/>
          <p:cNvSpPr/>
          <p:nvPr/>
        </p:nvSpPr>
        <p:spPr>
          <a:xfrm>
            <a:off x="2938149" y="27467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0" name="Freeform 7209"/>
          <p:cNvSpPr/>
          <p:nvPr/>
        </p:nvSpPr>
        <p:spPr>
          <a:xfrm>
            <a:off x="3053090" y="24796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1" name="Freeform 7210"/>
          <p:cNvSpPr/>
          <p:nvPr/>
        </p:nvSpPr>
        <p:spPr>
          <a:xfrm>
            <a:off x="2881320" y="26801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2" name="Freeform 7211"/>
          <p:cNvSpPr/>
          <p:nvPr/>
        </p:nvSpPr>
        <p:spPr>
          <a:xfrm>
            <a:off x="2877534" y="27771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3" name="Freeform 7212"/>
          <p:cNvSpPr/>
          <p:nvPr/>
        </p:nvSpPr>
        <p:spPr>
          <a:xfrm>
            <a:off x="2996539" y="25829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4" name="Freeform 7213"/>
          <p:cNvSpPr/>
          <p:nvPr/>
        </p:nvSpPr>
        <p:spPr>
          <a:xfrm>
            <a:off x="2853997" y="28694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5" name="Freeform 7214"/>
          <p:cNvSpPr/>
          <p:nvPr/>
        </p:nvSpPr>
        <p:spPr>
          <a:xfrm>
            <a:off x="2934539" y="26144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6" name="Freeform 7215"/>
          <p:cNvSpPr/>
          <p:nvPr/>
        </p:nvSpPr>
        <p:spPr>
          <a:xfrm>
            <a:off x="3032648" y="26321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7" name="Freeform 7216"/>
          <p:cNvSpPr/>
          <p:nvPr/>
        </p:nvSpPr>
        <p:spPr>
          <a:xfrm>
            <a:off x="2958551" y="24855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8" name="Freeform 7217"/>
          <p:cNvSpPr/>
          <p:nvPr/>
        </p:nvSpPr>
        <p:spPr>
          <a:xfrm>
            <a:off x="2926995" y="29348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9" name="Freeform 7218"/>
          <p:cNvSpPr/>
          <p:nvPr/>
        </p:nvSpPr>
        <p:spPr>
          <a:xfrm>
            <a:off x="2911878" y="24461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0" name="Freeform 7219"/>
          <p:cNvSpPr/>
          <p:nvPr/>
        </p:nvSpPr>
        <p:spPr>
          <a:xfrm>
            <a:off x="2898316" y="30404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1" name="Freeform 7220"/>
          <p:cNvSpPr/>
          <p:nvPr/>
        </p:nvSpPr>
        <p:spPr>
          <a:xfrm>
            <a:off x="2919634" y="2917756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2" name="Freeform 7221"/>
          <p:cNvSpPr/>
          <p:nvPr/>
        </p:nvSpPr>
        <p:spPr>
          <a:xfrm>
            <a:off x="2967245" y="29017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3" name="Freeform 7222"/>
          <p:cNvSpPr/>
          <p:nvPr/>
        </p:nvSpPr>
        <p:spPr>
          <a:xfrm>
            <a:off x="3039796" y="31013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4" name="Freeform 7223"/>
          <p:cNvSpPr/>
          <p:nvPr/>
        </p:nvSpPr>
        <p:spPr>
          <a:xfrm>
            <a:off x="3021560" y="23338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5" name="Freeform 7224"/>
          <p:cNvSpPr/>
          <p:nvPr/>
        </p:nvSpPr>
        <p:spPr>
          <a:xfrm>
            <a:off x="2921156" y="30635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6" name="Freeform 7225"/>
          <p:cNvSpPr/>
          <p:nvPr/>
        </p:nvSpPr>
        <p:spPr>
          <a:xfrm>
            <a:off x="2910244" y="29642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7" name="Freeform 7226"/>
          <p:cNvSpPr/>
          <p:nvPr/>
        </p:nvSpPr>
        <p:spPr>
          <a:xfrm>
            <a:off x="3003705" y="22456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8" name="Freeform 7227"/>
          <p:cNvSpPr/>
          <p:nvPr/>
        </p:nvSpPr>
        <p:spPr>
          <a:xfrm>
            <a:off x="2839128" y="29170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9" name="Freeform 7228"/>
          <p:cNvSpPr/>
          <p:nvPr/>
        </p:nvSpPr>
        <p:spPr>
          <a:xfrm>
            <a:off x="2929296" y="27764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0" name="Freeform 7229"/>
          <p:cNvSpPr/>
          <p:nvPr/>
        </p:nvSpPr>
        <p:spPr>
          <a:xfrm>
            <a:off x="2936722" y="307933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1" name="Freeform 7230"/>
          <p:cNvSpPr/>
          <p:nvPr/>
        </p:nvSpPr>
        <p:spPr>
          <a:xfrm>
            <a:off x="2885184" y="24010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2" name="Freeform 7231"/>
          <p:cNvSpPr/>
          <p:nvPr/>
        </p:nvSpPr>
        <p:spPr>
          <a:xfrm>
            <a:off x="2892713" y="239593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3" name="Freeform 7232"/>
          <p:cNvSpPr/>
          <p:nvPr/>
        </p:nvSpPr>
        <p:spPr>
          <a:xfrm>
            <a:off x="2980662" y="24355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4" name="Freeform 7233"/>
          <p:cNvSpPr/>
          <p:nvPr/>
        </p:nvSpPr>
        <p:spPr>
          <a:xfrm>
            <a:off x="2849421" y="25096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5" name="Freeform 7234"/>
          <p:cNvSpPr/>
          <p:nvPr/>
        </p:nvSpPr>
        <p:spPr>
          <a:xfrm>
            <a:off x="2897844" y="26801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6" name="Freeform 7235"/>
          <p:cNvSpPr/>
          <p:nvPr/>
        </p:nvSpPr>
        <p:spPr>
          <a:xfrm>
            <a:off x="2915219" y="29000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7" name="Freeform 7236"/>
          <p:cNvSpPr/>
          <p:nvPr/>
        </p:nvSpPr>
        <p:spPr>
          <a:xfrm>
            <a:off x="2962973" y="30068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8" name="Freeform 7237"/>
          <p:cNvSpPr/>
          <p:nvPr/>
        </p:nvSpPr>
        <p:spPr>
          <a:xfrm>
            <a:off x="2867730" y="22329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9" name="Freeform 7238"/>
          <p:cNvSpPr/>
          <p:nvPr/>
        </p:nvSpPr>
        <p:spPr>
          <a:xfrm>
            <a:off x="3028682" y="24260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0" name="Freeform 7239"/>
          <p:cNvSpPr/>
          <p:nvPr/>
        </p:nvSpPr>
        <p:spPr>
          <a:xfrm>
            <a:off x="2937263" y="29621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1" name="Freeform 7240"/>
          <p:cNvSpPr/>
          <p:nvPr/>
        </p:nvSpPr>
        <p:spPr>
          <a:xfrm>
            <a:off x="2940348" y="26926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2" name="Freeform 7241"/>
          <p:cNvSpPr/>
          <p:nvPr/>
        </p:nvSpPr>
        <p:spPr>
          <a:xfrm>
            <a:off x="2933593" y="28175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3" name="Freeform 7242"/>
          <p:cNvSpPr/>
          <p:nvPr/>
        </p:nvSpPr>
        <p:spPr>
          <a:xfrm>
            <a:off x="2913174" y="31220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4" name="Freeform 7243"/>
          <p:cNvSpPr/>
          <p:nvPr/>
        </p:nvSpPr>
        <p:spPr>
          <a:xfrm>
            <a:off x="2892992" y="26419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5" name="Freeform 7244"/>
          <p:cNvSpPr/>
          <p:nvPr/>
        </p:nvSpPr>
        <p:spPr>
          <a:xfrm>
            <a:off x="3032331" y="28600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6" name="Freeform 7245"/>
          <p:cNvSpPr/>
          <p:nvPr/>
        </p:nvSpPr>
        <p:spPr>
          <a:xfrm>
            <a:off x="2970405" y="305745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7" name="Freeform 7246"/>
          <p:cNvSpPr/>
          <p:nvPr/>
        </p:nvSpPr>
        <p:spPr>
          <a:xfrm>
            <a:off x="2949859" y="32510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8" name="Freeform 7247"/>
          <p:cNvSpPr/>
          <p:nvPr/>
        </p:nvSpPr>
        <p:spPr>
          <a:xfrm>
            <a:off x="3022156" y="3282197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9" name="Freeform 7248"/>
          <p:cNvSpPr/>
          <p:nvPr/>
        </p:nvSpPr>
        <p:spPr>
          <a:xfrm>
            <a:off x="2910372" y="28438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0" name="Freeform 7249"/>
          <p:cNvSpPr/>
          <p:nvPr/>
        </p:nvSpPr>
        <p:spPr>
          <a:xfrm>
            <a:off x="2998101" y="27385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1" name="Freeform 7250"/>
          <p:cNvSpPr/>
          <p:nvPr/>
        </p:nvSpPr>
        <p:spPr>
          <a:xfrm>
            <a:off x="2958294" y="30290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2" name="Freeform 7251"/>
          <p:cNvSpPr/>
          <p:nvPr/>
        </p:nvSpPr>
        <p:spPr>
          <a:xfrm>
            <a:off x="2898572" y="24679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3" name="Freeform 7252"/>
          <p:cNvSpPr/>
          <p:nvPr/>
        </p:nvSpPr>
        <p:spPr>
          <a:xfrm>
            <a:off x="3006453" y="27313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4" name="Freeform 7253"/>
          <p:cNvSpPr/>
          <p:nvPr/>
        </p:nvSpPr>
        <p:spPr>
          <a:xfrm>
            <a:off x="2858881" y="24951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5" name="Freeform 7254"/>
          <p:cNvSpPr/>
          <p:nvPr/>
        </p:nvSpPr>
        <p:spPr>
          <a:xfrm>
            <a:off x="2999234" y="277449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6" name="Freeform 7255"/>
          <p:cNvSpPr/>
          <p:nvPr/>
        </p:nvSpPr>
        <p:spPr>
          <a:xfrm>
            <a:off x="2898735" y="29966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7" name="Freeform 7256"/>
          <p:cNvSpPr/>
          <p:nvPr/>
        </p:nvSpPr>
        <p:spPr>
          <a:xfrm>
            <a:off x="2983289" y="26652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8" name="Freeform 7257"/>
          <p:cNvSpPr/>
          <p:nvPr/>
        </p:nvSpPr>
        <p:spPr>
          <a:xfrm>
            <a:off x="3046797" y="31714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9" name="Freeform 7258"/>
          <p:cNvSpPr/>
          <p:nvPr/>
        </p:nvSpPr>
        <p:spPr>
          <a:xfrm>
            <a:off x="2993580" y="25089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0" name="Freeform 7259"/>
          <p:cNvSpPr/>
          <p:nvPr/>
        </p:nvSpPr>
        <p:spPr>
          <a:xfrm>
            <a:off x="2917021" y="30518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1" name="Freeform 7260"/>
          <p:cNvSpPr/>
          <p:nvPr/>
        </p:nvSpPr>
        <p:spPr>
          <a:xfrm>
            <a:off x="2954466" y="23696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2" name="Freeform 7261"/>
          <p:cNvSpPr/>
          <p:nvPr/>
        </p:nvSpPr>
        <p:spPr>
          <a:xfrm>
            <a:off x="2932261" y="28316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3" name="Freeform 7262"/>
          <p:cNvSpPr/>
          <p:nvPr/>
        </p:nvSpPr>
        <p:spPr>
          <a:xfrm>
            <a:off x="2879578" y="23165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4" name="Freeform 7263"/>
          <p:cNvSpPr/>
          <p:nvPr/>
        </p:nvSpPr>
        <p:spPr>
          <a:xfrm>
            <a:off x="2883855" y="31199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5" name="Freeform 7264"/>
          <p:cNvSpPr/>
          <p:nvPr/>
        </p:nvSpPr>
        <p:spPr>
          <a:xfrm>
            <a:off x="2958982" y="29564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6" name="Freeform 7265"/>
          <p:cNvSpPr/>
          <p:nvPr/>
        </p:nvSpPr>
        <p:spPr>
          <a:xfrm>
            <a:off x="2991186" y="25671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7" name="Freeform 7266"/>
          <p:cNvSpPr/>
          <p:nvPr/>
        </p:nvSpPr>
        <p:spPr>
          <a:xfrm>
            <a:off x="2840746" y="22768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8" name="Freeform 7267"/>
          <p:cNvSpPr/>
          <p:nvPr/>
        </p:nvSpPr>
        <p:spPr>
          <a:xfrm>
            <a:off x="2951248" y="20944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9" name="Freeform 7268"/>
          <p:cNvSpPr/>
          <p:nvPr/>
        </p:nvSpPr>
        <p:spPr>
          <a:xfrm>
            <a:off x="2988999" y="269203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0" name="Freeform 7269"/>
          <p:cNvSpPr/>
          <p:nvPr/>
        </p:nvSpPr>
        <p:spPr>
          <a:xfrm>
            <a:off x="2963000" y="20315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1" name="Freeform 7270"/>
          <p:cNvSpPr/>
          <p:nvPr/>
        </p:nvSpPr>
        <p:spPr>
          <a:xfrm>
            <a:off x="2890302" y="28137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2" name="Freeform 7271"/>
          <p:cNvSpPr/>
          <p:nvPr/>
        </p:nvSpPr>
        <p:spPr>
          <a:xfrm>
            <a:off x="3023321" y="23032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3" name="Freeform 7272"/>
          <p:cNvSpPr/>
          <p:nvPr/>
        </p:nvSpPr>
        <p:spPr>
          <a:xfrm>
            <a:off x="2876285" y="30536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4" name="Freeform 7273"/>
          <p:cNvSpPr/>
          <p:nvPr/>
        </p:nvSpPr>
        <p:spPr>
          <a:xfrm>
            <a:off x="2997926" y="25527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5" name="Freeform 7274"/>
          <p:cNvSpPr/>
          <p:nvPr/>
        </p:nvSpPr>
        <p:spPr>
          <a:xfrm>
            <a:off x="3060084" y="35681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6" name="Freeform 7275"/>
          <p:cNvSpPr/>
          <p:nvPr/>
        </p:nvSpPr>
        <p:spPr>
          <a:xfrm>
            <a:off x="2822333" y="31196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7" name="Freeform 7276"/>
          <p:cNvSpPr/>
          <p:nvPr/>
        </p:nvSpPr>
        <p:spPr>
          <a:xfrm>
            <a:off x="2972270" y="25356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8" name="Freeform 7277"/>
          <p:cNvSpPr/>
          <p:nvPr/>
        </p:nvSpPr>
        <p:spPr>
          <a:xfrm>
            <a:off x="2975888" y="31897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9" name="Freeform 7278"/>
          <p:cNvSpPr/>
          <p:nvPr/>
        </p:nvSpPr>
        <p:spPr>
          <a:xfrm>
            <a:off x="2970147" y="25502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0" name="Freeform 7279"/>
          <p:cNvSpPr/>
          <p:nvPr/>
        </p:nvSpPr>
        <p:spPr>
          <a:xfrm>
            <a:off x="2905269" y="23739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1" name="Freeform 7280"/>
          <p:cNvSpPr/>
          <p:nvPr/>
        </p:nvSpPr>
        <p:spPr>
          <a:xfrm>
            <a:off x="2934953" y="289156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2" name="Freeform 7281"/>
          <p:cNvSpPr/>
          <p:nvPr/>
        </p:nvSpPr>
        <p:spPr>
          <a:xfrm>
            <a:off x="2864140" y="30634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3" name="Freeform 7282"/>
          <p:cNvSpPr/>
          <p:nvPr/>
        </p:nvSpPr>
        <p:spPr>
          <a:xfrm>
            <a:off x="2963834" y="28815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4" name="Freeform 7283"/>
          <p:cNvSpPr/>
          <p:nvPr/>
        </p:nvSpPr>
        <p:spPr>
          <a:xfrm>
            <a:off x="2990207" y="30623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5" name="Freeform 7284"/>
          <p:cNvSpPr/>
          <p:nvPr/>
        </p:nvSpPr>
        <p:spPr>
          <a:xfrm>
            <a:off x="2911757" y="27444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6" name="Freeform 7285"/>
          <p:cNvSpPr/>
          <p:nvPr/>
        </p:nvSpPr>
        <p:spPr>
          <a:xfrm>
            <a:off x="2894764" y="26697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7" name="Freeform 7286"/>
          <p:cNvSpPr/>
          <p:nvPr/>
        </p:nvSpPr>
        <p:spPr>
          <a:xfrm>
            <a:off x="2924246" y="28197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8" name="Freeform 7287"/>
          <p:cNvSpPr/>
          <p:nvPr/>
        </p:nvSpPr>
        <p:spPr>
          <a:xfrm>
            <a:off x="2954485" y="20916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9" name="Freeform 7288"/>
          <p:cNvSpPr/>
          <p:nvPr/>
        </p:nvSpPr>
        <p:spPr>
          <a:xfrm>
            <a:off x="2958961" y="29717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0" name="Freeform 7289"/>
          <p:cNvSpPr/>
          <p:nvPr/>
        </p:nvSpPr>
        <p:spPr>
          <a:xfrm>
            <a:off x="2948190" y="21956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1" name="Freeform 7290"/>
          <p:cNvSpPr/>
          <p:nvPr/>
        </p:nvSpPr>
        <p:spPr>
          <a:xfrm>
            <a:off x="2959403" y="30900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2" name="Freeform 7291"/>
          <p:cNvSpPr/>
          <p:nvPr/>
        </p:nvSpPr>
        <p:spPr>
          <a:xfrm>
            <a:off x="2869520" y="26804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3" name="Freeform 7292"/>
          <p:cNvSpPr/>
          <p:nvPr/>
        </p:nvSpPr>
        <p:spPr>
          <a:xfrm>
            <a:off x="2777057" y="22722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4" name="Freeform 7293"/>
          <p:cNvSpPr/>
          <p:nvPr/>
        </p:nvSpPr>
        <p:spPr>
          <a:xfrm>
            <a:off x="2995033" y="22912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5" name="Freeform 7294"/>
          <p:cNvSpPr/>
          <p:nvPr/>
        </p:nvSpPr>
        <p:spPr>
          <a:xfrm>
            <a:off x="3047430" y="28617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6" name="Freeform 7295"/>
          <p:cNvSpPr/>
          <p:nvPr/>
        </p:nvSpPr>
        <p:spPr>
          <a:xfrm>
            <a:off x="2862536" y="25031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7" name="Freeform 7296"/>
          <p:cNvSpPr/>
          <p:nvPr/>
        </p:nvSpPr>
        <p:spPr>
          <a:xfrm>
            <a:off x="2911422" y="25523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8" name="Freeform 7297"/>
          <p:cNvSpPr/>
          <p:nvPr/>
        </p:nvSpPr>
        <p:spPr>
          <a:xfrm>
            <a:off x="2974298" y="29057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9" name="Freeform 7298"/>
          <p:cNvSpPr/>
          <p:nvPr/>
        </p:nvSpPr>
        <p:spPr>
          <a:xfrm>
            <a:off x="3016802" y="24807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0" name="Freeform 7299"/>
          <p:cNvSpPr/>
          <p:nvPr/>
        </p:nvSpPr>
        <p:spPr>
          <a:xfrm>
            <a:off x="2996923" y="20224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1" name="Freeform 7300"/>
          <p:cNvSpPr/>
          <p:nvPr/>
        </p:nvSpPr>
        <p:spPr>
          <a:xfrm>
            <a:off x="3037886" y="25338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2" name="Freeform 7301"/>
          <p:cNvSpPr/>
          <p:nvPr/>
        </p:nvSpPr>
        <p:spPr>
          <a:xfrm>
            <a:off x="2951161" y="24990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3" name="Freeform 7302"/>
          <p:cNvSpPr/>
          <p:nvPr/>
        </p:nvSpPr>
        <p:spPr>
          <a:xfrm>
            <a:off x="2981610" y="24601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4" name="Freeform 7303"/>
          <p:cNvSpPr/>
          <p:nvPr/>
        </p:nvSpPr>
        <p:spPr>
          <a:xfrm>
            <a:off x="2981425" y="32443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5" name="Freeform 7304"/>
          <p:cNvSpPr/>
          <p:nvPr/>
        </p:nvSpPr>
        <p:spPr>
          <a:xfrm>
            <a:off x="2926530" y="25380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6" name="Freeform 7305"/>
          <p:cNvSpPr/>
          <p:nvPr/>
        </p:nvSpPr>
        <p:spPr>
          <a:xfrm>
            <a:off x="3032817" y="308107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7" name="Freeform 7306"/>
          <p:cNvSpPr/>
          <p:nvPr/>
        </p:nvSpPr>
        <p:spPr>
          <a:xfrm>
            <a:off x="2995165" y="29241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8" name="Freeform 7307"/>
          <p:cNvSpPr/>
          <p:nvPr/>
        </p:nvSpPr>
        <p:spPr>
          <a:xfrm>
            <a:off x="3018243" y="19123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9" name="Freeform 7308"/>
          <p:cNvSpPr/>
          <p:nvPr/>
        </p:nvSpPr>
        <p:spPr>
          <a:xfrm>
            <a:off x="2929216" y="28003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0" name="Freeform 7309"/>
          <p:cNvSpPr/>
          <p:nvPr/>
        </p:nvSpPr>
        <p:spPr>
          <a:xfrm>
            <a:off x="3021591" y="29793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1" name="Freeform 7310"/>
          <p:cNvSpPr/>
          <p:nvPr/>
        </p:nvSpPr>
        <p:spPr>
          <a:xfrm>
            <a:off x="2886032" y="22834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2" name="Freeform 7311"/>
          <p:cNvSpPr/>
          <p:nvPr/>
        </p:nvSpPr>
        <p:spPr>
          <a:xfrm>
            <a:off x="2980136" y="30556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3" name="Freeform 7312"/>
          <p:cNvSpPr/>
          <p:nvPr/>
        </p:nvSpPr>
        <p:spPr>
          <a:xfrm>
            <a:off x="2784610" y="28717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4" name="Freeform 7313"/>
          <p:cNvSpPr/>
          <p:nvPr/>
        </p:nvSpPr>
        <p:spPr>
          <a:xfrm>
            <a:off x="2888899" y="22480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5" name="Freeform 7314"/>
          <p:cNvSpPr/>
          <p:nvPr/>
        </p:nvSpPr>
        <p:spPr>
          <a:xfrm>
            <a:off x="3002382" y="26915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6" name="Freeform 7315"/>
          <p:cNvSpPr/>
          <p:nvPr/>
        </p:nvSpPr>
        <p:spPr>
          <a:xfrm>
            <a:off x="2925204" y="32813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7" name="Freeform 7316"/>
          <p:cNvSpPr/>
          <p:nvPr/>
        </p:nvSpPr>
        <p:spPr>
          <a:xfrm>
            <a:off x="2965750" y="25072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8" name="Freeform 7317"/>
          <p:cNvSpPr/>
          <p:nvPr/>
        </p:nvSpPr>
        <p:spPr>
          <a:xfrm>
            <a:off x="2849069" y="28530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9" name="Freeform 7318"/>
          <p:cNvSpPr/>
          <p:nvPr/>
        </p:nvSpPr>
        <p:spPr>
          <a:xfrm>
            <a:off x="3055007" y="21410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0" name="Freeform 7319"/>
          <p:cNvSpPr/>
          <p:nvPr/>
        </p:nvSpPr>
        <p:spPr>
          <a:xfrm>
            <a:off x="2993169" y="29301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1" name="Freeform 7320"/>
          <p:cNvSpPr/>
          <p:nvPr/>
        </p:nvSpPr>
        <p:spPr>
          <a:xfrm>
            <a:off x="2952745" y="23207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2" name="Freeform 7321"/>
          <p:cNvSpPr/>
          <p:nvPr/>
        </p:nvSpPr>
        <p:spPr>
          <a:xfrm>
            <a:off x="2981428" y="20543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3" name="Freeform 7322"/>
          <p:cNvSpPr/>
          <p:nvPr/>
        </p:nvSpPr>
        <p:spPr>
          <a:xfrm>
            <a:off x="2975716" y="30201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4" name="Freeform 7323"/>
          <p:cNvSpPr/>
          <p:nvPr/>
        </p:nvSpPr>
        <p:spPr>
          <a:xfrm>
            <a:off x="3046334" y="27782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5" name="Freeform 7324"/>
          <p:cNvSpPr/>
          <p:nvPr/>
        </p:nvSpPr>
        <p:spPr>
          <a:xfrm>
            <a:off x="2968328" y="25643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6" name="Freeform 7325"/>
          <p:cNvSpPr/>
          <p:nvPr/>
        </p:nvSpPr>
        <p:spPr>
          <a:xfrm>
            <a:off x="2858838" y="30224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7" name="Freeform 7326"/>
          <p:cNvSpPr/>
          <p:nvPr/>
        </p:nvSpPr>
        <p:spPr>
          <a:xfrm>
            <a:off x="2937797" y="26078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8" name="Freeform 7327"/>
          <p:cNvSpPr/>
          <p:nvPr/>
        </p:nvSpPr>
        <p:spPr>
          <a:xfrm>
            <a:off x="3037736" y="27899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9" name="Freeform 7328"/>
          <p:cNvSpPr/>
          <p:nvPr/>
        </p:nvSpPr>
        <p:spPr>
          <a:xfrm>
            <a:off x="2991356" y="27973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0" name="Freeform 7329"/>
          <p:cNvSpPr/>
          <p:nvPr/>
        </p:nvSpPr>
        <p:spPr>
          <a:xfrm>
            <a:off x="2927081" y="26892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1" name="Freeform 7330"/>
          <p:cNvSpPr/>
          <p:nvPr/>
        </p:nvSpPr>
        <p:spPr>
          <a:xfrm>
            <a:off x="2993995" y="26810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2" name="Freeform 7331"/>
          <p:cNvSpPr/>
          <p:nvPr/>
        </p:nvSpPr>
        <p:spPr>
          <a:xfrm>
            <a:off x="2961949" y="26469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3" name="Freeform 7332"/>
          <p:cNvSpPr/>
          <p:nvPr/>
        </p:nvSpPr>
        <p:spPr>
          <a:xfrm>
            <a:off x="2993947" y="29274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4" name="Freeform 7333"/>
          <p:cNvSpPr/>
          <p:nvPr/>
        </p:nvSpPr>
        <p:spPr>
          <a:xfrm>
            <a:off x="2851419" y="29113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5" name="Freeform 7334"/>
          <p:cNvSpPr/>
          <p:nvPr/>
        </p:nvSpPr>
        <p:spPr>
          <a:xfrm>
            <a:off x="2896119" y="27508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6" name="Freeform 7335"/>
          <p:cNvSpPr/>
          <p:nvPr/>
        </p:nvSpPr>
        <p:spPr>
          <a:xfrm>
            <a:off x="2997624" y="27237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7" name="Freeform 7336"/>
          <p:cNvSpPr/>
          <p:nvPr/>
        </p:nvSpPr>
        <p:spPr>
          <a:xfrm>
            <a:off x="2939928" y="28685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8" name="Freeform 7337"/>
          <p:cNvSpPr/>
          <p:nvPr/>
        </p:nvSpPr>
        <p:spPr>
          <a:xfrm>
            <a:off x="2977204" y="25881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9" name="Freeform 7338"/>
          <p:cNvSpPr/>
          <p:nvPr/>
        </p:nvSpPr>
        <p:spPr>
          <a:xfrm>
            <a:off x="3081478" y="33744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0" name="Freeform 7339"/>
          <p:cNvSpPr/>
          <p:nvPr/>
        </p:nvSpPr>
        <p:spPr>
          <a:xfrm>
            <a:off x="2934166" y="29758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1" name="Freeform 7340"/>
          <p:cNvSpPr/>
          <p:nvPr/>
        </p:nvSpPr>
        <p:spPr>
          <a:xfrm>
            <a:off x="2970058" y="28101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2" name="Freeform 7341"/>
          <p:cNvSpPr/>
          <p:nvPr/>
        </p:nvSpPr>
        <p:spPr>
          <a:xfrm>
            <a:off x="2918245" y="30220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3" name="Freeform 7342"/>
          <p:cNvSpPr/>
          <p:nvPr/>
        </p:nvSpPr>
        <p:spPr>
          <a:xfrm>
            <a:off x="2913850" y="21082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4" name="Freeform 7343"/>
          <p:cNvSpPr/>
          <p:nvPr/>
        </p:nvSpPr>
        <p:spPr>
          <a:xfrm>
            <a:off x="2949539" y="27003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5" name="Freeform 7344"/>
          <p:cNvSpPr/>
          <p:nvPr/>
        </p:nvSpPr>
        <p:spPr>
          <a:xfrm>
            <a:off x="2860161" y="26422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6" name="Freeform 7345"/>
          <p:cNvSpPr/>
          <p:nvPr/>
        </p:nvSpPr>
        <p:spPr>
          <a:xfrm>
            <a:off x="2817908" y="28849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7" name="Freeform 7346"/>
          <p:cNvSpPr/>
          <p:nvPr/>
        </p:nvSpPr>
        <p:spPr>
          <a:xfrm>
            <a:off x="3042929" y="27130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8" name="Freeform 7347"/>
          <p:cNvSpPr/>
          <p:nvPr/>
        </p:nvSpPr>
        <p:spPr>
          <a:xfrm>
            <a:off x="2947674" y="31540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9" name="Freeform 7348"/>
          <p:cNvSpPr/>
          <p:nvPr/>
        </p:nvSpPr>
        <p:spPr>
          <a:xfrm>
            <a:off x="3027257" y="27696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0" name="Freeform 7349"/>
          <p:cNvSpPr/>
          <p:nvPr/>
        </p:nvSpPr>
        <p:spPr>
          <a:xfrm>
            <a:off x="2962318" y="30517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1" name="Freeform 7350"/>
          <p:cNvSpPr/>
          <p:nvPr/>
        </p:nvSpPr>
        <p:spPr>
          <a:xfrm>
            <a:off x="2964054" y="28092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2" name="Freeform 7351"/>
          <p:cNvSpPr/>
          <p:nvPr/>
        </p:nvSpPr>
        <p:spPr>
          <a:xfrm>
            <a:off x="2997870" y="36484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3" name="Freeform 7352"/>
          <p:cNvSpPr/>
          <p:nvPr/>
        </p:nvSpPr>
        <p:spPr>
          <a:xfrm>
            <a:off x="3000957" y="31219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4" name="Freeform 7353"/>
          <p:cNvSpPr/>
          <p:nvPr/>
        </p:nvSpPr>
        <p:spPr>
          <a:xfrm>
            <a:off x="2876387" y="21690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5" name="Freeform 7354"/>
          <p:cNvSpPr/>
          <p:nvPr/>
        </p:nvSpPr>
        <p:spPr>
          <a:xfrm>
            <a:off x="3032713" y="24019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6" name="Freeform 7355"/>
          <p:cNvSpPr/>
          <p:nvPr/>
        </p:nvSpPr>
        <p:spPr>
          <a:xfrm>
            <a:off x="2891480" y="22222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7" name="Freeform 7356"/>
          <p:cNvSpPr/>
          <p:nvPr/>
        </p:nvSpPr>
        <p:spPr>
          <a:xfrm>
            <a:off x="2967588" y="21970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8" name="Freeform 7357"/>
          <p:cNvSpPr/>
          <p:nvPr/>
        </p:nvSpPr>
        <p:spPr>
          <a:xfrm>
            <a:off x="3120078" y="245981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9" name="Freeform 7358"/>
          <p:cNvSpPr/>
          <p:nvPr/>
        </p:nvSpPr>
        <p:spPr>
          <a:xfrm>
            <a:off x="2959618" y="2873748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0" name="Freeform 7359"/>
          <p:cNvSpPr/>
          <p:nvPr/>
        </p:nvSpPr>
        <p:spPr>
          <a:xfrm>
            <a:off x="3062474" y="30886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1" name="Freeform 7360"/>
          <p:cNvSpPr/>
          <p:nvPr/>
        </p:nvSpPr>
        <p:spPr>
          <a:xfrm>
            <a:off x="2931903" y="228563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2" name="Freeform 7361"/>
          <p:cNvSpPr/>
          <p:nvPr/>
        </p:nvSpPr>
        <p:spPr>
          <a:xfrm>
            <a:off x="2994230" y="26835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3" name="Freeform 7362"/>
          <p:cNvSpPr/>
          <p:nvPr/>
        </p:nvSpPr>
        <p:spPr>
          <a:xfrm>
            <a:off x="2957754" y="179028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4" name="Freeform 7363"/>
          <p:cNvSpPr/>
          <p:nvPr/>
        </p:nvSpPr>
        <p:spPr>
          <a:xfrm>
            <a:off x="2981510" y="28414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5" name="Freeform 7364"/>
          <p:cNvSpPr/>
          <p:nvPr/>
        </p:nvSpPr>
        <p:spPr>
          <a:xfrm>
            <a:off x="2899035" y="19818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6" name="Freeform 7365"/>
          <p:cNvSpPr/>
          <p:nvPr/>
        </p:nvSpPr>
        <p:spPr>
          <a:xfrm>
            <a:off x="2894947" y="276489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7" name="Freeform 7366"/>
          <p:cNvSpPr/>
          <p:nvPr/>
        </p:nvSpPr>
        <p:spPr>
          <a:xfrm>
            <a:off x="2976192" y="221602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8" name="Freeform 7367"/>
          <p:cNvSpPr/>
          <p:nvPr/>
        </p:nvSpPr>
        <p:spPr>
          <a:xfrm>
            <a:off x="2853182" y="20834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9" name="Freeform 7368"/>
          <p:cNvSpPr/>
          <p:nvPr/>
        </p:nvSpPr>
        <p:spPr>
          <a:xfrm>
            <a:off x="2899764" y="308334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0" name="Freeform 7369"/>
          <p:cNvSpPr/>
          <p:nvPr/>
        </p:nvSpPr>
        <p:spPr>
          <a:xfrm>
            <a:off x="2996040" y="28855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1" name="Freeform 7370"/>
          <p:cNvSpPr/>
          <p:nvPr/>
        </p:nvSpPr>
        <p:spPr>
          <a:xfrm>
            <a:off x="2914595" y="30870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2" name="Freeform 7371"/>
          <p:cNvSpPr/>
          <p:nvPr/>
        </p:nvSpPr>
        <p:spPr>
          <a:xfrm>
            <a:off x="2896896" y="31594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3" name="Freeform 7372"/>
          <p:cNvSpPr/>
          <p:nvPr/>
        </p:nvSpPr>
        <p:spPr>
          <a:xfrm>
            <a:off x="2882687" y="24619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4" name="Freeform 7373"/>
          <p:cNvSpPr/>
          <p:nvPr/>
        </p:nvSpPr>
        <p:spPr>
          <a:xfrm>
            <a:off x="2964000" y="27795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5" name="Freeform 7374"/>
          <p:cNvSpPr/>
          <p:nvPr/>
        </p:nvSpPr>
        <p:spPr>
          <a:xfrm>
            <a:off x="2930894" y="26879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6" name="Freeform 7375"/>
          <p:cNvSpPr/>
          <p:nvPr/>
        </p:nvSpPr>
        <p:spPr>
          <a:xfrm>
            <a:off x="2964179" y="2502736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7" name="Freeform 7376"/>
          <p:cNvSpPr/>
          <p:nvPr/>
        </p:nvSpPr>
        <p:spPr>
          <a:xfrm>
            <a:off x="2942293" y="33901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8" name="Freeform 7377"/>
          <p:cNvSpPr/>
          <p:nvPr/>
        </p:nvSpPr>
        <p:spPr>
          <a:xfrm>
            <a:off x="3074363" y="22341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9" name="Freeform 7378"/>
          <p:cNvSpPr/>
          <p:nvPr/>
        </p:nvSpPr>
        <p:spPr>
          <a:xfrm>
            <a:off x="2926212" y="28355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0" name="Freeform 7379"/>
          <p:cNvSpPr/>
          <p:nvPr/>
        </p:nvSpPr>
        <p:spPr>
          <a:xfrm>
            <a:off x="2827692" y="25115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1" name="Freeform 7380"/>
          <p:cNvSpPr/>
          <p:nvPr/>
        </p:nvSpPr>
        <p:spPr>
          <a:xfrm>
            <a:off x="2962018" y="24790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2" name="Freeform 7381"/>
          <p:cNvSpPr/>
          <p:nvPr/>
        </p:nvSpPr>
        <p:spPr>
          <a:xfrm>
            <a:off x="2954638" y="22032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3" name="Freeform 7382"/>
          <p:cNvSpPr/>
          <p:nvPr/>
        </p:nvSpPr>
        <p:spPr>
          <a:xfrm>
            <a:off x="2964609" y="27457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4" name="Freeform 7383"/>
          <p:cNvSpPr/>
          <p:nvPr/>
        </p:nvSpPr>
        <p:spPr>
          <a:xfrm>
            <a:off x="2850566" y="34880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5" name="Freeform 7384"/>
          <p:cNvSpPr/>
          <p:nvPr/>
        </p:nvSpPr>
        <p:spPr>
          <a:xfrm>
            <a:off x="3027770" y="26862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6" name="Freeform 7385"/>
          <p:cNvSpPr/>
          <p:nvPr/>
        </p:nvSpPr>
        <p:spPr>
          <a:xfrm>
            <a:off x="2952466" y="26334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7" name="Freeform 7386"/>
          <p:cNvSpPr/>
          <p:nvPr/>
        </p:nvSpPr>
        <p:spPr>
          <a:xfrm>
            <a:off x="2951723" y="30875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8" name="Freeform 7387"/>
          <p:cNvSpPr/>
          <p:nvPr/>
        </p:nvSpPr>
        <p:spPr>
          <a:xfrm>
            <a:off x="2852087" y="26530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9" name="Freeform 7388"/>
          <p:cNvSpPr/>
          <p:nvPr/>
        </p:nvSpPr>
        <p:spPr>
          <a:xfrm>
            <a:off x="2985120" y="28399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0" name="Freeform 7389"/>
          <p:cNvSpPr/>
          <p:nvPr/>
        </p:nvSpPr>
        <p:spPr>
          <a:xfrm>
            <a:off x="2950267" y="32009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1" name="Freeform 7390"/>
          <p:cNvSpPr/>
          <p:nvPr/>
        </p:nvSpPr>
        <p:spPr>
          <a:xfrm>
            <a:off x="3041883" y="24603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2" name="Freeform 7391"/>
          <p:cNvSpPr/>
          <p:nvPr/>
        </p:nvSpPr>
        <p:spPr>
          <a:xfrm>
            <a:off x="2927625" y="29145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3" name="Freeform 7392"/>
          <p:cNvSpPr/>
          <p:nvPr/>
        </p:nvSpPr>
        <p:spPr>
          <a:xfrm>
            <a:off x="2874614" y="28566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4" name="Freeform 7393"/>
          <p:cNvSpPr/>
          <p:nvPr/>
        </p:nvSpPr>
        <p:spPr>
          <a:xfrm>
            <a:off x="2962811" y="28773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5" name="Freeform 7394"/>
          <p:cNvSpPr/>
          <p:nvPr/>
        </p:nvSpPr>
        <p:spPr>
          <a:xfrm>
            <a:off x="2895461" y="22530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6" name="Freeform 7395"/>
          <p:cNvSpPr/>
          <p:nvPr/>
        </p:nvSpPr>
        <p:spPr>
          <a:xfrm>
            <a:off x="2981351" y="27222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7" name="Freeform 7396"/>
          <p:cNvSpPr/>
          <p:nvPr/>
        </p:nvSpPr>
        <p:spPr>
          <a:xfrm>
            <a:off x="2884529" y="26781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8" name="Freeform 7397"/>
          <p:cNvSpPr/>
          <p:nvPr/>
        </p:nvSpPr>
        <p:spPr>
          <a:xfrm>
            <a:off x="2946166" y="28692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9" name="Freeform 7398"/>
          <p:cNvSpPr/>
          <p:nvPr/>
        </p:nvSpPr>
        <p:spPr>
          <a:xfrm>
            <a:off x="2939860" y="25370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0" name="Freeform 7399"/>
          <p:cNvSpPr/>
          <p:nvPr/>
        </p:nvSpPr>
        <p:spPr>
          <a:xfrm>
            <a:off x="2952298" y="22111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1" name="Freeform 7400"/>
          <p:cNvSpPr/>
          <p:nvPr/>
        </p:nvSpPr>
        <p:spPr>
          <a:xfrm>
            <a:off x="2921292" y="24690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2" name="Freeform 7401"/>
          <p:cNvSpPr/>
          <p:nvPr/>
        </p:nvSpPr>
        <p:spPr>
          <a:xfrm>
            <a:off x="2902143" y="245470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3" name="Freeform 7402"/>
          <p:cNvSpPr/>
          <p:nvPr/>
        </p:nvSpPr>
        <p:spPr>
          <a:xfrm>
            <a:off x="2950668" y="24843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4" name="Freeform 7403"/>
          <p:cNvSpPr/>
          <p:nvPr/>
        </p:nvSpPr>
        <p:spPr>
          <a:xfrm>
            <a:off x="2917088" y="32147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5" name="Freeform 7404"/>
          <p:cNvSpPr/>
          <p:nvPr/>
        </p:nvSpPr>
        <p:spPr>
          <a:xfrm>
            <a:off x="2964358" y="30293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6" name="Freeform 7405"/>
          <p:cNvSpPr/>
          <p:nvPr/>
        </p:nvSpPr>
        <p:spPr>
          <a:xfrm>
            <a:off x="2936954" y="27826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7" name="Freeform 7406"/>
          <p:cNvSpPr/>
          <p:nvPr/>
        </p:nvSpPr>
        <p:spPr>
          <a:xfrm>
            <a:off x="2809606" y="29741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8" name="Freeform 7407"/>
          <p:cNvSpPr/>
          <p:nvPr/>
        </p:nvSpPr>
        <p:spPr>
          <a:xfrm>
            <a:off x="2950513" y="30986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9" name="Freeform 7408"/>
          <p:cNvSpPr/>
          <p:nvPr/>
        </p:nvSpPr>
        <p:spPr>
          <a:xfrm>
            <a:off x="3044065" y="33955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0" name="Freeform 7409"/>
          <p:cNvSpPr/>
          <p:nvPr/>
        </p:nvSpPr>
        <p:spPr>
          <a:xfrm>
            <a:off x="2974053" y="32023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1" name="Freeform 7410"/>
          <p:cNvSpPr/>
          <p:nvPr/>
        </p:nvSpPr>
        <p:spPr>
          <a:xfrm>
            <a:off x="2993099" y="28015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2" name="Freeform 7411"/>
          <p:cNvSpPr/>
          <p:nvPr/>
        </p:nvSpPr>
        <p:spPr>
          <a:xfrm>
            <a:off x="2983859" y="273277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3" name="Freeform 7412"/>
          <p:cNvSpPr/>
          <p:nvPr/>
        </p:nvSpPr>
        <p:spPr>
          <a:xfrm>
            <a:off x="2924286" y="29988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4" name="Freeform 7413"/>
          <p:cNvSpPr/>
          <p:nvPr/>
        </p:nvSpPr>
        <p:spPr>
          <a:xfrm>
            <a:off x="2868629" y="26782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5" name="Freeform 7414"/>
          <p:cNvSpPr/>
          <p:nvPr/>
        </p:nvSpPr>
        <p:spPr>
          <a:xfrm>
            <a:off x="3006621" y="286674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6" name="Freeform 7415"/>
          <p:cNvSpPr/>
          <p:nvPr/>
        </p:nvSpPr>
        <p:spPr>
          <a:xfrm>
            <a:off x="3022374" y="23062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7" name="Freeform 7416"/>
          <p:cNvSpPr/>
          <p:nvPr/>
        </p:nvSpPr>
        <p:spPr>
          <a:xfrm>
            <a:off x="2990960" y="27666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8" name="Freeform 7417"/>
          <p:cNvSpPr/>
          <p:nvPr/>
        </p:nvSpPr>
        <p:spPr>
          <a:xfrm>
            <a:off x="2981807" y="24512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9" name="Freeform 7418"/>
          <p:cNvSpPr/>
          <p:nvPr/>
        </p:nvSpPr>
        <p:spPr>
          <a:xfrm>
            <a:off x="2979901" y="26325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0" name="Freeform 7419"/>
          <p:cNvSpPr/>
          <p:nvPr/>
        </p:nvSpPr>
        <p:spPr>
          <a:xfrm>
            <a:off x="2952724" y="32227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1" name="Freeform 7420"/>
          <p:cNvSpPr/>
          <p:nvPr/>
        </p:nvSpPr>
        <p:spPr>
          <a:xfrm>
            <a:off x="2972131" y="27405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2" name="Freeform 7421"/>
          <p:cNvSpPr/>
          <p:nvPr/>
        </p:nvSpPr>
        <p:spPr>
          <a:xfrm>
            <a:off x="2955290" y="3161538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3" name="Freeform 7422"/>
          <p:cNvSpPr/>
          <p:nvPr/>
        </p:nvSpPr>
        <p:spPr>
          <a:xfrm>
            <a:off x="2975471" y="27469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4" name="Freeform 7423"/>
          <p:cNvSpPr/>
          <p:nvPr/>
        </p:nvSpPr>
        <p:spPr>
          <a:xfrm>
            <a:off x="2893846" y="29812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5" name="Freeform 7424"/>
          <p:cNvSpPr/>
          <p:nvPr/>
        </p:nvSpPr>
        <p:spPr>
          <a:xfrm>
            <a:off x="2914121" y="25668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6" name="Freeform 7425"/>
          <p:cNvSpPr/>
          <p:nvPr/>
        </p:nvSpPr>
        <p:spPr>
          <a:xfrm>
            <a:off x="2991018" y="32007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7" name="Freeform 7426"/>
          <p:cNvSpPr/>
          <p:nvPr/>
        </p:nvSpPr>
        <p:spPr>
          <a:xfrm>
            <a:off x="2932807" y="27018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8" name="Freeform 7427"/>
          <p:cNvSpPr/>
          <p:nvPr/>
        </p:nvSpPr>
        <p:spPr>
          <a:xfrm>
            <a:off x="2799445" y="24967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9" name="Freeform 7428"/>
          <p:cNvSpPr/>
          <p:nvPr/>
        </p:nvSpPr>
        <p:spPr>
          <a:xfrm>
            <a:off x="2962553" y="23735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0" name="Freeform 7429"/>
          <p:cNvSpPr/>
          <p:nvPr/>
        </p:nvSpPr>
        <p:spPr>
          <a:xfrm>
            <a:off x="2808067" y="29882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1" name="Freeform 7430"/>
          <p:cNvSpPr/>
          <p:nvPr/>
        </p:nvSpPr>
        <p:spPr>
          <a:xfrm>
            <a:off x="3077016" y="27007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2" name="Freeform 7431"/>
          <p:cNvSpPr/>
          <p:nvPr/>
        </p:nvSpPr>
        <p:spPr>
          <a:xfrm>
            <a:off x="3000658" y="26395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3" name="Freeform 7432"/>
          <p:cNvSpPr/>
          <p:nvPr/>
        </p:nvSpPr>
        <p:spPr>
          <a:xfrm>
            <a:off x="2997629" y="21384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4" name="Freeform 7433"/>
          <p:cNvSpPr/>
          <p:nvPr/>
        </p:nvSpPr>
        <p:spPr>
          <a:xfrm>
            <a:off x="2912129" y="3251875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5" name="Freeform 7434"/>
          <p:cNvSpPr/>
          <p:nvPr/>
        </p:nvSpPr>
        <p:spPr>
          <a:xfrm>
            <a:off x="2882501" y="30422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6" name="Freeform 7435"/>
          <p:cNvSpPr/>
          <p:nvPr/>
        </p:nvSpPr>
        <p:spPr>
          <a:xfrm>
            <a:off x="2941089" y="16761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7" name="Freeform 7436"/>
          <p:cNvSpPr/>
          <p:nvPr/>
        </p:nvSpPr>
        <p:spPr>
          <a:xfrm>
            <a:off x="2955947" y="28076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8" name="Freeform 7437"/>
          <p:cNvSpPr/>
          <p:nvPr/>
        </p:nvSpPr>
        <p:spPr>
          <a:xfrm>
            <a:off x="2905455" y="34024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9" name="Freeform 7438"/>
          <p:cNvSpPr/>
          <p:nvPr/>
        </p:nvSpPr>
        <p:spPr>
          <a:xfrm>
            <a:off x="2964826" y="29214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0" name="Freeform 7439"/>
          <p:cNvSpPr/>
          <p:nvPr/>
        </p:nvSpPr>
        <p:spPr>
          <a:xfrm>
            <a:off x="2998614" y="37252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1" name="Freeform 7440"/>
          <p:cNvSpPr/>
          <p:nvPr/>
        </p:nvSpPr>
        <p:spPr>
          <a:xfrm>
            <a:off x="2993040" y="26186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2" name="Freeform 7441"/>
          <p:cNvSpPr/>
          <p:nvPr/>
        </p:nvSpPr>
        <p:spPr>
          <a:xfrm>
            <a:off x="2888449" y="24095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3" name="Freeform 7442"/>
          <p:cNvSpPr/>
          <p:nvPr/>
        </p:nvSpPr>
        <p:spPr>
          <a:xfrm>
            <a:off x="2816723" y="30424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4" name="Freeform 7443"/>
          <p:cNvSpPr/>
          <p:nvPr/>
        </p:nvSpPr>
        <p:spPr>
          <a:xfrm>
            <a:off x="2955024" y="28803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5" name="Freeform 7444"/>
          <p:cNvSpPr/>
          <p:nvPr/>
        </p:nvSpPr>
        <p:spPr>
          <a:xfrm>
            <a:off x="2912803" y="23676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6" name="Freeform 7445"/>
          <p:cNvSpPr/>
          <p:nvPr/>
        </p:nvSpPr>
        <p:spPr>
          <a:xfrm>
            <a:off x="2983333" y="33507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7" name="Freeform 7446"/>
          <p:cNvSpPr/>
          <p:nvPr/>
        </p:nvSpPr>
        <p:spPr>
          <a:xfrm>
            <a:off x="3059506" y="31931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8" name="Freeform 7447"/>
          <p:cNvSpPr/>
          <p:nvPr/>
        </p:nvSpPr>
        <p:spPr>
          <a:xfrm>
            <a:off x="3059448" y="27911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9" name="Freeform 7448"/>
          <p:cNvSpPr/>
          <p:nvPr/>
        </p:nvSpPr>
        <p:spPr>
          <a:xfrm>
            <a:off x="2973191" y="29838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0" name="Freeform 7449"/>
          <p:cNvSpPr/>
          <p:nvPr/>
        </p:nvSpPr>
        <p:spPr>
          <a:xfrm>
            <a:off x="3025578" y="28152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1" name="Freeform 7450"/>
          <p:cNvSpPr/>
          <p:nvPr/>
        </p:nvSpPr>
        <p:spPr>
          <a:xfrm>
            <a:off x="3059657" y="31718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2" name="Freeform 7451"/>
          <p:cNvSpPr/>
          <p:nvPr/>
        </p:nvSpPr>
        <p:spPr>
          <a:xfrm>
            <a:off x="2957965" y="26284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3" name="Freeform 7452"/>
          <p:cNvSpPr/>
          <p:nvPr/>
        </p:nvSpPr>
        <p:spPr>
          <a:xfrm>
            <a:off x="2972381" y="27621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4" name="Freeform 7453"/>
          <p:cNvSpPr/>
          <p:nvPr/>
        </p:nvSpPr>
        <p:spPr>
          <a:xfrm>
            <a:off x="3009315" y="25053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5" name="Freeform 7454"/>
          <p:cNvSpPr/>
          <p:nvPr/>
        </p:nvSpPr>
        <p:spPr>
          <a:xfrm>
            <a:off x="2952851" y="263356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6" name="Freeform 7455"/>
          <p:cNvSpPr/>
          <p:nvPr/>
        </p:nvSpPr>
        <p:spPr>
          <a:xfrm>
            <a:off x="2923415" y="26312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7" name="Freeform 7456"/>
          <p:cNvSpPr/>
          <p:nvPr/>
        </p:nvSpPr>
        <p:spPr>
          <a:xfrm>
            <a:off x="2907507" y="32389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8" name="Freeform 7457"/>
          <p:cNvSpPr/>
          <p:nvPr/>
        </p:nvSpPr>
        <p:spPr>
          <a:xfrm>
            <a:off x="2955647" y="25261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9" name="Freeform 7458"/>
          <p:cNvSpPr/>
          <p:nvPr/>
        </p:nvSpPr>
        <p:spPr>
          <a:xfrm>
            <a:off x="2915790" y="28288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0" name="Freeform 7459"/>
          <p:cNvSpPr/>
          <p:nvPr/>
        </p:nvSpPr>
        <p:spPr>
          <a:xfrm>
            <a:off x="3005986" y="27684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1" name="Freeform 7460"/>
          <p:cNvSpPr/>
          <p:nvPr/>
        </p:nvSpPr>
        <p:spPr>
          <a:xfrm>
            <a:off x="2934174" y="232183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2" name="Freeform 7461"/>
          <p:cNvSpPr/>
          <p:nvPr/>
        </p:nvSpPr>
        <p:spPr>
          <a:xfrm>
            <a:off x="3048328" y="29717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3" name="Freeform 7462"/>
          <p:cNvSpPr/>
          <p:nvPr/>
        </p:nvSpPr>
        <p:spPr>
          <a:xfrm>
            <a:off x="3032298" y="22104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4" name="Freeform 7463"/>
          <p:cNvSpPr/>
          <p:nvPr/>
        </p:nvSpPr>
        <p:spPr>
          <a:xfrm>
            <a:off x="2876797" y="21761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5" name="Freeform 7464"/>
          <p:cNvSpPr/>
          <p:nvPr/>
        </p:nvSpPr>
        <p:spPr>
          <a:xfrm>
            <a:off x="3024073" y="24304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6" name="Freeform 7465"/>
          <p:cNvSpPr/>
          <p:nvPr/>
        </p:nvSpPr>
        <p:spPr>
          <a:xfrm>
            <a:off x="2929982" y="30677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7" name="Freeform 7466"/>
          <p:cNvSpPr/>
          <p:nvPr/>
        </p:nvSpPr>
        <p:spPr>
          <a:xfrm>
            <a:off x="3042521" y="35110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8" name="Freeform 7467"/>
          <p:cNvSpPr/>
          <p:nvPr/>
        </p:nvSpPr>
        <p:spPr>
          <a:xfrm>
            <a:off x="2988170" y="23105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9" name="Freeform 7468"/>
          <p:cNvSpPr/>
          <p:nvPr/>
        </p:nvSpPr>
        <p:spPr>
          <a:xfrm>
            <a:off x="2952781" y="26662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0" name="Freeform 7469"/>
          <p:cNvSpPr/>
          <p:nvPr/>
        </p:nvSpPr>
        <p:spPr>
          <a:xfrm>
            <a:off x="2998333" y="29812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1" name="Freeform 7470"/>
          <p:cNvSpPr/>
          <p:nvPr/>
        </p:nvSpPr>
        <p:spPr>
          <a:xfrm>
            <a:off x="2920450" y="22757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2" name="Freeform 7471"/>
          <p:cNvSpPr/>
          <p:nvPr/>
        </p:nvSpPr>
        <p:spPr>
          <a:xfrm>
            <a:off x="2976653" y="30240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3" name="Freeform 7472"/>
          <p:cNvSpPr/>
          <p:nvPr/>
        </p:nvSpPr>
        <p:spPr>
          <a:xfrm>
            <a:off x="2980239" y="28631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4" name="Freeform 7473"/>
          <p:cNvSpPr/>
          <p:nvPr/>
        </p:nvSpPr>
        <p:spPr>
          <a:xfrm>
            <a:off x="2946576" y="25142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5" name="Freeform 7474"/>
          <p:cNvSpPr/>
          <p:nvPr/>
        </p:nvSpPr>
        <p:spPr>
          <a:xfrm>
            <a:off x="2980444" y="31166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6" name="Freeform 7475"/>
          <p:cNvSpPr/>
          <p:nvPr/>
        </p:nvSpPr>
        <p:spPr>
          <a:xfrm>
            <a:off x="2892716" y="27474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7" name="Freeform 7476"/>
          <p:cNvSpPr/>
          <p:nvPr/>
        </p:nvSpPr>
        <p:spPr>
          <a:xfrm>
            <a:off x="2991314" y="23068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8" name="Freeform 7477"/>
          <p:cNvSpPr/>
          <p:nvPr/>
        </p:nvSpPr>
        <p:spPr>
          <a:xfrm>
            <a:off x="2879423" y="262962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9" name="Freeform 7478"/>
          <p:cNvSpPr/>
          <p:nvPr/>
        </p:nvSpPr>
        <p:spPr>
          <a:xfrm>
            <a:off x="2995519" y="22486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0" name="Freeform 7479"/>
          <p:cNvSpPr/>
          <p:nvPr/>
        </p:nvSpPr>
        <p:spPr>
          <a:xfrm>
            <a:off x="2986015" y="22904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1" name="Freeform 7480"/>
          <p:cNvSpPr/>
          <p:nvPr/>
        </p:nvSpPr>
        <p:spPr>
          <a:xfrm>
            <a:off x="3001032" y="27044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2" name="Freeform 7481"/>
          <p:cNvSpPr/>
          <p:nvPr/>
        </p:nvSpPr>
        <p:spPr>
          <a:xfrm>
            <a:off x="2921014" y="35663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3" name="Freeform 7482"/>
          <p:cNvSpPr/>
          <p:nvPr/>
        </p:nvSpPr>
        <p:spPr>
          <a:xfrm>
            <a:off x="3148207" y="31137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4" name="Freeform 7483"/>
          <p:cNvSpPr/>
          <p:nvPr/>
        </p:nvSpPr>
        <p:spPr>
          <a:xfrm>
            <a:off x="2942070" y="24265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5" name="Freeform 7484"/>
          <p:cNvSpPr/>
          <p:nvPr/>
        </p:nvSpPr>
        <p:spPr>
          <a:xfrm>
            <a:off x="2966052" y="32772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6" name="Freeform 7485"/>
          <p:cNvSpPr/>
          <p:nvPr/>
        </p:nvSpPr>
        <p:spPr>
          <a:xfrm>
            <a:off x="2908862" y="28273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7" name="Freeform 7486"/>
          <p:cNvSpPr/>
          <p:nvPr/>
        </p:nvSpPr>
        <p:spPr>
          <a:xfrm>
            <a:off x="3046949" y="25827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8" name="Freeform 7487"/>
          <p:cNvSpPr/>
          <p:nvPr/>
        </p:nvSpPr>
        <p:spPr>
          <a:xfrm>
            <a:off x="2926922" y="21669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9" name="Freeform 7488"/>
          <p:cNvSpPr/>
          <p:nvPr/>
        </p:nvSpPr>
        <p:spPr>
          <a:xfrm>
            <a:off x="3019445" y="29186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0" name="Freeform 7489"/>
          <p:cNvSpPr/>
          <p:nvPr/>
        </p:nvSpPr>
        <p:spPr>
          <a:xfrm>
            <a:off x="2897132" y="29438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1" name="Freeform 7490"/>
          <p:cNvSpPr/>
          <p:nvPr/>
        </p:nvSpPr>
        <p:spPr>
          <a:xfrm>
            <a:off x="2976418" y="27265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2" name="Freeform 7491"/>
          <p:cNvSpPr/>
          <p:nvPr/>
        </p:nvSpPr>
        <p:spPr>
          <a:xfrm>
            <a:off x="2933483" y="25782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3" name="Freeform 7492"/>
          <p:cNvSpPr/>
          <p:nvPr/>
        </p:nvSpPr>
        <p:spPr>
          <a:xfrm>
            <a:off x="3015687" y="27639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4" name="Freeform 7493"/>
          <p:cNvSpPr/>
          <p:nvPr/>
        </p:nvSpPr>
        <p:spPr>
          <a:xfrm>
            <a:off x="2938652" y="23214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5" name="Freeform 7494"/>
          <p:cNvSpPr/>
          <p:nvPr/>
        </p:nvSpPr>
        <p:spPr>
          <a:xfrm>
            <a:off x="2902624" y="300106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6" name="Freeform 7495"/>
          <p:cNvSpPr/>
          <p:nvPr/>
        </p:nvSpPr>
        <p:spPr>
          <a:xfrm>
            <a:off x="2985604" y="26630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7" name="Freeform 7496"/>
          <p:cNvSpPr/>
          <p:nvPr/>
        </p:nvSpPr>
        <p:spPr>
          <a:xfrm>
            <a:off x="2881954" y="25435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8" name="Freeform 7497"/>
          <p:cNvSpPr/>
          <p:nvPr/>
        </p:nvSpPr>
        <p:spPr>
          <a:xfrm>
            <a:off x="2896891" y="28543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9" name="Freeform 7498"/>
          <p:cNvSpPr/>
          <p:nvPr/>
        </p:nvSpPr>
        <p:spPr>
          <a:xfrm>
            <a:off x="3005646" y="23985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0" name="Freeform 7499"/>
          <p:cNvSpPr/>
          <p:nvPr/>
        </p:nvSpPr>
        <p:spPr>
          <a:xfrm>
            <a:off x="2839416" y="26524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1" name="Freeform 7500"/>
          <p:cNvSpPr/>
          <p:nvPr/>
        </p:nvSpPr>
        <p:spPr>
          <a:xfrm>
            <a:off x="3005194" y="24172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2" name="Freeform 7501"/>
          <p:cNvSpPr/>
          <p:nvPr/>
        </p:nvSpPr>
        <p:spPr>
          <a:xfrm>
            <a:off x="2932180" y="26358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3" name="Freeform 7502"/>
          <p:cNvSpPr/>
          <p:nvPr/>
        </p:nvSpPr>
        <p:spPr>
          <a:xfrm>
            <a:off x="2899837" y="25688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4" name="Freeform 7503"/>
          <p:cNvSpPr/>
          <p:nvPr/>
        </p:nvSpPr>
        <p:spPr>
          <a:xfrm>
            <a:off x="2972889" y="29397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5" name="Freeform 7504"/>
          <p:cNvSpPr/>
          <p:nvPr/>
        </p:nvSpPr>
        <p:spPr>
          <a:xfrm>
            <a:off x="2997338" y="29391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6" name="Freeform 7505"/>
          <p:cNvSpPr/>
          <p:nvPr/>
        </p:nvSpPr>
        <p:spPr>
          <a:xfrm>
            <a:off x="2920860" y="22570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7" name="Freeform 7506"/>
          <p:cNvSpPr/>
          <p:nvPr/>
        </p:nvSpPr>
        <p:spPr>
          <a:xfrm>
            <a:off x="2946603" y="24735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8" name="Freeform 7507"/>
          <p:cNvSpPr/>
          <p:nvPr/>
        </p:nvSpPr>
        <p:spPr>
          <a:xfrm>
            <a:off x="3008071" y="30833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9" name="Freeform 7508"/>
          <p:cNvSpPr/>
          <p:nvPr/>
        </p:nvSpPr>
        <p:spPr>
          <a:xfrm>
            <a:off x="3005141" y="2640748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0" name="Freeform 7509"/>
          <p:cNvSpPr/>
          <p:nvPr/>
        </p:nvSpPr>
        <p:spPr>
          <a:xfrm>
            <a:off x="2954637" y="35799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1" name="Freeform 7510"/>
          <p:cNvSpPr/>
          <p:nvPr/>
        </p:nvSpPr>
        <p:spPr>
          <a:xfrm>
            <a:off x="2909506" y="29182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2" name="Freeform 7511"/>
          <p:cNvSpPr/>
          <p:nvPr/>
        </p:nvSpPr>
        <p:spPr>
          <a:xfrm>
            <a:off x="2898515" y="23539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3" name="Freeform 7512"/>
          <p:cNvSpPr/>
          <p:nvPr/>
        </p:nvSpPr>
        <p:spPr>
          <a:xfrm>
            <a:off x="2920575" y="27532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4" name="Freeform 7513"/>
          <p:cNvSpPr/>
          <p:nvPr/>
        </p:nvSpPr>
        <p:spPr>
          <a:xfrm>
            <a:off x="3000731" y="26638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5" name="Freeform 7514"/>
          <p:cNvSpPr/>
          <p:nvPr/>
        </p:nvSpPr>
        <p:spPr>
          <a:xfrm>
            <a:off x="2994374" y="381625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6" name="Freeform 7515"/>
          <p:cNvSpPr/>
          <p:nvPr/>
        </p:nvSpPr>
        <p:spPr>
          <a:xfrm>
            <a:off x="2977262" y="28514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7" name="Freeform 7516"/>
          <p:cNvSpPr/>
          <p:nvPr/>
        </p:nvSpPr>
        <p:spPr>
          <a:xfrm>
            <a:off x="3045591" y="25828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8" name="Freeform 7517"/>
          <p:cNvSpPr/>
          <p:nvPr/>
        </p:nvSpPr>
        <p:spPr>
          <a:xfrm>
            <a:off x="2939471" y="25361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9" name="Freeform 7518"/>
          <p:cNvSpPr/>
          <p:nvPr/>
        </p:nvSpPr>
        <p:spPr>
          <a:xfrm>
            <a:off x="2934515" y="2353422"/>
            <a:ext cx="35922" cy="35922"/>
          </a:xfrm>
          <a:custGeom>
            <a:avLst/>
            <a:gdLst/>
            <a:ahLst/>
            <a:cxnLst/>
            <a:rect l="l" t="t" r="r" b="b"/>
            <a:pathLst>
              <a:path w="35922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0" name="Freeform 7519"/>
          <p:cNvSpPr/>
          <p:nvPr/>
        </p:nvSpPr>
        <p:spPr>
          <a:xfrm>
            <a:off x="2934240" y="27845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1" name="Freeform 7520"/>
          <p:cNvSpPr/>
          <p:nvPr/>
        </p:nvSpPr>
        <p:spPr>
          <a:xfrm>
            <a:off x="3078314" y="27681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2" name="Freeform 7521"/>
          <p:cNvSpPr/>
          <p:nvPr/>
        </p:nvSpPr>
        <p:spPr>
          <a:xfrm>
            <a:off x="2829501" y="31970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3" name="Freeform 7522"/>
          <p:cNvSpPr/>
          <p:nvPr/>
        </p:nvSpPr>
        <p:spPr>
          <a:xfrm>
            <a:off x="2976781" y="27824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4" name="Freeform 7523"/>
          <p:cNvSpPr/>
          <p:nvPr/>
        </p:nvSpPr>
        <p:spPr>
          <a:xfrm>
            <a:off x="2986584" y="31710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5" name="Freeform 7524"/>
          <p:cNvSpPr/>
          <p:nvPr/>
        </p:nvSpPr>
        <p:spPr>
          <a:xfrm>
            <a:off x="2962558" y="33866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6" name="Freeform 7525"/>
          <p:cNvSpPr/>
          <p:nvPr/>
        </p:nvSpPr>
        <p:spPr>
          <a:xfrm>
            <a:off x="3105060" y="31062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7" name="Freeform 7526"/>
          <p:cNvSpPr/>
          <p:nvPr/>
        </p:nvSpPr>
        <p:spPr>
          <a:xfrm>
            <a:off x="3032174" y="21525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8" name="Freeform 7527"/>
          <p:cNvSpPr/>
          <p:nvPr/>
        </p:nvSpPr>
        <p:spPr>
          <a:xfrm>
            <a:off x="3007149" y="28067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9" name="Freeform 7528"/>
          <p:cNvSpPr/>
          <p:nvPr/>
        </p:nvSpPr>
        <p:spPr>
          <a:xfrm>
            <a:off x="2902644" y="26264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0" name="Freeform 7529"/>
          <p:cNvSpPr/>
          <p:nvPr/>
        </p:nvSpPr>
        <p:spPr>
          <a:xfrm>
            <a:off x="2990143" y="2896038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1" name="Freeform 7530"/>
          <p:cNvSpPr/>
          <p:nvPr/>
        </p:nvSpPr>
        <p:spPr>
          <a:xfrm>
            <a:off x="2935728" y="33655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2" name="Freeform 7531"/>
          <p:cNvSpPr/>
          <p:nvPr/>
        </p:nvSpPr>
        <p:spPr>
          <a:xfrm>
            <a:off x="2961839" y="23630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3" name="Freeform 7532"/>
          <p:cNvSpPr/>
          <p:nvPr/>
        </p:nvSpPr>
        <p:spPr>
          <a:xfrm>
            <a:off x="2971685" y="35058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4" name="Freeform 7533"/>
          <p:cNvSpPr/>
          <p:nvPr/>
        </p:nvSpPr>
        <p:spPr>
          <a:xfrm>
            <a:off x="2929020" y="29112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5" name="Freeform 7534"/>
          <p:cNvSpPr/>
          <p:nvPr/>
        </p:nvSpPr>
        <p:spPr>
          <a:xfrm>
            <a:off x="2998803" y="27273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6" name="Freeform 7535"/>
          <p:cNvSpPr/>
          <p:nvPr/>
        </p:nvSpPr>
        <p:spPr>
          <a:xfrm>
            <a:off x="3061252" y="262250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7" name="Freeform 7536"/>
          <p:cNvSpPr/>
          <p:nvPr/>
        </p:nvSpPr>
        <p:spPr>
          <a:xfrm>
            <a:off x="3024134" y="29743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8" name="Freeform 7537"/>
          <p:cNvSpPr/>
          <p:nvPr/>
        </p:nvSpPr>
        <p:spPr>
          <a:xfrm>
            <a:off x="2972925" y="33829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9" name="Freeform 7538"/>
          <p:cNvSpPr/>
          <p:nvPr/>
        </p:nvSpPr>
        <p:spPr>
          <a:xfrm>
            <a:off x="2838641" y="30017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0" name="Freeform 7539"/>
          <p:cNvSpPr/>
          <p:nvPr/>
        </p:nvSpPr>
        <p:spPr>
          <a:xfrm>
            <a:off x="3027437" y="2982535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1" name="Freeform 7540"/>
          <p:cNvSpPr/>
          <p:nvPr/>
        </p:nvSpPr>
        <p:spPr>
          <a:xfrm>
            <a:off x="3026912" y="299148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2" name="Freeform 7541"/>
          <p:cNvSpPr/>
          <p:nvPr/>
        </p:nvSpPr>
        <p:spPr>
          <a:xfrm>
            <a:off x="2947536" y="235059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3" name="Freeform 7542"/>
          <p:cNvSpPr/>
          <p:nvPr/>
        </p:nvSpPr>
        <p:spPr>
          <a:xfrm>
            <a:off x="2929828" y="31534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4" name="Freeform 7543"/>
          <p:cNvSpPr/>
          <p:nvPr/>
        </p:nvSpPr>
        <p:spPr>
          <a:xfrm>
            <a:off x="3000850" y="25965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5" name="Freeform 7544"/>
          <p:cNvSpPr/>
          <p:nvPr/>
        </p:nvSpPr>
        <p:spPr>
          <a:xfrm>
            <a:off x="2909204" y="26490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6" name="Freeform 7545"/>
          <p:cNvSpPr/>
          <p:nvPr/>
        </p:nvSpPr>
        <p:spPr>
          <a:xfrm>
            <a:off x="3009548" y="23541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7" name="Freeform 7546"/>
          <p:cNvSpPr/>
          <p:nvPr/>
        </p:nvSpPr>
        <p:spPr>
          <a:xfrm>
            <a:off x="2892424" y="27561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8" name="Freeform 7547"/>
          <p:cNvSpPr/>
          <p:nvPr/>
        </p:nvSpPr>
        <p:spPr>
          <a:xfrm>
            <a:off x="2902410" y="2416375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9" name="Freeform 7548"/>
          <p:cNvSpPr/>
          <p:nvPr/>
        </p:nvSpPr>
        <p:spPr>
          <a:xfrm>
            <a:off x="2960950" y="27705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0" name="Freeform 7549"/>
          <p:cNvSpPr/>
          <p:nvPr/>
        </p:nvSpPr>
        <p:spPr>
          <a:xfrm>
            <a:off x="2869070" y="25475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1" name="Freeform 7550"/>
          <p:cNvSpPr/>
          <p:nvPr/>
        </p:nvSpPr>
        <p:spPr>
          <a:xfrm>
            <a:off x="2960140" y="32598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2" name="Freeform 7551"/>
          <p:cNvSpPr/>
          <p:nvPr/>
        </p:nvSpPr>
        <p:spPr>
          <a:xfrm>
            <a:off x="2993257" y="36772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3" name="Freeform 7552"/>
          <p:cNvSpPr/>
          <p:nvPr/>
        </p:nvSpPr>
        <p:spPr>
          <a:xfrm>
            <a:off x="2878005" y="25684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4" name="Freeform 7553"/>
          <p:cNvSpPr/>
          <p:nvPr/>
        </p:nvSpPr>
        <p:spPr>
          <a:xfrm>
            <a:off x="3017893" y="25487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5" name="Freeform 7554"/>
          <p:cNvSpPr/>
          <p:nvPr/>
        </p:nvSpPr>
        <p:spPr>
          <a:xfrm>
            <a:off x="2925136" y="25324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6" name="Freeform 7555"/>
          <p:cNvSpPr/>
          <p:nvPr/>
        </p:nvSpPr>
        <p:spPr>
          <a:xfrm>
            <a:off x="2994403" y="29002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7" name="Freeform 7556"/>
          <p:cNvSpPr/>
          <p:nvPr/>
        </p:nvSpPr>
        <p:spPr>
          <a:xfrm>
            <a:off x="2973536" y="21595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8" name="Freeform 7557"/>
          <p:cNvSpPr/>
          <p:nvPr/>
        </p:nvSpPr>
        <p:spPr>
          <a:xfrm>
            <a:off x="2931800" y="28763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9" name="Freeform 7558"/>
          <p:cNvSpPr/>
          <p:nvPr/>
        </p:nvSpPr>
        <p:spPr>
          <a:xfrm>
            <a:off x="2927649" y="25525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0" name="Freeform 7559"/>
          <p:cNvSpPr/>
          <p:nvPr/>
        </p:nvSpPr>
        <p:spPr>
          <a:xfrm>
            <a:off x="2853924" y="24886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1" name="Freeform 7560"/>
          <p:cNvSpPr/>
          <p:nvPr/>
        </p:nvSpPr>
        <p:spPr>
          <a:xfrm>
            <a:off x="2916925" y="20753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2" name="Freeform 7561"/>
          <p:cNvSpPr/>
          <p:nvPr/>
        </p:nvSpPr>
        <p:spPr>
          <a:xfrm>
            <a:off x="2912308" y="28238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3" name="Freeform 7562"/>
          <p:cNvSpPr/>
          <p:nvPr/>
        </p:nvSpPr>
        <p:spPr>
          <a:xfrm>
            <a:off x="3062726" y="29474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4" name="Freeform 7563"/>
          <p:cNvSpPr/>
          <p:nvPr/>
        </p:nvSpPr>
        <p:spPr>
          <a:xfrm>
            <a:off x="3023808" y="32580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5" name="Freeform 7564"/>
          <p:cNvSpPr/>
          <p:nvPr/>
        </p:nvSpPr>
        <p:spPr>
          <a:xfrm>
            <a:off x="2875074" y="21364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6" name="Freeform 7565"/>
          <p:cNvSpPr/>
          <p:nvPr/>
        </p:nvSpPr>
        <p:spPr>
          <a:xfrm>
            <a:off x="3010317" y="25523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7" name="Freeform 7566"/>
          <p:cNvSpPr/>
          <p:nvPr/>
        </p:nvSpPr>
        <p:spPr>
          <a:xfrm>
            <a:off x="2974289" y="25406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8" name="Freeform 7567"/>
          <p:cNvSpPr/>
          <p:nvPr/>
        </p:nvSpPr>
        <p:spPr>
          <a:xfrm>
            <a:off x="2936794" y="1561348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9" name="Freeform 7568"/>
          <p:cNvSpPr/>
          <p:nvPr/>
        </p:nvSpPr>
        <p:spPr>
          <a:xfrm>
            <a:off x="2989258" y="25877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0" name="Freeform 7569"/>
          <p:cNvSpPr/>
          <p:nvPr/>
        </p:nvSpPr>
        <p:spPr>
          <a:xfrm>
            <a:off x="3009759" y="31860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1" name="Freeform 7570"/>
          <p:cNvSpPr/>
          <p:nvPr/>
        </p:nvSpPr>
        <p:spPr>
          <a:xfrm>
            <a:off x="2925089" y="27792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2" name="Freeform 7571"/>
          <p:cNvSpPr/>
          <p:nvPr/>
        </p:nvSpPr>
        <p:spPr>
          <a:xfrm>
            <a:off x="2943452" y="30656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3" name="Freeform 7572"/>
          <p:cNvSpPr/>
          <p:nvPr/>
        </p:nvSpPr>
        <p:spPr>
          <a:xfrm>
            <a:off x="2970878" y="28527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4" name="Freeform 7573"/>
          <p:cNvSpPr/>
          <p:nvPr/>
        </p:nvSpPr>
        <p:spPr>
          <a:xfrm>
            <a:off x="2899321" y="28552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5" name="Freeform 7574"/>
          <p:cNvSpPr/>
          <p:nvPr/>
        </p:nvSpPr>
        <p:spPr>
          <a:xfrm>
            <a:off x="2972084" y="29230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6" name="Freeform 7575"/>
          <p:cNvSpPr/>
          <p:nvPr/>
        </p:nvSpPr>
        <p:spPr>
          <a:xfrm>
            <a:off x="2955587" y="32195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7" name="Freeform 7576"/>
          <p:cNvSpPr/>
          <p:nvPr/>
        </p:nvSpPr>
        <p:spPr>
          <a:xfrm>
            <a:off x="2918353" y="21217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8" name="Freeform 7577"/>
          <p:cNvSpPr/>
          <p:nvPr/>
        </p:nvSpPr>
        <p:spPr>
          <a:xfrm>
            <a:off x="2908333" y="25973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9" name="Freeform 7578"/>
          <p:cNvSpPr/>
          <p:nvPr/>
        </p:nvSpPr>
        <p:spPr>
          <a:xfrm>
            <a:off x="2979655" y="27901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0" name="Freeform 7579"/>
          <p:cNvSpPr/>
          <p:nvPr/>
        </p:nvSpPr>
        <p:spPr>
          <a:xfrm>
            <a:off x="3015117" y="24286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1" name="Freeform 7580"/>
          <p:cNvSpPr/>
          <p:nvPr/>
        </p:nvSpPr>
        <p:spPr>
          <a:xfrm>
            <a:off x="2981255" y="25340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2" name="Freeform 7581"/>
          <p:cNvSpPr/>
          <p:nvPr/>
        </p:nvSpPr>
        <p:spPr>
          <a:xfrm>
            <a:off x="2907554" y="26058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3" name="Freeform 7582"/>
          <p:cNvSpPr/>
          <p:nvPr/>
        </p:nvSpPr>
        <p:spPr>
          <a:xfrm>
            <a:off x="3007260" y="24553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4" name="Freeform 7583"/>
          <p:cNvSpPr/>
          <p:nvPr/>
        </p:nvSpPr>
        <p:spPr>
          <a:xfrm>
            <a:off x="2971308" y="26580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5" name="Freeform 7584"/>
          <p:cNvSpPr/>
          <p:nvPr/>
        </p:nvSpPr>
        <p:spPr>
          <a:xfrm>
            <a:off x="2997541" y="24608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6" name="Freeform 7585"/>
          <p:cNvSpPr/>
          <p:nvPr/>
        </p:nvSpPr>
        <p:spPr>
          <a:xfrm>
            <a:off x="3033044" y="24303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7" name="Freeform 7586"/>
          <p:cNvSpPr/>
          <p:nvPr/>
        </p:nvSpPr>
        <p:spPr>
          <a:xfrm>
            <a:off x="2904675" y="2647419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8" name="Freeform 7587"/>
          <p:cNvSpPr/>
          <p:nvPr/>
        </p:nvSpPr>
        <p:spPr>
          <a:xfrm>
            <a:off x="2952089" y="27882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9" name="Freeform 7588"/>
          <p:cNvSpPr/>
          <p:nvPr/>
        </p:nvSpPr>
        <p:spPr>
          <a:xfrm>
            <a:off x="2923672" y="21445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0" name="Freeform 7589"/>
          <p:cNvSpPr/>
          <p:nvPr/>
        </p:nvSpPr>
        <p:spPr>
          <a:xfrm>
            <a:off x="2906502" y="28829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1" name="Freeform 7590"/>
          <p:cNvSpPr/>
          <p:nvPr/>
        </p:nvSpPr>
        <p:spPr>
          <a:xfrm>
            <a:off x="3085230" y="256337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2" name="Freeform 7591"/>
          <p:cNvSpPr/>
          <p:nvPr/>
        </p:nvSpPr>
        <p:spPr>
          <a:xfrm>
            <a:off x="3019093" y="25550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3" name="Freeform 7592"/>
          <p:cNvSpPr/>
          <p:nvPr/>
        </p:nvSpPr>
        <p:spPr>
          <a:xfrm>
            <a:off x="2851149" y="29313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4" name="Freeform 7593"/>
          <p:cNvSpPr/>
          <p:nvPr/>
        </p:nvSpPr>
        <p:spPr>
          <a:xfrm>
            <a:off x="2987280" y="30042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5" name="Freeform 7594"/>
          <p:cNvSpPr/>
          <p:nvPr/>
        </p:nvSpPr>
        <p:spPr>
          <a:xfrm>
            <a:off x="2926326" y="28373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6" name="Freeform 7595"/>
          <p:cNvSpPr/>
          <p:nvPr/>
        </p:nvSpPr>
        <p:spPr>
          <a:xfrm>
            <a:off x="3032079" y="28882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7" name="Freeform 7596"/>
          <p:cNvSpPr/>
          <p:nvPr/>
        </p:nvSpPr>
        <p:spPr>
          <a:xfrm>
            <a:off x="2966036" y="32433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8" name="Freeform 7597"/>
          <p:cNvSpPr/>
          <p:nvPr/>
        </p:nvSpPr>
        <p:spPr>
          <a:xfrm>
            <a:off x="2950033" y="29467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9" name="Freeform 7598"/>
          <p:cNvSpPr/>
          <p:nvPr/>
        </p:nvSpPr>
        <p:spPr>
          <a:xfrm>
            <a:off x="2969707" y="26093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0" name="Freeform 7599"/>
          <p:cNvSpPr/>
          <p:nvPr/>
        </p:nvSpPr>
        <p:spPr>
          <a:xfrm>
            <a:off x="2984677" y="224180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1" name="Freeform 7600"/>
          <p:cNvSpPr/>
          <p:nvPr/>
        </p:nvSpPr>
        <p:spPr>
          <a:xfrm>
            <a:off x="2962740" y="25034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2" name="Freeform 7601"/>
          <p:cNvSpPr/>
          <p:nvPr/>
        </p:nvSpPr>
        <p:spPr>
          <a:xfrm>
            <a:off x="2947258" y="36629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3" name="Freeform 7602"/>
          <p:cNvSpPr/>
          <p:nvPr/>
        </p:nvSpPr>
        <p:spPr>
          <a:xfrm>
            <a:off x="2952324" y="2471461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4" name="Freeform 7603"/>
          <p:cNvSpPr/>
          <p:nvPr/>
        </p:nvSpPr>
        <p:spPr>
          <a:xfrm>
            <a:off x="2992595" y="29124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5" name="Freeform 7604"/>
          <p:cNvSpPr/>
          <p:nvPr/>
        </p:nvSpPr>
        <p:spPr>
          <a:xfrm>
            <a:off x="2890905" y="25406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6" name="Freeform 7605"/>
          <p:cNvSpPr/>
          <p:nvPr/>
        </p:nvSpPr>
        <p:spPr>
          <a:xfrm>
            <a:off x="2960783" y="27124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7" name="Freeform 7606"/>
          <p:cNvSpPr/>
          <p:nvPr/>
        </p:nvSpPr>
        <p:spPr>
          <a:xfrm>
            <a:off x="2953469" y="27780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8" name="Freeform 7607"/>
          <p:cNvSpPr/>
          <p:nvPr/>
        </p:nvSpPr>
        <p:spPr>
          <a:xfrm>
            <a:off x="2930781" y="27448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9" name="Freeform 7608"/>
          <p:cNvSpPr/>
          <p:nvPr/>
        </p:nvSpPr>
        <p:spPr>
          <a:xfrm>
            <a:off x="3006574" y="27154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0" name="Freeform 7609"/>
          <p:cNvSpPr/>
          <p:nvPr/>
        </p:nvSpPr>
        <p:spPr>
          <a:xfrm>
            <a:off x="2880929" y="22129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1" name="Freeform 7610"/>
          <p:cNvSpPr/>
          <p:nvPr/>
        </p:nvSpPr>
        <p:spPr>
          <a:xfrm>
            <a:off x="2938273" y="27144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2" name="Freeform 7611"/>
          <p:cNvSpPr/>
          <p:nvPr/>
        </p:nvSpPr>
        <p:spPr>
          <a:xfrm>
            <a:off x="2908102" y="23081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3" name="Freeform 7612"/>
          <p:cNvSpPr/>
          <p:nvPr/>
        </p:nvSpPr>
        <p:spPr>
          <a:xfrm>
            <a:off x="2994718" y="2361676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4" name="Freeform 7613"/>
          <p:cNvSpPr/>
          <p:nvPr/>
        </p:nvSpPr>
        <p:spPr>
          <a:xfrm>
            <a:off x="2931929" y="246199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5" name="Freeform 7614"/>
          <p:cNvSpPr/>
          <p:nvPr/>
        </p:nvSpPr>
        <p:spPr>
          <a:xfrm>
            <a:off x="2963963" y="33641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6" name="Freeform 7615"/>
          <p:cNvSpPr/>
          <p:nvPr/>
        </p:nvSpPr>
        <p:spPr>
          <a:xfrm>
            <a:off x="2984791" y="22967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7" name="Freeform 7616"/>
          <p:cNvSpPr/>
          <p:nvPr/>
        </p:nvSpPr>
        <p:spPr>
          <a:xfrm>
            <a:off x="2861961" y="28755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8" name="Freeform 7617"/>
          <p:cNvSpPr/>
          <p:nvPr/>
        </p:nvSpPr>
        <p:spPr>
          <a:xfrm>
            <a:off x="2988964" y="24440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9" name="Freeform 7618"/>
          <p:cNvSpPr/>
          <p:nvPr/>
        </p:nvSpPr>
        <p:spPr>
          <a:xfrm>
            <a:off x="2914595" y="30648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0" name="Freeform 7619"/>
          <p:cNvSpPr/>
          <p:nvPr/>
        </p:nvSpPr>
        <p:spPr>
          <a:xfrm>
            <a:off x="2945175" y="31429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1" name="Freeform 7620"/>
          <p:cNvSpPr/>
          <p:nvPr/>
        </p:nvSpPr>
        <p:spPr>
          <a:xfrm>
            <a:off x="2953981" y="19806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2" name="Freeform 7621"/>
          <p:cNvSpPr/>
          <p:nvPr/>
        </p:nvSpPr>
        <p:spPr>
          <a:xfrm>
            <a:off x="3011062" y="30590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3" name="Freeform 7622"/>
          <p:cNvSpPr/>
          <p:nvPr/>
        </p:nvSpPr>
        <p:spPr>
          <a:xfrm>
            <a:off x="3006696" y="2285864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4" name="Freeform 7623"/>
          <p:cNvSpPr/>
          <p:nvPr/>
        </p:nvSpPr>
        <p:spPr>
          <a:xfrm>
            <a:off x="3070368" y="26637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5" name="Freeform 7624"/>
          <p:cNvSpPr/>
          <p:nvPr/>
        </p:nvSpPr>
        <p:spPr>
          <a:xfrm>
            <a:off x="2971930" y="28617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6" name="Freeform 7625"/>
          <p:cNvSpPr/>
          <p:nvPr/>
        </p:nvSpPr>
        <p:spPr>
          <a:xfrm>
            <a:off x="2931442" y="27237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7" name="Freeform 7626"/>
          <p:cNvSpPr/>
          <p:nvPr/>
        </p:nvSpPr>
        <p:spPr>
          <a:xfrm>
            <a:off x="2929828" y="31856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8" name="Freeform 7627"/>
          <p:cNvSpPr/>
          <p:nvPr/>
        </p:nvSpPr>
        <p:spPr>
          <a:xfrm>
            <a:off x="3001472" y="27123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9" name="Freeform 7628"/>
          <p:cNvSpPr/>
          <p:nvPr/>
        </p:nvSpPr>
        <p:spPr>
          <a:xfrm>
            <a:off x="3060274" y="31053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0" name="Freeform 7629"/>
          <p:cNvSpPr/>
          <p:nvPr/>
        </p:nvSpPr>
        <p:spPr>
          <a:xfrm>
            <a:off x="2982103" y="28526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1" name="Freeform 7630"/>
          <p:cNvSpPr/>
          <p:nvPr/>
        </p:nvSpPr>
        <p:spPr>
          <a:xfrm>
            <a:off x="2925273" y="23670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2" name="Freeform 7631"/>
          <p:cNvSpPr/>
          <p:nvPr/>
        </p:nvSpPr>
        <p:spPr>
          <a:xfrm>
            <a:off x="2977991" y="2613788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3" name="Freeform 7632"/>
          <p:cNvSpPr/>
          <p:nvPr/>
        </p:nvSpPr>
        <p:spPr>
          <a:xfrm>
            <a:off x="2976837" y="32521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4" name="Freeform 7633"/>
          <p:cNvSpPr/>
          <p:nvPr/>
        </p:nvSpPr>
        <p:spPr>
          <a:xfrm>
            <a:off x="2963014" y="23941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5" name="Freeform 7634"/>
          <p:cNvSpPr/>
          <p:nvPr/>
        </p:nvSpPr>
        <p:spPr>
          <a:xfrm>
            <a:off x="2914974" y="27098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6" name="Freeform 7635"/>
          <p:cNvSpPr/>
          <p:nvPr/>
        </p:nvSpPr>
        <p:spPr>
          <a:xfrm>
            <a:off x="2803747" y="29065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7" name="Freeform 7636"/>
          <p:cNvSpPr/>
          <p:nvPr/>
        </p:nvSpPr>
        <p:spPr>
          <a:xfrm>
            <a:off x="2927744" y="24327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8" name="Freeform 7637"/>
          <p:cNvSpPr/>
          <p:nvPr/>
        </p:nvSpPr>
        <p:spPr>
          <a:xfrm>
            <a:off x="3026220" y="27687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9" name="Freeform 7638"/>
          <p:cNvSpPr/>
          <p:nvPr/>
        </p:nvSpPr>
        <p:spPr>
          <a:xfrm>
            <a:off x="2974163" y="31358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0" name="Freeform 7639"/>
          <p:cNvSpPr/>
          <p:nvPr/>
        </p:nvSpPr>
        <p:spPr>
          <a:xfrm>
            <a:off x="2824184" y="20278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1" name="Freeform 7640"/>
          <p:cNvSpPr/>
          <p:nvPr/>
        </p:nvSpPr>
        <p:spPr>
          <a:xfrm>
            <a:off x="2961309" y="27136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2" name="Freeform 7641"/>
          <p:cNvSpPr/>
          <p:nvPr/>
        </p:nvSpPr>
        <p:spPr>
          <a:xfrm>
            <a:off x="2846569" y="27371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3" name="Freeform 7642"/>
          <p:cNvSpPr/>
          <p:nvPr/>
        </p:nvSpPr>
        <p:spPr>
          <a:xfrm>
            <a:off x="3084258" y="28561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4" name="Freeform 7643"/>
          <p:cNvSpPr/>
          <p:nvPr/>
        </p:nvSpPr>
        <p:spPr>
          <a:xfrm>
            <a:off x="2972798" y="22734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5" name="Freeform 7644"/>
          <p:cNvSpPr/>
          <p:nvPr/>
        </p:nvSpPr>
        <p:spPr>
          <a:xfrm>
            <a:off x="2886456" y="29002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6" name="Freeform 7645"/>
          <p:cNvSpPr/>
          <p:nvPr/>
        </p:nvSpPr>
        <p:spPr>
          <a:xfrm>
            <a:off x="3010426" y="32752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7" name="Freeform 7646"/>
          <p:cNvSpPr/>
          <p:nvPr/>
        </p:nvSpPr>
        <p:spPr>
          <a:xfrm>
            <a:off x="2912535" y="29567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8" name="Freeform 7647"/>
          <p:cNvSpPr/>
          <p:nvPr/>
        </p:nvSpPr>
        <p:spPr>
          <a:xfrm>
            <a:off x="2995785" y="22194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9" name="Freeform 7648"/>
          <p:cNvSpPr/>
          <p:nvPr/>
        </p:nvSpPr>
        <p:spPr>
          <a:xfrm>
            <a:off x="2962342" y="240130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0" name="Freeform 7649"/>
          <p:cNvSpPr/>
          <p:nvPr/>
        </p:nvSpPr>
        <p:spPr>
          <a:xfrm>
            <a:off x="2887909" y="28010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1" name="Freeform 7650"/>
          <p:cNvSpPr/>
          <p:nvPr/>
        </p:nvSpPr>
        <p:spPr>
          <a:xfrm>
            <a:off x="3002195" y="22023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2" name="Freeform 7651"/>
          <p:cNvSpPr/>
          <p:nvPr/>
        </p:nvSpPr>
        <p:spPr>
          <a:xfrm>
            <a:off x="2878033" y="24322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3" name="Freeform 7652"/>
          <p:cNvSpPr/>
          <p:nvPr/>
        </p:nvSpPr>
        <p:spPr>
          <a:xfrm>
            <a:off x="3044039" y="28052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4" name="Freeform 7653"/>
          <p:cNvSpPr/>
          <p:nvPr/>
        </p:nvSpPr>
        <p:spPr>
          <a:xfrm>
            <a:off x="2964749" y="27682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5" name="Freeform 7654"/>
          <p:cNvSpPr/>
          <p:nvPr/>
        </p:nvSpPr>
        <p:spPr>
          <a:xfrm>
            <a:off x="2897265" y="25861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6" name="Freeform 7655"/>
          <p:cNvSpPr/>
          <p:nvPr/>
        </p:nvSpPr>
        <p:spPr>
          <a:xfrm>
            <a:off x="2848697" y="30130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7" name="Freeform 7656"/>
          <p:cNvSpPr/>
          <p:nvPr/>
        </p:nvSpPr>
        <p:spPr>
          <a:xfrm>
            <a:off x="3061116" y="27055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8" name="Freeform 7657"/>
          <p:cNvSpPr/>
          <p:nvPr/>
        </p:nvSpPr>
        <p:spPr>
          <a:xfrm>
            <a:off x="3050905" y="25938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9" name="Freeform 7658"/>
          <p:cNvSpPr/>
          <p:nvPr/>
        </p:nvSpPr>
        <p:spPr>
          <a:xfrm>
            <a:off x="2883130" y="33274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0" name="Freeform 7659"/>
          <p:cNvSpPr/>
          <p:nvPr/>
        </p:nvSpPr>
        <p:spPr>
          <a:xfrm>
            <a:off x="3062990" y="27768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1" name="Freeform 7660"/>
          <p:cNvSpPr/>
          <p:nvPr/>
        </p:nvSpPr>
        <p:spPr>
          <a:xfrm>
            <a:off x="2971354" y="2818667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2" name="Freeform 7661"/>
          <p:cNvSpPr/>
          <p:nvPr/>
        </p:nvSpPr>
        <p:spPr>
          <a:xfrm>
            <a:off x="2947294" y="23292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3" name="Freeform 7662"/>
          <p:cNvSpPr/>
          <p:nvPr/>
        </p:nvSpPr>
        <p:spPr>
          <a:xfrm>
            <a:off x="2955614" y="33853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4" name="Freeform 7663"/>
          <p:cNvSpPr/>
          <p:nvPr/>
        </p:nvSpPr>
        <p:spPr>
          <a:xfrm>
            <a:off x="2944367" y="28475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5" name="Freeform 7664"/>
          <p:cNvSpPr/>
          <p:nvPr/>
        </p:nvSpPr>
        <p:spPr>
          <a:xfrm>
            <a:off x="3049649" y="28843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6" name="Freeform 7665"/>
          <p:cNvSpPr/>
          <p:nvPr/>
        </p:nvSpPr>
        <p:spPr>
          <a:xfrm>
            <a:off x="2970302" y="235426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7" name="Freeform 7666"/>
          <p:cNvSpPr/>
          <p:nvPr/>
        </p:nvSpPr>
        <p:spPr>
          <a:xfrm>
            <a:off x="2846864" y="27232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8" name="Freeform 7667"/>
          <p:cNvSpPr/>
          <p:nvPr/>
        </p:nvSpPr>
        <p:spPr>
          <a:xfrm>
            <a:off x="3090665" y="20468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9" name="Freeform 7668"/>
          <p:cNvSpPr/>
          <p:nvPr/>
        </p:nvSpPr>
        <p:spPr>
          <a:xfrm>
            <a:off x="3015628" y="24637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0" name="Freeform 7669"/>
          <p:cNvSpPr/>
          <p:nvPr/>
        </p:nvSpPr>
        <p:spPr>
          <a:xfrm>
            <a:off x="2893553" y="28580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1" name="Freeform 7670"/>
          <p:cNvSpPr/>
          <p:nvPr/>
        </p:nvSpPr>
        <p:spPr>
          <a:xfrm>
            <a:off x="2938923" y="26191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2" name="Freeform 7671"/>
          <p:cNvSpPr/>
          <p:nvPr/>
        </p:nvSpPr>
        <p:spPr>
          <a:xfrm>
            <a:off x="2904971" y="28374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3" name="Freeform 7672"/>
          <p:cNvSpPr/>
          <p:nvPr/>
        </p:nvSpPr>
        <p:spPr>
          <a:xfrm>
            <a:off x="2963888" y="23912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4" name="Freeform 7673"/>
          <p:cNvSpPr/>
          <p:nvPr/>
        </p:nvSpPr>
        <p:spPr>
          <a:xfrm>
            <a:off x="2985424" y="31970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5" name="Freeform 7674"/>
          <p:cNvSpPr/>
          <p:nvPr/>
        </p:nvSpPr>
        <p:spPr>
          <a:xfrm>
            <a:off x="2975753" y="301008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6" name="Freeform 7675"/>
          <p:cNvSpPr/>
          <p:nvPr/>
        </p:nvSpPr>
        <p:spPr>
          <a:xfrm>
            <a:off x="2923937" y="25397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7" name="Freeform 7676"/>
          <p:cNvSpPr/>
          <p:nvPr/>
        </p:nvSpPr>
        <p:spPr>
          <a:xfrm>
            <a:off x="2911426" y="225658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8" name="Freeform 7677"/>
          <p:cNvSpPr/>
          <p:nvPr/>
        </p:nvSpPr>
        <p:spPr>
          <a:xfrm>
            <a:off x="3013470" y="35168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9" name="Freeform 7678"/>
          <p:cNvSpPr/>
          <p:nvPr/>
        </p:nvSpPr>
        <p:spPr>
          <a:xfrm>
            <a:off x="2954772" y="22019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0" name="Freeform 7679"/>
          <p:cNvSpPr/>
          <p:nvPr/>
        </p:nvSpPr>
        <p:spPr>
          <a:xfrm>
            <a:off x="3100420" y="27587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1" name="Freeform 7680"/>
          <p:cNvSpPr/>
          <p:nvPr/>
        </p:nvSpPr>
        <p:spPr>
          <a:xfrm>
            <a:off x="2910999" y="33998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2" name="Freeform 7681"/>
          <p:cNvSpPr/>
          <p:nvPr/>
        </p:nvSpPr>
        <p:spPr>
          <a:xfrm>
            <a:off x="3009844" y="38108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3" name="Freeform 7682"/>
          <p:cNvSpPr/>
          <p:nvPr/>
        </p:nvSpPr>
        <p:spPr>
          <a:xfrm>
            <a:off x="2964030" y="32695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4" name="Freeform 7683"/>
          <p:cNvSpPr/>
          <p:nvPr/>
        </p:nvSpPr>
        <p:spPr>
          <a:xfrm>
            <a:off x="2913919" y="27144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5" name="Freeform 7684"/>
          <p:cNvSpPr/>
          <p:nvPr/>
        </p:nvSpPr>
        <p:spPr>
          <a:xfrm>
            <a:off x="3045395" y="27314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6" name="Freeform 7685"/>
          <p:cNvSpPr/>
          <p:nvPr/>
        </p:nvSpPr>
        <p:spPr>
          <a:xfrm>
            <a:off x="2968654" y="24744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7" name="Freeform 7686"/>
          <p:cNvSpPr/>
          <p:nvPr/>
        </p:nvSpPr>
        <p:spPr>
          <a:xfrm>
            <a:off x="2905629" y="29092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8" name="Freeform 7687"/>
          <p:cNvSpPr/>
          <p:nvPr/>
        </p:nvSpPr>
        <p:spPr>
          <a:xfrm>
            <a:off x="2941237" y="311463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9" name="Freeform 7688"/>
          <p:cNvSpPr/>
          <p:nvPr/>
        </p:nvSpPr>
        <p:spPr>
          <a:xfrm>
            <a:off x="3024033" y="285912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0" name="Freeform 7689"/>
          <p:cNvSpPr/>
          <p:nvPr/>
        </p:nvSpPr>
        <p:spPr>
          <a:xfrm>
            <a:off x="2885113" y="26948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1" name="Freeform 7690"/>
          <p:cNvSpPr/>
          <p:nvPr/>
        </p:nvSpPr>
        <p:spPr>
          <a:xfrm>
            <a:off x="3046421" y="262239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2" name="Freeform 7691"/>
          <p:cNvSpPr/>
          <p:nvPr/>
        </p:nvSpPr>
        <p:spPr>
          <a:xfrm>
            <a:off x="3003448" y="29973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3" name="Freeform 7692"/>
          <p:cNvSpPr/>
          <p:nvPr/>
        </p:nvSpPr>
        <p:spPr>
          <a:xfrm>
            <a:off x="2943746" y="2375816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4" name="Freeform 7693"/>
          <p:cNvSpPr/>
          <p:nvPr/>
        </p:nvSpPr>
        <p:spPr>
          <a:xfrm>
            <a:off x="3045077" y="293570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5" name="Freeform 7694"/>
          <p:cNvSpPr/>
          <p:nvPr/>
        </p:nvSpPr>
        <p:spPr>
          <a:xfrm>
            <a:off x="3069392" y="30270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6" name="Freeform 7695"/>
          <p:cNvSpPr/>
          <p:nvPr/>
        </p:nvSpPr>
        <p:spPr>
          <a:xfrm>
            <a:off x="2998120" y="2906662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7" name="Freeform 7696"/>
          <p:cNvSpPr/>
          <p:nvPr/>
        </p:nvSpPr>
        <p:spPr>
          <a:xfrm>
            <a:off x="2971576" y="23120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8" name="Freeform 7697"/>
          <p:cNvSpPr/>
          <p:nvPr/>
        </p:nvSpPr>
        <p:spPr>
          <a:xfrm>
            <a:off x="3075517" y="27560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9" name="Freeform 7698"/>
          <p:cNvSpPr/>
          <p:nvPr/>
        </p:nvSpPr>
        <p:spPr>
          <a:xfrm>
            <a:off x="3053721" y="29625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0" name="Freeform 7699"/>
          <p:cNvSpPr/>
          <p:nvPr/>
        </p:nvSpPr>
        <p:spPr>
          <a:xfrm>
            <a:off x="2903501" y="23667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1" name="Freeform 7700"/>
          <p:cNvSpPr/>
          <p:nvPr/>
        </p:nvSpPr>
        <p:spPr>
          <a:xfrm>
            <a:off x="2948172" y="19194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2" name="Freeform 7701"/>
          <p:cNvSpPr/>
          <p:nvPr/>
        </p:nvSpPr>
        <p:spPr>
          <a:xfrm>
            <a:off x="2947645" y="26301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3" name="Freeform 7702"/>
          <p:cNvSpPr/>
          <p:nvPr/>
        </p:nvSpPr>
        <p:spPr>
          <a:xfrm>
            <a:off x="2935507" y="22536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4" name="Freeform 7703"/>
          <p:cNvSpPr/>
          <p:nvPr/>
        </p:nvSpPr>
        <p:spPr>
          <a:xfrm>
            <a:off x="2868063" y="23263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5" name="Freeform 7704"/>
          <p:cNvSpPr/>
          <p:nvPr/>
        </p:nvSpPr>
        <p:spPr>
          <a:xfrm>
            <a:off x="3017006" y="29299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6" name="Freeform 7705"/>
          <p:cNvSpPr/>
          <p:nvPr/>
        </p:nvSpPr>
        <p:spPr>
          <a:xfrm>
            <a:off x="2966200" y="26974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7" name="Freeform 7706"/>
          <p:cNvSpPr/>
          <p:nvPr/>
        </p:nvSpPr>
        <p:spPr>
          <a:xfrm>
            <a:off x="2967136" y="31787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8" name="Freeform 7707"/>
          <p:cNvSpPr/>
          <p:nvPr/>
        </p:nvSpPr>
        <p:spPr>
          <a:xfrm>
            <a:off x="3048490" y="27825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9" name="Freeform 7708"/>
          <p:cNvSpPr/>
          <p:nvPr/>
        </p:nvSpPr>
        <p:spPr>
          <a:xfrm>
            <a:off x="2925887" y="29374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0" name="Freeform 7709"/>
          <p:cNvSpPr/>
          <p:nvPr/>
        </p:nvSpPr>
        <p:spPr>
          <a:xfrm>
            <a:off x="2957463" y="28553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1" name="Freeform 7710"/>
          <p:cNvSpPr/>
          <p:nvPr/>
        </p:nvSpPr>
        <p:spPr>
          <a:xfrm>
            <a:off x="2978026" y="29829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2" name="Freeform 7711"/>
          <p:cNvSpPr/>
          <p:nvPr/>
        </p:nvSpPr>
        <p:spPr>
          <a:xfrm>
            <a:off x="2934116" y="28128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3" name="Freeform 7712"/>
          <p:cNvSpPr/>
          <p:nvPr/>
        </p:nvSpPr>
        <p:spPr>
          <a:xfrm>
            <a:off x="2954097" y="25115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4" name="Freeform 7713"/>
          <p:cNvSpPr/>
          <p:nvPr/>
        </p:nvSpPr>
        <p:spPr>
          <a:xfrm>
            <a:off x="3008661" y="27511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5" name="Freeform 7714"/>
          <p:cNvSpPr/>
          <p:nvPr/>
        </p:nvSpPr>
        <p:spPr>
          <a:xfrm>
            <a:off x="2960464" y="33927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6" name="Freeform 7715"/>
          <p:cNvSpPr/>
          <p:nvPr/>
        </p:nvSpPr>
        <p:spPr>
          <a:xfrm>
            <a:off x="3043811" y="29815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7" name="Freeform 7716"/>
          <p:cNvSpPr/>
          <p:nvPr/>
        </p:nvSpPr>
        <p:spPr>
          <a:xfrm>
            <a:off x="2914282" y="32658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8" name="Freeform 7717"/>
          <p:cNvSpPr/>
          <p:nvPr/>
        </p:nvSpPr>
        <p:spPr>
          <a:xfrm>
            <a:off x="2973557" y="26175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9" name="Freeform 7718"/>
          <p:cNvSpPr/>
          <p:nvPr/>
        </p:nvSpPr>
        <p:spPr>
          <a:xfrm>
            <a:off x="2872180" y="25221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0" name="Freeform 7719"/>
          <p:cNvSpPr/>
          <p:nvPr/>
        </p:nvSpPr>
        <p:spPr>
          <a:xfrm>
            <a:off x="2953641" y="26129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1" name="Freeform 7720"/>
          <p:cNvSpPr/>
          <p:nvPr/>
        </p:nvSpPr>
        <p:spPr>
          <a:xfrm>
            <a:off x="2917268" y="29967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2" name="Freeform 7721"/>
          <p:cNvSpPr/>
          <p:nvPr/>
        </p:nvSpPr>
        <p:spPr>
          <a:xfrm>
            <a:off x="3045829" y="26164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3" name="Freeform 7722"/>
          <p:cNvSpPr/>
          <p:nvPr/>
        </p:nvSpPr>
        <p:spPr>
          <a:xfrm>
            <a:off x="3007369" y="28800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4" name="Freeform 7723"/>
          <p:cNvSpPr/>
          <p:nvPr/>
        </p:nvSpPr>
        <p:spPr>
          <a:xfrm>
            <a:off x="2992714" y="31257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5" name="Freeform 7724"/>
          <p:cNvSpPr/>
          <p:nvPr/>
        </p:nvSpPr>
        <p:spPr>
          <a:xfrm>
            <a:off x="3075979" y="24344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6" name="Freeform 7725"/>
          <p:cNvSpPr/>
          <p:nvPr/>
        </p:nvSpPr>
        <p:spPr>
          <a:xfrm>
            <a:off x="3050966" y="24064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7" name="Freeform 7726"/>
          <p:cNvSpPr/>
          <p:nvPr/>
        </p:nvSpPr>
        <p:spPr>
          <a:xfrm>
            <a:off x="3005783" y="235837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8" name="Freeform 7727"/>
          <p:cNvSpPr/>
          <p:nvPr/>
        </p:nvSpPr>
        <p:spPr>
          <a:xfrm>
            <a:off x="2917975" y="29309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9" name="Freeform 7728"/>
          <p:cNvSpPr/>
          <p:nvPr/>
        </p:nvSpPr>
        <p:spPr>
          <a:xfrm>
            <a:off x="2870822" y="22736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0" name="Freeform 7729"/>
          <p:cNvSpPr/>
          <p:nvPr/>
        </p:nvSpPr>
        <p:spPr>
          <a:xfrm>
            <a:off x="2959146" y="28887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1" name="Freeform 7730"/>
          <p:cNvSpPr/>
          <p:nvPr/>
        </p:nvSpPr>
        <p:spPr>
          <a:xfrm>
            <a:off x="2938815" y="24669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2" name="Freeform 7731"/>
          <p:cNvSpPr/>
          <p:nvPr/>
        </p:nvSpPr>
        <p:spPr>
          <a:xfrm>
            <a:off x="2920631" y="28950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3" name="Freeform 7732"/>
          <p:cNvSpPr/>
          <p:nvPr/>
        </p:nvSpPr>
        <p:spPr>
          <a:xfrm>
            <a:off x="2942873" y="27895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4" name="Freeform 7733"/>
          <p:cNvSpPr/>
          <p:nvPr/>
        </p:nvSpPr>
        <p:spPr>
          <a:xfrm>
            <a:off x="2857745" y="35974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5" name="Freeform 7734"/>
          <p:cNvSpPr/>
          <p:nvPr/>
        </p:nvSpPr>
        <p:spPr>
          <a:xfrm>
            <a:off x="3054077" y="28182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6" name="Freeform 7735"/>
          <p:cNvSpPr/>
          <p:nvPr/>
        </p:nvSpPr>
        <p:spPr>
          <a:xfrm>
            <a:off x="2889782" y="26737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7" name="Freeform 7736"/>
          <p:cNvSpPr/>
          <p:nvPr/>
        </p:nvSpPr>
        <p:spPr>
          <a:xfrm>
            <a:off x="2919034" y="28580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8" name="Freeform 7737"/>
          <p:cNvSpPr/>
          <p:nvPr/>
        </p:nvSpPr>
        <p:spPr>
          <a:xfrm>
            <a:off x="2996601" y="20615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9" name="Freeform 7738"/>
          <p:cNvSpPr/>
          <p:nvPr/>
        </p:nvSpPr>
        <p:spPr>
          <a:xfrm>
            <a:off x="2859279" y="31346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0" name="Freeform 7739"/>
          <p:cNvSpPr/>
          <p:nvPr/>
        </p:nvSpPr>
        <p:spPr>
          <a:xfrm>
            <a:off x="3018571" y="29144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1" name="Freeform 7740"/>
          <p:cNvSpPr/>
          <p:nvPr/>
        </p:nvSpPr>
        <p:spPr>
          <a:xfrm>
            <a:off x="3019632" y="30399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2" name="Freeform 7741"/>
          <p:cNvSpPr/>
          <p:nvPr/>
        </p:nvSpPr>
        <p:spPr>
          <a:xfrm>
            <a:off x="2941457" y="29145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3" name="Freeform 7742"/>
          <p:cNvSpPr/>
          <p:nvPr/>
        </p:nvSpPr>
        <p:spPr>
          <a:xfrm>
            <a:off x="2893591" y="23280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4" name="Freeform 7743"/>
          <p:cNvSpPr/>
          <p:nvPr/>
        </p:nvSpPr>
        <p:spPr>
          <a:xfrm>
            <a:off x="2931368" y="216382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5" name="Freeform 7744"/>
          <p:cNvSpPr/>
          <p:nvPr/>
        </p:nvSpPr>
        <p:spPr>
          <a:xfrm>
            <a:off x="2845232" y="29649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6" name="Freeform 7745"/>
          <p:cNvSpPr/>
          <p:nvPr/>
        </p:nvSpPr>
        <p:spPr>
          <a:xfrm>
            <a:off x="3047861" y="29730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7" name="Freeform 7746"/>
          <p:cNvSpPr/>
          <p:nvPr/>
        </p:nvSpPr>
        <p:spPr>
          <a:xfrm>
            <a:off x="2964395" y="31326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8" name="Freeform 7747"/>
          <p:cNvSpPr/>
          <p:nvPr/>
        </p:nvSpPr>
        <p:spPr>
          <a:xfrm>
            <a:off x="2914911" y="22269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9" name="Freeform 7748"/>
          <p:cNvSpPr/>
          <p:nvPr/>
        </p:nvSpPr>
        <p:spPr>
          <a:xfrm>
            <a:off x="2904180" y="22950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0" name="Freeform 7749"/>
          <p:cNvSpPr/>
          <p:nvPr/>
        </p:nvSpPr>
        <p:spPr>
          <a:xfrm>
            <a:off x="2996924" y="27462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1" name="Freeform 7750"/>
          <p:cNvSpPr/>
          <p:nvPr/>
        </p:nvSpPr>
        <p:spPr>
          <a:xfrm>
            <a:off x="3055144" y="32205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2" name="Freeform 7751"/>
          <p:cNvSpPr/>
          <p:nvPr/>
        </p:nvSpPr>
        <p:spPr>
          <a:xfrm>
            <a:off x="2881212" y="31876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3" name="Freeform 7752"/>
          <p:cNvSpPr/>
          <p:nvPr/>
        </p:nvSpPr>
        <p:spPr>
          <a:xfrm>
            <a:off x="2924992" y="26445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4" name="Freeform 7753"/>
          <p:cNvSpPr/>
          <p:nvPr/>
        </p:nvSpPr>
        <p:spPr>
          <a:xfrm>
            <a:off x="2850801" y="25052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5" name="Freeform 7754"/>
          <p:cNvSpPr/>
          <p:nvPr/>
        </p:nvSpPr>
        <p:spPr>
          <a:xfrm>
            <a:off x="3003357" y="34668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6" name="Freeform 7755"/>
          <p:cNvSpPr/>
          <p:nvPr/>
        </p:nvSpPr>
        <p:spPr>
          <a:xfrm>
            <a:off x="2970812" y="28253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7" name="Freeform 7756"/>
          <p:cNvSpPr/>
          <p:nvPr/>
        </p:nvSpPr>
        <p:spPr>
          <a:xfrm>
            <a:off x="3102631" y="21122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8" name="Freeform 7757"/>
          <p:cNvSpPr/>
          <p:nvPr/>
        </p:nvSpPr>
        <p:spPr>
          <a:xfrm>
            <a:off x="2953321" y="27872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9" name="Freeform 7758"/>
          <p:cNvSpPr/>
          <p:nvPr/>
        </p:nvSpPr>
        <p:spPr>
          <a:xfrm>
            <a:off x="2933675" y="21595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0" name="Freeform 7759"/>
          <p:cNvSpPr/>
          <p:nvPr/>
        </p:nvSpPr>
        <p:spPr>
          <a:xfrm>
            <a:off x="2916516" y="24686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1" name="Freeform 7760"/>
          <p:cNvSpPr/>
          <p:nvPr/>
        </p:nvSpPr>
        <p:spPr>
          <a:xfrm>
            <a:off x="3014522" y="31058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2" name="Freeform 7761"/>
          <p:cNvSpPr/>
          <p:nvPr/>
        </p:nvSpPr>
        <p:spPr>
          <a:xfrm>
            <a:off x="2858813" y="28148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3" name="Freeform 7762"/>
          <p:cNvSpPr/>
          <p:nvPr/>
        </p:nvSpPr>
        <p:spPr>
          <a:xfrm>
            <a:off x="3008097" y="27545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4" name="Freeform 7763"/>
          <p:cNvSpPr/>
          <p:nvPr/>
        </p:nvSpPr>
        <p:spPr>
          <a:xfrm>
            <a:off x="2976492" y="30574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5" name="Freeform 7764"/>
          <p:cNvSpPr/>
          <p:nvPr/>
        </p:nvSpPr>
        <p:spPr>
          <a:xfrm>
            <a:off x="2929270" y="30638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6" name="Freeform 7765"/>
          <p:cNvSpPr/>
          <p:nvPr/>
        </p:nvSpPr>
        <p:spPr>
          <a:xfrm>
            <a:off x="2904331" y="21532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7" name="Freeform 7766"/>
          <p:cNvSpPr/>
          <p:nvPr/>
        </p:nvSpPr>
        <p:spPr>
          <a:xfrm>
            <a:off x="3027229" y="30665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8" name="Freeform 7767"/>
          <p:cNvSpPr/>
          <p:nvPr/>
        </p:nvSpPr>
        <p:spPr>
          <a:xfrm>
            <a:off x="3077921" y="23107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9" name="Freeform 7768"/>
          <p:cNvSpPr/>
          <p:nvPr/>
        </p:nvSpPr>
        <p:spPr>
          <a:xfrm>
            <a:off x="2932995" y="28677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0" name="Freeform 7769"/>
          <p:cNvSpPr/>
          <p:nvPr/>
        </p:nvSpPr>
        <p:spPr>
          <a:xfrm>
            <a:off x="2994261" y="27166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1" name="Freeform 7770"/>
          <p:cNvSpPr/>
          <p:nvPr/>
        </p:nvSpPr>
        <p:spPr>
          <a:xfrm>
            <a:off x="3070498" y="25006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2" name="Freeform 7771"/>
          <p:cNvSpPr/>
          <p:nvPr/>
        </p:nvSpPr>
        <p:spPr>
          <a:xfrm>
            <a:off x="2922031" y="29273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3" name="Freeform 7772"/>
          <p:cNvSpPr/>
          <p:nvPr/>
        </p:nvSpPr>
        <p:spPr>
          <a:xfrm>
            <a:off x="2945167" y="24984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4" name="Freeform 7773"/>
          <p:cNvSpPr/>
          <p:nvPr/>
        </p:nvSpPr>
        <p:spPr>
          <a:xfrm>
            <a:off x="2884297" y="34596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5" name="Freeform 7774"/>
          <p:cNvSpPr/>
          <p:nvPr/>
        </p:nvSpPr>
        <p:spPr>
          <a:xfrm>
            <a:off x="2951708" y="25455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6" name="Freeform 7775"/>
          <p:cNvSpPr/>
          <p:nvPr/>
        </p:nvSpPr>
        <p:spPr>
          <a:xfrm>
            <a:off x="2955873" y="36148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7" name="Freeform 7776"/>
          <p:cNvSpPr/>
          <p:nvPr/>
        </p:nvSpPr>
        <p:spPr>
          <a:xfrm>
            <a:off x="2934683" y="27906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8" name="Freeform 7777"/>
          <p:cNvSpPr/>
          <p:nvPr/>
        </p:nvSpPr>
        <p:spPr>
          <a:xfrm>
            <a:off x="2914494" y="23931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9" name="Freeform 7778"/>
          <p:cNvSpPr/>
          <p:nvPr/>
        </p:nvSpPr>
        <p:spPr>
          <a:xfrm>
            <a:off x="2861373" y="24784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0" name="Freeform 7779"/>
          <p:cNvSpPr/>
          <p:nvPr/>
        </p:nvSpPr>
        <p:spPr>
          <a:xfrm>
            <a:off x="2876344" y="31846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1" name="Freeform 7780"/>
          <p:cNvSpPr/>
          <p:nvPr/>
        </p:nvSpPr>
        <p:spPr>
          <a:xfrm>
            <a:off x="2899495" y="31372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2" name="Freeform 7781"/>
          <p:cNvSpPr/>
          <p:nvPr/>
        </p:nvSpPr>
        <p:spPr>
          <a:xfrm>
            <a:off x="3001374" y="29604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3" name="Freeform 7782"/>
          <p:cNvSpPr/>
          <p:nvPr/>
        </p:nvSpPr>
        <p:spPr>
          <a:xfrm>
            <a:off x="2928939" y="26387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4" name="Freeform 7783"/>
          <p:cNvSpPr/>
          <p:nvPr/>
        </p:nvSpPr>
        <p:spPr>
          <a:xfrm>
            <a:off x="2907353" y="34543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5" name="Freeform 7784"/>
          <p:cNvSpPr/>
          <p:nvPr/>
        </p:nvSpPr>
        <p:spPr>
          <a:xfrm>
            <a:off x="3002345" y="27121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6" name="Freeform 7785"/>
          <p:cNvSpPr/>
          <p:nvPr/>
        </p:nvSpPr>
        <p:spPr>
          <a:xfrm>
            <a:off x="2996455" y="25927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7" name="Freeform 7786"/>
          <p:cNvSpPr/>
          <p:nvPr/>
        </p:nvSpPr>
        <p:spPr>
          <a:xfrm>
            <a:off x="2913456" y="28113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8" name="Freeform 7787"/>
          <p:cNvSpPr/>
          <p:nvPr/>
        </p:nvSpPr>
        <p:spPr>
          <a:xfrm>
            <a:off x="2921508" y="25141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9" name="Freeform 7788"/>
          <p:cNvSpPr/>
          <p:nvPr/>
        </p:nvSpPr>
        <p:spPr>
          <a:xfrm>
            <a:off x="3002647" y="26249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0" name="Freeform 7789"/>
          <p:cNvSpPr/>
          <p:nvPr/>
        </p:nvSpPr>
        <p:spPr>
          <a:xfrm>
            <a:off x="2984016" y="290639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1" name="Freeform 7790"/>
          <p:cNvSpPr/>
          <p:nvPr/>
        </p:nvSpPr>
        <p:spPr>
          <a:xfrm>
            <a:off x="2908291" y="34191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2" name="Freeform 7791"/>
          <p:cNvSpPr/>
          <p:nvPr/>
        </p:nvSpPr>
        <p:spPr>
          <a:xfrm>
            <a:off x="2976172" y="26581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3" name="Freeform 7792"/>
          <p:cNvSpPr/>
          <p:nvPr/>
        </p:nvSpPr>
        <p:spPr>
          <a:xfrm>
            <a:off x="2959146" y="30576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4" name="Freeform 7793"/>
          <p:cNvSpPr/>
          <p:nvPr/>
        </p:nvSpPr>
        <p:spPr>
          <a:xfrm>
            <a:off x="3031290" y="29198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5" name="Freeform 7794"/>
          <p:cNvSpPr/>
          <p:nvPr/>
        </p:nvSpPr>
        <p:spPr>
          <a:xfrm>
            <a:off x="2906239" y="25310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6" name="Freeform 7795"/>
          <p:cNvSpPr/>
          <p:nvPr/>
        </p:nvSpPr>
        <p:spPr>
          <a:xfrm>
            <a:off x="3016738" y="21861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7" name="Freeform 7796"/>
          <p:cNvSpPr/>
          <p:nvPr/>
        </p:nvSpPr>
        <p:spPr>
          <a:xfrm>
            <a:off x="2988287" y="27212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8" name="Freeform 7797"/>
          <p:cNvSpPr/>
          <p:nvPr/>
        </p:nvSpPr>
        <p:spPr>
          <a:xfrm>
            <a:off x="2897295" y="25035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9" name="Freeform 7798"/>
          <p:cNvSpPr/>
          <p:nvPr/>
        </p:nvSpPr>
        <p:spPr>
          <a:xfrm>
            <a:off x="3027593" y="32383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0" name="Freeform 7799"/>
          <p:cNvSpPr/>
          <p:nvPr/>
        </p:nvSpPr>
        <p:spPr>
          <a:xfrm>
            <a:off x="3018444" y="261697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1" name="Freeform 7800"/>
          <p:cNvSpPr/>
          <p:nvPr/>
        </p:nvSpPr>
        <p:spPr>
          <a:xfrm>
            <a:off x="2877654" y="27292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2" name="Freeform 7801"/>
          <p:cNvSpPr/>
          <p:nvPr/>
        </p:nvSpPr>
        <p:spPr>
          <a:xfrm>
            <a:off x="3086284" y="22553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3" name="Freeform 7802"/>
          <p:cNvSpPr/>
          <p:nvPr/>
        </p:nvSpPr>
        <p:spPr>
          <a:xfrm>
            <a:off x="2888515" y="290595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4" name="Freeform 7803"/>
          <p:cNvSpPr/>
          <p:nvPr/>
        </p:nvSpPr>
        <p:spPr>
          <a:xfrm>
            <a:off x="2902884" y="27960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5" name="Freeform 7804"/>
          <p:cNvSpPr/>
          <p:nvPr/>
        </p:nvSpPr>
        <p:spPr>
          <a:xfrm>
            <a:off x="2940596" y="23179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6" name="Freeform 7805"/>
          <p:cNvSpPr/>
          <p:nvPr/>
        </p:nvSpPr>
        <p:spPr>
          <a:xfrm>
            <a:off x="3009741" y="27410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7" name="Freeform 7806"/>
          <p:cNvSpPr/>
          <p:nvPr/>
        </p:nvSpPr>
        <p:spPr>
          <a:xfrm>
            <a:off x="2997888" y="31149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8" name="Freeform 7807"/>
          <p:cNvSpPr/>
          <p:nvPr/>
        </p:nvSpPr>
        <p:spPr>
          <a:xfrm>
            <a:off x="2955005" y="17691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9" name="Freeform 7808"/>
          <p:cNvSpPr/>
          <p:nvPr/>
        </p:nvSpPr>
        <p:spPr>
          <a:xfrm>
            <a:off x="3047526" y="3103803"/>
            <a:ext cx="35922" cy="35922"/>
          </a:xfrm>
          <a:custGeom>
            <a:avLst/>
            <a:gdLst/>
            <a:ahLst/>
            <a:cxnLst/>
            <a:rect l="l" t="t" r="r" b="b"/>
            <a:pathLst>
              <a:path w="35922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0" name="Freeform 7809"/>
          <p:cNvSpPr/>
          <p:nvPr/>
        </p:nvSpPr>
        <p:spPr>
          <a:xfrm>
            <a:off x="2986649" y="27310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1" name="Freeform 7810"/>
          <p:cNvSpPr/>
          <p:nvPr/>
        </p:nvSpPr>
        <p:spPr>
          <a:xfrm>
            <a:off x="3049431" y="25797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2" name="Freeform 7811"/>
          <p:cNvSpPr/>
          <p:nvPr/>
        </p:nvSpPr>
        <p:spPr>
          <a:xfrm>
            <a:off x="3139655" y="26088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3" name="Freeform 7812"/>
          <p:cNvSpPr/>
          <p:nvPr/>
        </p:nvSpPr>
        <p:spPr>
          <a:xfrm>
            <a:off x="2973268" y="27770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4" name="Freeform 7813"/>
          <p:cNvSpPr/>
          <p:nvPr/>
        </p:nvSpPr>
        <p:spPr>
          <a:xfrm>
            <a:off x="2797613" y="277517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5" name="Freeform 7814"/>
          <p:cNvSpPr/>
          <p:nvPr/>
        </p:nvSpPr>
        <p:spPr>
          <a:xfrm>
            <a:off x="2932274" y="27936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6" name="Freeform 7815"/>
          <p:cNvSpPr/>
          <p:nvPr/>
        </p:nvSpPr>
        <p:spPr>
          <a:xfrm>
            <a:off x="2892668" y="31175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7" name="Freeform 7816"/>
          <p:cNvSpPr/>
          <p:nvPr/>
        </p:nvSpPr>
        <p:spPr>
          <a:xfrm>
            <a:off x="2966854" y="19166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8" name="Freeform 7817"/>
          <p:cNvSpPr/>
          <p:nvPr/>
        </p:nvSpPr>
        <p:spPr>
          <a:xfrm>
            <a:off x="2967208" y="27881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9" name="Freeform 7818"/>
          <p:cNvSpPr/>
          <p:nvPr/>
        </p:nvSpPr>
        <p:spPr>
          <a:xfrm>
            <a:off x="2882994" y="24877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0" name="Freeform 7819"/>
          <p:cNvSpPr/>
          <p:nvPr/>
        </p:nvSpPr>
        <p:spPr>
          <a:xfrm>
            <a:off x="2887631" y="28302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1" name="Freeform 7820"/>
          <p:cNvSpPr/>
          <p:nvPr/>
        </p:nvSpPr>
        <p:spPr>
          <a:xfrm>
            <a:off x="2944205" y="283767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2" name="Freeform 7821"/>
          <p:cNvSpPr/>
          <p:nvPr/>
        </p:nvSpPr>
        <p:spPr>
          <a:xfrm>
            <a:off x="2948485" y="28746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3" name="Freeform 7822"/>
          <p:cNvSpPr/>
          <p:nvPr/>
        </p:nvSpPr>
        <p:spPr>
          <a:xfrm>
            <a:off x="2795074" y="327706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4" name="Freeform 7823"/>
          <p:cNvSpPr/>
          <p:nvPr/>
        </p:nvSpPr>
        <p:spPr>
          <a:xfrm>
            <a:off x="3023030" y="27662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5" name="Freeform 7824"/>
          <p:cNvSpPr/>
          <p:nvPr/>
        </p:nvSpPr>
        <p:spPr>
          <a:xfrm>
            <a:off x="2962977" y="28568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6" name="Freeform 7825"/>
          <p:cNvSpPr/>
          <p:nvPr/>
        </p:nvSpPr>
        <p:spPr>
          <a:xfrm>
            <a:off x="2960364" y="22765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7" name="Freeform 7826"/>
          <p:cNvSpPr/>
          <p:nvPr/>
        </p:nvSpPr>
        <p:spPr>
          <a:xfrm>
            <a:off x="2979946" y="31472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8" name="Freeform 7827"/>
          <p:cNvSpPr/>
          <p:nvPr/>
        </p:nvSpPr>
        <p:spPr>
          <a:xfrm>
            <a:off x="2895605" y="29194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9" name="Freeform 7828"/>
          <p:cNvSpPr/>
          <p:nvPr/>
        </p:nvSpPr>
        <p:spPr>
          <a:xfrm>
            <a:off x="2957752" y="30375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0" name="Freeform 7829"/>
          <p:cNvSpPr/>
          <p:nvPr/>
        </p:nvSpPr>
        <p:spPr>
          <a:xfrm>
            <a:off x="3027365" y="21768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1" name="Freeform 7830"/>
          <p:cNvSpPr/>
          <p:nvPr/>
        </p:nvSpPr>
        <p:spPr>
          <a:xfrm>
            <a:off x="3029886" y="30268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2" name="Freeform 7831"/>
          <p:cNvSpPr/>
          <p:nvPr/>
        </p:nvSpPr>
        <p:spPr>
          <a:xfrm>
            <a:off x="2990561" y="25005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3" name="Freeform 7832"/>
          <p:cNvSpPr/>
          <p:nvPr/>
        </p:nvSpPr>
        <p:spPr>
          <a:xfrm>
            <a:off x="2943124" y="23505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4" name="Freeform 7833"/>
          <p:cNvSpPr/>
          <p:nvPr/>
        </p:nvSpPr>
        <p:spPr>
          <a:xfrm>
            <a:off x="2908372" y="276096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5" name="Freeform 7834"/>
          <p:cNvSpPr/>
          <p:nvPr/>
        </p:nvSpPr>
        <p:spPr>
          <a:xfrm>
            <a:off x="3045614" y="32134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6" name="Freeform 7835"/>
          <p:cNvSpPr/>
          <p:nvPr/>
        </p:nvSpPr>
        <p:spPr>
          <a:xfrm>
            <a:off x="2994631" y="32087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7" name="Freeform 7836"/>
          <p:cNvSpPr/>
          <p:nvPr/>
        </p:nvSpPr>
        <p:spPr>
          <a:xfrm>
            <a:off x="2933850" y="23911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8" name="Freeform 7837"/>
          <p:cNvSpPr/>
          <p:nvPr/>
        </p:nvSpPr>
        <p:spPr>
          <a:xfrm>
            <a:off x="2821578" y="31707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9" name="Freeform 7838"/>
          <p:cNvSpPr/>
          <p:nvPr/>
        </p:nvSpPr>
        <p:spPr>
          <a:xfrm>
            <a:off x="2905095" y="25631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0" name="Freeform 7839"/>
          <p:cNvSpPr/>
          <p:nvPr/>
        </p:nvSpPr>
        <p:spPr>
          <a:xfrm>
            <a:off x="2836948" y="26652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1" name="Freeform 7840"/>
          <p:cNvSpPr/>
          <p:nvPr/>
        </p:nvSpPr>
        <p:spPr>
          <a:xfrm>
            <a:off x="3041185" y="2568587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2" name="Freeform 7841"/>
          <p:cNvSpPr/>
          <p:nvPr/>
        </p:nvSpPr>
        <p:spPr>
          <a:xfrm>
            <a:off x="2973121" y="25338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3" name="Freeform 7842"/>
          <p:cNvSpPr/>
          <p:nvPr/>
        </p:nvSpPr>
        <p:spPr>
          <a:xfrm>
            <a:off x="2913011" y="30505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4" name="Freeform 7843"/>
          <p:cNvSpPr/>
          <p:nvPr/>
        </p:nvSpPr>
        <p:spPr>
          <a:xfrm>
            <a:off x="2943153" y="306591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5" name="Freeform 7844"/>
          <p:cNvSpPr/>
          <p:nvPr/>
        </p:nvSpPr>
        <p:spPr>
          <a:xfrm>
            <a:off x="3128546" y="24443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6" name="Freeform 7845"/>
          <p:cNvSpPr/>
          <p:nvPr/>
        </p:nvSpPr>
        <p:spPr>
          <a:xfrm>
            <a:off x="3039485" y="29386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7" name="Freeform 7846"/>
          <p:cNvSpPr/>
          <p:nvPr/>
        </p:nvSpPr>
        <p:spPr>
          <a:xfrm>
            <a:off x="2874189" y="371837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8" name="Freeform 7847"/>
          <p:cNvSpPr/>
          <p:nvPr/>
        </p:nvSpPr>
        <p:spPr>
          <a:xfrm>
            <a:off x="2952542" y="24687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9" name="Freeform 7848"/>
          <p:cNvSpPr/>
          <p:nvPr/>
        </p:nvSpPr>
        <p:spPr>
          <a:xfrm>
            <a:off x="2881410" y="30882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0" name="Freeform 7849"/>
          <p:cNvSpPr/>
          <p:nvPr/>
        </p:nvSpPr>
        <p:spPr>
          <a:xfrm>
            <a:off x="2849459" y="25354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1" name="Freeform 7850"/>
          <p:cNvSpPr/>
          <p:nvPr/>
        </p:nvSpPr>
        <p:spPr>
          <a:xfrm>
            <a:off x="2972270" y="219515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2" name="Freeform 7851"/>
          <p:cNvSpPr/>
          <p:nvPr/>
        </p:nvSpPr>
        <p:spPr>
          <a:xfrm>
            <a:off x="3117429" y="270108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3" name="Freeform 7852"/>
          <p:cNvSpPr/>
          <p:nvPr/>
        </p:nvSpPr>
        <p:spPr>
          <a:xfrm>
            <a:off x="3062176" y="23411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4" name="Freeform 7853"/>
          <p:cNvSpPr/>
          <p:nvPr/>
        </p:nvSpPr>
        <p:spPr>
          <a:xfrm>
            <a:off x="2963832" y="265069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5" name="Freeform 7854"/>
          <p:cNvSpPr/>
          <p:nvPr/>
        </p:nvSpPr>
        <p:spPr>
          <a:xfrm>
            <a:off x="2936592" y="21236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6" name="Freeform 7855"/>
          <p:cNvSpPr/>
          <p:nvPr/>
        </p:nvSpPr>
        <p:spPr>
          <a:xfrm>
            <a:off x="2974072" y="309774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7" name="Freeform 7856"/>
          <p:cNvSpPr/>
          <p:nvPr/>
        </p:nvSpPr>
        <p:spPr>
          <a:xfrm>
            <a:off x="3028170" y="271026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8" name="Freeform 7857"/>
          <p:cNvSpPr/>
          <p:nvPr/>
        </p:nvSpPr>
        <p:spPr>
          <a:xfrm>
            <a:off x="2866067" y="245974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9" name="Freeform 7858"/>
          <p:cNvSpPr/>
          <p:nvPr/>
        </p:nvSpPr>
        <p:spPr>
          <a:xfrm>
            <a:off x="2839494" y="27772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0" name="Freeform 7859"/>
          <p:cNvSpPr/>
          <p:nvPr/>
        </p:nvSpPr>
        <p:spPr>
          <a:xfrm>
            <a:off x="3083330" y="22836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1" name="Freeform 7860"/>
          <p:cNvSpPr/>
          <p:nvPr/>
        </p:nvSpPr>
        <p:spPr>
          <a:xfrm>
            <a:off x="2979225" y="286609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2" name="Freeform 7861"/>
          <p:cNvSpPr/>
          <p:nvPr/>
        </p:nvSpPr>
        <p:spPr>
          <a:xfrm>
            <a:off x="3065559" y="1946414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3" name="Freeform 7862"/>
          <p:cNvSpPr/>
          <p:nvPr/>
        </p:nvSpPr>
        <p:spPr>
          <a:xfrm>
            <a:off x="2976476" y="19269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4" name="Freeform 7863"/>
          <p:cNvSpPr/>
          <p:nvPr/>
        </p:nvSpPr>
        <p:spPr>
          <a:xfrm>
            <a:off x="3057255" y="260353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5" name="Freeform 7864"/>
          <p:cNvSpPr/>
          <p:nvPr/>
        </p:nvSpPr>
        <p:spPr>
          <a:xfrm>
            <a:off x="2921147" y="25040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6" name="Freeform 7865"/>
          <p:cNvSpPr/>
          <p:nvPr/>
        </p:nvSpPr>
        <p:spPr>
          <a:xfrm>
            <a:off x="2993458" y="22691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7" name="Freeform 7866"/>
          <p:cNvSpPr/>
          <p:nvPr/>
        </p:nvSpPr>
        <p:spPr>
          <a:xfrm>
            <a:off x="3062258" y="31437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8" name="Freeform 7867"/>
          <p:cNvSpPr/>
          <p:nvPr/>
        </p:nvSpPr>
        <p:spPr>
          <a:xfrm>
            <a:off x="3027655" y="318961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9" name="Freeform 7868"/>
          <p:cNvSpPr/>
          <p:nvPr/>
        </p:nvSpPr>
        <p:spPr>
          <a:xfrm>
            <a:off x="2930948" y="22453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0" name="Freeform 7869"/>
          <p:cNvSpPr/>
          <p:nvPr/>
        </p:nvSpPr>
        <p:spPr>
          <a:xfrm>
            <a:off x="3019454" y="260651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1" name="Freeform 7870"/>
          <p:cNvSpPr/>
          <p:nvPr/>
        </p:nvSpPr>
        <p:spPr>
          <a:xfrm>
            <a:off x="2917541" y="27905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2" name="Freeform 7871"/>
          <p:cNvSpPr/>
          <p:nvPr/>
        </p:nvSpPr>
        <p:spPr>
          <a:xfrm>
            <a:off x="2867742" y="27031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3" name="Freeform 7872"/>
          <p:cNvSpPr/>
          <p:nvPr/>
        </p:nvSpPr>
        <p:spPr>
          <a:xfrm>
            <a:off x="2995243" y="35845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4" name="Freeform 7873"/>
          <p:cNvSpPr/>
          <p:nvPr/>
        </p:nvSpPr>
        <p:spPr>
          <a:xfrm>
            <a:off x="3052600" y="27773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5" name="Freeform 7874"/>
          <p:cNvSpPr/>
          <p:nvPr/>
        </p:nvSpPr>
        <p:spPr>
          <a:xfrm>
            <a:off x="3016630" y="298411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6" name="Freeform 7875"/>
          <p:cNvSpPr/>
          <p:nvPr/>
        </p:nvSpPr>
        <p:spPr>
          <a:xfrm>
            <a:off x="2878584" y="236970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7" name="Freeform 7876"/>
          <p:cNvSpPr/>
          <p:nvPr/>
        </p:nvSpPr>
        <p:spPr>
          <a:xfrm>
            <a:off x="3017956" y="23414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8" name="Freeform 7877"/>
          <p:cNvSpPr/>
          <p:nvPr/>
        </p:nvSpPr>
        <p:spPr>
          <a:xfrm>
            <a:off x="3005529" y="24952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9" name="Freeform 7878"/>
          <p:cNvSpPr/>
          <p:nvPr/>
        </p:nvSpPr>
        <p:spPr>
          <a:xfrm>
            <a:off x="2930840" y="256184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0" name="Freeform 7879"/>
          <p:cNvSpPr/>
          <p:nvPr/>
        </p:nvSpPr>
        <p:spPr>
          <a:xfrm>
            <a:off x="2797903" y="32577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1" name="Freeform 7880"/>
          <p:cNvSpPr/>
          <p:nvPr/>
        </p:nvSpPr>
        <p:spPr>
          <a:xfrm>
            <a:off x="3027632" y="24900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2" name="Freeform 7881"/>
          <p:cNvSpPr/>
          <p:nvPr/>
        </p:nvSpPr>
        <p:spPr>
          <a:xfrm>
            <a:off x="3019192" y="24758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3" name="Freeform 7882"/>
          <p:cNvSpPr/>
          <p:nvPr/>
        </p:nvSpPr>
        <p:spPr>
          <a:xfrm>
            <a:off x="2993651" y="22494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4" name="Freeform 7883"/>
          <p:cNvSpPr/>
          <p:nvPr/>
        </p:nvSpPr>
        <p:spPr>
          <a:xfrm>
            <a:off x="2847282" y="19284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5" name="Freeform 7884"/>
          <p:cNvSpPr/>
          <p:nvPr/>
        </p:nvSpPr>
        <p:spPr>
          <a:xfrm>
            <a:off x="2863116" y="33295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6" name="Freeform 7885"/>
          <p:cNvSpPr/>
          <p:nvPr/>
        </p:nvSpPr>
        <p:spPr>
          <a:xfrm>
            <a:off x="3027530" y="2850073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7" name="Freeform 7886"/>
          <p:cNvSpPr/>
          <p:nvPr/>
        </p:nvSpPr>
        <p:spPr>
          <a:xfrm>
            <a:off x="3013786" y="29801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8" name="Freeform 7887"/>
          <p:cNvSpPr/>
          <p:nvPr/>
        </p:nvSpPr>
        <p:spPr>
          <a:xfrm>
            <a:off x="2993509" y="264382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9" name="Freeform 7888"/>
          <p:cNvSpPr/>
          <p:nvPr/>
        </p:nvSpPr>
        <p:spPr>
          <a:xfrm>
            <a:off x="2944764" y="270231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0" name="Freeform 7889"/>
          <p:cNvSpPr/>
          <p:nvPr/>
        </p:nvSpPr>
        <p:spPr>
          <a:xfrm>
            <a:off x="2986922" y="27933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1" name="Freeform 7890"/>
          <p:cNvSpPr/>
          <p:nvPr/>
        </p:nvSpPr>
        <p:spPr>
          <a:xfrm>
            <a:off x="2925338" y="23294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2" name="Freeform 7891"/>
          <p:cNvSpPr/>
          <p:nvPr/>
        </p:nvSpPr>
        <p:spPr>
          <a:xfrm>
            <a:off x="2940430" y="3112194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3" name="Freeform 7892"/>
          <p:cNvSpPr/>
          <p:nvPr/>
        </p:nvSpPr>
        <p:spPr>
          <a:xfrm>
            <a:off x="2903896" y="30900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4" name="Freeform 7893"/>
          <p:cNvSpPr/>
          <p:nvPr/>
        </p:nvSpPr>
        <p:spPr>
          <a:xfrm>
            <a:off x="2977988" y="30838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5" name="Freeform 7894"/>
          <p:cNvSpPr/>
          <p:nvPr/>
        </p:nvSpPr>
        <p:spPr>
          <a:xfrm>
            <a:off x="2933443" y="28397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6" name="Freeform 7895"/>
          <p:cNvSpPr/>
          <p:nvPr/>
        </p:nvSpPr>
        <p:spPr>
          <a:xfrm>
            <a:off x="3023741" y="315895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7" name="Freeform 7896"/>
          <p:cNvSpPr/>
          <p:nvPr/>
        </p:nvSpPr>
        <p:spPr>
          <a:xfrm>
            <a:off x="3008468" y="27251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8" name="Freeform 7897"/>
          <p:cNvSpPr/>
          <p:nvPr/>
        </p:nvSpPr>
        <p:spPr>
          <a:xfrm>
            <a:off x="2907438" y="2768090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9" name="Freeform 7898"/>
          <p:cNvSpPr/>
          <p:nvPr/>
        </p:nvSpPr>
        <p:spPr>
          <a:xfrm>
            <a:off x="3082145" y="29964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0" name="Freeform 7899"/>
          <p:cNvSpPr/>
          <p:nvPr/>
        </p:nvSpPr>
        <p:spPr>
          <a:xfrm>
            <a:off x="2886955" y="23859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1" name="Freeform 7900"/>
          <p:cNvSpPr/>
          <p:nvPr/>
        </p:nvSpPr>
        <p:spPr>
          <a:xfrm>
            <a:off x="2990705" y="27291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2" name="Freeform 7901"/>
          <p:cNvSpPr/>
          <p:nvPr/>
        </p:nvSpPr>
        <p:spPr>
          <a:xfrm>
            <a:off x="3032503" y="23165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3" name="Freeform 7902"/>
          <p:cNvSpPr/>
          <p:nvPr/>
        </p:nvSpPr>
        <p:spPr>
          <a:xfrm>
            <a:off x="3045591" y="2778958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4" name="Freeform 7903"/>
          <p:cNvSpPr/>
          <p:nvPr/>
        </p:nvSpPr>
        <p:spPr>
          <a:xfrm>
            <a:off x="2815271" y="271614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5" name="Freeform 7904"/>
          <p:cNvSpPr/>
          <p:nvPr/>
        </p:nvSpPr>
        <p:spPr>
          <a:xfrm>
            <a:off x="3027122" y="291415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6" name="Freeform 7905"/>
          <p:cNvSpPr/>
          <p:nvPr/>
        </p:nvSpPr>
        <p:spPr>
          <a:xfrm>
            <a:off x="3041593" y="270983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7" name="Freeform 7906"/>
          <p:cNvSpPr/>
          <p:nvPr/>
        </p:nvSpPr>
        <p:spPr>
          <a:xfrm>
            <a:off x="3056073" y="244538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8" name="Freeform 7907"/>
          <p:cNvSpPr/>
          <p:nvPr/>
        </p:nvSpPr>
        <p:spPr>
          <a:xfrm>
            <a:off x="2813947" y="285847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9" name="Freeform 7908"/>
          <p:cNvSpPr/>
          <p:nvPr/>
        </p:nvSpPr>
        <p:spPr>
          <a:xfrm>
            <a:off x="2916264" y="251664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0" name="Freeform 7909"/>
          <p:cNvSpPr/>
          <p:nvPr/>
        </p:nvSpPr>
        <p:spPr>
          <a:xfrm>
            <a:off x="2954468" y="30060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1" name="Freeform 7910"/>
          <p:cNvSpPr/>
          <p:nvPr/>
        </p:nvSpPr>
        <p:spPr>
          <a:xfrm>
            <a:off x="2931508" y="24281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2" name="Freeform 7911"/>
          <p:cNvSpPr/>
          <p:nvPr/>
        </p:nvSpPr>
        <p:spPr>
          <a:xfrm>
            <a:off x="3049704" y="292045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3" name="Freeform 7912"/>
          <p:cNvSpPr/>
          <p:nvPr/>
        </p:nvSpPr>
        <p:spPr>
          <a:xfrm>
            <a:off x="2916084" y="23941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4" name="Freeform 7913"/>
          <p:cNvSpPr/>
          <p:nvPr/>
        </p:nvSpPr>
        <p:spPr>
          <a:xfrm>
            <a:off x="3042311" y="26848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5" name="Freeform 7914"/>
          <p:cNvSpPr/>
          <p:nvPr/>
        </p:nvSpPr>
        <p:spPr>
          <a:xfrm>
            <a:off x="2998157" y="21480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6" name="Freeform 7915"/>
          <p:cNvSpPr/>
          <p:nvPr/>
        </p:nvSpPr>
        <p:spPr>
          <a:xfrm>
            <a:off x="2864725" y="31315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7" name="Freeform 7916"/>
          <p:cNvSpPr/>
          <p:nvPr/>
        </p:nvSpPr>
        <p:spPr>
          <a:xfrm>
            <a:off x="2895323" y="324998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8" name="Freeform 7917"/>
          <p:cNvSpPr/>
          <p:nvPr/>
        </p:nvSpPr>
        <p:spPr>
          <a:xfrm>
            <a:off x="2929929" y="29338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9" name="Freeform 7918"/>
          <p:cNvSpPr/>
          <p:nvPr/>
        </p:nvSpPr>
        <p:spPr>
          <a:xfrm>
            <a:off x="2967409" y="32163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0" name="Freeform 7919"/>
          <p:cNvSpPr/>
          <p:nvPr/>
        </p:nvSpPr>
        <p:spPr>
          <a:xfrm>
            <a:off x="3026807" y="32156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1" name="Freeform 7920"/>
          <p:cNvSpPr/>
          <p:nvPr/>
        </p:nvSpPr>
        <p:spPr>
          <a:xfrm>
            <a:off x="2948904" y="247872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2" name="Freeform 7921"/>
          <p:cNvSpPr/>
          <p:nvPr/>
        </p:nvSpPr>
        <p:spPr>
          <a:xfrm>
            <a:off x="3021252" y="270878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3" name="Freeform 7922"/>
          <p:cNvSpPr/>
          <p:nvPr/>
        </p:nvSpPr>
        <p:spPr>
          <a:xfrm>
            <a:off x="2856653" y="28836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4" name="Freeform 7923"/>
          <p:cNvSpPr/>
          <p:nvPr/>
        </p:nvSpPr>
        <p:spPr>
          <a:xfrm>
            <a:off x="2758810" y="284951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5" name="Freeform 7924"/>
          <p:cNvSpPr/>
          <p:nvPr/>
        </p:nvSpPr>
        <p:spPr>
          <a:xfrm>
            <a:off x="2938649" y="29268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6" name="Freeform 7925"/>
          <p:cNvSpPr/>
          <p:nvPr/>
        </p:nvSpPr>
        <p:spPr>
          <a:xfrm>
            <a:off x="2991408" y="2100465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7" name="Freeform 7926"/>
          <p:cNvSpPr/>
          <p:nvPr/>
        </p:nvSpPr>
        <p:spPr>
          <a:xfrm>
            <a:off x="2937043" y="29776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8" name="Freeform 7927"/>
          <p:cNvSpPr/>
          <p:nvPr/>
        </p:nvSpPr>
        <p:spPr>
          <a:xfrm>
            <a:off x="2894033" y="319334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9" name="Freeform 7928"/>
          <p:cNvSpPr/>
          <p:nvPr/>
        </p:nvSpPr>
        <p:spPr>
          <a:xfrm>
            <a:off x="2989015" y="241456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0" name="Freeform 7929"/>
          <p:cNvSpPr/>
          <p:nvPr/>
        </p:nvSpPr>
        <p:spPr>
          <a:xfrm>
            <a:off x="3089220" y="278657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1" name="Freeform 7930"/>
          <p:cNvSpPr/>
          <p:nvPr/>
        </p:nvSpPr>
        <p:spPr>
          <a:xfrm>
            <a:off x="2954141" y="195766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2" name="Freeform 7931"/>
          <p:cNvSpPr/>
          <p:nvPr/>
        </p:nvSpPr>
        <p:spPr>
          <a:xfrm>
            <a:off x="2912842" y="290071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3" name="Freeform 7932"/>
          <p:cNvSpPr/>
          <p:nvPr/>
        </p:nvSpPr>
        <p:spPr>
          <a:xfrm>
            <a:off x="2904919" y="239620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4" name="Freeform 7933"/>
          <p:cNvSpPr/>
          <p:nvPr/>
        </p:nvSpPr>
        <p:spPr>
          <a:xfrm>
            <a:off x="3091414" y="23093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5" name="Freeform 7934"/>
          <p:cNvSpPr/>
          <p:nvPr/>
        </p:nvSpPr>
        <p:spPr>
          <a:xfrm>
            <a:off x="2958326" y="2898921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2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6" name="Freeform 7935"/>
          <p:cNvSpPr/>
          <p:nvPr/>
        </p:nvSpPr>
        <p:spPr>
          <a:xfrm>
            <a:off x="3001609" y="29803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7" name="Freeform 7936"/>
          <p:cNvSpPr/>
          <p:nvPr/>
        </p:nvSpPr>
        <p:spPr>
          <a:xfrm>
            <a:off x="3041928" y="24346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8" name="Freeform 7937"/>
          <p:cNvSpPr/>
          <p:nvPr/>
        </p:nvSpPr>
        <p:spPr>
          <a:xfrm>
            <a:off x="3032454" y="24958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9" name="Freeform 7938"/>
          <p:cNvSpPr/>
          <p:nvPr/>
        </p:nvSpPr>
        <p:spPr>
          <a:xfrm>
            <a:off x="2899844" y="32258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0" name="Freeform 7939"/>
          <p:cNvSpPr/>
          <p:nvPr/>
        </p:nvSpPr>
        <p:spPr>
          <a:xfrm>
            <a:off x="3024418" y="31221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1" name="Freeform 7940"/>
          <p:cNvSpPr/>
          <p:nvPr/>
        </p:nvSpPr>
        <p:spPr>
          <a:xfrm>
            <a:off x="3016976" y="363979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2" name="Freeform 7941"/>
          <p:cNvSpPr/>
          <p:nvPr/>
        </p:nvSpPr>
        <p:spPr>
          <a:xfrm>
            <a:off x="2993454" y="248834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3" name="Freeform 7942"/>
          <p:cNvSpPr/>
          <p:nvPr/>
        </p:nvSpPr>
        <p:spPr>
          <a:xfrm>
            <a:off x="3027972" y="280350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4" name="Freeform 7943"/>
          <p:cNvSpPr/>
          <p:nvPr/>
        </p:nvSpPr>
        <p:spPr>
          <a:xfrm>
            <a:off x="2923769" y="276686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5" name="Freeform 7944"/>
          <p:cNvSpPr/>
          <p:nvPr/>
        </p:nvSpPr>
        <p:spPr>
          <a:xfrm>
            <a:off x="2956070" y="33291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6" name="Freeform 7945"/>
          <p:cNvSpPr/>
          <p:nvPr/>
        </p:nvSpPr>
        <p:spPr>
          <a:xfrm>
            <a:off x="2926195" y="311097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7" name="Freeform 7946"/>
          <p:cNvSpPr/>
          <p:nvPr/>
        </p:nvSpPr>
        <p:spPr>
          <a:xfrm>
            <a:off x="3011302" y="28829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8" name="Freeform 7947"/>
          <p:cNvSpPr/>
          <p:nvPr/>
        </p:nvSpPr>
        <p:spPr>
          <a:xfrm>
            <a:off x="2917679" y="29544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9" name="Freeform 7948"/>
          <p:cNvSpPr/>
          <p:nvPr/>
        </p:nvSpPr>
        <p:spPr>
          <a:xfrm>
            <a:off x="2987092" y="26639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0" name="Freeform 7949"/>
          <p:cNvSpPr/>
          <p:nvPr/>
        </p:nvSpPr>
        <p:spPr>
          <a:xfrm>
            <a:off x="2888430" y="249272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1" name="Freeform 7950"/>
          <p:cNvSpPr/>
          <p:nvPr/>
        </p:nvSpPr>
        <p:spPr>
          <a:xfrm>
            <a:off x="2952908" y="187279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2" name="Freeform 7951"/>
          <p:cNvSpPr/>
          <p:nvPr/>
        </p:nvSpPr>
        <p:spPr>
          <a:xfrm>
            <a:off x="2937000" y="271460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3" name="Freeform 7952"/>
          <p:cNvSpPr/>
          <p:nvPr/>
        </p:nvSpPr>
        <p:spPr>
          <a:xfrm>
            <a:off x="2953424" y="229715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4" name="Freeform 7953"/>
          <p:cNvSpPr/>
          <p:nvPr/>
        </p:nvSpPr>
        <p:spPr>
          <a:xfrm>
            <a:off x="2969817" y="30123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5" name="Freeform 7954"/>
          <p:cNvSpPr/>
          <p:nvPr/>
        </p:nvSpPr>
        <p:spPr>
          <a:xfrm>
            <a:off x="2948804" y="332306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6" name="Freeform 7955"/>
          <p:cNvSpPr/>
          <p:nvPr/>
        </p:nvSpPr>
        <p:spPr>
          <a:xfrm>
            <a:off x="2946443" y="28367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7" name="Freeform 7956"/>
          <p:cNvSpPr/>
          <p:nvPr/>
        </p:nvSpPr>
        <p:spPr>
          <a:xfrm>
            <a:off x="2823672" y="329466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8" name="Freeform 7957"/>
          <p:cNvSpPr/>
          <p:nvPr/>
        </p:nvSpPr>
        <p:spPr>
          <a:xfrm>
            <a:off x="3034318" y="270185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9" name="Freeform 7958"/>
          <p:cNvSpPr/>
          <p:nvPr/>
        </p:nvSpPr>
        <p:spPr>
          <a:xfrm>
            <a:off x="2919657" y="299418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0" name="Freeform 7959"/>
          <p:cNvSpPr/>
          <p:nvPr/>
        </p:nvSpPr>
        <p:spPr>
          <a:xfrm>
            <a:off x="2944766" y="34257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1" name="Freeform 7960"/>
          <p:cNvSpPr/>
          <p:nvPr/>
        </p:nvSpPr>
        <p:spPr>
          <a:xfrm>
            <a:off x="2906120" y="206897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2" name="Freeform 7961"/>
          <p:cNvSpPr/>
          <p:nvPr/>
        </p:nvSpPr>
        <p:spPr>
          <a:xfrm>
            <a:off x="3027282" y="290488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3" name="Freeform 7962"/>
          <p:cNvSpPr/>
          <p:nvPr/>
        </p:nvSpPr>
        <p:spPr>
          <a:xfrm>
            <a:off x="2901014" y="33093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4" name="Freeform 7963"/>
          <p:cNvSpPr/>
          <p:nvPr/>
        </p:nvSpPr>
        <p:spPr>
          <a:xfrm>
            <a:off x="2994454" y="23770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5" name="Freeform 7964"/>
          <p:cNvSpPr/>
          <p:nvPr/>
        </p:nvSpPr>
        <p:spPr>
          <a:xfrm>
            <a:off x="3039162" y="297512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6" name="Freeform 7965"/>
          <p:cNvSpPr/>
          <p:nvPr/>
        </p:nvSpPr>
        <p:spPr>
          <a:xfrm>
            <a:off x="3070153" y="23064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7" name="Freeform 7966"/>
          <p:cNvSpPr/>
          <p:nvPr/>
        </p:nvSpPr>
        <p:spPr>
          <a:xfrm>
            <a:off x="3039819" y="297688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8" name="Freeform 7967"/>
          <p:cNvSpPr/>
          <p:nvPr/>
        </p:nvSpPr>
        <p:spPr>
          <a:xfrm>
            <a:off x="3002099" y="290611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9" name="Freeform 7968"/>
          <p:cNvSpPr/>
          <p:nvPr/>
        </p:nvSpPr>
        <p:spPr>
          <a:xfrm>
            <a:off x="2881592" y="258046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0" name="Freeform 7969"/>
          <p:cNvSpPr/>
          <p:nvPr/>
        </p:nvSpPr>
        <p:spPr>
          <a:xfrm>
            <a:off x="3046623" y="248914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1" name="Freeform 7970"/>
          <p:cNvSpPr/>
          <p:nvPr/>
        </p:nvSpPr>
        <p:spPr>
          <a:xfrm>
            <a:off x="3039852" y="24247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2" name="Freeform 7971"/>
          <p:cNvSpPr/>
          <p:nvPr/>
        </p:nvSpPr>
        <p:spPr>
          <a:xfrm>
            <a:off x="3016662" y="27402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3" name="Freeform 7972"/>
          <p:cNvSpPr/>
          <p:nvPr/>
        </p:nvSpPr>
        <p:spPr>
          <a:xfrm>
            <a:off x="3014358" y="251289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4" name="Freeform 7973"/>
          <p:cNvSpPr/>
          <p:nvPr/>
        </p:nvSpPr>
        <p:spPr>
          <a:xfrm>
            <a:off x="2966260" y="24331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5" name="Freeform 7974"/>
          <p:cNvSpPr/>
          <p:nvPr/>
        </p:nvSpPr>
        <p:spPr>
          <a:xfrm>
            <a:off x="2927087" y="263350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6" name="Freeform 7975"/>
          <p:cNvSpPr/>
          <p:nvPr/>
        </p:nvSpPr>
        <p:spPr>
          <a:xfrm>
            <a:off x="3032874" y="275969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7" name="Freeform 7976"/>
          <p:cNvSpPr/>
          <p:nvPr/>
        </p:nvSpPr>
        <p:spPr>
          <a:xfrm>
            <a:off x="3045643" y="323862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8" name="Freeform 7977"/>
          <p:cNvSpPr/>
          <p:nvPr/>
        </p:nvSpPr>
        <p:spPr>
          <a:xfrm>
            <a:off x="2892543" y="248695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9" name="Freeform 7978"/>
          <p:cNvSpPr/>
          <p:nvPr/>
        </p:nvSpPr>
        <p:spPr>
          <a:xfrm>
            <a:off x="3021906" y="269173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0" name="Freeform 7979"/>
          <p:cNvSpPr/>
          <p:nvPr/>
        </p:nvSpPr>
        <p:spPr>
          <a:xfrm>
            <a:off x="2977710" y="2859316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1" name="Freeform 7980"/>
          <p:cNvSpPr/>
          <p:nvPr/>
        </p:nvSpPr>
        <p:spPr>
          <a:xfrm>
            <a:off x="3020161" y="22374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2" name="Freeform 7981"/>
          <p:cNvSpPr/>
          <p:nvPr/>
        </p:nvSpPr>
        <p:spPr>
          <a:xfrm>
            <a:off x="2979684" y="32322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3" name="Freeform 7982"/>
          <p:cNvSpPr/>
          <p:nvPr/>
        </p:nvSpPr>
        <p:spPr>
          <a:xfrm>
            <a:off x="3035106" y="21027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4" name="Freeform 7983"/>
          <p:cNvSpPr/>
          <p:nvPr/>
        </p:nvSpPr>
        <p:spPr>
          <a:xfrm>
            <a:off x="3029438" y="27154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5" name="Freeform 7984"/>
          <p:cNvSpPr/>
          <p:nvPr/>
        </p:nvSpPr>
        <p:spPr>
          <a:xfrm>
            <a:off x="3020346" y="259050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6" name="Freeform 7985"/>
          <p:cNvSpPr/>
          <p:nvPr/>
        </p:nvSpPr>
        <p:spPr>
          <a:xfrm>
            <a:off x="2870531" y="28524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7" name="Freeform 7986"/>
          <p:cNvSpPr/>
          <p:nvPr/>
        </p:nvSpPr>
        <p:spPr>
          <a:xfrm>
            <a:off x="3016204" y="332016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8" name="Freeform 7987"/>
          <p:cNvSpPr/>
          <p:nvPr/>
        </p:nvSpPr>
        <p:spPr>
          <a:xfrm>
            <a:off x="2965088" y="27585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9" name="Freeform 7988"/>
          <p:cNvSpPr/>
          <p:nvPr/>
        </p:nvSpPr>
        <p:spPr>
          <a:xfrm>
            <a:off x="2887409" y="25841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0" name="Freeform 7989"/>
          <p:cNvSpPr/>
          <p:nvPr/>
        </p:nvSpPr>
        <p:spPr>
          <a:xfrm>
            <a:off x="3008598" y="245862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1" name="Freeform 7990"/>
          <p:cNvSpPr/>
          <p:nvPr/>
        </p:nvSpPr>
        <p:spPr>
          <a:xfrm>
            <a:off x="2871555" y="278005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2" name="Freeform 7991"/>
          <p:cNvSpPr/>
          <p:nvPr/>
        </p:nvSpPr>
        <p:spPr>
          <a:xfrm>
            <a:off x="3021058" y="3513360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3" name="Freeform 7992"/>
          <p:cNvSpPr/>
          <p:nvPr/>
        </p:nvSpPr>
        <p:spPr>
          <a:xfrm>
            <a:off x="3073841" y="327405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4" name="Freeform 7993"/>
          <p:cNvSpPr/>
          <p:nvPr/>
        </p:nvSpPr>
        <p:spPr>
          <a:xfrm>
            <a:off x="2928845" y="19527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5" name="Freeform 7994"/>
          <p:cNvSpPr/>
          <p:nvPr/>
        </p:nvSpPr>
        <p:spPr>
          <a:xfrm>
            <a:off x="3022776" y="310893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6" name="Freeform 7995"/>
          <p:cNvSpPr/>
          <p:nvPr/>
        </p:nvSpPr>
        <p:spPr>
          <a:xfrm>
            <a:off x="2991888" y="218257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7" name="Freeform 7996"/>
          <p:cNvSpPr/>
          <p:nvPr/>
        </p:nvSpPr>
        <p:spPr>
          <a:xfrm>
            <a:off x="3005068" y="305067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8" name="Freeform 7997"/>
          <p:cNvSpPr/>
          <p:nvPr/>
        </p:nvSpPr>
        <p:spPr>
          <a:xfrm>
            <a:off x="2873045" y="277432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9" name="Freeform 7998"/>
          <p:cNvSpPr/>
          <p:nvPr/>
        </p:nvSpPr>
        <p:spPr>
          <a:xfrm>
            <a:off x="3002418" y="247737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0" name="Freeform 7999"/>
          <p:cNvSpPr/>
          <p:nvPr/>
        </p:nvSpPr>
        <p:spPr>
          <a:xfrm>
            <a:off x="2971105" y="300880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1" name="Freeform 8000"/>
          <p:cNvSpPr/>
          <p:nvPr/>
        </p:nvSpPr>
        <p:spPr>
          <a:xfrm>
            <a:off x="3011059" y="212184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2" name="Freeform 8001"/>
          <p:cNvSpPr/>
          <p:nvPr/>
        </p:nvSpPr>
        <p:spPr>
          <a:xfrm>
            <a:off x="2962930" y="267940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3" name="Freeform 8002"/>
          <p:cNvSpPr/>
          <p:nvPr/>
        </p:nvSpPr>
        <p:spPr>
          <a:xfrm>
            <a:off x="3034591" y="253780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4" name="Freeform 8003"/>
          <p:cNvSpPr/>
          <p:nvPr/>
        </p:nvSpPr>
        <p:spPr>
          <a:xfrm>
            <a:off x="2980513" y="280563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5" name="Freeform 8004"/>
          <p:cNvSpPr/>
          <p:nvPr/>
        </p:nvSpPr>
        <p:spPr>
          <a:xfrm>
            <a:off x="3007230" y="24650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6" name="Freeform 8005"/>
          <p:cNvSpPr/>
          <p:nvPr/>
        </p:nvSpPr>
        <p:spPr>
          <a:xfrm>
            <a:off x="3052645" y="2126781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7" name="Freeform 8006"/>
          <p:cNvSpPr/>
          <p:nvPr/>
        </p:nvSpPr>
        <p:spPr>
          <a:xfrm>
            <a:off x="2974576" y="275551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8" name="Freeform 8007"/>
          <p:cNvSpPr/>
          <p:nvPr/>
        </p:nvSpPr>
        <p:spPr>
          <a:xfrm>
            <a:off x="3028017" y="2071294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9" name="Freeform 8008"/>
          <p:cNvSpPr/>
          <p:nvPr/>
        </p:nvSpPr>
        <p:spPr>
          <a:xfrm>
            <a:off x="2977622" y="293210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0" name="Freeform 8009"/>
          <p:cNvSpPr/>
          <p:nvPr/>
        </p:nvSpPr>
        <p:spPr>
          <a:xfrm>
            <a:off x="2997032" y="242631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1" name="Freeform 8010"/>
          <p:cNvSpPr/>
          <p:nvPr/>
        </p:nvSpPr>
        <p:spPr>
          <a:xfrm>
            <a:off x="2928136" y="2527416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2" name="Freeform 8011"/>
          <p:cNvSpPr/>
          <p:nvPr/>
        </p:nvSpPr>
        <p:spPr>
          <a:xfrm>
            <a:off x="3013718" y="310012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3" name="Freeform 8012"/>
          <p:cNvSpPr/>
          <p:nvPr/>
        </p:nvSpPr>
        <p:spPr>
          <a:xfrm>
            <a:off x="3043364" y="26286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4" name="Freeform 8013"/>
          <p:cNvSpPr/>
          <p:nvPr/>
        </p:nvSpPr>
        <p:spPr>
          <a:xfrm>
            <a:off x="2957484" y="2704537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5" name="Freeform 8014"/>
          <p:cNvSpPr/>
          <p:nvPr/>
        </p:nvSpPr>
        <p:spPr>
          <a:xfrm>
            <a:off x="3014989" y="3020932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6" name="Freeform 8015"/>
          <p:cNvSpPr/>
          <p:nvPr/>
        </p:nvSpPr>
        <p:spPr>
          <a:xfrm>
            <a:off x="2991033" y="257562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7" name="Freeform 8016"/>
          <p:cNvSpPr/>
          <p:nvPr/>
        </p:nvSpPr>
        <p:spPr>
          <a:xfrm>
            <a:off x="2890459" y="265346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8" name="Freeform 8017"/>
          <p:cNvSpPr/>
          <p:nvPr/>
        </p:nvSpPr>
        <p:spPr>
          <a:xfrm>
            <a:off x="2986107" y="2733932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9" name="Freeform 8018"/>
          <p:cNvSpPr/>
          <p:nvPr/>
        </p:nvSpPr>
        <p:spPr>
          <a:xfrm>
            <a:off x="3049457" y="273245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0" name="Freeform 8019"/>
          <p:cNvSpPr/>
          <p:nvPr/>
        </p:nvSpPr>
        <p:spPr>
          <a:xfrm>
            <a:off x="2931203" y="2740338"/>
            <a:ext cx="35922" cy="35921"/>
          </a:xfrm>
          <a:custGeom>
            <a:avLst/>
            <a:gdLst/>
            <a:ahLst/>
            <a:cxnLst/>
            <a:rect l="l" t="t" r="r" b="b"/>
            <a:pathLst>
              <a:path w="35922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1" name="Freeform 8020"/>
          <p:cNvSpPr/>
          <p:nvPr/>
        </p:nvSpPr>
        <p:spPr>
          <a:xfrm>
            <a:off x="2846360" y="2842434"/>
            <a:ext cx="35922" cy="35922"/>
          </a:xfrm>
          <a:custGeom>
            <a:avLst/>
            <a:gdLst/>
            <a:ahLst/>
            <a:cxnLst/>
            <a:rect l="l" t="t" r="r" b="b"/>
            <a:pathLst>
              <a:path w="35922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2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2" name="Freeform 8021"/>
          <p:cNvSpPr/>
          <p:nvPr/>
        </p:nvSpPr>
        <p:spPr>
          <a:xfrm>
            <a:off x="2976471" y="2655833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3" name="Freeform 8022"/>
          <p:cNvSpPr/>
          <p:nvPr/>
        </p:nvSpPr>
        <p:spPr>
          <a:xfrm>
            <a:off x="2920999" y="29439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4" name="Freeform 8023"/>
          <p:cNvSpPr/>
          <p:nvPr/>
        </p:nvSpPr>
        <p:spPr>
          <a:xfrm>
            <a:off x="3087301" y="1730435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5" name="Freeform 8024"/>
          <p:cNvSpPr/>
          <p:nvPr/>
        </p:nvSpPr>
        <p:spPr>
          <a:xfrm>
            <a:off x="2960466" y="3225404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1" y="35922"/>
                </a:moveTo>
                <a:lnTo>
                  <a:pt x="30661" y="30661"/>
                </a:lnTo>
                <a:close/>
                <a:lnTo>
                  <a:pt x="35921" y="17961"/>
                </a:lnTo>
                <a:close/>
                <a:lnTo>
                  <a:pt x="30661" y="5261"/>
                </a:lnTo>
                <a:close/>
                <a:lnTo>
                  <a:pt x="17961" y="0"/>
                </a:lnTo>
                <a:close/>
                <a:lnTo>
                  <a:pt x="5261" y="5261"/>
                </a:lnTo>
                <a:close/>
                <a:lnTo>
                  <a:pt x="0" y="17961"/>
                </a:lnTo>
                <a:close/>
                <a:lnTo>
                  <a:pt x="5261" y="30661"/>
                </a:lnTo>
                <a:close/>
                <a:lnTo>
                  <a:pt x="17961" y="35922"/>
                </a:lnTo>
                <a:close/>
                <a:lnTo>
                  <a:pt x="17961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6" name="Freeform 8025"/>
          <p:cNvSpPr/>
          <p:nvPr/>
        </p:nvSpPr>
        <p:spPr>
          <a:xfrm>
            <a:off x="2962852" y="29222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7" name="Freeform 8026"/>
          <p:cNvSpPr/>
          <p:nvPr/>
        </p:nvSpPr>
        <p:spPr>
          <a:xfrm>
            <a:off x="2922071" y="2893188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1" y="35921"/>
                </a:moveTo>
                <a:lnTo>
                  <a:pt x="30661" y="30660"/>
                </a:lnTo>
                <a:close/>
                <a:lnTo>
                  <a:pt x="35921" y="17960"/>
                </a:lnTo>
                <a:close/>
                <a:lnTo>
                  <a:pt x="30661" y="5260"/>
                </a:lnTo>
                <a:close/>
                <a:lnTo>
                  <a:pt x="17961" y="0"/>
                </a:lnTo>
                <a:close/>
                <a:lnTo>
                  <a:pt x="5261" y="5260"/>
                </a:lnTo>
                <a:close/>
                <a:lnTo>
                  <a:pt x="0" y="17960"/>
                </a:lnTo>
                <a:close/>
                <a:lnTo>
                  <a:pt x="5261" y="30660"/>
                </a:lnTo>
                <a:close/>
                <a:lnTo>
                  <a:pt x="17961" y="35921"/>
                </a:lnTo>
                <a:close/>
                <a:lnTo>
                  <a:pt x="17961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8" name="Freeform 8027"/>
          <p:cNvSpPr/>
          <p:nvPr/>
        </p:nvSpPr>
        <p:spPr>
          <a:xfrm>
            <a:off x="2979534" y="1957031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9" name="Freeform 8028"/>
          <p:cNvSpPr/>
          <p:nvPr/>
        </p:nvSpPr>
        <p:spPr>
          <a:xfrm>
            <a:off x="2926359" y="3192609"/>
            <a:ext cx="35921" cy="35922"/>
          </a:xfrm>
          <a:custGeom>
            <a:avLst/>
            <a:gdLst/>
            <a:ahLst/>
            <a:cxnLst/>
            <a:rect l="l" t="t" r="r" b="b"/>
            <a:pathLst>
              <a:path w="35921" h="35922">
                <a:moveTo>
                  <a:pt x="17960" y="35922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2"/>
                </a:lnTo>
                <a:close/>
                <a:lnTo>
                  <a:pt x="17960" y="35922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0" name="Freeform 8029"/>
          <p:cNvSpPr/>
          <p:nvPr/>
        </p:nvSpPr>
        <p:spPr>
          <a:xfrm>
            <a:off x="2904290" y="2550649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1"/>
                </a:lnTo>
                <a:close/>
                <a:lnTo>
                  <a:pt x="35921" y="17961"/>
                </a:lnTo>
                <a:close/>
                <a:lnTo>
                  <a:pt x="30660" y="5261"/>
                </a:lnTo>
                <a:close/>
                <a:lnTo>
                  <a:pt x="17960" y="0"/>
                </a:lnTo>
                <a:close/>
                <a:lnTo>
                  <a:pt x="5260" y="5261"/>
                </a:lnTo>
                <a:close/>
                <a:lnTo>
                  <a:pt x="0" y="17961"/>
                </a:lnTo>
                <a:close/>
                <a:lnTo>
                  <a:pt x="5260" y="30661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1" name="Freeform 8030"/>
          <p:cNvSpPr/>
          <p:nvPr/>
        </p:nvSpPr>
        <p:spPr>
          <a:xfrm>
            <a:off x="2959171" y="2615920"/>
            <a:ext cx="35921" cy="35921"/>
          </a:xfrm>
          <a:custGeom>
            <a:avLst/>
            <a:gdLst/>
            <a:ahLst/>
            <a:cxnLst/>
            <a:rect l="l" t="t" r="r" b="b"/>
            <a:pathLst>
              <a:path w="35921" h="35921">
                <a:moveTo>
                  <a:pt x="17960" y="35921"/>
                </a:moveTo>
                <a:lnTo>
                  <a:pt x="30660" y="30660"/>
                </a:lnTo>
                <a:close/>
                <a:lnTo>
                  <a:pt x="35921" y="17960"/>
                </a:lnTo>
                <a:close/>
                <a:lnTo>
                  <a:pt x="30660" y="5260"/>
                </a:lnTo>
                <a:close/>
                <a:lnTo>
                  <a:pt x="17960" y="0"/>
                </a:lnTo>
                <a:close/>
                <a:lnTo>
                  <a:pt x="5260" y="5260"/>
                </a:lnTo>
                <a:close/>
                <a:lnTo>
                  <a:pt x="0" y="17960"/>
                </a:lnTo>
                <a:close/>
                <a:lnTo>
                  <a:pt x="5260" y="30660"/>
                </a:lnTo>
                <a:close/>
                <a:lnTo>
                  <a:pt x="17960" y="35921"/>
                </a:lnTo>
                <a:close/>
                <a:lnTo>
                  <a:pt x="17960" y="35921"/>
                </a:lnTo>
                <a:close/>
              </a:path>
            </a:pathLst>
          </a:custGeom>
          <a:solidFill>
            <a:srgbClr val="C471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2" name="Rectangle 8031"/>
          <p:cNvSpPr/>
          <p:nvPr/>
        </p:nvSpPr>
        <p:spPr>
          <a:xfrm>
            <a:off x="1292186" y="1919558"/>
            <a:ext cx="265335" cy="677523"/>
          </a:xfrm>
          <a:prstGeom prst="rect">
            <a:avLst/>
          </a:prstGeom>
          <a:solidFill>
            <a:srgbClr val="3B6B9A">
              <a:alpha val="30000"/>
            </a:srgbClr>
          </a:solidFill>
          <a:ln w="12700">
            <a:solidFill>
              <a:srgbClr val="3B6B9A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3" name="Freeform 8032"/>
          <p:cNvSpPr/>
          <p:nvPr/>
        </p:nvSpPr>
        <p:spPr>
          <a:xfrm>
            <a:off x="1424853" y="2597081"/>
            <a:ext cx="0" cy="1006839"/>
          </a:xfrm>
          <a:custGeom>
            <a:avLst/>
            <a:gdLst/>
            <a:ahLst/>
            <a:cxnLst/>
            <a:rect l="l" t="t" r="r" b="b"/>
            <a:pathLst>
              <a:path w="0" h="1006839">
                <a:moveTo>
                  <a:pt x="0" y="0"/>
                </a:moveTo>
                <a:lnTo>
                  <a:pt x="0" y="1006839"/>
                </a:lnTo>
                <a:close/>
              </a:path>
            </a:pathLst>
          </a:custGeom>
          <a:noFill/>
          <a:ln w="10160">
            <a:solidFill>
              <a:srgbClr val="3B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4" name="Freeform 8033"/>
          <p:cNvSpPr/>
          <p:nvPr/>
        </p:nvSpPr>
        <p:spPr>
          <a:xfrm>
            <a:off x="1424853" y="903312"/>
            <a:ext cx="0" cy="1016246"/>
          </a:xfrm>
          <a:custGeom>
            <a:avLst/>
            <a:gdLst/>
            <a:ahLst/>
            <a:cxnLst/>
            <a:rect l="l" t="t" r="r" b="b"/>
            <a:pathLst>
              <a:path w="0" h="1016246">
                <a:moveTo>
                  <a:pt x="0" y="1016246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3B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5" name="Freeform 8034"/>
          <p:cNvSpPr/>
          <p:nvPr/>
        </p:nvSpPr>
        <p:spPr>
          <a:xfrm>
            <a:off x="1358519" y="3603920"/>
            <a:ext cx="132668" cy="0"/>
          </a:xfrm>
          <a:custGeom>
            <a:avLst/>
            <a:gdLst/>
            <a:ahLst/>
            <a:cxnLst/>
            <a:rect l="l" t="t" r="r" b="b"/>
            <a:pathLst>
              <a:path w="132668" h="0">
                <a:moveTo>
                  <a:pt x="0" y="0"/>
                </a:moveTo>
                <a:lnTo>
                  <a:pt x="132668" y="0"/>
                </a:lnTo>
                <a:close/>
              </a:path>
            </a:pathLst>
          </a:custGeom>
          <a:noFill/>
          <a:ln w="10160">
            <a:solidFill>
              <a:srgbClr val="3B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6" name="Freeform 8035"/>
          <p:cNvSpPr/>
          <p:nvPr/>
        </p:nvSpPr>
        <p:spPr>
          <a:xfrm>
            <a:off x="1358519" y="903312"/>
            <a:ext cx="132668" cy="0"/>
          </a:xfrm>
          <a:custGeom>
            <a:avLst/>
            <a:gdLst/>
            <a:ahLst/>
            <a:cxnLst/>
            <a:rect l="l" t="t" r="r" b="b"/>
            <a:pathLst>
              <a:path w="132668" h="0">
                <a:moveTo>
                  <a:pt x="0" y="0"/>
                </a:moveTo>
                <a:lnTo>
                  <a:pt x="132668" y="0"/>
                </a:lnTo>
                <a:close/>
              </a:path>
            </a:pathLst>
          </a:custGeom>
          <a:noFill/>
          <a:ln w="10160">
            <a:solidFill>
              <a:srgbClr val="3B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7" name="Rectangle 8036"/>
          <p:cNvSpPr/>
          <p:nvPr/>
        </p:nvSpPr>
        <p:spPr>
          <a:xfrm>
            <a:off x="3187439" y="2481943"/>
            <a:ext cx="265335" cy="486526"/>
          </a:xfrm>
          <a:prstGeom prst="rect">
            <a:avLst/>
          </a:prstGeom>
          <a:solidFill>
            <a:srgbClr val="C4713B">
              <a:alpha val="30000"/>
            </a:srgbClr>
          </a:solidFill>
          <a:ln w="12700">
            <a:solidFill>
              <a:srgbClr val="C4713B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8" name="Freeform 8037"/>
          <p:cNvSpPr/>
          <p:nvPr/>
        </p:nvSpPr>
        <p:spPr>
          <a:xfrm>
            <a:off x="3320107" y="2968469"/>
            <a:ext cx="0" cy="726733"/>
          </a:xfrm>
          <a:custGeom>
            <a:avLst/>
            <a:gdLst/>
            <a:ahLst/>
            <a:cxnLst/>
            <a:rect l="l" t="t" r="r" b="b"/>
            <a:pathLst>
              <a:path w="0" h="726733">
                <a:moveTo>
                  <a:pt x="0" y="0"/>
                </a:moveTo>
                <a:lnTo>
                  <a:pt x="0" y="726733"/>
                </a:lnTo>
                <a:close/>
              </a:path>
            </a:pathLst>
          </a:custGeom>
          <a:noFill/>
          <a:ln w="10160">
            <a:solidFill>
              <a:srgbClr val="C47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9" name="Freeform 8038"/>
          <p:cNvSpPr/>
          <p:nvPr/>
        </p:nvSpPr>
        <p:spPr>
          <a:xfrm>
            <a:off x="3320107" y="1765200"/>
            <a:ext cx="0" cy="716743"/>
          </a:xfrm>
          <a:custGeom>
            <a:avLst/>
            <a:gdLst/>
            <a:ahLst/>
            <a:cxnLst/>
            <a:rect l="l" t="t" r="r" b="b"/>
            <a:pathLst>
              <a:path w="0" h="716743">
                <a:moveTo>
                  <a:pt x="0" y="716743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C47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0" name="Freeform 8039"/>
          <p:cNvSpPr/>
          <p:nvPr/>
        </p:nvSpPr>
        <p:spPr>
          <a:xfrm>
            <a:off x="3253773" y="3695202"/>
            <a:ext cx="132668" cy="0"/>
          </a:xfrm>
          <a:custGeom>
            <a:avLst/>
            <a:gdLst/>
            <a:ahLst/>
            <a:cxnLst/>
            <a:rect l="l" t="t" r="r" b="b"/>
            <a:pathLst>
              <a:path w="132668" h="0">
                <a:moveTo>
                  <a:pt x="0" y="0"/>
                </a:moveTo>
                <a:lnTo>
                  <a:pt x="132668" y="0"/>
                </a:lnTo>
                <a:close/>
              </a:path>
            </a:pathLst>
          </a:custGeom>
          <a:noFill/>
          <a:ln w="10160">
            <a:solidFill>
              <a:srgbClr val="C47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1" name="Freeform 8040"/>
          <p:cNvSpPr/>
          <p:nvPr/>
        </p:nvSpPr>
        <p:spPr>
          <a:xfrm>
            <a:off x="3253773" y="1765200"/>
            <a:ext cx="132668" cy="0"/>
          </a:xfrm>
          <a:custGeom>
            <a:avLst/>
            <a:gdLst/>
            <a:ahLst/>
            <a:cxnLst/>
            <a:rect l="l" t="t" r="r" b="b"/>
            <a:pathLst>
              <a:path w="132668" h="0">
                <a:moveTo>
                  <a:pt x="0" y="0"/>
                </a:moveTo>
                <a:lnTo>
                  <a:pt x="132668" y="0"/>
                </a:lnTo>
                <a:close/>
              </a:path>
            </a:pathLst>
          </a:custGeom>
          <a:noFill/>
          <a:ln w="10160">
            <a:solidFill>
              <a:srgbClr val="C47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2" name="Freeform 8041"/>
          <p:cNvSpPr/>
          <p:nvPr/>
        </p:nvSpPr>
        <p:spPr>
          <a:xfrm>
            <a:off x="1481711" y="3102058"/>
            <a:ext cx="511718" cy="0"/>
          </a:xfrm>
          <a:custGeom>
            <a:avLst/>
            <a:gdLst/>
            <a:ahLst/>
            <a:cxnLst/>
            <a:rect l="l" t="t" r="r" b="b"/>
            <a:pathLst>
              <a:path w="511718" h="0">
                <a:moveTo>
                  <a:pt x="0" y="0"/>
                </a:moveTo>
                <a:lnTo>
                  <a:pt x="511718" y="0"/>
                </a:lnTo>
                <a:close/>
              </a:path>
            </a:pathLst>
          </a:custGeom>
          <a:noFill/>
          <a:ln w="10160">
            <a:solidFill>
              <a:srgbClr val="3B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3" name="Freeform 8042"/>
          <p:cNvSpPr/>
          <p:nvPr/>
        </p:nvSpPr>
        <p:spPr>
          <a:xfrm>
            <a:off x="1481711" y="2244353"/>
            <a:ext cx="511718" cy="0"/>
          </a:xfrm>
          <a:custGeom>
            <a:avLst/>
            <a:gdLst/>
            <a:ahLst/>
            <a:cxnLst/>
            <a:rect l="l" t="t" r="r" b="b"/>
            <a:pathLst>
              <a:path w="511718" h="0">
                <a:moveTo>
                  <a:pt x="0" y="0"/>
                </a:moveTo>
                <a:lnTo>
                  <a:pt x="511718" y="0"/>
                </a:lnTo>
                <a:close/>
              </a:path>
            </a:pathLst>
          </a:custGeom>
          <a:noFill/>
          <a:ln w="10160">
            <a:solidFill>
              <a:srgbClr val="3B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4" name="Freeform 8043"/>
          <p:cNvSpPr/>
          <p:nvPr/>
        </p:nvSpPr>
        <p:spPr>
          <a:xfrm>
            <a:off x="1481711" y="1424241"/>
            <a:ext cx="511718" cy="0"/>
          </a:xfrm>
          <a:custGeom>
            <a:avLst/>
            <a:gdLst/>
            <a:ahLst/>
            <a:cxnLst/>
            <a:rect l="l" t="t" r="r" b="b"/>
            <a:pathLst>
              <a:path w="511718" h="0">
                <a:moveTo>
                  <a:pt x="0" y="0"/>
                </a:moveTo>
                <a:lnTo>
                  <a:pt x="511718" y="0"/>
                </a:lnTo>
                <a:close/>
              </a:path>
            </a:pathLst>
          </a:custGeom>
          <a:noFill/>
          <a:ln w="10160">
            <a:solidFill>
              <a:srgbClr val="3B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5" name="Freeform 8044"/>
          <p:cNvSpPr/>
          <p:nvPr/>
        </p:nvSpPr>
        <p:spPr>
          <a:xfrm>
            <a:off x="3376964" y="3327973"/>
            <a:ext cx="511719" cy="0"/>
          </a:xfrm>
          <a:custGeom>
            <a:avLst/>
            <a:gdLst/>
            <a:ahLst/>
            <a:cxnLst/>
            <a:rect l="l" t="t" r="r" b="b"/>
            <a:pathLst>
              <a:path w="511719" h="0">
                <a:moveTo>
                  <a:pt x="0" y="0"/>
                </a:moveTo>
                <a:lnTo>
                  <a:pt x="511719" y="0"/>
                </a:lnTo>
                <a:close/>
              </a:path>
            </a:pathLst>
          </a:custGeom>
          <a:noFill/>
          <a:ln w="10160">
            <a:solidFill>
              <a:srgbClr val="C47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6" name="Freeform 8045"/>
          <p:cNvSpPr/>
          <p:nvPr/>
        </p:nvSpPr>
        <p:spPr>
          <a:xfrm>
            <a:off x="3376964" y="2732667"/>
            <a:ext cx="511719" cy="0"/>
          </a:xfrm>
          <a:custGeom>
            <a:avLst/>
            <a:gdLst/>
            <a:ahLst/>
            <a:cxnLst/>
            <a:rect l="l" t="t" r="r" b="b"/>
            <a:pathLst>
              <a:path w="511719" h="0">
                <a:moveTo>
                  <a:pt x="0" y="0"/>
                </a:moveTo>
                <a:lnTo>
                  <a:pt x="511719" y="0"/>
                </a:lnTo>
                <a:close/>
              </a:path>
            </a:pathLst>
          </a:custGeom>
          <a:noFill/>
          <a:ln w="10160">
            <a:solidFill>
              <a:srgbClr val="C47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7" name="Freeform 8046"/>
          <p:cNvSpPr/>
          <p:nvPr/>
        </p:nvSpPr>
        <p:spPr>
          <a:xfrm>
            <a:off x="3376964" y="2109574"/>
            <a:ext cx="511719" cy="0"/>
          </a:xfrm>
          <a:custGeom>
            <a:avLst/>
            <a:gdLst/>
            <a:ahLst/>
            <a:cxnLst/>
            <a:rect l="l" t="t" r="r" b="b"/>
            <a:pathLst>
              <a:path w="511719" h="0">
                <a:moveTo>
                  <a:pt x="0" y="0"/>
                </a:moveTo>
                <a:lnTo>
                  <a:pt x="511719" y="0"/>
                </a:lnTo>
                <a:close/>
              </a:path>
            </a:pathLst>
          </a:custGeom>
          <a:noFill/>
          <a:ln w="10160">
            <a:solidFill>
              <a:srgbClr val="C47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8" name="Freeform 8047"/>
          <p:cNvSpPr/>
          <p:nvPr/>
        </p:nvSpPr>
        <p:spPr>
          <a:xfrm>
            <a:off x="1292186" y="2244353"/>
            <a:ext cx="265335" cy="0"/>
          </a:xfrm>
          <a:custGeom>
            <a:avLst/>
            <a:gdLst/>
            <a:ahLst/>
            <a:cxnLst/>
            <a:rect l="l" t="t" r="r" b="b"/>
            <a:pathLst>
              <a:path w="265335" h="0">
                <a:moveTo>
                  <a:pt x="0" y="0"/>
                </a:moveTo>
                <a:lnTo>
                  <a:pt x="265335" y="0"/>
                </a:lnTo>
                <a:close/>
              </a:path>
            </a:pathLst>
          </a:custGeom>
          <a:noFill/>
          <a:ln w="15240">
            <a:solidFill>
              <a:srgbClr val="3B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9" name="Freeform 8048"/>
          <p:cNvSpPr/>
          <p:nvPr/>
        </p:nvSpPr>
        <p:spPr>
          <a:xfrm>
            <a:off x="3187439" y="2732667"/>
            <a:ext cx="265336" cy="0"/>
          </a:xfrm>
          <a:custGeom>
            <a:avLst/>
            <a:gdLst/>
            <a:ahLst/>
            <a:cxnLst/>
            <a:rect l="l" t="t" r="r" b="b"/>
            <a:pathLst>
              <a:path w="265336" h="0">
                <a:moveTo>
                  <a:pt x="0" y="0"/>
                </a:moveTo>
                <a:lnTo>
                  <a:pt x="265336" y="0"/>
                </a:lnTo>
                <a:close/>
              </a:path>
            </a:pathLst>
          </a:custGeom>
          <a:noFill/>
          <a:ln w="15240">
            <a:solidFill>
              <a:srgbClr val="C47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0" name="Freeform 8049"/>
          <p:cNvSpPr/>
          <p:nvPr/>
        </p:nvSpPr>
        <p:spPr>
          <a:xfrm>
            <a:off x="477227" y="440833"/>
            <a:ext cx="0" cy="4083710"/>
          </a:xfrm>
          <a:custGeom>
            <a:avLst/>
            <a:gdLst/>
            <a:ahLst/>
            <a:cxnLst/>
            <a:rect l="l" t="t" r="r" b="b"/>
            <a:pathLst>
              <a:path w="0" h="4083710">
                <a:moveTo>
                  <a:pt x="0" y="408371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1" name="Freeform 8050"/>
          <p:cNvSpPr/>
          <p:nvPr/>
        </p:nvSpPr>
        <p:spPr>
          <a:xfrm>
            <a:off x="477227" y="4524543"/>
            <a:ext cx="3790507" cy="0"/>
          </a:xfrm>
          <a:custGeom>
            <a:avLst/>
            <a:gdLst/>
            <a:ahLst/>
            <a:cxnLst/>
            <a:rect l="l" t="t" r="r" b="b"/>
            <a:pathLst>
              <a:path w="3790507" h="0">
                <a:moveTo>
                  <a:pt x="0" y="0"/>
                </a:moveTo>
                <a:lnTo>
                  <a:pt x="3790507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2" name="TextBox 8051"/>
          <p:cNvSpPr txBox="1"/>
          <p:nvPr/>
        </p:nvSpPr>
        <p:spPr>
          <a:xfrm>
            <a:off x="2031334" y="2998040"/>
            <a:ext cx="1041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3B6B9A"/>
                </a:solidFill>
                <a:latin typeface="Arial"/>
              </a:rPr>
              <a:t>P5 = 128 MPa</a:t>
            </a:r>
          </a:p>
        </p:txBody>
      </p:sp>
      <p:sp>
        <p:nvSpPr>
          <p:cNvPr id="8053" name="TextBox 8052"/>
          <p:cNvSpPr txBox="1"/>
          <p:nvPr/>
        </p:nvSpPr>
        <p:spPr>
          <a:xfrm>
            <a:off x="2031334" y="2140335"/>
            <a:ext cx="1117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3B6B9A"/>
                </a:solidFill>
                <a:latin typeface="Arial"/>
              </a:rPr>
              <a:t>P50 = 206 MPa</a:t>
            </a:r>
          </a:p>
        </p:txBody>
      </p:sp>
      <p:sp>
        <p:nvSpPr>
          <p:cNvPr id="8054" name="TextBox 8053"/>
          <p:cNvSpPr txBox="1"/>
          <p:nvPr/>
        </p:nvSpPr>
        <p:spPr>
          <a:xfrm>
            <a:off x="2031334" y="1320223"/>
            <a:ext cx="1117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3B6B9A"/>
                </a:solidFill>
                <a:latin typeface="Arial"/>
              </a:rPr>
              <a:t>P95 = 279 MPa</a:t>
            </a:r>
          </a:p>
        </p:txBody>
      </p:sp>
      <p:sp>
        <p:nvSpPr>
          <p:cNvPr id="8055" name="TextBox 8054"/>
          <p:cNvSpPr txBox="1"/>
          <p:nvPr/>
        </p:nvSpPr>
        <p:spPr>
          <a:xfrm>
            <a:off x="3926588" y="3223955"/>
            <a:ext cx="1041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C4713B"/>
                </a:solidFill>
                <a:latin typeface="Arial"/>
              </a:rPr>
              <a:t>P5 = 108 MPa</a:t>
            </a:r>
          </a:p>
        </p:txBody>
      </p:sp>
      <p:sp>
        <p:nvSpPr>
          <p:cNvPr id="8056" name="TextBox 8055"/>
          <p:cNvSpPr txBox="1"/>
          <p:nvPr/>
        </p:nvSpPr>
        <p:spPr>
          <a:xfrm>
            <a:off x="3926588" y="2628649"/>
            <a:ext cx="1117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C4713B"/>
                </a:solidFill>
                <a:latin typeface="Arial"/>
              </a:rPr>
              <a:t>P50 = 162 MPa</a:t>
            </a:r>
          </a:p>
        </p:txBody>
      </p:sp>
      <p:sp>
        <p:nvSpPr>
          <p:cNvPr id="8057" name="TextBox 8056"/>
          <p:cNvSpPr txBox="1"/>
          <p:nvPr/>
        </p:nvSpPr>
        <p:spPr>
          <a:xfrm>
            <a:off x="3926588" y="2005556"/>
            <a:ext cx="1117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C4713B"/>
                </a:solidFill>
                <a:latin typeface="Arial"/>
              </a:rPr>
              <a:t>P95 = 218 MPa</a:t>
            </a:r>
          </a:p>
        </p:txBody>
      </p:sp>
      <p:sp>
        <p:nvSpPr>
          <p:cNvPr id="8058" name="Freeform 8057"/>
          <p:cNvSpPr/>
          <p:nvPr/>
        </p:nvSpPr>
        <p:spPr>
          <a:xfrm>
            <a:off x="2372480" y="2279228"/>
            <a:ext cx="0" cy="403563"/>
          </a:xfrm>
          <a:custGeom>
            <a:avLst/>
            <a:gdLst/>
            <a:ahLst/>
            <a:cxnLst/>
            <a:rect l="l" t="t" r="r" b="b"/>
            <a:pathLst>
              <a:path w="0" h="403563">
                <a:moveTo>
                  <a:pt x="0" y="0"/>
                </a:moveTo>
                <a:lnTo>
                  <a:pt x="0" y="403563"/>
                </a:lnTo>
                <a:close/>
              </a:path>
            </a:pathLst>
          </a:custGeom>
          <a:noFill/>
          <a:ln w="1524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9" name="Freeform 8058"/>
          <p:cNvSpPr/>
          <p:nvPr/>
        </p:nvSpPr>
        <p:spPr>
          <a:xfrm>
            <a:off x="2354700" y="264723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35560" y="0"/>
                </a:moveTo>
                <a:lnTo>
                  <a:pt x="17780" y="35560"/>
                </a:lnTo>
                <a:close/>
                <a:lnTo>
                  <a:pt x="0" y="0"/>
                </a:lnTo>
                <a:close/>
                <a:lnTo>
                  <a:pt x="35560" y="0"/>
                </a:lnTo>
                <a:close/>
              </a:path>
            </a:pathLst>
          </a:custGeom>
          <a:solidFill>
            <a:srgbClr val="1A1A1A"/>
          </a:solidFill>
          <a:ln w="1524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0" name="TextBox 8059"/>
          <p:cNvSpPr txBox="1"/>
          <p:nvPr/>
        </p:nvSpPr>
        <p:spPr>
          <a:xfrm>
            <a:off x="2448290" y="2385667"/>
            <a:ext cx="1117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Δ μ = -42 MPa</a:t>
            </a:r>
          </a:p>
        </p:txBody>
      </p:sp>
      <p:sp>
        <p:nvSpPr>
          <p:cNvPr id="8061" name="TextBox 8060"/>
          <p:cNvSpPr txBox="1"/>
          <p:nvPr/>
        </p:nvSpPr>
        <p:spPr>
          <a:xfrm>
            <a:off x="2107145" y="2998526"/>
            <a:ext cx="1193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Spread reduced</a:t>
            </a:r>
          </a:p>
        </p:txBody>
      </p:sp>
      <p:sp>
        <p:nvSpPr>
          <p:cNvPr id="8062" name="TextBox 8061"/>
          <p:cNvSpPr txBox="1"/>
          <p:nvPr/>
        </p:nvSpPr>
        <p:spPr>
          <a:xfrm>
            <a:off x="2107145" y="3093855"/>
            <a:ext cx="660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by ~27%</a:t>
            </a:r>
          </a:p>
        </p:txBody>
      </p:sp>
      <p:sp>
        <p:nvSpPr>
          <p:cNvPr id="8063" name="TextBox 8062"/>
          <p:cNvSpPr txBox="1"/>
          <p:nvPr/>
        </p:nvSpPr>
        <p:spPr>
          <a:xfrm>
            <a:off x="173986" y="46254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A</a:t>
            </a:r>
          </a:p>
        </p:txBody>
      </p:sp>
      <p:sp>
        <p:nvSpPr>
          <p:cNvPr id="8064" name="Rectangle 8063"/>
          <p:cNvSpPr/>
          <p:nvPr/>
        </p:nvSpPr>
        <p:spPr>
          <a:xfrm>
            <a:off x="5082693" y="440833"/>
            <a:ext cx="2179542" cy="40837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5" name="Freeform 8064"/>
          <p:cNvSpPr/>
          <p:nvPr/>
        </p:nvSpPr>
        <p:spPr>
          <a:xfrm>
            <a:off x="5181763" y="626456"/>
            <a:ext cx="1981401" cy="3712464"/>
          </a:xfrm>
          <a:custGeom>
            <a:avLst/>
            <a:gdLst/>
            <a:ahLst/>
            <a:cxnLst/>
            <a:rect l="l" t="t" r="r" b="b"/>
            <a:pathLst>
              <a:path w="1981401" h="3712464">
                <a:moveTo>
                  <a:pt x="0" y="3712464"/>
                </a:moveTo>
                <a:lnTo>
                  <a:pt x="0" y="3711219"/>
                </a:lnTo>
                <a:close/>
                <a:lnTo>
                  <a:pt x="2479" y="3711168"/>
                </a:lnTo>
                <a:close/>
                <a:lnTo>
                  <a:pt x="4959" y="3711115"/>
                </a:lnTo>
                <a:close/>
                <a:lnTo>
                  <a:pt x="7439" y="3711060"/>
                </a:lnTo>
                <a:close/>
                <a:lnTo>
                  <a:pt x="9919" y="3711003"/>
                </a:lnTo>
                <a:close/>
                <a:lnTo>
                  <a:pt x="12399" y="3710944"/>
                </a:lnTo>
                <a:close/>
                <a:lnTo>
                  <a:pt x="14879" y="3710883"/>
                </a:lnTo>
                <a:close/>
                <a:lnTo>
                  <a:pt x="17359" y="3710820"/>
                </a:lnTo>
                <a:close/>
                <a:lnTo>
                  <a:pt x="19838" y="3710754"/>
                </a:lnTo>
                <a:close/>
                <a:lnTo>
                  <a:pt x="22318" y="3710685"/>
                </a:lnTo>
                <a:close/>
                <a:lnTo>
                  <a:pt x="24798" y="3710614"/>
                </a:lnTo>
                <a:close/>
                <a:lnTo>
                  <a:pt x="27278" y="3710541"/>
                </a:lnTo>
                <a:close/>
                <a:lnTo>
                  <a:pt x="29758" y="3710465"/>
                </a:lnTo>
                <a:close/>
                <a:lnTo>
                  <a:pt x="32238" y="3710386"/>
                </a:lnTo>
                <a:close/>
                <a:lnTo>
                  <a:pt x="34718" y="3710304"/>
                </a:lnTo>
                <a:close/>
                <a:lnTo>
                  <a:pt x="37197" y="3710218"/>
                </a:lnTo>
                <a:close/>
                <a:lnTo>
                  <a:pt x="39677" y="3710130"/>
                </a:lnTo>
                <a:close/>
                <a:lnTo>
                  <a:pt x="42157" y="3710039"/>
                </a:lnTo>
                <a:close/>
                <a:lnTo>
                  <a:pt x="44637" y="3709944"/>
                </a:lnTo>
                <a:close/>
                <a:lnTo>
                  <a:pt x="47117" y="3709846"/>
                </a:lnTo>
                <a:close/>
                <a:lnTo>
                  <a:pt x="49597" y="3709745"/>
                </a:lnTo>
                <a:close/>
                <a:lnTo>
                  <a:pt x="52077" y="3709639"/>
                </a:lnTo>
                <a:close/>
                <a:lnTo>
                  <a:pt x="54556" y="3709530"/>
                </a:lnTo>
                <a:close/>
                <a:lnTo>
                  <a:pt x="57036" y="3709417"/>
                </a:lnTo>
                <a:close/>
                <a:lnTo>
                  <a:pt x="59516" y="3709300"/>
                </a:lnTo>
                <a:close/>
                <a:lnTo>
                  <a:pt x="61996" y="3709179"/>
                </a:lnTo>
                <a:close/>
                <a:lnTo>
                  <a:pt x="64476" y="3709053"/>
                </a:lnTo>
                <a:close/>
                <a:lnTo>
                  <a:pt x="66956" y="3708923"/>
                </a:lnTo>
                <a:close/>
                <a:lnTo>
                  <a:pt x="69435" y="3708789"/>
                </a:lnTo>
                <a:close/>
                <a:lnTo>
                  <a:pt x="71915" y="3708650"/>
                </a:lnTo>
                <a:close/>
                <a:lnTo>
                  <a:pt x="74395" y="3708506"/>
                </a:lnTo>
                <a:close/>
                <a:lnTo>
                  <a:pt x="76875" y="3708356"/>
                </a:lnTo>
                <a:close/>
                <a:lnTo>
                  <a:pt x="79355" y="3708202"/>
                </a:lnTo>
                <a:close/>
                <a:lnTo>
                  <a:pt x="81835" y="3708042"/>
                </a:lnTo>
                <a:close/>
                <a:lnTo>
                  <a:pt x="84315" y="3707877"/>
                </a:lnTo>
                <a:close/>
                <a:lnTo>
                  <a:pt x="86794" y="3707706"/>
                </a:lnTo>
                <a:close/>
                <a:lnTo>
                  <a:pt x="89274" y="3707529"/>
                </a:lnTo>
                <a:close/>
                <a:lnTo>
                  <a:pt x="91754" y="3707346"/>
                </a:lnTo>
                <a:close/>
                <a:lnTo>
                  <a:pt x="94234" y="3707157"/>
                </a:lnTo>
                <a:close/>
                <a:lnTo>
                  <a:pt x="96714" y="3706962"/>
                </a:lnTo>
                <a:close/>
                <a:lnTo>
                  <a:pt x="99194" y="3706759"/>
                </a:lnTo>
                <a:close/>
                <a:lnTo>
                  <a:pt x="101674" y="3706550"/>
                </a:lnTo>
                <a:close/>
                <a:lnTo>
                  <a:pt x="104153" y="3706334"/>
                </a:lnTo>
                <a:close/>
                <a:lnTo>
                  <a:pt x="106633" y="3706111"/>
                </a:lnTo>
                <a:close/>
                <a:lnTo>
                  <a:pt x="109113" y="3705880"/>
                </a:lnTo>
                <a:close/>
                <a:lnTo>
                  <a:pt x="111593" y="3705642"/>
                </a:lnTo>
                <a:close/>
                <a:lnTo>
                  <a:pt x="114073" y="3705395"/>
                </a:lnTo>
                <a:close/>
                <a:lnTo>
                  <a:pt x="116553" y="3705141"/>
                </a:lnTo>
                <a:close/>
                <a:lnTo>
                  <a:pt x="119033" y="3704877"/>
                </a:lnTo>
                <a:close/>
                <a:lnTo>
                  <a:pt x="121512" y="3704606"/>
                </a:lnTo>
                <a:close/>
                <a:lnTo>
                  <a:pt x="123992" y="3704325"/>
                </a:lnTo>
                <a:close/>
                <a:lnTo>
                  <a:pt x="126472" y="3704035"/>
                </a:lnTo>
                <a:close/>
                <a:lnTo>
                  <a:pt x="128952" y="3703736"/>
                </a:lnTo>
                <a:close/>
                <a:lnTo>
                  <a:pt x="131432" y="3703427"/>
                </a:lnTo>
                <a:close/>
                <a:lnTo>
                  <a:pt x="133912" y="3703108"/>
                </a:lnTo>
                <a:close/>
                <a:lnTo>
                  <a:pt x="136391" y="3702779"/>
                </a:lnTo>
                <a:close/>
                <a:lnTo>
                  <a:pt x="138871" y="3702439"/>
                </a:lnTo>
                <a:close/>
                <a:lnTo>
                  <a:pt x="141351" y="3702088"/>
                </a:lnTo>
                <a:close/>
                <a:lnTo>
                  <a:pt x="143831" y="3701726"/>
                </a:lnTo>
                <a:close/>
                <a:lnTo>
                  <a:pt x="146311" y="3701353"/>
                </a:lnTo>
                <a:close/>
                <a:lnTo>
                  <a:pt x="148791" y="3700968"/>
                </a:lnTo>
                <a:close/>
                <a:lnTo>
                  <a:pt x="151271" y="3700570"/>
                </a:lnTo>
                <a:close/>
                <a:lnTo>
                  <a:pt x="153750" y="3700160"/>
                </a:lnTo>
                <a:close/>
                <a:lnTo>
                  <a:pt x="156230" y="3699738"/>
                </a:lnTo>
                <a:close/>
                <a:lnTo>
                  <a:pt x="158710" y="3699302"/>
                </a:lnTo>
                <a:close/>
                <a:lnTo>
                  <a:pt x="161190" y="3698852"/>
                </a:lnTo>
                <a:close/>
                <a:lnTo>
                  <a:pt x="163670" y="3698389"/>
                </a:lnTo>
                <a:close/>
                <a:lnTo>
                  <a:pt x="166150" y="3697911"/>
                </a:lnTo>
                <a:close/>
                <a:lnTo>
                  <a:pt x="168630" y="3697418"/>
                </a:lnTo>
                <a:close/>
                <a:lnTo>
                  <a:pt x="171109" y="3696911"/>
                </a:lnTo>
                <a:close/>
                <a:lnTo>
                  <a:pt x="173589" y="3696388"/>
                </a:lnTo>
                <a:close/>
                <a:lnTo>
                  <a:pt x="176069" y="3695848"/>
                </a:lnTo>
                <a:close/>
                <a:lnTo>
                  <a:pt x="178549" y="3695293"/>
                </a:lnTo>
                <a:close/>
                <a:lnTo>
                  <a:pt x="181029" y="3694721"/>
                </a:lnTo>
                <a:close/>
                <a:lnTo>
                  <a:pt x="183509" y="3694131"/>
                </a:lnTo>
                <a:close/>
                <a:lnTo>
                  <a:pt x="185988" y="3693524"/>
                </a:lnTo>
                <a:close/>
                <a:lnTo>
                  <a:pt x="188468" y="3692899"/>
                </a:lnTo>
                <a:close/>
                <a:lnTo>
                  <a:pt x="190948" y="3692255"/>
                </a:lnTo>
                <a:close/>
                <a:lnTo>
                  <a:pt x="193428" y="3691592"/>
                </a:lnTo>
                <a:close/>
                <a:lnTo>
                  <a:pt x="195908" y="3690909"/>
                </a:lnTo>
                <a:close/>
                <a:lnTo>
                  <a:pt x="198388" y="3690207"/>
                </a:lnTo>
                <a:close/>
                <a:lnTo>
                  <a:pt x="200868" y="3689483"/>
                </a:lnTo>
                <a:close/>
                <a:lnTo>
                  <a:pt x="203347" y="3688739"/>
                </a:lnTo>
                <a:close/>
                <a:lnTo>
                  <a:pt x="205827" y="3687973"/>
                </a:lnTo>
                <a:close/>
                <a:lnTo>
                  <a:pt x="208307" y="3687185"/>
                </a:lnTo>
                <a:close/>
                <a:lnTo>
                  <a:pt x="210787" y="3686374"/>
                </a:lnTo>
                <a:close/>
                <a:lnTo>
                  <a:pt x="213267" y="3685539"/>
                </a:lnTo>
                <a:close/>
                <a:lnTo>
                  <a:pt x="215747" y="3684681"/>
                </a:lnTo>
                <a:close/>
                <a:lnTo>
                  <a:pt x="218227" y="3683798"/>
                </a:lnTo>
                <a:close/>
                <a:lnTo>
                  <a:pt x="220706" y="3682891"/>
                </a:lnTo>
                <a:close/>
                <a:lnTo>
                  <a:pt x="223186" y="3681957"/>
                </a:lnTo>
                <a:close/>
                <a:lnTo>
                  <a:pt x="225666" y="3680997"/>
                </a:lnTo>
                <a:close/>
                <a:lnTo>
                  <a:pt x="228146" y="3680010"/>
                </a:lnTo>
                <a:close/>
                <a:lnTo>
                  <a:pt x="230626" y="3678996"/>
                </a:lnTo>
                <a:close/>
                <a:lnTo>
                  <a:pt x="233106" y="3677954"/>
                </a:lnTo>
                <a:close/>
                <a:lnTo>
                  <a:pt x="235586" y="3676882"/>
                </a:lnTo>
                <a:close/>
                <a:lnTo>
                  <a:pt x="238065" y="3675781"/>
                </a:lnTo>
                <a:close/>
                <a:lnTo>
                  <a:pt x="240545" y="3674650"/>
                </a:lnTo>
                <a:close/>
                <a:lnTo>
                  <a:pt x="243025" y="3673487"/>
                </a:lnTo>
                <a:close/>
                <a:lnTo>
                  <a:pt x="245505" y="3672293"/>
                </a:lnTo>
                <a:close/>
                <a:lnTo>
                  <a:pt x="247985" y="3671067"/>
                </a:lnTo>
                <a:close/>
                <a:lnTo>
                  <a:pt x="250465" y="3669807"/>
                </a:lnTo>
                <a:close/>
                <a:lnTo>
                  <a:pt x="252944" y="3668513"/>
                </a:lnTo>
                <a:close/>
                <a:lnTo>
                  <a:pt x="255424" y="3667185"/>
                </a:lnTo>
                <a:close/>
                <a:lnTo>
                  <a:pt x="257904" y="3665821"/>
                </a:lnTo>
                <a:close/>
                <a:lnTo>
                  <a:pt x="260384" y="3664421"/>
                </a:lnTo>
                <a:close/>
                <a:lnTo>
                  <a:pt x="262864" y="3662984"/>
                </a:lnTo>
                <a:close/>
                <a:lnTo>
                  <a:pt x="265344" y="3661509"/>
                </a:lnTo>
                <a:close/>
                <a:lnTo>
                  <a:pt x="267824" y="3659996"/>
                </a:lnTo>
                <a:close/>
                <a:lnTo>
                  <a:pt x="270303" y="3658442"/>
                </a:lnTo>
                <a:close/>
                <a:lnTo>
                  <a:pt x="272783" y="3656849"/>
                </a:lnTo>
                <a:close/>
                <a:lnTo>
                  <a:pt x="275263" y="3655214"/>
                </a:lnTo>
                <a:close/>
                <a:lnTo>
                  <a:pt x="277743" y="3653537"/>
                </a:lnTo>
                <a:close/>
                <a:lnTo>
                  <a:pt x="280223" y="3651817"/>
                </a:lnTo>
                <a:close/>
                <a:lnTo>
                  <a:pt x="282703" y="3650053"/>
                </a:lnTo>
                <a:close/>
                <a:lnTo>
                  <a:pt x="285183" y="3648244"/>
                </a:lnTo>
                <a:close/>
                <a:lnTo>
                  <a:pt x="287662" y="3646389"/>
                </a:lnTo>
                <a:close/>
                <a:lnTo>
                  <a:pt x="290142" y="3644488"/>
                </a:lnTo>
                <a:close/>
                <a:lnTo>
                  <a:pt x="292622" y="3642539"/>
                </a:lnTo>
                <a:close/>
                <a:lnTo>
                  <a:pt x="295102" y="3640541"/>
                </a:lnTo>
                <a:close/>
                <a:lnTo>
                  <a:pt x="297582" y="3638493"/>
                </a:lnTo>
                <a:close/>
                <a:lnTo>
                  <a:pt x="300062" y="3636395"/>
                </a:lnTo>
                <a:close/>
                <a:lnTo>
                  <a:pt x="302542" y="3634245"/>
                </a:lnTo>
                <a:close/>
                <a:lnTo>
                  <a:pt x="305021" y="3632043"/>
                </a:lnTo>
                <a:close/>
                <a:lnTo>
                  <a:pt x="307501" y="3629787"/>
                </a:lnTo>
                <a:close/>
                <a:lnTo>
                  <a:pt x="309981" y="3627476"/>
                </a:lnTo>
                <a:close/>
                <a:lnTo>
                  <a:pt x="312461" y="3625109"/>
                </a:lnTo>
                <a:close/>
                <a:lnTo>
                  <a:pt x="314941" y="3622685"/>
                </a:lnTo>
                <a:close/>
                <a:lnTo>
                  <a:pt x="317421" y="3620203"/>
                </a:lnTo>
                <a:close/>
                <a:lnTo>
                  <a:pt x="319900" y="3617662"/>
                </a:lnTo>
                <a:close/>
                <a:lnTo>
                  <a:pt x="322380" y="3615061"/>
                </a:lnTo>
                <a:close/>
                <a:lnTo>
                  <a:pt x="324860" y="3612399"/>
                </a:lnTo>
                <a:close/>
                <a:lnTo>
                  <a:pt x="327340" y="3609674"/>
                </a:lnTo>
                <a:close/>
                <a:lnTo>
                  <a:pt x="329820" y="3606885"/>
                </a:lnTo>
                <a:close/>
                <a:lnTo>
                  <a:pt x="332300" y="3604032"/>
                </a:lnTo>
                <a:close/>
                <a:lnTo>
                  <a:pt x="334780" y="3601113"/>
                </a:lnTo>
                <a:close/>
                <a:lnTo>
                  <a:pt x="337259" y="3598126"/>
                </a:lnTo>
                <a:close/>
                <a:lnTo>
                  <a:pt x="339739" y="3595072"/>
                </a:lnTo>
                <a:close/>
                <a:lnTo>
                  <a:pt x="342219" y="3591947"/>
                </a:lnTo>
                <a:close/>
                <a:lnTo>
                  <a:pt x="344699" y="3588752"/>
                </a:lnTo>
                <a:close/>
                <a:lnTo>
                  <a:pt x="347179" y="3585486"/>
                </a:lnTo>
                <a:close/>
                <a:lnTo>
                  <a:pt x="349659" y="3582145"/>
                </a:lnTo>
                <a:close/>
                <a:lnTo>
                  <a:pt x="352139" y="3578731"/>
                </a:lnTo>
                <a:close/>
                <a:lnTo>
                  <a:pt x="354618" y="3575240"/>
                </a:lnTo>
                <a:close/>
                <a:lnTo>
                  <a:pt x="357098" y="3571673"/>
                </a:lnTo>
                <a:close/>
                <a:lnTo>
                  <a:pt x="359578" y="3568028"/>
                </a:lnTo>
                <a:close/>
                <a:lnTo>
                  <a:pt x="362058" y="3564302"/>
                </a:lnTo>
                <a:close/>
                <a:lnTo>
                  <a:pt x="364538" y="3560497"/>
                </a:lnTo>
                <a:close/>
                <a:lnTo>
                  <a:pt x="367018" y="3556608"/>
                </a:lnTo>
                <a:close/>
                <a:lnTo>
                  <a:pt x="369498" y="3552637"/>
                </a:lnTo>
                <a:close/>
                <a:lnTo>
                  <a:pt x="371977" y="3548581"/>
                </a:lnTo>
                <a:close/>
                <a:lnTo>
                  <a:pt x="374457" y="3544438"/>
                </a:lnTo>
                <a:close/>
                <a:lnTo>
                  <a:pt x="376937" y="3540208"/>
                </a:lnTo>
                <a:close/>
                <a:lnTo>
                  <a:pt x="379417" y="3535890"/>
                </a:lnTo>
                <a:close/>
                <a:lnTo>
                  <a:pt x="381897" y="3531481"/>
                </a:lnTo>
                <a:close/>
                <a:lnTo>
                  <a:pt x="384377" y="3526981"/>
                </a:lnTo>
                <a:close/>
                <a:lnTo>
                  <a:pt x="386856" y="3522388"/>
                </a:lnTo>
                <a:close/>
                <a:lnTo>
                  <a:pt x="389336" y="3517700"/>
                </a:lnTo>
                <a:close/>
                <a:lnTo>
                  <a:pt x="391816" y="3512918"/>
                </a:lnTo>
                <a:close/>
                <a:lnTo>
                  <a:pt x="394296" y="3508038"/>
                </a:lnTo>
                <a:close/>
                <a:lnTo>
                  <a:pt x="396776" y="3503060"/>
                </a:lnTo>
                <a:close/>
                <a:lnTo>
                  <a:pt x="399256" y="3497982"/>
                </a:lnTo>
                <a:close/>
                <a:lnTo>
                  <a:pt x="401736" y="3492803"/>
                </a:lnTo>
                <a:close/>
                <a:lnTo>
                  <a:pt x="404215" y="3487521"/>
                </a:lnTo>
                <a:close/>
                <a:lnTo>
                  <a:pt x="406695" y="3482136"/>
                </a:lnTo>
                <a:close/>
                <a:lnTo>
                  <a:pt x="409175" y="3476645"/>
                </a:lnTo>
                <a:close/>
                <a:lnTo>
                  <a:pt x="411655" y="3471048"/>
                </a:lnTo>
                <a:close/>
                <a:lnTo>
                  <a:pt x="414135" y="3465342"/>
                </a:lnTo>
                <a:close/>
                <a:lnTo>
                  <a:pt x="416615" y="3459527"/>
                </a:lnTo>
                <a:close/>
                <a:lnTo>
                  <a:pt x="419095" y="3453601"/>
                </a:lnTo>
                <a:close/>
                <a:lnTo>
                  <a:pt x="421574" y="3447563"/>
                </a:lnTo>
                <a:close/>
                <a:lnTo>
                  <a:pt x="424054" y="3441412"/>
                </a:lnTo>
                <a:close/>
                <a:lnTo>
                  <a:pt x="426534" y="3435145"/>
                </a:lnTo>
                <a:close/>
                <a:lnTo>
                  <a:pt x="429014" y="3428761"/>
                </a:lnTo>
                <a:close/>
                <a:lnTo>
                  <a:pt x="431494" y="3422260"/>
                </a:lnTo>
                <a:close/>
                <a:lnTo>
                  <a:pt x="433974" y="3415640"/>
                </a:lnTo>
                <a:close/>
                <a:lnTo>
                  <a:pt x="436454" y="3408899"/>
                </a:lnTo>
                <a:close/>
                <a:lnTo>
                  <a:pt x="438933" y="3402036"/>
                </a:lnTo>
                <a:close/>
                <a:lnTo>
                  <a:pt x="441413" y="3395050"/>
                </a:lnTo>
                <a:close/>
                <a:lnTo>
                  <a:pt x="443893" y="3387939"/>
                </a:lnTo>
                <a:close/>
                <a:lnTo>
                  <a:pt x="446373" y="3380702"/>
                </a:lnTo>
                <a:close/>
                <a:lnTo>
                  <a:pt x="448853" y="3373338"/>
                </a:lnTo>
                <a:close/>
                <a:lnTo>
                  <a:pt x="451333" y="3365845"/>
                </a:lnTo>
                <a:close/>
                <a:lnTo>
                  <a:pt x="453812" y="3358222"/>
                </a:lnTo>
                <a:close/>
                <a:lnTo>
                  <a:pt x="456292" y="3350467"/>
                </a:lnTo>
                <a:close/>
                <a:lnTo>
                  <a:pt x="458772" y="3342580"/>
                </a:lnTo>
                <a:close/>
                <a:lnTo>
                  <a:pt x="461252" y="3334559"/>
                </a:lnTo>
                <a:close/>
                <a:lnTo>
                  <a:pt x="463732" y="3326403"/>
                </a:lnTo>
                <a:close/>
                <a:lnTo>
                  <a:pt x="466212" y="3318110"/>
                </a:lnTo>
                <a:close/>
                <a:lnTo>
                  <a:pt x="468692" y="3309679"/>
                </a:lnTo>
                <a:close/>
                <a:lnTo>
                  <a:pt x="471171" y="3301110"/>
                </a:lnTo>
                <a:close/>
                <a:lnTo>
                  <a:pt x="473651" y="3292400"/>
                </a:lnTo>
                <a:close/>
                <a:lnTo>
                  <a:pt x="476131" y="3283549"/>
                </a:lnTo>
                <a:close/>
                <a:lnTo>
                  <a:pt x="478611" y="3274555"/>
                </a:lnTo>
                <a:close/>
                <a:lnTo>
                  <a:pt x="481091" y="3265418"/>
                </a:lnTo>
                <a:close/>
                <a:lnTo>
                  <a:pt x="483571" y="3256135"/>
                </a:lnTo>
                <a:close/>
                <a:lnTo>
                  <a:pt x="486051" y="3246707"/>
                </a:lnTo>
                <a:close/>
                <a:lnTo>
                  <a:pt x="488530" y="3237131"/>
                </a:lnTo>
                <a:close/>
                <a:lnTo>
                  <a:pt x="491010" y="3227407"/>
                </a:lnTo>
                <a:close/>
                <a:lnTo>
                  <a:pt x="493490" y="3217534"/>
                </a:lnTo>
                <a:close/>
                <a:lnTo>
                  <a:pt x="495970" y="3207510"/>
                </a:lnTo>
                <a:close/>
                <a:lnTo>
                  <a:pt x="498450" y="3197335"/>
                </a:lnTo>
                <a:close/>
                <a:lnTo>
                  <a:pt x="500930" y="3187008"/>
                </a:lnTo>
                <a:close/>
                <a:lnTo>
                  <a:pt x="503410" y="3176528"/>
                </a:lnTo>
                <a:close/>
                <a:lnTo>
                  <a:pt x="505889" y="3165893"/>
                </a:lnTo>
                <a:close/>
                <a:lnTo>
                  <a:pt x="508369" y="3155103"/>
                </a:lnTo>
                <a:close/>
                <a:lnTo>
                  <a:pt x="510849" y="3144157"/>
                </a:lnTo>
                <a:close/>
                <a:lnTo>
                  <a:pt x="513329" y="3133054"/>
                </a:lnTo>
                <a:close/>
                <a:lnTo>
                  <a:pt x="515809" y="3121793"/>
                </a:lnTo>
                <a:close/>
                <a:lnTo>
                  <a:pt x="518289" y="3110374"/>
                </a:lnTo>
                <a:close/>
                <a:lnTo>
                  <a:pt x="520768" y="3098796"/>
                </a:lnTo>
                <a:close/>
                <a:lnTo>
                  <a:pt x="523248" y="3087058"/>
                </a:lnTo>
                <a:close/>
                <a:lnTo>
                  <a:pt x="525728" y="3075159"/>
                </a:lnTo>
                <a:close/>
                <a:lnTo>
                  <a:pt x="528208" y="3063099"/>
                </a:lnTo>
                <a:close/>
                <a:lnTo>
                  <a:pt x="530688" y="3050877"/>
                </a:lnTo>
                <a:close/>
                <a:lnTo>
                  <a:pt x="533168" y="3038492"/>
                </a:lnTo>
                <a:close/>
                <a:lnTo>
                  <a:pt x="535648" y="3025945"/>
                </a:lnTo>
                <a:close/>
                <a:lnTo>
                  <a:pt x="538127" y="3013234"/>
                </a:lnTo>
                <a:close/>
                <a:lnTo>
                  <a:pt x="540607" y="3000359"/>
                </a:lnTo>
                <a:close/>
                <a:lnTo>
                  <a:pt x="543087" y="2987320"/>
                </a:lnTo>
                <a:close/>
                <a:lnTo>
                  <a:pt x="545567" y="2974115"/>
                </a:lnTo>
                <a:close/>
                <a:lnTo>
                  <a:pt x="548047" y="2960746"/>
                </a:lnTo>
                <a:close/>
                <a:lnTo>
                  <a:pt x="550527" y="2947212"/>
                </a:lnTo>
                <a:close/>
                <a:lnTo>
                  <a:pt x="553007" y="2933512"/>
                </a:lnTo>
                <a:close/>
                <a:lnTo>
                  <a:pt x="555486" y="2919646"/>
                </a:lnTo>
                <a:close/>
                <a:lnTo>
                  <a:pt x="557966" y="2905614"/>
                </a:lnTo>
                <a:close/>
                <a:lnTo>
                  <a:pt x="560446" y="2891416"/>
                </a:lnTo>
                <a:close/>
                <a:lnTo>
                  <a:pt x="562926" y="2877052"/>
                </a:lnTo>
                <a:close/>
                <a:lnTo>
                  <a:pt x="565406" y="2862522"/>
                </a:lnTo>
                <a:close/>
                <a:lnTo>
                  <a:pt x="567886" y="2847826"/>
                </a:lnTo>
                <a:close/>
                <a:lnTo>
                  <a:pt x="570365" y="2832964"/>
                </a:lnTo>
                <a:close/>
                <a:lnTo>
                  <a:pt x="572845" y="2817937"/>
                </a:lnTo>
                <a:close/>
                <a:lnTo>
                  <a:pt x="575325" y="2802743"/>
                </a:lnTo>
                <a:close/>
                <a:lnTo>
                  <a:pt x="577805" y="2787385"/>
                </a:lnTo>
                <a:close/>
                <a:lnTo>
                  <a:pt x="580285" y="2771861"/>
                </a:lnTo>
                <a:close/>
                <a:lnTo>
                  <a:pt x="582765" y="2756173"/>
                </a:lnTo>
                <a:close/>
                <a:lnTo>
                  <a:pt x="585245" y="2740321"/>
                </a:lnTo>
                <a:close/>
                <a:lnTo>
                  <a:pt x="587724" y="2724304"/>
                </a:lnTo>
                <a:close/>
                <a:lnTo>
                  <a:pt x="590204" y="2708125"/>
                </a:lnTo>
                <a:close/>
                <a:lnTo>
                  <a:pt x="592684" y="2691783"/>
                </a:lnTo>
                <a:close/>
                <a:lnTo>
                  <a:pt x="595164" y="2675280"/>
                </a:lnTo>
                <a:close/>
                <a:lnTo>
                  <a:pt x="597644" y="2658615"/>
                </a:lnTo>
                <a:close/>
                <a:lnTo>
                  <a:pt x="600124" y="2641789"/>
                </a:lnTo>
                <a:close/>
                <a:lnTo>
                  <a:pt x="602604" y="2624804"/>
                </a:lnTo>
                <a:close/>
                <a:lnTo>
                  <a:pt x="605083" y="2607660"/>
                </a:lnTo>
                <a:close/>
                <a:lnTo>
                  <a:pt x="607563" y="2590359"/>
                </a:lnTo>
                <a:close/>
                <a:lnTo>
                  <a:pt x="610043" y="2572901"/>
                </a:lnTo>
                <a:close/>
                <a:lnTo>
                  <a:pt x="612523" y="2555287"/>
                </a:lnTo>
                <a:close/>
                <a:lnTo>
                  <a:pt x="615003" y="2537519"/>
                </a:lnTo>
                <a:close/>
                <a:lnTo>
                  <a:pt x="617483" y="2519598"/>
                </a:lnTo>
                <a:close/>
                <a:lnTo>
                  <a:pt x="619963" y="2501524"/>
                </a:lnTo>
                <a:close/>
                <a:lnTo>
                  <a:pt x="622442" y="2483300"/>
                </a:lnTo>
                <a:close/>
                <a:lnTo>
                  <a:pt x="624922" y="2464927"/>
                </a:lnTo>
                <a:close/>
                <a:lnTo>
                  <a:pt x="627402" y="2446406"/>
                </a:lnTo>
                <a:close/>
                <a:lnTo>
                  <a:pt x="629882" y="2427739"/>
                </a:lnTo>
                <a:close/>
                <a:lnTo>
                  <a:pt x="632362" y="2408928"/>
                </a:lnTo>
                <a:close/>
                <a:lnTo>
                  <a:pt x="634842" y="2389973"/>
                </a:lnTo>
                <a:close/>
                <a:lnTo>
                  <a:pt x="637321" y="2370878"/>
                </a:lnTo>
                <a:close/>
                <a:lnTo>
                  <a:pt x="639801" y="2351643"/>
                </a:lnTo>
                <a:close/>
                <a:lnTo>
                  <a:pt x="642281" y="2332271"/>
                </a:lnTo>
                <a:close/>
                <a:lnTo>
                  <a:pt x="644761" y="2312763"/>
                </a:lnTo>
                <a:close/>
                <a:lnTo>
                  <a:pt x="647241" y="2293122"/>
                </a:lnTo>
                <a:close/>
                <a:lnTo>
                  <a:pt x="649721" y="2273349"/>
                </a:lnTo>
                <a:close/>
                <a:lnTo>
                  <a:pt x="652201" y="2253448"/>
                </a:lnTo>
                <a:close/>
                <a:lnTo>
                  <a:pt x="654680" y="2233419"/>
                </a:lnTo>
                <a:close/>
                <a:lnTo>
                  <a:pt x="657160" y="2213266"/>
                </a:lnTo>
                <a:close/>
                <a:lnTo>
                  <a:pt x="659640" y="2192991"/>
                </a:lnTo>
                <a:close/>
                <a:lnTo>
                  <a:pt x="662120" y="2172595"/>
                </a:lnTo>
                <a:close/>
                <a:lnTo>
                  <a:pt x="664600" y="2152083"/>
                </a:lnTo>
                <a:close/>
                <a:lnTo>
                  <a:pt x="667080" y="2131455"/>
                </a:lnTo>
                <a:close/>
                <a:lnTo>
                  <a:pt x="669560" y="2110716"/>
                </a:lnTo>
                <a:close/>
                <a:lnTo>
                  <a:pt x="672039" y="2089867"/>
                </a:lnTo>
                <a:close/>
                <a:lnTo>
                  <a:pt x="674519" y="2068912"/>
                </a:lnTo>
                <a:close/>
                <a:lnTo>
                  <a:pt x="676999" y="2047852"/>
                </a:lnTo>
                <a:close/>
                <a:lnTo>
                  <a:pt x="679479" y="2026692"/>
                </a:lnTo>
                <a:close/>
                <a:lnTo>
                  <a:pt x="681959" y="2005435"/>
                </a:lnTo>
                <a:close/>
                <a:lnTo>
                  <a:pt x="684439" y="1984082"/>
                </a:lnTo>
                <a:close/>
                <a:lnTo>
                  <a:pt x="686919" y="1962638"/>
                </a:lnTo>
                <a:close/>
                <a:lnTo>
                  <a:pt x="689398" y="1941105"/>
                </a:lnTo>
                <a:close/>
                <a:lnTo>
                  <a:pt x="691878" y="1919487"/>
                </a:lnTo>
                <a:close/>
                <a:lnTo>
                  <a:pt x="694358" y="1897787"/>
                </a:lnTo>
                <a:close/>
                <a:lnTo>
                  <a:pt x="696838" y="1876009"/>
                </a:lnTo>
                <a:close/>
                <a:lnTo>
                  <a:pt x="699318" y="1854155"/>
                </a:lnTo>
                <a:close/>
                <a:lnTo>
                  <a:pt x="701798" y="1832230"/>
                </a:lnTo>
                <a:close/>
                <a:lnTo>
                  <a:pt x="704277" y="1810237"/>
                </a:lnTo>
                <a:close/>
                <a:lnTo>
                  <a:pt x="706757" y="1788180"/>
                </a:lnTo>
                <a:close/>
                <a:lnTo>
                  <a:pt x="709237" y="1766062"/>
                </a:lnTo>
                <a:close/>
                <a:lnTo>
                  <a:pt x="711717" y="1743887"/>
                </a:lnTo>
                <a:close/>
                <a:lnTo>
                  <a:pt x="714197" y="1721659"/>
                </a:lnTo>
                <a:close/>
                <a:lnTo>
                  <a:pt x="716677" y="1699382"/>
                </a:lnTo>
                <a:close/>
                <a:lnTo>
                  <a:pt x="719157" y="1677060"/>
                </a:lnTo>
                <a:close/>
                <a:lnTo>
                  <a:pt x="721636" y="1654697"/>
                </a:lnTo>
                <a:close/>
                <a:lnTo>
                  <a:pt x="724116" y="1632296"/>
                </a:lnTo>
                <a:close/>
                <a:lnTo>
                  <a:pt x="726596" y="1609863"/>
                </a:lnTo>
                <a:close/>
                <a:lnTo>
                  <a:pt x="729076" y="1587400"/>
                </a:lnTo>
                <a:close/>
                <a:lnTo>
                  <a:pt x="731556" y="1564913"/>
                </a:lnTo>
                <a:close/>
                <a:lnTo>
                  <a:pt x="734036" y="1542405"/>
                </a:lnTo>
                <a:close/>
                <a:lnTo>
                  <a:pt x="736516" y="1519881"/>
                </a:lnTo>
                <a:close/>
                <a:lnTo>
                  <a:pt x="738995" y="1497346"/>
                </a:lnTo>
                <a:close/>
                <a:lnTo>
                  <a:pt x="741475" y="1474803"/>
                </a:lnTo>
                <a:close/>
                <a:lnTo>
                  <a:pt x="743955" y="1452258"/>
                </a:lnTo>
                <a:close/>
                <a:lnTo>
                  <a:pt x="746435" y="1429714"/>
                </a:lnTo>
                <a:close/>
                <a:lnTo>
                  <a:pt x="748915" y="1407177"/>
                </a:lnTo>
                <a:close/>
                <a:lnTo>
                  <a:pt x="751395" y="1384650"/>
                </a:lnTo>
                <a:close/>
                <a:lnTo>
                  <a:pt x="753875" y="1362139"/>
                </a:lnTo>
                <a:close/>
                <a:lnTo>
                  <a:pt x="756354" y="1339648"/>
                </a:lnTo>
                <a:close/>
                <a:lnTo>
                  <a:pt x="758834" y="1317182"/>
                </a:lnTo>
                <a:close/>
                <a:lnTo>
                  <a:pt x="761314" y="1294746"/>
                </a:lnTo>
                <a:close/>
                <a:lnTo>
                  <a:pt x="763794" y="1272344"/>
                </a:lnTo>
                <a:close/>
                <a:lnTo>
                  <a:pt x="766274" y="1249981"/>
                </a:lnTo>
                <a:close/>
                <a:lnTo>
                  <a:pt x="768754" y="1227663"/>
                </a:lnTo>
                <a:close/>
                <a:lnTo>
                  <a:pt x="771233" y="1205393"/>
                </a:lnTo>
                <a:close/>
                <a:lnTo>
                  <a:pt x="773713" y="1183178"/>
                </a:lnTo>
                <a:close/>
                <a:lnTo>
                  <a:pt x="776193" y="1161022"/>
                </a:lnTo>
                <a:close/>
                <a:lnTo>
                  <a:pt x="778673" y="1138929"/>
                </a:lnTo>
                <a:close/>
                <a:lnTo>
                  <a:pt x="781153" y="1116906"/>
                </a:lnTo>
                <a:close/>
                <a:lnTo>
                  <a:pt x="783633" y="1094956"/>
                </a:lnTo>
                <a:close/>
                <a:lnTo>
                  <a:pt x="786113" y="1073086"/>
                </a:lnTo>
                <a:close/>
                <a:lnTo>
                  <a:pt x="788592" y="1051299"/>
                </a:lnTo>
                <a:close/>
                <a:lnTo>
                  <a:pt x="791072" y="1029602"/>
                </a:lnTo>
                <a:close/>
                <a:lnTo>
                  <a:pt x="793552" y="1007998"/>
                </a:lnTo>
                <a:close/>
                <a:lnTo>
                  <a:pt x="796032" y="986495"/>
                </a:lnTo>
                <a:close/>
                <a:lnTo>
                  <a:pt x="798512" y="965095"/>
                </a:lnTo>
                <a:close/>
                <a:lnTo>
                  <a:pt x="800992" y="943805"/>
                </a:lnTo>
                <a:close/>
                <a:lnTo>
                  <a:pt x="803472" y="922630"/>
                </a:lnTo>
                <a:close/>
                <a:lnTo>
                  <a:pt x="805951" y="901575"/>
                </a:lnTo>
                <a:close/>
                <a:lnTo>
                  <a:pt x="808431" y="880645"/>
                </a:lnTo>
                <a:close/>
                <a:lnTo>
                  <a:pt x="810911" y="859845"/>
                </a:lnTo>
                <a:close/>
                <a:lnTo>
                  <a:pt x="813391" y="839180"/>
                </a:lnTo>
                <a:close/>
                <a:lnTo>
                  <a:pt x="815871" y="818656"/>
                </a:lnTo>
                <a:close/>
                <a:lnTo>
                  <a:pt x="818351" y="798277"/>
                </a:lnTo>
                <a:close/>
                <a:lnTo>
                  <a:pt x="820830" y="778049"/>
                </a:lnTo>
                <a:close/>
                <a:lnTo>
                  <a:pt x="823310" y="757976"/>
                </a:lnTo>
                <a:close/>
                <a:lnTo>
                  <a:pt x="825790" y="738065"/>
                </a:lnTo>
                <a:close/>
                <a:lnTo>
                  <a:pt x="828270" y="718320"/>
                </a:lnTo>
                <a:close/>
                <a:lnTo>
                  <a:pt x="830750" y="698745"/>
                </a:lnTo>
                <a:close/>
                <a:lnTo>
                  <a:pt x="833230" y="679347"/>
                </a:lnTo>
                <a:close/>
                <a:lnTo>
                  <a:pt x="835710" y="660130"/>
                </a:lnTo>
                <a:close/>
                <a:lnTo>
                  <a:pt x="838189" y="641099"/>
                </a:lnTo>
                <a:close/>
                <a:lnTo>
                  <a:pt x="840669" y="622259"/>
                </a:lnTo>
                <a:close/>
                <a:lnTo>
                  <a:pt x="843149" y="603615"/>
                </a:lnTo>
                <a:close/>
                <a:lnTo>
                  <a:pt x="845629" y="585173"/>
                </a:lnTo>
                <a:close/>
                <a:lnTo>
                  <a:pt x="848109" y="566936"/>
                </a:lnTo>
                <a:close/>
                <a:lnTo>
                  <a:pt x="850589" y="548910"/>
                </a:lnTo>
                <a:close/>
                <a:lnTo>
                  <a:pt x="853069" y="531100"/>
                </a:lnTo>
                <a:close/>
                <a:lnTo>
                  <a:pt x="855548" y="513510"/>
                </a:lnTo>
                <a:close/>
                <a:lnTo>
                  <a:pt x="858028" y="496146"/>
                </a:lnTo>
                <a:close/>
                <a:lnTo>
                  <a:pt x="860508" y="479011"/>
                </a:lnTo>
                <a:close/>
                <a:lnTo>
                  <a:pt x="862988" y="462111"/>
                </a:lnTo>
                <a:close/>
                <a:lnTo>
                  <a:pt x="865468" y="445450"/>
                </a:lnTo>
                <a:close/>
                <a:lnTo>
                  <a:pt x="867948" y="429033"/>
                </a:lnTo>
                <a:close/>
                <a:lnTo>
                  <a:pt x="870428" y="412864"/>
                </a:lnTo>
                <a:close/>
                <a:lnTo>
                  <a:pt x="872907" y="396948"/>
                </a:lnTo>
                <a:close/>
                <a:lnTo>
                  <a:pt x="875387" y="381289"/>
                </a:lnTo>
                <a:close/>
                <a:lnTo>
                  <a:pt x="877867" y="365892"/>
                </a:lnTo>
                <a:close/>
                <a:lnTo>
                  <a:pt x="880347" y="350761"/>
                </a:lnTo>
                <a:close/>
                <a:lnTo>
                  <a:pt x="882827" y="335899"/>
                </a:lnTo>
                <a:close/>
                <a:lnTo>
                  <a:pt x="885307" y="321312"/>
                </a:lnTo>
                <a:close/>
                <a:lnTo>
                  <a:pt x="887786" y="307004"/>
                </a:lnTo>
                <a:close/>
                <a:lnTo>
                  <a:pt x="890266" y="292977"/>
                </a:lnTo>
                <a:close/>
                <a:lnTo>
                  <a:pt x="892746" y="279238"/>
                </a:lnTo>
                <a:close/>
                <a:lnTo>
                  <a:pt x="895226" y="265788"/>
                </a:lnTo>
                <a:close/>
                <a:lnTo>
                  <a:pt x="897706" y="252633"/>
                </a:lnTo>
                <a:close/>
                <a:lnTo>
                  <a:pt x="900186" y="239776"/>
                </a:lnTo>
                <a:close/>
                <a:lnTo>
                  <a:pt x="902666" y="227220"/>
                </a:lnTo>
                <a:close/>
                <a:lnTo>
                  <a:pt x="905145" y="214970"/>
                </a:lnTo>
                <a:close/>
                <a:lnTo>
                  <a:pt x="907625" y="203028"/>
                </a:lnTo>
                <a:close/>
                <a:lnTo>
                  <a:pt x="910105" y="191399"/>
                </a:lnTo>
                <a:close/>
                <a:lnTo>
                  <a:pt x="912585" y="180085"/>
                </a:lnTo>
                <a:close/>
                <a:lnTo>
                  <a:pt x="915065" y="169090"/>
                </a:lnTo>
                <a:close/>
                <a:lnTo>
                  <a:pt x="917545" y="158417"/>
                </a:lnTo>
                <a:close/>
                <a:lnTo>
                  <a:pt x="920025" y="148070"/>
                </a:lnTo>
                <a:close/>
                <a:lnTo>
                  <a:pt x="922504" y="138050"/>
                </a:lnTo>
                <a:close/>
                <a:lnTo>
                  <a:pt x="924984" y="128362"/>
                </a:lnTo>
                <a:close/>
                <a:lnTo>
                  <a:pt x="927464" y="119008"/>
                </a:lnTo>
                <a:close/>
                <a:lnTo>
                  <a:pt x="929944" y="109991"/>
                </a:lnTo>
                <a:close/>
                <a:lnTo>
                  <a:pt x="932424" y="101313"/>
                </a:lnTo>
                <a:close/>
                <a:lnTo>
                  <a:pt x="934904" y="92977"/>
                </a:lnTo>
                <a:close/>
                <a:lnTo>
                  <a:pt x="937384" y="84985"/>
                </a:lnTo>
                <a:close/>
                <a:lnTo>
                  <a:pt x="939863" y="77340"/>
                </a:lnTo>
                <a:close/>
                <a:lnTo>
                  <a:pt x="942343" y="70044"/>
                </a:lnTo>
                <a:close/>
                <a:lnTo>
                  <a:pt x="944823" y="63100"/>
                </a:lnTo>
                <a:close/>
                <a:lnTo>
                  <a:pt x="947303" y="56508"/>
                </a:lnTo>
                <a:close/>
                <a:lnTo>
                  <a:pt x="949783" y="50273"/>
                </a:lnTo>
                <a:close/>
                <a:lnTo>
                  <a:pt x="952263" y="44394"/>
                </a:lnTo>
                <a:close/>
                <a:lnTo>
                  <a:pt x="954742" y="38874"/>
                </a:lnTo>
                <a:close/>
                <a:lnTo>
                  <a:pt x="957222" y="33714"/>
                </a:lnTo>
                <a:close/>
                <a:lnTo>
                  <a:pt x="959702" y="28917"/>
                </a:lnTo>
                <a:close/>
                <a:lnTo>
                  <a:pt x="962182" y="24483"/>
                </a:lnTo>
                <a:close/>
                <a:lnTo>
                  <a:pt x="964662" y="20413"/>
                </a:lnTo>
                <a:close/>
                <a:lnTo>
                  <a:pt x="967142" y="16710"/>
                </a:lnTo>
                <a:close/>
                <a:lnTo>
                  <a:pt x="969622" y="13374"/>
                </a:lnTo>
                <a:close/>
                <a:lnTo>
                  <a:pt x="972101" y="10406"/>
                </a:lnTo>
                <a:close/>
                <a:lnTo>
                  <a:pt x="974581" y="7807"/>
                </a:lnTo>
                <a:close/>
                <a:lnTo>
                  <a:pt x="977061" y="5578"/>
                </a:lnTo>
                <a:close/>
                <a:lnTo>
                  <a:pt x="979541" y="3720"/>
                </a:lnTo>
                <a:close/>
                <a:lnTo>
                  <a:pt x="982021" y="2232"/>
                </a:lnTo>
                <a:close/>
                <a:lnTo>
                  <a:pt x="984501" y="1116"/>
                </a:lnTo>
                <a:close/>
                <a:lnTo>
                  <a:pt x="986981" y="372"/>
                </a:lnTo>
                <a:close/>
                <a:lnTo>
                  <a:pt x="989460" y="0"/>
                </a:lnTo>
                <a:close/>
                <a:lnTo>
                  <a:pt x="991940" y="0"/>
                </a:lnTo>
                <a:close/>
                <a:lnTo>
                  <a:pt x="994420" y="372"/>
                </a:lnTo>
                <a:close/>
                <a:lnTo>
                  <a:pt x="996900" y="1116"/>
                </a:lnTo>
                <a:close/>
                <a:lnTo>
                  <a:pt x="999380" y="2232"/>
                </a:lnTo>
                <a:close/>
                <a:lnTo>
                  <a:pt x="1001860" y="3720"/>
                </a:lnTo>
                <a:close/>
                <a:lnTo>
                  <a:pt x="1004339" y="5578"/>
                </a:lnTo>
                <a:close/>
                <a:lnTo>
                  <a:pt x="1006819" y="7807"/>
                </a:lnTo>
                <a:close/>
                <a:lnTo>
                  <a:pt x="1009299" y="10406"/>
                </a:lnTo>
                <a:close/>
                <a:lnTo>
                  <a:pt x="1011779" y="13374"/>
                </a:lnTo>
                <a:close/>
                <a:lnTo>
                  <a:pt x="1014259" y="16710"/>
                </a:lnTo>
                <a:close/>
                <a:lnTo>
                  <a:pt x="1016739" y="20413"/>
                </a:lnTo>
                <a:close/>
                <a:lnTo>
                  <a:pt x="1019219" y="24483"/>
                </a:lnTo>
                <a:close/>
                <a:lnTo>
                  <a:pt x="1021698" y="28917"/>
                </a:lnTo>
                <a:close/>
                <a:lnTo>
                  <a:pt x="1024178" y="33714"/>
                </a:lnTo>
                <a:close/>
                <a:lnTo>
                  <a:pt x="1026658" y="38874"/>
                </a:lnTo>
                <a:close/>
                <a:lnTo>
                  <a:pt x="1029138" y="44394"/>
                </a:lnTo>
                <a:close/>
                <a:lnTo>
                  <a:pt x="1031618" y="50273"/>
                </a:lnTo>
                <a:close/>
                <a:lnTo>
                  <a:pt x="1034098" y="56508"/>
                </a:lnTo>
                <a:close/>
                <a:lnTo>
                  <a:pt x="1036578" y="63100"/>
                </a:lnTo>
                <a:close/>
                <a:lnTo>
                  <a:pt x="1039057" y="70044"/>
                </a:lnTo>
                <a:close/>
                <a:lnTo>
                  <a:pt x="1041537" y="77340"/>
                </a:lnTo>
                <a:close/>
                <a:lnTo>
                  <a:pt x="1044017" y="84985"/>
                </a:lnTo>
                <a:close/>
                <a:lnTo>
                  <a:pt x="1046497" y="92977"/>
                </a:lnTo>
                <a:close/>
                <a:lnTo>
                  <a:pt x="1048977" y="101313"/>
                </a:lnTo>
                <a:close/>
                <a:lnTo>
                  <a:pt x="1051457" y="109991"/>
                </a:lnTo>
                <a:close/>
                <a:lnTo>
                  <a:pt x="1053937" y="119008"/>
                </a:lnTo>
                <a:close/>
                <a:lnTo>
                  <a:pt x="1056416" y="128362"/>
                </a:lnTo>
                <a:close/>
                <a:lnTo>
                  <a:pt x="1058896" y="138050"/>
                </a:lnTo>
                <a:close/>
                <a:lnTo>
                  <a:pt x="1061376" y="148070"/>
                </a:lnTo>
                <a:close/>
                <a:lnTo>
                  <a:pt x="1063856" y="158417"/>
                </a:lnTo>
                <a:close/>
                <a:lnTo>
                  <a:pt x="1066336" y="169090"/>
                </a:lnTo>
                <a:close/>
                <a:lnTo>
                  <a:pt x="1068816" y="180085"/>
                </a:lnTo>
                <a:close/>
                <a:lnTo>
                  <a:pt x="1071295" y="191399"/>
                </a:lnTo>
                <a:close/>
                <a:lnTo>
                  <a:pt x="1073775" y="203028"/>
                </a:lnTo>
                <a:close/>
                <a:lnTo>
                  <a:pt x="1076255" y="214970"/>
                </a:lnTo>
                <a:close/>
                <a:lnTo>
                  <a:pt x="1078735" y="227220"/>
                </a:lnTo>
                <a:close/>
                <a:lnTo>
                  <a:pt x="1081215" y="239776"/>
                </a:lnTo>
                <a:close/>
                <a:lnTo>
                  <a:pt x="1083695" y="252633"/>
                </a:lnTo>
                <a:close/>
                <a:lnTo>
                  <a:pt x="1086175" y="265788"/>
                </a:lnTo>
                <a:close/>
                <a:lnTo>
                  <a:pt x="1088654" y="279238"/>
                </a:lnTo>
                <a:close/>
                <a:lnTo>
                  <a:pt x="1091134" y="292977"/>
                </a:lnTo>
                <a:close/>
                <a:lnTo>
                  <a:pt x="1093614" y="307004"/>
                </a:lnTo>
                <a:close/>
                <a:lnTo>
                  <a:pt x="1096094" y="321312"/>
                </a:lnTo>
                <a:close/>
                <a:lnTo>
                  <a:pt x="1098574" y="335899"/>
                </a:lnTo>
                <a:close/>
                <a:lnTo>
                  <a:pt x="1101054" y="350761"/>
                </a:lnTo>
                <a:close/>
                <a:lnTo>
                  <a:pt x="1103534" y="365892"/>
                </a:lnTo>
                <a:close/>
                <a:lnTo>
                  <a:pt x="1106013" y="381289"/>
                </a:lnTo>
                <a:close/>
                <a:lnTo>
                  <a:pt x="1108493" y="396948"/>
                </a:lnTo>
                <a:close/>
                <a:lnTo>
                  <a:pt x="1110973" y="412864"/>
                </a:lnTo>
                <a:close/>
                <a:lnTo>
                  <a:pt x="1113453" y="429033"/>
                </a:lnTo>
                <a:close/>
                <a:lnTo>
                  <a:pt x="1115933" y="445450"/>
                </a:lnTo>
                <a:close/>
                <a:lnTo>
                  <a:pt x="1118413" y="462111"/>
                </a:lnTo>
                <a:close/>
                <a:lnTo>
                  <a:pt x="1120893" y="479011"/>
                </a:lnTo>
                <a:close/>
                <a:lnTo>
                  <a:pt x="1123372" y="496146"/>
                </a:lnTo>
                <a:close/>
                <a:lnTo>
                  <a:pt x="1125852" y="513510"/>
                </a:lnTo>
                <a:close/>
                <a:lnTo>
                  <a:pt x="1128332" y="531100"/>
                </a:lnTo>
                <a:close/>
                <a:lnTo>
                  <a:pt x="1130812" y="548910"/>
                </a:lnTo>
                <a:close/>
                <a:lnTo>
                  <a:pt x="1133292" y="566936"/>
                </a:lnTo>
                <a:close/>
                <a:lnTo>
                  <a:pt x="1135772" y="585173"/>
                </a:lnTo>
                <a:close/>
                <a:lnTo>
                  <a:pt x="1138251" y="603615"/>
                </a:lnTo>
                <a:close/>
                <a:lnTo>
                  <a:pt x="1140731" y="622259"/>
                </a:lnTo>
                <a:close/>
                <a:lnTo>
                  <a:pt x="1143211" y="641099"/>
                </a:lnTo>
                <a:close/>
                <a:lnTo>
                  <a:pt x="1145691" y="660130"/>
                </a:lnTo>
                <a:close/>
                <a:lnTo>
                  <a:pt x="1148171" y="679347"/>
                </a:lnTo>
                <a:close/>
                <a:lnTo>
                  <a:pt x="1150651" y="698745"/>
                </a:lnTo>
                <a:close/>
                <a:lnTo>
                  <a:pt x="1153131" y="718320"/>
                </a:lnTo>
                <a:close/>
                <a:lnTo>
                  <a:pt x="1155610" y="738065"/>
                </a:lnTo>
                <a:close/>
                <a:lnTo>
                  <a:pt x="1158090" y="757976"/>
                </a:lnTo>
                <a:close/>
                <a:lnTo>
                  <a:pt x="1160570" y="778049"/>
                </a:lnTo>
                <a:close/>
                <a:lnTo>
                  <a:pt x="1163050" y="798277"/>
                </a:lnTo>
                <a:close/>
                <a:lnTo>
                  <a:pt x="1165530" y="818656"/>
                </a:lnTo>
                <a:close/>
                <a:lnTo>
                  <a:pt x="1168010" y="839180"/>
                </a:lnTo>
                <a:close/>
                <a:lnTo>
                  <a:pt x="1170490" y="859845"/>
                </a:lnTo>
                <a:close/>
                <a:lnTo>
                  <a:pt x="1172969" y="880645"/>
                </a:lnTo>
                <a:close/>
                <a:lnTo>
                  <a:pt x="1175449" y="901575"/>
                </a:lnTo>
                <a:close/>
                <a:lnTo>
                  <a:pt x="1177929" y="922630"/>
                </a:lnTo>
                <a:close/>
                <a:lnTo>
                  <a:pt x="1180409" y="943805"/>
                </a:lnTo>
                <a:close/>
                <a:lnTo>
                  <a:pt x="1182889" y="965095"/>
                </a:lnTo>
                <a:close/>
                <a:lnTo>
                  <a:pt x="1185369" y="986495"/>
                </a:lnTo>
                <a:close/>
                <a:lnTo>
                  <a:pt x="1187849" y="1007998"/>
                </a:lnTo>
                <a:close/>
                <a:lnTo>
                  <a:pt x="1190328" y="1029602"/>
                </a:lnTo>
                <a:close/>
                <a:lnTo>
                  <a:pt x="1192808" y="1051299"/>
                </a:lnTo>
                <a:close/>
                <a:lnTo>
                  <a:pt x="1195288" y="1073086"/>
                </a:lnTo>
                <a:close/>
                <a:lnTo>
                  <a:pt x="1197768" y="1094956"/>
                </a:lnTo>
                <a:close/>
                <a:lnTo>
                  <a:pt x="1200248" y="1116906"/>
                </a:lnTo>
                <a:close/>
                <a:lnTo>
                  <a:pt x="1202728" y="1138929"/>
                </a:lnTo>
                <a:close/>
                <a:lnTo>
                  <a:pt x="1205207" y="1161022"/>
                </a:lnTo>
                <a:close/>
                <a:lnTo>
                  <a:pt x="1207687" y="1183178"/>
                </a:lnTo>
                <a:close/>
                <a:lnTo>
                  <a:pt x="1210167" y="1205393"/>
                </a:lnTo>
                <a:close/>
                <a:lnTo>
                  <a:pt x="1212647" y="1227663"/>
                </a:lnTo>
                <a:close/>
                <a:lnTo>
                  <a:pt x="1215127" y="1249981"/>
                </a:lnTo>
                <a:close/>
                <a:lnTo>
                  <a:pt x="1217607" y="1272344"/>
                </a:lnTo>
                <a:close/>
                <a:lnTo>
                  <a:pt x="1220087" y="1294746"/>
                </a:lnTo>
                <a:close/>
                <a:lnTo>
                  <a:pt x="1222566" y="1317182"/>
                </a:lnTo>
                <a:close/>
                <a:lnTo>
                  <a:pt x="1225046" y="1339648"/>
                </a:lnTo>
                <a:close/>
                <a:lnTo>
                  <a:pt x="1227526" y="1362139"/>
                </a:lnTo>
                <a:close/>
                <a:lnTo>
                  <a:pt x="1230006" y="1384650"/>
                </a:lnTo>
                <a:close/>
                <a:lnTo>
                  <a:pt x="1232486" y="1407177"/>
                </a:lnTo>
                <a:close/>
                <a:lnTo>
                  <a:pt x="1234966" y="1429714"/>
                </a:lnTo>
                <a:close/>
                <a:lnTo>
                  <a:pt x="1237446" y="1452258"/>
                </a:lnTo>
                <a:close/>
                <a:lnTo>
                  <a:pt x="1239925" y="1474803"/>
                </a:lnTo>
                <a:close/>
                <a:lnTo>
                  <a:pt x="1242405" y="1497346"/>
                </a:lnTo>
                <a:close/>
                <a:lnTo>
                  <a:pt x="1244885" y="1519881"/>
                </a:lnTo>
                <a:close/>
                <a:lnTo>
                  <a:pt x="1247365" y="1542405"/>
                </a:lnTo>
                <a:close/>
                <a:lnTo>
                  <a:pt x="1249845" y="1564913"/>
                </a:lnTo>
                <a:close/>
                <a:lnTo>
                  <a:pt x="1252325" y="1587400"/>
                </a:lnTo>
                <a:close/>
                <a:lnTo>
                  <a:pt x="1254805" y="1609863"/>
                </a:lnTo>
                <a:close/>
                <a:lnTo>
                  <a:pt x="1257284" y="1632296"/>
                </a:lnTo>
                <a:close/>
                <a:lnTo>
                  <a:pt x="1259764" y="1654697"/>
                </a:lnTo>
                <a:close/>
                <a:lnTo>
                  <a:pt x="1262244" y="1677060"/>
                </a:lnTo>
                <a:close/>
                <a:lnTo>
                  <a:pt x="1264724" y="1699382"/>
                </a:lnTo>
                <a:close/>
                <a:lnTo>
                  <a:pt x="1267204" y="1721659"/>
                </a:lnTo>
                <a:close/>
                <a:lnTo>
                  <a:pt x="1269684" y="1743887"/>
                </a:lnTo>
                <a:close/>
                <a:lnTo>
                  <a:pt x="1272163" y="1766062"/>
                </a:lnTo>
                <a:close/>
                <a:lnTo>
                  <a:pt x="1274643" y="1788180"/>
                </a:lnTo>
                <a:close/>
                <a:lnTo>
                  <a:pt x="1277123" y="1810237"/>
                </a:lnTo>
                <a:close/>
                <a:lnTo>
                  <a:pt x="1279603" y="1832230"/>
                </a:lnTo>
                <a:close/>
                <a:lnTo>
                  <a:pt x="1282083" y="1854155"/>
                </a:lnTo>
                <a:close/>
                <a:lnTo>
                  <a:pt x="1284563" y="1876009"/>
                </a:lnTo>
                <a:close/>
                <a:lnTo>
                  <a:pt x="1287043" y="1897787"/>
                </a:lnTo>
                <a:close/>
                <a:lnTo>
                  <a:pt x="1289522" y="1919487"/>
                </a:lnTo>
                <a:close/>
                <a:lnTo>
                  <a:pt x="1292002" y="1941105"/>
                </a:lnTo>
                <a:close/>
                <a:lnTo>
                  <a:pt x="1294482" y="1962638"/>
                </a:lnTo>
                <a:close/>
                <a:lnTo>
                  <a:pt x="1296962" y="1984082"/>
                </a:lnTo>
                <a:close/>
                <a:lnTo>
                  <a:pt x="1299442" y="2005435"/>
                </a:lnTo>
                <a:close/>
                <a:lnTo>
                  <a:pt x="1301922" y="2026692"/>
                </a:lnTo>
                <a:close/>
                <a:lnTo>
                  <a:pt x="1304402" y="2047852"/>
                </a:lnTo>
                <a:close/>
                <a:lnTo>
                  <a:pt x="1306881" y="2068912"/>
                </a:lnTo>
                <a:close/>
                <a:lnTo>
                  <a:pt x="1309361" y="2089867"/>
                </a:lnTo>
                <a:close/>
                <a:lnTo>
                  <a:pt x="1311841" y="2110716"/>
                </a:lnTo>
                <a:close/>
                <a:lnTo>
                  <a:pt x="1314321" y="2131455"/>
                </a:lnTo>
                <a:close/>
                <a:lnTo>
                  <a:pt x="1316801" y="2152083"/>
                </a:lnTo>
                <a:close/>
                <a:lnTo>
                  <a:pt x="1319281" y="2172595"/>
                </a:lnTo>
                <a:close/>
                <a:lnTo>
                  <a:pt x="1321761" y="2192991"/>
                </a:lnTo>
                <a:close/>
                <a:lnTo>
                  <a:pt x="1324240" y="2213266"/>
                </a:lnTo>
                <a:close/>
                <a:lnTo>
                  <a:pt x="1326720" y="2233419"/>
                </a:lnTo>
                <a:close/>
                <a:lnTo>
                  <a:pt x="1329200" y="2253448"/>
                </a:lnTo>
                <a:close/>
                <a:lnTo>
                  <a:pt x="1331680" y="2273349"/>
                </a:lnTo>
                <a:close/>
                <a:lnTo>
                  <a:pt x="1334160" y="2293122"/>
                </a:lnTo>
                <a:close/>
                <a:lnTo>
                  <a:pt x="1336640" y="2312763"/>
                </a:lnTo>
                <a:close/>
                <a:lnTo>
                  <a:pt x="1339119" y="2332271"/>
                </a:lnTo>
                <a:close/>
                <a:lnTo>
                  <a:pt x="1341599" y="2351643"/>
                </a:lnTo>
                <a:close/>
                <a:lnTo>
                  <a:pt x="1344079" y="2370878"/>
                </a:lnTo>
                <a:close/>
                <a:lnTo>
                  <a:pt x="1346559" y="2389973"/>
                </a:lnTo>
                <a:close/>
                <a:lnTo>
                  <a:pt x="1349039" y="2408928"/>
                </a:lnTo>
                <a:close/>
                <a:lnTo>
                  <a:pt x="1351519" y="2427739"/>
                </a:lnTo>
                <a:close/>
                <a:lnTo>
                  <a:pt x="1353999" y="2446406"/>
                </a:lnTo>
                <a:close/>
                <a:lnTo>
                  <a:pt x="1356478" y="2464927"/>
                </a:lnTo>
                <a:close/>
                <a:lnTo>
                  <a:pt x="1358958" y="2483300"/>
                </a:lnTo>
                <a:close/>
                <a:lnTo>
                  <a:pt x="1361438" y="2501524"/>
                </a:lnTo>
                <a:close/>
                <a:lnTo>
                  <a:pt x="1363918" y="2519598"/>
                </a:lnTo>
                <a:close/>
                <a:lnTo>
                  <a:pt x="1366398" y="2537519"/>
                </a:lnTo>
                <a:close/>
                <a:lnTo>
                  <a:pt x="1368878" y="2555287"/>
                </a:lnTo>
                <a:close/>
                <a:lnTo>
                  <a:pt x="1371358" y="2572901"/>
                </a:lnTo>
                <a:close/>
                <a:lnTo>
                  <a:pt x="1373837" y="2590359"/>
                </a:lnTo>
                <a:close/>
                <a:lnTo>
                  <a:pt x="1376317" y="2607660"/>
                </a:lnTo>
                <a:close/>
                <a:lnTo>
                  <a:pt x="1378797" y="2624804"/>
                </a:lnTo>
                <a:close/>
                <a:lnTo>
                  <a:pt x="1381277" y="2641789"/>
                </a:lnTo>
                <a:close/>
                <a:lnTo>
                  <a:pt x="1383757" y="2658615"/>
                </a:lnTo>
                <a:close/>
                <a:lnTo>
                  <a:pt x="1386237" y="2675280"/>
                </a:lnTo>
                <a:close/>
                <a:lnTo>
                  <a:pt x="1388716" y="2691783"/>
                </a:lnTo>
                <a:close/>
                <a:lnTo>
                  <a:pt x="1391196" y="2708125"/>
                </a:lnTo>
                <a:close/>
                <a:lnTo>
                  <a:pt x="1393676" y="2724304"/>
                </a:lnTo>
                <a:close/>
                <a:lnTo>
                  <a:pt x="1396156" y="2740321"/>
                </a:lnTo>
                <a:close/>
                <a:lnTo>
                  <a:pt x="1398636" y="2756173"/>
                </a:lnTo>
                <a:close/>
                <a:lnTo>
                  <a:pt x="1401116" y="2771861"/>
                </a:lnTo>
                <a:close/>
                <a:lnTo>
                  <a:pt x="1403596" y="2787385"/>
                </a:lnTo>
                <a:close/>
                <a:lnTo>
                  <a:pt x="1406075" y="2802743"/>
                </a:lnTo>
                <a:close/>
                <a:lnTo>
                  <a:pt x="1408555" y="2817937"/>
                </a:lnTo>
                <a:close/>
                <a:lnTo>
                  <a:pt x="1411035" y="2832964"/>
                </a:lnTo>
                <a:close/>
                <a:lnTo>
                  <a:pt x="1413515" y="2847826"/>
                </a:lnTo>
                <a:close/>
                <a:lnTo>
                  <a:pt x="1415995" y="2862522"/>
                </a:lnTo>
                <a:close/>
                <a:lnTo>
                  <a:pt x="1418475" y="2877052"/>
                </a:lnTo>
                <a:close/>
                <a:lnTo>
                  <a:pt x="1420955" y="2891416"/>
                </a:lnTo>
                <a:close/>
                <a:lnTo>
                  <a:pt x="1423434" y="2905614"/>
                </a:lnTo>
                <a:close/>
                <a:lnTo>
                  <a:pt x="1425914" y="2919646"/>
                </a:lnTo>
                <a:close/>
                <a:lnTo>
                  <a:pt x="1428394" y="2933512"/>
                </a:lnTo>
                <a:close/>
                <a:lnTo>
                  <a:pt x="1430874" y="2947212"/>
                </a:lnTo>
                <a:close/>
                <a:lnTo>
                  <a:pt x="1433354" y="2960746"/>
                </a:lnTo>
                <a:close/>
                <a:lnTo>
                  <a:pt x="1435834" y="2974115"/>
                </a:lnTo>
                <a:close/>
                <a:lnTo>
                  <a:pt x="1438314" y="2987320"/>
                </a:lnTo>
                <a:close/>
                <a:lnTo>
                  <a:pt x="1440793" y="3000359"/>
                </a:lnTo>
                <a:close/>
                <a:lnTo>
                  <a:pt x="1443273" y="3013234"/>
                </a:lnTo>
                <a:close/>
                <a:lnTo>
                  <a:pt x="1445753" y="3025945"/>
                </a:lnTo>
                <a:close/>
                <a:lnTo>
                  <a:pt x="1448233" y="3038492"/>
                </a:lnTo>
                <a:close/>
                <a:lnTo>
                  <a:pt x="1450713" y="3050877"/>
                </a:lnTo>
                <a:close/>
                <a:lnTo>
                  <a:pt x="1453193" y="3063099"/>
                </a:lnTo>
                <a:close/>
                <a:lnTo>
                  <a:pt x="1455672" y="3075159"/>
                </a:lnTo>
                <a:close/>
                <a:lnTo>
                  <a:pt x="1458152" y="3087058"/>
                </a:lnTo>
                <a:close/>
                <a:lnTo>
                  <a:pt x="1460632" y="3098796"/>
                </a:lnTo>
                <a:close/>
                <a:lnTo>
                  <a:pt x="1463112" y="3110374"/>
                </a:lnTo>
                <a:close/>
                <a:lnTo>
                  <a:pt x="1465592" y="3121793"/>
                </a:lnTo>
                <a:close/>
                <a:lnTo>
                  <a:pt x="1468072" y="3133054"/>
                </a:lnTo>
                <a:close/>
                <a:lnTo>
                  <a:pt x="1470552" y="3144157"/>
                </a:lnTo>
                <a:close/>
                <a:lnTo>
                  <a:pt x="1473031" y="3155103"/>
                </a:lnTo>
                <a:close/>
                <a:lnTo>
                  <a:pt x="1475511" y="3165893"/>
                </a:lnTo>
                <a:close/>
                <a:lnTo>
                  <a:pt x="1477991" y="3176528"/>
                </a:lnTo>
                <a:close/>
                <a:lnTo>
                  <a:pt x="1480471" y="3187008"/>
                </a:lnTo>
                <a:close/>
                <a:lnTo>
                  <a:pt x="1482951" y="3197335"/>
                </a:lnTo>
                <a:close/>
                <a:lnTo>
                  <a:pt x="1485431" y="3207510"/>
                </a:lnTo>
                <a:close/>
                <a:lnTo>
                  <a:pt x="1487911" y="3217534"/>
                </a:lnTo>
                <a:close/>
                <a:lnTo>
                  <a:pt x="1490390" y="3227407"/>
                </a:lnTo>
                <a:close/>
                <a:lnTo>
                  <a:pt x="1492870" y="3237131"/>
                </a:lnTo>
                <a:close/>
                <a:lnTo>
                  <a:pt x="1495350" y="3246707"/>
                </a:lnTo>
                <a:close/>
                <a:lnTo>
                  <a:pt x="1497830" y="3256135"/>
                </a:lnTo>
                <a:close/>
                <a:lnTo>
                  <a:pt x="1500310" y="3265418"/>
                </a:lnTo>
                <a:close/>
                <a:lnTo>
                  <a:pt x="1502790" y="3274555"/>
                </a:lnTo>
                <a:close/>
                <a:lnTo>
                  <a:pt x="1505270" y="3283549"/>
                </a:lnTo>
                <a:close/>
                <a:lnTo>
                  <a:pt x="1507749" y="3292400"/>
                </a:lnTo>
                <a:close/>
                <a:lnTo>
                  <a:pt x="1510229" y="3301110"/>
                </a:lnTo>
                <a:close/>
                <a:lnTo>
                  <a:pt x="1512709" y="3309679"/>
                </a:lnTo>
                <a:close/>
                <a:lnTo>
                  <a:pt x="1515189" y="3318110"/>
                </a:lnTo>
                <a:close/>
                <a:lnTo>
                  <a:pt x="1517669" y="3326403"/>
                </a:lnTo>
                <a:close/>
                <a:lnTo>
                  <a:pt x="1520149" y="3334559"/>
                </a:lnTo>
                <a:close/>
                <a:lnTo>
                  <a:pt x="1522628" y="3342580"/>
                </a:lnTo>
                <a:close/>
                <a:lnTo>
                  <a:pt x="1525108" y="3350467"/>
                </a:lnTo>
                <a:close/>
                <a:lnTo>
                  <a:pt x="1527588" y="3358222"/>
                </a:lnTo>
                <a:close/>
                <a:lnTo>
                  <a:pt x="1530068" y="3365845"/>
                </a:lnTo>
                <a:close/>
                <a:lnTo>
                  <a:pt x="1532548" y="3373338"/>
                </a:lnTo>
                <a:close/>
                <a:lnTo>
                  <a:pt x="1535028" y="3380702"/>
                </a:lnTo>
                <a:close/>
                <a:lnTo>
                  <a:pt x="1537508" y="3387939"/>
                </a:lnTo>
                <a:close/>
                <a:lnTo>
                  <a:pt x="1539987" y="3395050"/>
                </a:lnTo>
                <a:close/>
                <a:lnTo>
                  <a:pt x="1542467" y="3402036"/>
                </a:lnTo>
                <a:close/>
                <a:lnTo>
                  <a:pt x="1544947" y="3408899"/>
                </a:lnTo>
                <a:close/>
                <a:lnTo>
                  <a:pt x="1547427" y="3415640"/>
                </a:lnTo>
                <a:close/>
                <a:lnTo>
                  <a:pt x="1549907" y="3422260"/>
                </a:lnTo>
                <a:close/>
                <a:lnTo>
                  <a:pt x="1552387" y="3428761"/>
                </a:lnTo>
                <a:close/>
                <a:lnTo>
                  <a:pt x="1554867" y="3435145"/>
                </a:lnTo>
                <a:close/>
                <a:lnTo>
                  <a:pt x="1557346" y="3441412"/>
                </a:lnTo>
                <a:close/>
                <a:lnTo>
                  <a:pt x="1559826" y="3447563"/>
                </a:lnTo>
                <a:close/>
                <a:lnTo>
                  <a:pt x="1562306" y="3453601"/>
                </a:lnTo>
                <a:close/>
                <a:lnTo>
                  <a:pt x="1564786" y="3459527"/>
                </a:lnTo>
                <a:close/>
                <a:lnTo>
                  <a:pt x="1567266" y="3465342"/>
                </a:lnTo>
                <a:close/>
                <a:lnTo>
                  <a:pt x="1569746" y="3471048"/>
                </a:lnTo>
                <a:close/>
                <a:lnTo>
                  <a:pt x="1572226" y="3476645"/>
                </a:lnTo>
                <a:close/>
                <a:lnTo>
                  <a:pt x="1574705" y="3482136"/>
                </a:lnTo>
                <a:close/>
                <a:lnTo>
                  <a:pt x="1577185" y="3487521"/>
                </a:lnTo>
                <a:close/>
                <a:lnTo>
                  <a:pt x="1579665" y="3492803"/>
                </a:lnTo>
                <a:close/>
                <a:lnTo>
                  <a:pt x="1582145" y="3497982"/>
                </a:lnTo>
                <a:close/>
                <a:lnTo>
                  <a:pt x="1584625" y="3503060"/>
                </a:lnTo>
                <a:close/>
                <a:lnTo>
                  <a:pt x="1587105" y="3508038"/>
                </a:lnTo>
                <a:close/>
                <a:lnTo>
                  <a:pt x="1589584" y="3512918"/>
                </a:lnTo>
                <a:close/>
                <a:lnTo>
                  <a:pt x="1592064" y="3517700"/>
                </a:lnTo>
                <a:close/>
                <a:lnTo>
                  <a:pt x="1594544" y="3522388"/>
                </a:lnTo>
                <a:close/>
                <a:lnTo>
                  <a:pt x="1597024" y="3526981"/>
                </a:lnTo>
                <a:close/>
                <a:lnTo>
                  <a:pt x="1599504" y="3531481"/>
                </a:lnTo>
                <a:close/>
                <a:lnTo>
                  <a:pt x="1601984" y="3535890"/>
                </a:lnTo>
                <a:close/>
                <a:lnTo>
                  <a:pt x="1604464" y="3540208"/>
                </a:lnTo>
                <a:close/>
                <a:lnTo>
                  <a:pt x="1606943" y="3544438"/>
                </a:lnTo>
                <a:close/>
                <a:lnTo>
                  <a:pt x="1609423" y="3548581"/>
                </a:lnTo>
                <a:close/>
                <a:lnTo>
                  <a:pt x="1611903" y="3552637"/>
                </a:lnTo>
                <a:close/>
                <a:lnTo>
                  <a:pt x="1614383" y="3556608"/>
                </a:lnTo>
                <a:close/>
                <a:lnTo>
                  <a:pt x="1616863" y="3560497"/>
                </a:lnTo>
                <a:close/>
                <a:lnTo>
                  <a:pt x="1619343" y="3564302"/>
                </a:lnTo>
                <a:close/>
                <a:lnTo>
                  <a:pt x="1621823" y="3568028"/>
                </a:lnTo>
                <a:close/>
                <a:lnTo>
                  <a:pt x="1624302" y="3571673"/>
                </a:lnTo>
                <a:close/>
                <a:lnTo>
                  <a:pt x="1626782" y="3575240"/>
                </a:lnTo>
                <a:close/>
                <a:lnTo>
                  <a:pt x="1629262" y="3578731"/>
                </a:lnTo>
                <a:close/>
                <a:lnTo>
                  <a:pt x="1631742" y="3582145"/>
                </a:lnTo>
                <a:close/>
                <a:lnTo>
                  <a:pt x="1634222" y="3585486"/>
                </a:lnTo>
                <a:close/>
                <a:lnTo>
                  <a:pt x="1636702" y="3588752"/>
                </a:lnTo>
                <a:close/>
                <a:lnTo>
                  <a:pt x="1639181" y="3591947"/>
                </a:lnTo>
                <a:close/>
                <a:lnTo>
                  <a:pt x="1641661" y="3595072"/>
                </a:lnTo>
                <a:close/>
                <a:lnTo>
                  <a:pt x="1644141" y="3598126"/>
                </a:lnTo>
                <a:close/>
                <a:lnTo>
                  <a:pt x="1646621" y="3601113"/>
                </a:lnTo>
                <a:close/>
                <a:lnTo>
                  <a:pt x="1649101" y="3604032"/>
                </a:lnTo>
                <a:close/>
                <a:lnTo>
                  <a:pt x="1651581" y="3606885"/>
                </a:lnTo>
                <a:close/>
                <a:lnTo>
                  <a:pt x="1654061" y="3609674"/>
                </a:lnTo>
                <a:close/>
                <a:lnTo>
                  <a:pt x="1656540" y="3612399"/>
                </a:lnTo>
                <a:close/>
                <a:lnTo>
                  <a:pt x="1659020" y="3615061"/>
                </a:lnTo>
                <a:close/>
                <a:lnTo>
                  <a:pt x="1661500" y="3617662"/>
                </a:lnTo>
                <a:close/>
                <a:lnTo>
                  <a:pt x="1663980" y="3620203"/>
                </a:lnTo>
                <a:close/>
                <a:lnTo>
                  <a:pt x="1666460" y="3622685"/>
                </a:lnTo>
                <a:close/>
                <a:lnTo>
                  <a:pt x="1668940" y="3625109"/>
                </a:lnTo>
                <a:close/>
                <a:lnTo>
                  <a:pt x="1671420" y="3627476"/>
                </a:lnTo>
                <a:close/>
                <a:lnTo>
                  <a:pt x="1673899" y="3629787"/>
                </a:lnTo>
                <a:close/>
                <a:lnTo>
                  <a:pt x="1676379" y="3632043"/>
                </a:lnTo>
                <a:close/>
                <a:lnTo>
                  <a:pt x="1678859" y="3634245"/>
                </a:lnTo>
                <a:close/>
                <a:lnTo>
                  <a:pt x="1681339" y="3636395"/>
                </a:lnTo>
                <a:close/>
                <a:lnTo>
                  <a:pt x="1683819" y="3638493"/>
                </a:lnTo>
                <a:close/>
                <a:lnTo>
                  <a:pt x="1686299" y="3640541"/>
                </a:lnTo>
                <a:close/>
                <a:lnTo>
                  <a:pt x="1688779" y="3642539"/>
                </a:lnTo>
                <a:close/>
                <a:lnTo>
                  <a:pt x="1691258" y="3644488"/>
                </a:lnTo>
                <a:close/>
                <a:lnTo>
                  <a:pt x="1693738" y="3646389"/>
                </a:lnTo>
                <a:close/>
                <a:lnTo>
                  <a:pt x="1696218" y="3648244"/>
                </a:lnTo>
                <a:close/>
                <a:lnTo>
                  <a:pt x="1698698" y="3650053"/>
                </a:lnTo>
                <a:close/>
                <a:lnTo>
                  <a:pt x="1701178" y="3651817"/>
                </a:lnTo>
                <a:close/>
                <a:lnTo>
                  <a:pt x="1703658" y="3653537"/>
                </a:lnTo>
                <a:close/>
                <a:lnTo>
                  <a:pt x="1706137" y="3655214"/>
                </a:lnTo>
                <a:close/>
                <a:lnTo>
                  <a:pt x="1708617" y="3656849"/>
                </a:lnTo>
                <a:close/>
                <a:lnTo>
                  <a:pt x="1711097" y="3658442"/>
                </a:lnTo>
                <a:close/>
                <a:lnTo>
                  <a:pt x="1713577" y="3659996"/>
                </a:lnTo>
                <a:close/>
                <a:lnTo>
                  <a:pt x="1716057" y="3661509"/>
                </a:lnTo>
                <a:close/>
                <a:lnTo>
                  <a:pt x="1718537" y="3662984"/>
                </a:lnTo>
                <a:close/>
                <a:lnTo>
                  <a:pt x="1721017" y="3664421"/>
                </a:lnTo>
                <a:close/>
                <a:lnTo>
                  <a:pt x="1723496" y="3665821"/>
                </a:lnTo>
                <a:close/>
                <a:lnTo>
                  <a:pt x="1725976" y="3667185"/>
                </a:lnTo>
                <a:close/>
                <a:lnTo>
                  <a:pt x="1728456" y="3668513"/>
                </a:lnTo>
                <a:close/>
                <a:lnTo>
                  <a:pt x="1730936" y="3669807"/>
                </a:lnTo>
                <a:close/>
                <a:lnTo>
                  <a:pt x="1733416" y="3671067"/>
                </a:lnTo>
                <a:close/>
                <a:lnTo>
                  <a:pt x="1735896" y="3672293"/>
                </a:lnTo>
                <a:close/>
                <a:lnTo>
                  <a:pt x="1738376" y="3673487"/>
                </a:lnTo>
                <a:close/>
                <a:lnTo>
                  <a:pt x="1740855" y="3674650"/>
                </a:lnTo>
                <a:close/>
                <a:lnTo>
                  <a:pt x="1743335" y="3675781"/>
                </a:lnTo>
                <a:close/>
                <a:lnTo>
                  <a:pt x="1745815" y="3676882"/>
                </a:lnTo>
                <a:close/>
                <a:lnTo>
                  <a:pt x="1748295" y="3677954"/>
                </a:lnTo>
                <a:close/>
                <a:lnTo>
                  <a:pt x="1750775" y="3678996"/>
                </a:lnTo>
                <a:close/>
                <a:lnTo>
                  <a:pt x="1753255" y="3680010"/>
                </a:lnTo>
                <a:close/>
                <a:lnTo>
                  <a:pt x="1755735" y="3680997"/>
                </a:lnTo>
                <a:close/>
                <a:lnTo>
                  <a:pt x="1758214" y="3681957"/>
                </a:lnTo>
                <a:close/>
                <a:lnTo>
                  <a:pt x="1760694" y="3682891"/>
                </a:lnTo>
                <a:close/>
                <a:lnTo>
                  <a:pt x="1763174" y="3683798"/>
                </a:lnTo>
                <a:close/>
                <a:lnTo>
                  <a:pt x="1765654" y="3684681"/>
                </a:lnTo>
                <a:close/>
                <a:lnTo>
                  <a:pt x="1768134" y="3685539"/>
                </a:lnTo>
                <a:close/>
                <a:lnTo>
                  <a:pt x="1770614" y="3686374"/>
                </a:lnTo>
                <a:close/>
                <a:lnTo>
                  <a:pt x="1773093" y="3687185"/>
                </a:lnTo>
                <a:close/>
                <a:lnTo>
                  <a:pt x="1775573" y="3687973"/>
                </a:lnTo>
                <a:close/>
                <a:lnTo>
                  <a:pt x="1778053" y="3688739"/>
                </a:lnTo>
                <a:close/>
                <a:lnTo>
                  <a:pt x="1780533" y="3689483"/>
                </a:lnTo>
                <a:close/>
                <a:lnTo>
                  <a:pt x="1783013" y="3690207"/>
                </a:lnTo>
                <a:close/>
                <a:lnTo>
                  <a:pt x="1785493" y="3690909"/>
                </a:lnTo>
                <a:close/>
                <a:lnTo>
                  <a:pt x="1787973" y="3691592"/>
                </a:lnTo>
                <a:close/>
                <a:lnTo>
                  <a:pt x="1790452" y="3692255"/>
                </a:lnTo>
                <a:close/>
                <a:lnTo>
                  <a:pt x="1792932" y="3692899"/>
                </a:lnTo>
                <a:close/>
                <a:lnTo>
                  <a:pt x="1795412" y="3693524"/>
                </a:lnTo>
                <a:close/>
                <a:lnTo>
                  <a:pt x="1797892" y="3694131"/>
                </a:lnTo>
                <a:close/>
                <a:lnTo>
                  <a:pt x="1800372" y="3694721"/>
                </a:lnTo>
                <a:close/>
                <a:lnTo>
                  <a:pt x="1802852" y="3695293"/>
                </a:lnTo>
                <a:close/>
                <a:lnTo>
                  <a:pt x="1805332" y="3695848"/>
                </a:lnTo>
                <a:close/>
                <a:lnTo>
                  <a:pt x="1807811" y="3696388"/>
                </a:lnTo>
                <a:close/>
                <a:lnTo>
                  <a:pt x="1810291" y="3696911"/>
                </a:lnTo>
                <a:close/>
                <a:lnTo>
                  <a:pt x="1812771" y="3697418"/>
                </a:lnTo>
                <a:close/>
                <a:lnTo>
                  <a:pt x="1815251" y="3697911"/>
                </a:lnTo>
                <a:close/>
                <a:lnTo>
                  <a:pt x="1817731" y="3698389"/>
                </a:lnTo>
                <a:close/>
                <a:lnTo>
                  <a:pt x="1820211" y="3698852"/>
                </a:lnTo>
                <a:close/>
                <a:lnTo>
                  <a:pt x="1822691" y="3699302"/>
                </a:lnTo>
                <a:close/>
                <a:lnTo>
                  <a:pt x="1825170" y="3699738"/>
                </a:lnTo>
                <a:close/>
                <a:lnTo>
                  <a:pt x="1827650" y="3700160"/>
                </a:lnTo>
                <a:close/>
                <a:lnTo>
                  <a:pt x="1830130" y="3700570"/>
                </a:lnTo>
                <a:close/>
                <a:lnTo>
                  <a:pt x="1832610" y="3700968"/>
                </a:lnTo>
                <a:close/>
                <a:lnTo>
                  <a:pt x="1835090" y="3701353"/>
                </a:lnTo>
                <a:close/>
                <a:lnTo>
                  <a:pt x="1837570" y="3701726"/>
                </a:lnTo>
                <a:close/>
                <a:lnTo>
                  <a:pt x="1840049" y="3702088"/>
                </a:lnTo>
                <a:close/>
                <a:lnTo>
                  <a:pt x="1842529" y="3702439"/>
                </a:lnTo>
                <a:close/>
                <a:lnTo>
                  <a:pt x="1845009" y="3702779"/>
                </a:lnTo>
                <a:close/>
                <a:lnTo>
                  <a:pt x="1847489" y="3703108"/>
                </a:lnTo>
                <a:close/>
                <a:lnTo>
                  <a:pt x="1849969" y="3703427"/>
                </a:lnTo>
                <a:close/>
                <a:lnTo>
                  <a:pt x="1852449" y="3703736"/>
                </a:lnTo>
                <a:close/>
                <a:lnTo>
                  <a:pt x="1854929" y="3704035"/>
                </a:lnTo>
                <a:close/>
                <a:lnTo>
                  <a:pt x="1857408" y="3704325"/>
                </a:lnTo>
                <a:close/>
                <a:lnTo>
                  <a:pt x="1859888" y="3704606"/>
                </a:lnTo>
                <a:close/>
                <a:lnTo>
                  <a:pt x="1862368" y="3704877"/>
                </a:lnTo>
                <a:close/>
                <a:lnTo>
                  <a:pt x="1864848" y="3705141"/>
                </a:lnTo>
                <a:close/>
                <a:lnTo>
                  <a:pt x="1867328" y="3705395"/>
                </a:lnTo>
                <a:close/>
                <a:lnTo>
                  <a:pt x="1869808" y="3705642"/>
                </a:lnTo>
                <a:close/>
                <a:lnTo>
                  <a:pt x="1872288" y="3705880"/>
                </a:lnTo>
                <a:close/>
                <a:lnTo>
                  <a:pt x="1874767" y="3706111"/>
                </a:lnTo>
                <a:close/>
                <a:lnTo>
                  <a:pt x="1877247" y="3706334"/>
                </a:lnTo>
                <a:close/>
                <a:lnTo>
                  <a:pt x="1879727" y="3706550"/>
                </a:lnTo>
                <a:close/>
                <a:lnTo>
                  <a:pt x="1882207" y="3706759"/>
                </a:lnTo>
                <a:close/>
                <a:lnTo>
                  <a:pt x="1884687" y="3706962"/>
                </a:lnTo>
                <a:close/>
                <a:lnTo>
                  <a:pt x="1887167" y="3707157"/>
                </a:lnTo>
                <a:close/>
                <a:lnTo>
                  <a:pt x="1889647" y="3707346"/>
                </a:lnTo>
                <a:close/>
                <a:lnTo>
                  <a:pt x="1892126" y="3707529"/>
                </a:lnTo>
                <a:close/>
                <a:lnTo>
                  <a:pt x="1894606" y="3707706"/>
                </a:lnTo>
                <a:close/>
                <a:lnTo>
                  <a:pt x="1897086" y="3707877"/>
                </a:lnTo>
                <a:close/>
                <a:lnTo>
                  <a:pt x="1899566" y="3708042"/>
                </a:lnTo>
                <a:close/>
                <a:lnTo>
                  <a:pt x="1902046" y="3708202"/>
                </a:lnTo>
                <a:close/>
                <a:lnTo>
                  <a:pt x="1904526" y="3708356"/>
                </a:lnTo>
                <a:close/>
                <a:lnTo>
                  <a:pt x="1907005" y="3708506"/>
                </a:lnTo>
                <a:close/>
                <a:lnTo>
                  <a:pt x="1909485" y="3708650"/>
                </a:lnTo>
                <a:close/>
                <a:lnTo>
                  <a:pt x="1911965" y="3708789"/>
                </a:lnTo>
                <a:close/>
                <a:lnTo>
                  <a:pt x="1914445" y="3708923"/>
                </a:lnTo>
                <a:close/>
                <a:lnTo>
                  <a:pt x="1916925" y="3709053"/>
                </a:lnTo>
                <a:close/>
                <a:lnTo>
                  <a:pt x="1919405" y="3709179"/>
                </a:lnTo>
                <a:close/>
                <a:lnTo>
                  <a:pt x="1921885" y="3709300"/>
                </a:lnTo>
                <a:close/>
                <a:lnTo>
                  <a:pt x="1924364" y="3709417"/>
                </a:lnTo>
                <a:close/>
                <a:lnTo>
                  <a:pt x="1926844" y="3709530"/>
                </a:lnTo>
                <a:close/>
                <a:lnTo>
                  <a:pt x="1929324" y="3709639"/>
                </a:lnTo>
                <a:close/>
                <a:lnTo>
                  <a:pt x="1931804" y="3709745"/>
                </a:lnTo>
                <a:close/>
                <a:lnTo>
                  <a:pt x="1934284" y="3709846"/>
                </a:lnTo>
                <a:close/>
                <a:lnTo>
                  <a:pt x="1936764" y="3709944"/>
                </a:lnTo>
                <a:close/>
                <a:lnTo>
                  <a:pt x="1939244" y="3710039"/>
                </a:lnTo>
                <a:close/>
                <a:lnTo>
                  <a:pt x="1941723" y="3710130"/>
                </a:lnTo>
                <a:close/>
                <a:lnTo>
                  <a:pt x="1944203" y="3710218"/>
                </a:lnTo>
                <a:close/>
                <a:lnTo>
                  <a:pt x="1946683" y="3710304"/>
                </a:lnTo>
                <a:close/>
                <a:lnTo>
                  <a:pt x="1949163" y="3710386"/>
                </a:lnTo>
                <a:close/>
                <a:lnTo>
                  <a:pt x="1951643" y="3710465"/>
                </a:lnTo>
                <a:close/>
                <a:lnTo>
                  <a:pt x="1954123" y="3710541"/>
                </a:lnTo>
                <a:close/>
                <a:lnTo>
                  <a:pt x="1956602" y="3710614"/>
                </a:lnTo>
                <a:close/>
                <a:lnTo>
                  <a:pt x="1959082" y="3710685"/>
                </a:lnTo>
                <a:close/>
                <a:lnTo>
                  <a:pt x="1961562" y="3710754"/>
                </a:lnTo>
                <a:close/>
                <a:lnTo>
                  <a:pt x="1964042" y="3710820"/>
                </a:lnTo>
                <a:close/>
                <a:lnTo>
                  <a:pt x="1966522" y="3710883"/>
                </a:lnTo>
                <a:close/>
                <a:lnTo>
                  <a:pt x="1969002" y="3710944"/>
                </a:lnTo>
                <a:close/>
                <a:lnTo>
                  <a:pt x="1971482" y="3711003"/>
                </a:lnTo>
                <a:close/>
                <a:lnTo>
                  <a:pt x="1973961" y="3711060"/>
                </a:lnTo>
                <a:close/>
                <a:lnTo>
                  <a:pt x="1976441" y="3711115"/>
                </a:lnTo>
                <a:close/>
                <a:lnTo>
                  <a:pt x="1978921" y="3711168"/>
                </a:lnTo>
                <a:close/>
                <a:lnTo>
                  <a:pt x="1981401" y="3711219"/>
                </a:lnTo>
                <a:close/>
                <a:lnTo>
                  <a:pt x="1981401" y="3712464"/>
                </a:lnTo>
                <a:close/>
                <a:lnTo>
                  <a:pt x="1981401" y="3712464"/>
                </a:lnTo>
                <a:close/>
                <a:lnTo>
                  <a:pt x="1978921" y="3712464"/>
                </a:lnTo>
                <a:close/>
                <a:lnTo>
                  <a:pt x="1976441" y="3712464"/>
                </a:lnTo>
                <a:close/>
                <a:lnTo>
                  <a:pt x="1973961" y="3712464"/>
                </a:lnTo>
                <a:close/>
                <a:lnTo>
                  <a:pt x="1971482" y="3712464"/>
                </a:lnTo>
                <a:close/>
                <a:lnTo>
                  <a:pt x="1969002" y="3712464"/>
                </a:lnTo>
                <a:close/>
                <a:lnTo>
                  <a:pt x="1966522" y="3712464"/>
                </a:lnTo>
                <a:close/>
                <a:lnTo>
                  <a:pt x="1964042" y="3712464"/>
                </a:lnTo>
                <a:close/>
                <a:lnTo>
                  <a:pt x="1961562" y="3712464"/>
                </a:lnTo>
                <a:close/>
                <a:lnTo>
                  <a:pt x="1959082" y="3712464"/>
                </a:lnTo>
                <a:close/>
                <a:lnTo>
                  <a:pt x="1956602" y="3712464"/>
                </a:lnTo>
                <a:close/>
                <a:lnTo>
                  <a:pt x="1954123" y="3712464"/>
                </a:lnTo>
                <a:close/>
                <a:lnTo>
                  <a:pt x="1951643" y="3712464"/>
                </a:lnTo>
                <a:close/>
                <a:lnTo>
                  <a:pt x="1949163" y="3712464"/>
                </a:lnTo>
                <a:close/>
                <a:lnTo>
                  <a:pt x="1946683" y="3712464"/>
                </a:lnTo>
                <a:close/>
                <a:lnTo>
                  <a:pt x="1944203" y="3712464"/>
                </a:lnTo>
                <a:close/>
                <a:lnTo>
                  <a:pt x="1941723" y="3712464"/>
                </a:lnTo>
                <a:close/>
                <a:lnTo>
                  <a:pt x="1939244" y="3712464"/>
                </a:lnTo>
                <a:close/>
                <a:lnTo>
                  <a:pt x="1936764" y="3712464"/>
                </a:lnTo>
                <a:close/>
                <a:lnTo>
                  <a:pt x="1934284" y="3712464"/>
                </a:lnTo>
                <a:close/>
                <a:lnTo>
                  <a:pt x="1931804" y="3712464"/>
                </a:lnTo>
                <a:close/>
                <a:lnTo>
                  <a:pt x="1929324" y="3712464"/>
                </a:lnTo>
                <a:close/>
                <a:lnTo>
                  <a:pt x="1926844" y="3712464"/>
                </a:lnTo>
                <a:close/>
                <a:lnTo>
                  <a:pt x="1924364" y="3712464"/>
                </a:lnTo>
                <a:close/>
                <a:lnTo>
                  <a:pt x="1921885" y="3712464"/>
                </a:lnTo>
                <a:close/>
                <a:lnTo>
                  <a:pt x="1919405" y="3712464"/>
                </a:lnTo>
                <a:close/>
                <a:lnTo>
                  <a:pt x="1916925" y="3712464"/>
                </a:lnTo>
                <a:close/>
                <a:lnTo>
                  <a:pt x="1914445" y="3712464"/>
                </a:lnTo>
                <a:close/>
                <a:lnTo>
                  <a:pt x="1911965" y="3712464"/>
                </a:lnTo>
                <a:close/>
                <a:lnTo>
                  <a:pt x="1909485" y="3712464"/>
                </a:lnTo>
                <a:close/>
                <a:lnTo>
                  <a:pt x="1907005" y="3712464"/>
                </a:lnTo>
                <a:close/>
                <a:lnTo>
                  <a:pt x="1904526" y="3712464"/>
                </a:lnTo>
                <a:close/>
                <a:lnTo>
                  <a:pt x="1902046" y="3712464"/>
                </a:lnTo>
                <a:close/>
                <a:lnTo>
                  <a:pt x="1899566" y="3712464"/>
                </a:lnTo>
                <a:close/>
                <a:lnTo>
                  <a:pt x="1897086" y="3712464"/>
                </a:lnTo>
                <a:close/>
                <a:lnTo>
                  <a:pt x="1894606" y="3712464"/>
                </a:lnTo>
                <a:close/>
                <a:lnTo>
                  <a:pt x="1892126" y="3712464"/>
                </a:lnTo>
                <a:close/>
                <a:lnTo>
                  <a:pt x="1889647" y="3712464"/>
                </a:lnTo>
                <a:close/>
                <a:lnTo>
                  <a:pt x="1887167" y="3712464"/>
                </a:lnTo>
                <a:close/>
                <a:lnTo>
                  <a:pt x="1884687" y="3712464"/>
                </a:lnTo>
                <a:close/>
                <a:lnTo>
                  <a:pt x="1882207" y="3712464"/>
                </a:lnTo>
                <a:close/>
                <a:lnTo>
                  <a:pt x="1879727" y="3712464"/>
                </a:lnTo>
                <a:close/>
                <a:lnTo>
                  <a:pt x="1877247" y="3712464"/>
                </a:lnTo>
                <a:close/>
                <a:lnTo>
                  <a:pt x="1874767" y="3712464"/>
                </a:lnTo>
                <a:close/>
                <a:lnTo>
                  <a:pt x="1872288" y="3712464"/>
                </a:lnTo>
                <a:close/>
                <a:lnTo>
                  <a:pt x="1869808" y="3712464"/>
                </a:lnTo>
                <a:close/>
                <a:lnTo>
                  <a:pt x="1867328" y="3712464"/>
                </a:lnTo>
                <a:close/>
                <a:lnTo>
                  <a:pt x="1864848" y="3712464"/>
                </a:lnTo>
                <a:close/>
                <a:lnTo>
                  <a:pt x="1862368" y="3712464"/>
                </a:lnTo>
                <a:close/>
                <a:lnTo>
                  <a:pt x="1859888" y="3712464"/>
                </a:lnTo>
                <a:close/>
                <a:lnTo>
                  <a:pt x="1857408" y="3712464"/>
                </a:lnTo>
                <a:close/>
                <a:lnTo>
                  <a:pt x="1854929" y="3712464"/>
                </a:lnTo>
                <a:close/>
                <a:lnTo>
                  <a:pt x="1852449" y="3712464"/>
                </a:lnTo>
                <a:close/>
                <a:lnTo>
                  <a:pt x="1849969" y="3712464"/>
                </a:lnTo>
                <a:close/>
                <a:lnTo>
                  <a:pt x="1847489" y="3712464"/>
                </a:lnTo>
                <a:close/>
                <a:lnTo>
                  <a:pt x="1845009" y="3712464"/>
                </a:lnTo>
                <a:close/>
                <a:lnTo>
                  <a:pt x="1842529" y="3712464"/>
                </a:lnTo>
                <a:close/>
                <a:lnTo>
                  <a:pt x="1840049" y="3712464"/>
                </a:lnTo>
                <a:close/>
                <a:lnTo>
                  <a:pt x="1837570" y="3712464"/>
                </a:lnTo>
                <a:close/>
                <a:lnTo>
                  <a:pt x="1835090" y="3712464"/>
                </a:lnTo>
                <a:close/>
                <a:lnTo>
                  <a:pt x="1832610" y="3712464"/>
                </a:lnTo>
                <a:close/>
                <a:lnTo>
                  <a:pt x="1830130" y="3712464"/>
                </a:lnTo>
                <a:close/>
                <a:lnTo>
                  <a:pt x="1827650" y="3712464"/>
                </a:lnTo>
                <a:close/>
                <a:lnTo>
                  <a:pt x="1825170" y="3712464"/>
                </a:lnTo>
                <a:close/>
                <a:lnTo>
                  <a:pt x="1822691" y="3712464"/>
                </a:lnTo>
                <a:close/>
                <a:lnTo>
                  <a:pt x="1820211" y="3712464"/>
                </a:lnTo>
                <a:close/>
                <a:lnTo>
                  <a:pt x="1817731" y="3712464"/>
                </a:lnTo>
                <a:close/>
                <a:lnTo>
                  <a:pt x="1815251" y="3712464"/>
                </a:lnTo>
                <a:close/>
                <a:lnTo>
                  <a:pt x="1812771" y="3712464"/>
                </a:lnTo>
                <a:close/>
                <a:lnTo>
                  <a:pt x="1810291" y="3712464"/>
                </a:lnTo>
                <a:close/>
                <a:lnTo>
                  <a:pt x="1807811" y="3712464"/>
                </a:lnTo>
                <a:close/>
                <a:lnTo>
                  <a:pt x="1805332" y="3712464"/>
                </a:lnTo>
                <a:close/>
                <a:lnTo>
                  <a:pt x="1802852" y="3712464"/>
                </a:lnTo>
                <a:close/>
                <a:lnTo>
                  <a:pt x="1800372" y="3712464"/>
                </a:lnTo>
                <a:close/>
                <a:lnTo>
                  <a:pt x="1797892" y="3712464"/>
                </a:lnTo>
                <a:close/>
                <a:lnTo>
                  <a:pt x="1795412" y="3712464"/>
                </a:lnTo>
                <a:close/>
                <a:lnTo>
                  <a:pt x="1792932" y="3712464"/>
                </a:lnTo>
                <a:close/>
                <a:lnTo>
                  <a:pt x="1790452" y="3712464"/>
                </a:lnTo>
                <a:close/>
                <a:lnTo>
                  <a:pt x="1787973" y="3712464"/>
                </a:lnTo>
                <a:close/>
                <a:lnTo>
                  <a:pt x="1785493" y="3712464"/>
                </a:lnTo>
                <a:close/>
                <a:lnTo>
                  <a:pt x="1783013" y="3712464"/>
                </a:lnTo>
                <a:close/>
                <a:lnTo>
                  <a:pt x="1780533" y="3712464"/>
                </a:lnTo>
                <a:close/>
                <a:lnTo>
                  <a:pt x="1778053" y="3712464"/>
                </a:lnTo>
                <a:close/>
                <a:lnTo>
                  <a:pt x="1775573" y="3712464"/>
                </a:lnTo>
                <a:close/>
                <a:lnTo>
                  <a:pt x="1773093" y="3712464"/>
                </a:lnTo>
                <a:close/>
                <a:lnTo>
                  <a:pt x="1770614" y="3712464"/>
                </a:lnTo>
                <a:close/>
                <a:lnTo>
                  <a:pt x="1768134" y="3712464"/>
                </a:lnTo>
                <a:close/>
                <a:lnTo>
                  <a:pt x="1765654" y="3712464"/>
                </a:lnTo>
                <a:close/>
                <a:lnTo>
                  <a:pt x="1763174" y="3712464"/>
                </a:lnTo>
                <a:close/>
                <a:lnTo>
                  <a:pt x="1760694" y="3712464"/>
                </a:lnTo>
                <a:close/>
                <a:lnTo>
                  <a:pt x="1758214" y="3712464"/>
                </a:lnTo>
                <a:close/>
                <a:lnTo>
                  <a:pt x="1755735" y="3712464"/>
                </a:lnTo>
                <a:close/>
                <a:lnTo>
                  <a:pt x="1753255" y="3712464"/>
                </a:lnTo>
                <a:close/>
                <a:lnTo>
                  <a:pt x="1750775" y="3712464"/>
                </a:lnTo>
                <a:close/>
                <a:lnTo>
                  <a:pt x="1748295" y="3712464"/>
                </a:lnTo>
                <a:close/>
                <a:lnTo>
                  <a:pt x="1745815" y="3712464"/>
                </a:lnTo>
                <a:close/>
                <a:lnTo>
                  <a:pt x="1743335" y="3712464"/>
                </a:lnTo>
                <a:close/>
                <a:lnTo>
                  <a:pt x="1740855" y="3712464"/>
                </a:lnTo>
                <a:close/>
                <a:lnTo>
                  <a:pt x="1738376" y="3712464"/>
                </a:lnTo>
                <a:close/>
                <a:lnTo>
                  <a:pt x="1735896" y="3712464"/>
                </a:lnTo>
                <a:close/>
                <a:lnTo>
                  <a:pt x="1733416" y="3712464"/>
                </a:lnTo>
                <a:close/>
                <a:lnTo>
                  <a:pt x="1730936" y="3712464"/>
                </a:lnTo>
                <a:close/>
                <a:lnTo>
                  <a:pt x="1728456" y="3712464"/>
                </a:lnTo>
                <a:close/>
                <a:lnTo>
                  <a:pt x="1725976" y="3712464"/>
                </a:lnTo>
                <a:close/>
                <a:lnTo>
                  <a:pt x="1723496" y="3712464"/>
                </a:lnTo>
                <a:close/>
                <a:lnTo>
                  <a:pt x="1721017" y="3712464"/>
                </a:lnTo>
                <a:close/>
                <a:lnTo>
                  <a:pt x="1718537" y="3712464"/>
                </a:lnTo>
                <a:close/>
                <a:lnTo>
                  <a:pt x="1716057" y="3712464"/>
                </a:lnTo>
                <a:close/>
                <a:lnTo>
                  <a:pt x="1713577" y="3712464"/>
                </a:lnTo>
                <a:close/>
                <a:lnTo>
                  <a:pt x="1711097" y="3712464"/>
                </a:lnTo>
                <a:close/>
                <a:lnTo>
                  <a:pt x="1708617" y="3712464"/>
                </a:lnTo>
                <a:close/>
                <a:lnTo>
                  <a:pt x="1706137" y="3712464"/>
                </a:lnTo>
                <a:close/>
                <a:lnTo>
                  <a:pt x="1703658" y="3712464"/>
                </a:lnTo>
                <a:close/>
                <a:lnTo>
                  <a:pt x="1701178" y="3712464"/>
                </a:lnTo>
                <a:close/>
                <a:lnTo>
                  <a:pt x="1698698" y="3712464"/>
                </a:lnTo>
                <a:close/>
                <a:lnTo>
                  <a:pt x="1696218" y="3712464"/>
                </a:lnTo>
                <a:close/>
                <a:lnTo>
                  <a:pt x="1693738" y="3712464"/>
                </a:lnTo>
                <a:close/>
                <a:lnTo>
                  <a:pt x="1691258" y="3712464"/>
                </a:lnTo>
                <a:close/>
                <a:lnTo>
                  <a:pt x="1688779" y="3712464"/>
                </a:lnTo>
                <a:close/>
                <a:lnTo>
                  <a:pt x="1686299" y="3712464"/>
                </a:lnTo>
                <a:close/>
                <a:lnTo>
                  <a:pt x="1683819" y="3712464"/>
                </a:lnTo>
                <a:close/>
                <a:lnTo>
                  <a:pt x="1681339" y="3712464"/>
                </a:lnTo>
                <a:close/>
                <a:lnTo>
                  <a:pt x="1678859" y="3712464"/>
                </a:lnTo>
                <a:close/>
                <a:lnTo>
                  <a:pt x="1676379" y="3712464"/>
                </a:lnTo>
                <a:close/>
                <a:lnTo>
                  <a:pt x="1673899" y="3712464"/>
                </a:lnTo>
                <a:close/>
                <a:lnTo>
                  <a:pt x="1671420" y="3712464"/>
                </a:lnTo>
                <a:close/>
                <a:lnTo>
                  <a:pt x="1668940" y="3712464"/>
                </a:lnTo>
                <a:close/>
                <a:lnTo>
                  <a:pt x="1666460" y="3712464"/>
                </a:lnTo>
                <a:close/>
                <a:lnTo>
                  <a:pt x="1663980" y="3712464"/>
                </a:lnTo>
                <a:close/>
                <a:lnTo>
                  <a:pt x="1661500" y="3712464"/>
                </a:lnTo>
                <a:close/>
                <a:lnTo>
                  <a:pt x="1659020" y="3712464"/>
                </a:lnTo>
                <a:close/>
                <a:lnTo>
                  <a:pt x="1656540" y="3712464"/>
                </a:lnTo>
                <a:close/>
                <a:lnTo>
                  <a:pt x="1654061" y="3712464"/>
                </a:lnTo>
                <a:close/>
                <a:lnTo>
                  <a:pt x="1651581" y="3712464"/>
                </a:lnTo>
                <a:close/>
                <a:lnTo>
                  <a:pt x="1649101" y="3712464"/>
                </a:lnTo>
                <a:close/>
                <a:lnTo>
                  <a:pt x="1646621" y="3712464"/>
                </a:lnTo>
                <a:close/>
                <a:lnTo>
                  <a:pt x="1644141" y="3712464"/>
                </a:lnTo>
                <a:close/>
                <a:lnTo>
                  <a:pt x="1641661" y="3712464"/>
                </a:lnTo>
                <a:close/>
                <a:lnTo>
                  <a:pt x="1639181" y="3712464"/>
                </a:lnTo>
                <a:close/>
                <a:lnTo>
                  <a:pt x="1636702" y="3712464"/>
                </a:lnTo>
                <a:close/>
                <a:lnTo>
                  <a:pt x="1634222" y="3712464"/>
                </a:lnTo>
                <a:close/>
                <a:lnTo>
                  <a:pt x="1631742" y="3712464"/>
                </a:lnTo>
                <a:close/>
                <a:lnTo>
                  <a:pt x="1629262" y="3712464"/>
                </a:lnTo>
                <a:close/>
                <a:lnTo>
                  <a:pt x="1626782" y="3712464"/>
                </a:lnTo>
                <a:close/>
                <a:lnTo>
                  <a:pt x="1624302" y="3712464"/>
                </a:lnTo>
                <a:close/>
                <a:lnTo>
                  <a:pt x="1621823" y="3712464"/>
                </a:lnTo>
                <a:close/>
                <a:lnTo>
                  <a:pt x="1619343" y="3712464"/>
                </a:lnTo>
                <a:close/>
                <a:lnTo>
                  <a:pt x="1616863" y="3712464"/>
                </a:lnTo>
                <a:close/>
                <a:lnTo>
                  <a:pt x="1614383" y="3712464"/>
                </a:lnTo>
                <a:close/>
                <a:lnTo>
                  <a:pt x="1611903" y="3712464"/>
                </a:lnTo>
                <a:close/>
                <a:lnTo>
                  <a:pt x="1609423" y="3712464"/>
                </a:lnTo>
                <a:close/>
                <a:lnTo>
                  <a:pt x="1606943" y="3712464"/>
                </a:lnTo>
                <a:close/>
                <a:lnTo>
                  <a:pt x="1604464" y="3712464"/>
                </a:lnTo>
                <a:close/>
                <a:lnTo>
                  <a:pt x="1601984" y="3712464"/>
                </a:lnTo>
                <a:close/>
                <a:lnTo>
                  <a:pt x="1599504" y="3712464"/>
                </a:lnTo>
                <a:close/>
                <a:lnTo>
                  <a:pt x="1597024" y="3712464"/>
                </a:lnTo>
                <a:close/>
                <a:lnTo>
                  <a:pt x="1594544" y="3712464"/>
                </a:lnTo>
                <a:close/>
                <a:lnTo>
                  <a:pt x="1592064" y="3712464"/>
                </a:lnTo>
                <a:close/>
                <a:lnTo>
                  <a:pt x="1589584" y="3712464"/>
                </a:lnTo>
                <a:close/>
                <a:lnTo>
                  <a:pt x="1587105" y="3712464"/>
                </a:lnTo>
                <a:close/>
                <a:lnTo>
                  <a:pt x="1584625" y="3712464"/>
                </a:lnTo>
                <a:close/>
                <a:lnTo>
                  <a:pt x="1582145" y="3712464"/>
                </a:lnTo>
                <a:close/>
                <a:lnTo>
                  <a:pt x="1579665" y="3712464"/>
                </a:lnTo>
                <a:close/>
                <a:lnTo>
                  <a:pt x="1577185" y="3712464"/>
                </a:lnTo>
                <a:close/>
                <a:lnTo>
                  <a:pt x="1574705" y="3712464"/>
                </a:lnTo>
                <a:close/>
                <a:lnTo>
                  <a:pt x="1572226" y="3712464"/>
                </a:lnTo>
                <a:close/>
                <a:lnTo>
                  <a:pt x="1569746" y="3712464"/>
                </a:lnTo>
                <a:close/>
                <a:lnTo>
                  <a:pt x="1567266" y="3712464"/>
                </a:lnTo>
                <a:close/>
                <a:lnTo>
                  <a:pt x="1564786" y="3712464"/>
                </a:lnTo>
                <a:close/>
                <a:lnTo>
                  <a:pt x="1562306" y="3712464"/>
                </a:lnTo>
                <a:close/>
                <a:lnTo>
                  <a:pt x="1559826" y="3712464"/>
                </a:lnTo>
                <a:close/>
                <a:lnTo>
                  <a:pt x="1557346" y="3712464"/>
                </a:lnTo>
                <a:close/>
                <a:lnTo>
                  <a:pt x="1554867" y="3712464"/>
                </a:lnTo>
                <a:close/>
                <a:lnTo>
                  <a:pt x="1552387" y="3712464"/>
                </a:lnTo>
                <a:close/>
                <a:lnTo>
                  <a:pt x="1549907" y="3712464"/>
                </a:lnTo>
                <a:close/>
                <a:lnTo>
                  <a:pt x="1547427" y="3712464"/>
                </a:lnTo>
                <a:close/>
                <a:lnTo>
                  <a:pt x="1544947" y="3712464"/>
                </a:lnTo>
                <a:close/>
                <a:lnTo>
                  <a:pt x="1542467" y="3712464"/>
                </a:lnTo>
                <a:close/>
                <a:lnTo>
                  <a:pt x="1539987" y="3712464"/>
                </a:lnTo>
                <a:close/>
                <a:lnTo>
                  <a:pt x="1537508" y="3712464"/>
                </a:lnTo>
                <a:close/>
                <a:lnTo>
                  <a:pt x="1535028" y="3712464"/>
                </a:lnTo>
                <a:close/>
                <a:lnTo>
                  <a:pt x="1532548" y="3712464"/>
                </a:lnTo>
                <a:close/>
                <a:lnTo>
                  <a:pt x="1530068" y="3712464"/>
                </a:lnTo>
                <a:close/>
                <a:lnTo>
                  <a:pt x="1527588" y="3712464"/>
                </a:lnTo>
                <a:close/>
                <a:lnTo>
                  <a:pt x="1525108" y="3712464"/>
                </a:lnTo>
                <a:close/>
                <a:lnTo>
                  <a:pt x="1522628" y="3712464"/>
                </a:lnTo>
                <a:close/>
                <a:lnTo>
                  <a:pt x="1520149" y="3712464"/>
                </a:lnTo>
                <a:close/>
                <a:lnTo>
                  <a:pt x="1517669" y="3712464"/>
                </a:lnTo>
                <a:close/>
                <a:lnTo>
                  <a:pt x="1515189" y="3712464"/>
                </a:lnTo>
                <a:close/>
                <a:lnTo>
                  <a:pt x="1512709" y="3712464"/>
                </a:lnTo>
                <a:close/>
                <a:lnTo>
                  <a:pt x="1510229" y="3712464"/>
                </a:lnTo>
                <a:close/>
                <a:lnTo>
                  <a:pt x="1507749" y="3712464"/>
                </a:lnTo>
                <a:close/>
                <a:lnTo>
                  <a:pt x="1505270" y="3712464"/>
                </a:lnTo>
                <a:close/>
                <a:lnTo>
                  <a:pt x="1502790" y="3712464"/>
                </a:lnTo>
                <a:close/>
                <a:lnTo>
                  <a:pt x="1500310" y="3712464"/>
                </a:lnTo>
                <a:close/>
                <a:lnTo>
                  <a:pt x="1497830" y="3712464"/>
                </a:lnTo>
                <a:close/>
                <a:lnTo>
                  <a:pt x="1495350" y="3712464"/>
                </a:lnTo>
                <a:close/>
                <a:lnTo>
                  <a:pt x="1492870" y="3712464"/>
                </a:lnTo>
                <a:close/>
                <a:lnTo>
                  <a:pt x="1490390" y="3712464"/>
                </a:lnTo>
                <a:close/>
                <a:lnTo>
                  <a:pt x="1487911" y="3712464"/>
                </a:lnTo>
                <a:close/>
                <a:lnTo>
                  <a:pt x="1485431" y="3712464"/>
                </a:lnTo>
                <a:close/>
                <a:lnTo>
                  <a:pt x="1482951" y="3712464"/>
                </a:lnTo>
                <a:close/>
                <a:lnTo>
                  <a:pt x="1480471" y="3712464"/>
                </a:lnTo>
                <a:close/>
                <a:lnTo>
                  <a:pt x="1477991" y="3712464"/>
                </a:lnTo>
                <a:close/>
                <a:lnTo>
                  <a:pt x="1475511" y="3712464"/>
                </a:lnTo>
                <a:close/>
                <a:lnTo>
                  <a:pt x="1473031" y="3712464"/>
                </a:lnTo>
                <a:close/>
                <a:lnTo>
                  <a:pt x="1470552" y="3712464"/>
                </a:lnTo>
                <a:close/>
                <a:lnTo>
                  <a:pt x="1468072" y="3712464"/>
                </a:lnTo>
                <a:close/>
                <a:lnTo>
                  <a:pt x="1465592" y="3712464"/>
                </a:lnTo>
                <a:close/>
                <a:lnTo>
                  <a:pt x="1463112" y="3712464"/>
                </a:lnTo>
                <a:close/>
                <a:lnTo>
                  <a:pt x="1460632" y="3712464"/>
                </a:lnTo>
                <a:close/>
                <a:lnTo>
                  <a:pt x="1458152" y="3712464"/>
                </a:lnTo>
                <a:close/>
                <a:lnTo>
                  <a:pt x="1455672" y="3712464"/>
                </a:lnTo>
                <a:close/>
                <a:lnTo>
                  <a:pt x="1453193" y="3712464"/>
                </a:lnTo>
                <a:close/>
                <a:lnTo>
                  <a:pt x="1450713" y="3712464"/>
                </a:lnTo>
                <a:close/>
                <a:lnTo>
                  <a:pt x="1448233" y="3712464"/>
                </a:lnTo>
                <a:close/>
                <a:lnTo>
                  <a:pt x="1445753" y="3712464"/>
                </a:lnTo>
                <a:close/>
                <a:lnTo>
                  <a:pt x="1443273" y="3712464"/>
                </a:lnTo>
                <a:close/>
                <a:lnTo>
                  <a:pt x="1440793" y="3712464"/>
                </a:lnTo>
                <a:close/>
                <a:lnTo>
                  <a:pt x="1438314" y="3712464"/>
                </a:lnTo>
                <a:close/>
                <a:lnTo>
                  <a:pt x="1435834" y="3712464"/>
                </a:lnTo>
                <a:close/>
                <a:lnTo>
                  <a:pt x="1433354" y="3712464"/>
                </a:lnTo>
                <a:close/>
                <a:lnTo>
                  <a:pt x="1430874" y="3712464"/>
                </a:lnTo>
                <a:close/>
                <a:lnTo>
                  <a:pt x="1428394" y="3712464"/>
                </a:lnTo>
                <a:close/>
                <a:lnTo>
                  <a:pt x="1425914" y="3712464"/>
                </a:lnTo>
                <a:close/>
                <a:lnTo>
                  <a:pt x="1423434" y="3712464"/>
                </a:lnTo>
                <a:close/>
                <a:lnTo>
                  <a:pt x="1420955" y="3712464"/>
                </a:lnTo>
                <a:close/>
                <a:lnTo>
                  <a:pt x="1418475" y="3712464"/>
                </a:lnTo>
                <a:close/>
                <a:lnTo>
                  <a:pt x="1415995" y="3712464"/>
                </a:lnTo>
                <a:close/>
                <a:lnTo>
                  <a:pt x="1413515" y="3712464"/>
                </a:lnTo>
                <a:close/>
                <a:lnTo>
                  <a:pt x="1411035" y="3712464"/>
                </a:lnTo>
                <a:close/>
                <a:lnTo>
                  <a:pt x="1408555" y="3712464"/>
                </a:lnTo>
                <a:close/>
                <a:lnTo>
                  <a:pt x="1406075" y="3712464"/>
                </a:lnTo>
                <a:close/>
                <a:lnTo>
                  <a:pt x="1403596" y="3712464"/>
                </a:lnTo>
                <a:close/>
                <a:lnTo>
                  <a:pt x="1401116" y="3712464"/>
                </a:lnTo>
                <a:close/>
                <a:lnTo>
                  <a:pt x="1398636" y="3712464"/>
                </a:lnTo>
                <a:close/>
                <a:lnTo>
                  <a:pt x="1396156" y="3712464"/>
                </a:lnTo>
                <a:close/>
                <a:lnTo>
                  <a:pt x="1393676" y="3712464"/>
                </a:lnTo>
                <a:close/>
                <a:lnTo>
                  <a:pt x="1391196" y="3712464"/>
                </a:lnTo>
                <a:close/>
                <a:lnTo>
                  <a:pt x="1388716" y="3712464"/>
                </a:lnTo>
                <a:close/>
                <a:lnTo>
                  <a:pt x="1386237" y="3712464"/>
                </a:lnTo>
                <a:close/>
                <a:lnTo>
                  <a:pt x="1383757" y="3712464"/>
                </a:lnTo>
                <a:close/>
                <a:lnTo>
                  <a:pt x="1381277" y="3712464"/>
                </a:lnTo>
                <a:close/>
                <a:lnTo>
                  <a:pt x="1378797" y="3712464"/>
                </a:lnTo>
                <a:close/>
                <a:lnTo>
                  <a:pt x="1376317" y="3712464"/>
                </a:lnTo>
                <a:close/>
                <a:lnTo>
                  <a:pt x="1373837" y="3712464"/>
                </a:lnTo>
                <a:close/>
                <a:lnTo>
                  <a:pt x="1371358" y="3712464"/>
                </a:lnTo>
                <a:close/>
                <a:lnTo>
                  <a:pt x="1368878" y="3712464"/>
                </a:lnTo>
                <a:close/>
                <a:lnTo>
                  <a:pt x="1366398" y="3712464"/>
                </a:lnTo>
                <a:close/>
                <a:lnTo>
                  <a:pt x="1363918" y="3712464"/>
                </a:lnTo>
                <a:close/>
                <a:lnTo>
                  <a:pt x="1361438" y="3712464"/>
                </a:lnTo>
                <a:close/>
                <a:lnTo>
                  <a:pt x="1358958" y="3712464"/>
                </a:lnTo>
                <a:close/>
                <a:lnTo>
                  <a:pt x="1356478" y="3712464"/>
                </a:lnTo>
                <a:close/>
                <a:lnTo>
                  <a:pt x="1353999" y="3712464"/>
                </a:lnTo>
                <a:close/>
                <a:lnTo>
                  <a:pt x="1351519" y="3712464"/>
                </a:lnTo>
                <a:close/>
                <a:lnTo>
                  <a:pt x="1349039" y="3712464"/>
                </a:lnTo>
                <a:close/>
                <a:lnTo>
                  <a:pt x="1346559" y="3712464"/>
                </a:lnTo>
                <a:close/>
                <a:lnTo>
                  <a:pt x="1344079" y="3712464"/>
                </a:lnTo>
                <a:close/>
                <a:lnTo>
                  <a:pt x="1341599" y="3712464"/>
                </a:lnTo>
                <a:close/>
                <a:lnTo>
                  <a:pt x="1339119" y="3712464"/>
                </a:lnTo>
                <a:close/>
                <a:lnTo>
                  <a:pt x="1336640" y="3712464"/>
                </a:lnTo>
                <a:close/>
                <a:lnTo>
                  <a:pt x="1334160" y="3712464"/>
                </a:lnTo>
                <a:close/>
                <a:lnTo>
                  <a:pt x="1331680" y="3712464"/>
                </a:lnTo>
                <a:close/>
                <a:lnTo>
                  <a:pt x="1329200" y="3712464"/>
                </a:lnTo>
                <a:close/>
                <a:lnTo>
                  <a:pt x="1326720" y="3712464"/>
                </a:lnTo>
                <a:close/>
                <a:lnTo>
                  <a:pt x="1324240" y="3712464"/>
                </a:lnTo>
                <a:close/>
                <a:lnTo>
                  <a:pt x="1321761" y="3712464"/>
                </a:lnTo>
                <a:close/>
                <a:lnTo>
                  <a:pt x="1319281" y="3712464"/>
                </a:lnTo>
                <a:close/>
                <a:lnTo>
                  <a:pt x="1316801" y="3712464"/>
                </a:lnTo>
                <a:close/>
                <a:lnTo>
                  <a:pt x="1314321" y="3712464"/>
                </a:lnTo>
                <a:close/>
                <a:lnTo>
                  <a:pt x="1311841" y="3712464"/>
                </a:lnTo>
                <a:close/>
                <a:lnTo>
                  <a:pt x="1309361" y="3712464"/>
                </a:lnTo>
                <a:close/>
                <a:lnTo>
                  <a:pt x="1306881" y="3712464"/>
                </a:lnTo>
                <a:close/>
                <a:lnTo>
                  <a:pt x="1304402" y="3712464"/>
                </a:lnTo>
                <a:close/>
                <a:lnTo>
                  <a:pt x="1301922" y="3712464"/>
                </a:lnTo>
                <a:close/>
                <a:lnTo>
                  <a:pt x="1299442" y="3712464"/>
                </a:lnTo>
                <a:close/>
                <a:lnTo>
                  <a:pt x="1296962" y="3712464"/>
                </a:lnTo>
                <a:close/>
                <a:lnTo>
                  <a:pt x="1294482" y="3712464"/>
                </a:lnTo>
                <a:close/>
                <a:lnTo>
                  <a:pt x="1292002" y="3712464"/>
                </a:lnTo>
                <a:close/>
                <a:lnTo>
                  <a:pt x="1289522" y="3712464"/>
                </a:lnTo>
                <a:close/>
                <a:lnTo>
                  <a:pt x="1287043" y="3712464"/>
                </a:lnTo>
                <a:close/>
                <a:lnTo>
                  <a:pt x="1284563" y="3712464"/>
                </a:lnTo>
                <a:close/>
                <a:lnTo>
                  <a:pt x="1282083" y="3712464"/>
                </a:lnTo>
                <a:close/>
                <a:lnTo>
                  <a:pt x="1279603" y="3712464"/>
                </a:lnTo>
                <a:close/>
                <a:lnTo>
                  <a:pt x="1277123" y="3712464"/>
                </a:lnTo>
                <a:close/>
                <a:lnTo>
                  <a:pt x="1274643" y="3712464"/>
                </a:lnTo>
                <a:close/>
                <a:lnTo>
                  <a:pt x="1272163" y="3712464"/>
                </a:lnTo>
                <a:close/>
                <a:lnTo>
                  <a:pt x="1269684" y="3712464"/>
                </a:lnTo>
                <a:close/>
                <a:lnTo>
                  <a:pt x="1267204" y="3712464"/>
                </a:lnTo>
                <a:close/>
                <a:lnTo>
                  <a:pt x="1264724" y="3712464"/>
                </a:lnTo>
                <a:close/>
                <a:lnTo>
                  <a:pt x="1262244" y="3712464"/>
                </a:lnTo>
                <a:close/>
                <a:lnTo>
                  <a:pt x="1259764" y="3712464"/>
                </a:lnTo>
                <a:close/>
                <a:lnTo>
                  <a:pt x="1257284" y="3712464"/>
                </a:lnTo>
                <a:close/>
                <a:lnTo>
                  <a:pt x="1254805" y="3712464"/>
                </a:lnTo>
                <a:close/>
                <a:lnTo>
                  <a:pt x="1252325" y="3712464"/>
                </a:lnTo>
                <a:close/>
                <a:lnTo>
                  <a:pt x="1249845" y="3712464"/>
                </a:lnTo>
                <a:close/>
                <a:lnTo>
                  <a:pt x="1247365" y="3712464"/>
                </a:lnTo>
                <a:close/>
                <a:lnTo>
                  <a:pt x="1244885" y="3712464"/>
                </a:lnTo>
                <a:close/>
                <a:lnTo>
                  <a:pt x="1242405" y="3712464"/>
                </a:lnTo>
                <a:close/>
                <a:lnTo>
                  <a:pt x="1239925" y="3712464"/>
                </a:lnTo>
                <a:close/>
                <a:lnTo>
                  <a:pt x="1237446" y="3712464"/>
                </a:lnTo>
                <a:close/>
                <a:lnTo>
                  <a:pt x="1234966" y="3712464"/>
                </a:lnTo>
                <a:close/>
                <a:lnTo>
                  <a:pt x="1232486" y="3712464"/>
                </a:lnTo>
                <a:close/>
                <a:lnTo>
                  <a:pt x="1230006" y="3712464"/>
                </a:lnTo>
                <a:close/>
                <a:lnTo>
                  <a:pt x="1227526" y="3712464"/>
                </a:lnTo>
                <a:close/>
                <a:lnTo>
                  <a:pt x="1225046" y="3712464"/>
                </a:lnTo>
                <a:close/>
                <a:lnTo>
                  <a:pt x="1222566" y="3712464"/>
                </a:lnTo>
                <a:close/>
                <a:lnTo>
                  <a:pt x="1220087" y="3712464"/>
                </a:lnTo>
                <a:close/>
                <a:lnTo>
                  <a:pt x="1217607" y="3712464"/>
                </a:lnTo>
                <a:close/>
                <a:lnTo>
                  <a:pt x="1215127" y="3712464"/>
                </a:lnTo>
                <a:close/>
                <a:lnTo>
                  <a:pt x="1212647" y="3712464"/>
                </a:lnTo>
                <a:close/>
                <a:lnTo>
                  <a:pt x="1210167" y="3712464"/>
                </a:lnTo>
                <a:close/>
                <a:lnTo>
                  <a:pt x="1207687" y="3712464"/>
                </a:lnTo>
                <a:close/>
                <a:lnTo>
                  <a:pt x="1205207" y="3712464"/>
                </a:lnTo>
                <a:close/>
                <a:lnTo>
                  <a:pt x="1202728" y="3712464"/>
                </a:lnTo>
                <a:close/>
                <a:lnTo>
                  <a:pt x="1200248" y="3712464"/>
                </a:lnTo>
                <a:close/>
                <a:lnTo>
                  <a:pt x="1197768" y="3712464"/>
                </a:lnTo>
                <a:close/>
                <a:lnTo>
                  <a:pt x="1195288" y="3712464"/>
                </a:lnTo>
                <a:close/>
                <a:lnTo>
                  <a:pt x="1192808" y="3712464"/>
                </a:lnTo>
                <a:close/>
                <a:lnTo>
                  <a:pt x="1190328" y="3712464"/>
                </a:lnTo>
                <a:close/>
                <a:lnTo>
                  <a:pt x="1187849" y="3712464"/>
                </a:lnTo>
                <a:close/>
                <a:lnTo>
                  <a:pt x="1185369" y="3712464"/>
                </a:lnTo>
                <a:close/>
                <a:lnTo>
                  <a:pt x="1182889" y="3712464"/>
                </a:lnTo>
                <a:close/>
                <a:lnTo>
                  <a:pt x="1180409" y="3712464"/>
                </a:lnTo>
                <a:close/>
                <a:lnTo>
                  <a:pt x="1177929" y="3712464"/>
                </a:lnTo>
                <a:close/>
                <a:lnTo>
                  <a:pt x="1175449" y="3712464"/>
                </a:lnTo>
                <a:close/>
                <a:lnTo>
                  <a:pt x="1172969" y="3712464"/>
                </a:lnTo>
                <a:close/>
                <a:lnTo>
                  <a:pt x="1170490" y="3712464"/>
                </a:lnTo>
                <a:close/>
                <a:lnTo>
                  <a:pt x="1168010" y="3712464"/>
                </a:lnTo>
                <a:close/>
                <a:lnTo>
                  <a:pt x="1165530" y="3712464"/>
                </a:lnTo>
                <a:close/>
                <a:lnTo>
                  <a:pt x="1163050" y="3712464"/>
                </a:lnTo>
                <a:close/>
                <a:lnTo>
                  <a:pt x="1160570" y="3712464"/>
                </a:lnTo>
                <a:close/>
                <a:lnTo>
                  <a:pt x="1158090" y="3712464"/>
                </a:lnTo>
                <a:close/>
                <a:lnTo>
                  <a:pt x="1155610" y="3712464"/>
                </a:lnTo>
                <a:close/>
                <a:lnTo>
                  <a:pt x="1153131" y="3712464"/>
                </a:lnTo>
                <a:close/>
                <a:lnTo>
                  <a:pt x="1150651" y="3712464"/>
                </a:lnTo>
                <a:close/>
                <a:lnTo>
                  <a:pt x="1148171" y="3712464"/>
                </a:lnTo>
                <a:close/>
                <a:lnTo>
                  <a:pt x="1145691" y="3712464"/>
                </a:lnTo>
                <a:close/>
                <a:lnTo>
                  <a:pt x="1143211" y="3712464"/>
                </a:lnTo>
                <a:close/>
                <a:lnTo>
                  <a:pt x="1140731" y="3712464"/>
                </a:lnTo>
                <a:close/>
                <a:lnTo>
                  <a:pt x="1138251" y="3712464"/>
                </a:lnTo>
                <a:close/>
                <a:lnTo>
                  <a:pt x="1135772" y="3712464"/>
                </a:lnTo>
                <a:close/>
                <a:lnTo>
                  <a:pt x="1133292" y="3712464"/>
                </a:lnTo>
                <a:close/>
                <a:lnTo>
                  <a:pt x="1130812" y="3712464"/>
                </a:lnTo>
                <a:close/>
                <a:lnTo>
                  <a:pt x="1128332" y="3712464"/>
                </a:lnTo>
                <a:close/>
                <a:lnTo>
                  <a:pt x="1125852" y="3712464"/>
                </a:lnTo>
                <a:close/>
                <a:lnTo>
                  <a:pt x="1123372" y="3712464"/>
                </a:lnTo>
                <a:close/>
                <a:lnTo>
                  <a:pt x="1120893" y="3712464"/>
                </a:lnTo>
                <a:close/>
                <a:lnTo>
                  <a:pt x="1118413" y="3712464"/>
                </a:lnTo>
                <a:close/>
                <a:lnTo>
                  <a:pt x="1115933" y="3712464"/>
                </a:lnTo>
                <a:close/>
                <a:lnTo>
                  <a:pt x="1113453" y="3712464"/>
                </a:lnTo>
                <a:close/>
                <a:lnTo>
                  <a:pt x="1110973" y="3712464"/>
                </a:lnTo>
                <a:close/>
                <a:lnTo>
                  <a:pt x="1108493" y="3712464"/>
                </a:lnTo>
                <a:close/>
                <a:lnTo>
                  <a:pt x="1106013" y="3712464"/>
                </a:lnTo>
                <a:close/>
                <a:lnTo>
                  <a:pt x="1103534" y="3712464"/>
                </a:lnTo>
                <a:close/>
                <a:lnTo>
                  <a:pt x="1101054" y="3712464"/>
                </a:lnTo>
                <a:close/>
                <a:lnTo>
                  <a:pt x="1098574" y="3712464"/>
                </a:lnTo>
                <a:close/>
                <a:lnTo>
                  <a:pt x="1096094" y="3712464"/>
                </a:lnTo>
                <a:close/>
                <a:lnTo>
                  <a:pt x="1093614" y="3712464"/>
                </a:lnTo>
                <a:close/>
                <a:lnTo>
                  <a:pt x="1091134" y="3712464"/>
                </a:lnTo>
                <a:close/>
                <a:lnTo>
                  <a:pt x="1088654" y="3712464"/>
                </a:lnTo>
                <a:close/>
                <a:lnTo>
                  <a:pt x="1086175" y="3712464"/>
                </a:lnTo>
                <a:close/>
                <a:lnTo>
                  <a:pt x="1083695" y="3712464"/>
                </a:lnTo>
                <a:close/>
                <a:lnTo>
                  <a:pt x="1081215" y="3712464"/>
                </a:lnTo>
                <a:close/>
                <a:lnTo>
                  <a:pt x="1078735" y="3712464"/>
                </a:lnTo>
                <a:close/>
                <a:lnTo>
                  <a:pt x="1076255" y="3712464"/>
                </a:lnTo>
                <a:close/>
                <a:lnTo>
                  <a:pt x="1073775" y="3712464"/>
                </a:lnTo>
                <a:close/>
                <a:lnTo>
                  <a:pt x="1071295" y="3712464"/>
                </a:lnTo>
                <a:close/>
                <a:lnTo>
                  <a:pt x="1068816" y="3712464"/>
                </a:lnTo>
                <a:close/>
                <a:lnTo>
                  <a:pt x="1066336" y="3712464"/>
                </a:lnTo>
                <a:close/>
                <a:lnTo>
                  <a:pt x="1063856" y="3712464"/>
                </a:lnTo>
                <a:close/>
                <a:lnTo>
                  <a:pt x="1061376" y="3712464"/>
                </a:lnTo>
                <a:close/>
                <a:lnTo>
                  <a:pt x="1058896" y="3712464"/>
                </a:lnTo>
                <a:close/>
                <a:lnTo>
                  <a:pt x="1056416" y="3712464"/>
                </a:lnTo>
                <a:close/>
                <a:lnTo>
                  <a:pt x="1053937" y="3712464"/>
                </a:lnTo>
                <a:close/>
                <a:lnTo>
                  <a:pt x="1051457" y="3712464"/>
                </a:lnTo>
                <a:close/>
                <a:lnTo>
                  <a:pt x="1048977" y="3712464"/>
                </a:lnTo>
                <a:close/>
                <a:lnTo>
                  <a:pt x="1046497" y="3712464"/>
                </a:lnTo>
                <a:close/>
                <a:lnTo>
                  <a:pt x="1044017" y="3712464"/>
                </a:lnTo>
                <a:close/>
                <a:lnTo>
                  <a:pt x="1041537" y="3712464"/>
                </a:lnTo>
                <a:close/>
                <a:lnTo>
                  <a:pt x="1039057" y="3712464"/>
                </a:lnTo>
                <a:close/>
                <a:lnTo>
                  <a:pt x="1036578" y="3712464"/>
                </a:lnTo>
                <a:close/>
                <a:lnTo>
                  <a:pt x="1034098" y="3712464"/>
                </a:lnTo>
                <a:close/>
                <a:lnTo>
                  <a:pt x="1031618" y="3712464"/>
                </a:lnTo>
                <a:close/>
                <a:lnTo>
                  <a:pt x="1029138" y="3712464"/>
                </a:lnTo>
                <a:close/>
                <a:lnTo>
                  <a:pt x="1026658" y="3712464"/>
                </a:lnTo>
                <a:close/>
                <a:lnTo>
                  <a:pt x="1024178" y="3712464"/>
                </a:lnTo>
                <a:close/>
                <a:lnTo>
                  <a:pt x="1021698" y="3712464"/>
                </a:lnTo>
                <a:close/>
                <a:lnTo>
                  <a:pt x="1019219" y="3712464"/>
                </a:lnTo>
                <a:close/>
                <a:lnTo>
                  <a:pt x="1016739" y="3712464"/>
                </a:lnTo>
                <a:close/>
                <a:lnTo>
                  <a:pt x="1014259" y="3712464"/>
                </a:lnTo>
                <a:close/>
                <a:lnTo>
                  <a:pt x="1011779" y="3712464"/>
                </a:lnTo>
                <a:close/>
                <a:lnTo>
                  <a:pt x="1009299" y="3712464"/>
                </a:lnTo>
                <a:close/>
                <a:lnTo>
                  <a:pt x="1006819" y="3712464"/>
                </a:lnTo>
                <a:close/>
                <a:lnTo>
                  <a:pt x="1004339" y="3712464"/>
                </a:lnTo>
                <a:close/>
                <a:lnTo>
                  <a:pt x="1001860" y="3712464"/>
                </a:lnTo>
                <a:close/>
                <a:lnTo>
                  <a:pt x="999380" y="3712464"/>
                </a:lnTo>
                <a:close/>
                <a:lnTo>
                  <a:pt x="996900" y="3712464"/>
                </a:lnTo>
                <a:close/>
                <a:lnTo>
                  <a:pt x="994420" y="3712464"/>
                </a:lnTo>
                <a:close/>
                <a:lnTo>
                  <a:pt x="991940" y="3712464"/>
                </a:lnTo>
                <a:close/>
                <a:lnTo>
                  <a:pt x="989460" y="3712464"/>
                </a:lnTo>
                <a:close/>
                <a:lnTo>
                  <a:pt x="986981" y="3712464"/>
                </a:lnTo>
                <a:close/>
                <a:lnTo>
                  <a:pt x="984501" y="3712464"/>
                </a:lnTo>
                <a:close/>
                <a:lnTo>
                  <a:pt x="982021" y="3712464"/>
                </a:lnTo>
                <a:close/>
                <a:lnTo>
                  <a:pt x="979541" y="3712464"/>
                </a:lnTo>
                <a:close/>
                <a:lnTo>
                  <a:pt x="977061" y="3712464"/>
                </a:lnTo>
                <a:close/>
                <a:lnTo>
                  <a:pt x="974581" y="3712464"/>
                </a:lnTo>
                <a:close/>
                <a:lnTo>
                  <a:pt x="972101" y="3712464"/>
                </a:lnTo>
                <a:close/>
                <a:lnTo>
                  <a:pt x="969622" y="3712464"/>
                </a:lnTo>
                <a:close/>
                <a:lnTo>
                  <a:pt x="967142" y="3712464"/>
                </a:lnTo>
                <a:close/>
                <a:lnTo>
                  <a:pt x="964662" y="3712464"/>
                </a:lnTo>
                <a:close/>
                <a:lnTo>
                  <a:pt x="962182" y="3712464"/>
                </a:lnTo>
                <a:close/>
                <a:lnTo>
                  <a:pt x="959702" y="3712464"/>
                </a:lnTo>
                <a:close/>
                <a:lnTo>
                  <a:pt x="957222" y="3712464"/>
                </a:lnTo>
                <a:close/>
                <a:lnTo>
                  <a:pt x="954742" y="3712464"/>
                </a:lnTo>
                <a:close/>
                <a:lnTo>
                  <a:pt x="952263" y="3712464"/>
                </a:lnTo>
                <a:close/>
                <a:lnTo>
                  <a:pt x="949783" y="3712464"/>
                </a:lnTo>
                <a:close/>
                <a:lnTo>
                  <a:pt x="947303" y="3712464"/>
                </a:lnTo>
                <a:close/>
                <a:lnTo>
                  <a:pt x="944823" y="3712464"/>
                </a:lnTo>
                <a:close/>
                <a:lnTo>
                  <a:pt x="942343" y="3712464"/>
                </a:lnTo>
                <a:close/>
                <a:lnTo>
                  <a:pt x="939863" y="3712464"/>
                </a:lnTo>
                <a:close/>
                <a:lnTo>
                  <a:pt x="937384" y="3712464"/>
                </a:lnTo>
                <a:close/>
                <a:lnTo>
                  <a:pt x="934904" y="3712464"/>
                </a:lnTo>
                <a:close/>
                <a:lnTo>
                  <a:pt x="932424" y="3712464"/>
                </a:lnTo>
                <a:close/>
                <a:lnTo>
                  <a:pt x="929944" y="3712464"/>
                </a:lnTo>
                <a:close/>
                <a:lnTo>
                  <a:pt x="927464" y="3712464"/>
                </a:lnTo>
                <a:close/>
                <a:lnTo>
                  <a:pt x="924984" y="3712464"/>
                </a:lnTo>
                <a:close/>
                <a:lnTo>
                  <a:pt x="922504" y="3712464"/>
                </a:lnTo>
                <a:close/>
                <a:lnTo>
                  <a:pt x="920025" y="3712464"/>
                </a:lnTo>
                <a:close/>
                <a:lnTo>
                  <a:pt x="917545" y="3712464"/>
                </a:lnTo>
                <a:close/>
                <a:lnTo>
                  <a:pt x="915065" y="3712464"/>
                </a:lnTo>
                <a:close/>
                <a:lnTo>
                  <a:pt x="912585" y="3712464"/>
                </a:lnTo>
                <a:close/>
                <a:lnTo>
                  <a:pt x="910105" y="3712464"/>
                </a:lnTo>
                <a:close/>
                <a:lnTo>
                  <a:pt x="907625" y="3712464"/>
                </a:lnTo>
                <a:close/>
                <a:lnTo>
                  <a:pt x="905145" y="3712464"/>
                </a:lnTo>
                <a:close/>
                <a:lnTo>
                  <a:pt x="902666" y="3712464"/>
                </a:lnTo>
                <a:close/>
                <a:lnTo>
                  <a:pt x="900186" y="3712464"/>
                </a:lnTo>
                <a:close/>
                <a:lnTo>
                  <a:pt x="897706" y="3712464"/>
                </a:lnTo>
                <a:close/>
                <a:lnTo>
                  <a:pt x="895226" y="3712464"/>
                </a:lnTo>
                <a:close/>
                <a:lnTo>
                  <a:pt x="892746" y="3712464"/>
                </a:lnTo>
                <a:close/>
                <a:lnTo>
                  <a:pt x="890266" y="3712464"/>
                </a:lnTo>
                <a:close/>
                <a:lnTo>
                  <a:pt x="887786" y="3712464"/>
                </a:lnTo>
                <a:close/>
                <a:lnTo>
                  <a:pt x="885307" y="3712464"/>
                </a:lnTo>
                <a:close/>
                <a:lnTo>
                  <a:pt x="882827" y="3712464"/>
                </a:lnTo>
                <a:close/>
                <a:lnTo>
                  <a:pt x="880347" y="3712464"/>
                </a:lnTo>
                <a:close/>
                <a:lnTo>
                  <a:pt x="877867" y="3712464"/>
                </a:lnTo>
                <a:close/>
                <a:lnTo>
                  <a:pt x="875387" y="3712464"/>
                </a:lnTo>
                <a:close/>
                <a:lnTo>
                  <a:pt x="872907" y="3712464"/>
                </a:lnTo>
                <a:close/>
                <a:lnTo>
                  <a:pt x="870428" y="3712464"/>
                </a:lnTo>
                <a:close/>
                <a:lnTo>
                  <a:pt x="867948" y="3712464"/>
                </a:lnTo>
                <a:close/>
                <a:lnTo>
                  <a:pt x="865468" y="3712464"/>
                </a:lnTo>
                <a:close/>
                <a:lnTo>
                  <a:pt x="862988" y="3712464"/>
                </a:lnTo>
                <a:close/>
                <a:lnTo>
                  <a:pt x="860508" y="3712464"/>
                </a:lnTo>
                <a:close/>
                <a:lnTo>
                  <a:pt x="858028" y="3712464"/>
                </a:lnTo>
                <a:close/>
                <a:lnTo>
                  <a:pt x="855548" y="3712464"/>
                </a:lnTo>
                <a:close/>
                <a:lnTo>
                  <a:pt x="853069" y="3712464"/>
                </a:lnTo>
                <a:close/>
                <a:lnTo>
                  <a:pt x="850589" y="3712464"/>
                </a:lnTo>
                <a:close/>
                <a:lnTo>
                  <a:pt x="848109" y="3712464"/>
                </a:lnTo>
                <a:close/>
                <a:lnTo>
                  <a:pt x="845629" y="3712464"/>
                </a:lnTo>
                <a:close/>
                <a:lnTo>
                  <a:pt x="843149" y="3712464"/>
                </a:lnTo>
                <a:close/>
                <a:lnTo>
                  <a:pt x="840669" y="3712464"/>
                </a:lnTo>
                <a:close/>
                <a:lnTo>
                  <a:pt x="838189" y="3712464"/>
                </a:lnTo>
                <a:close/>
                <a:lnTo>
                  <a:pt x="835710" y="3712464"/>
                </a:lnTo>
                <a:close/>
                <a:lnTo>
                  <a:pt x="833230" y="3712464"/>
                </a:lnTo>
                <a:close/>
                <a:lnTo>
                  <a:pt x="830750" y="3712464"/>
                </a:lnTo>
                <a:close/>
                <a:lnTo>
                  <a:pt x="828270" y="3712464"/>
                </a:lnTo>
                <a:close/>
                <a:lnTo>
                  <a:pt x="825790" y="3712464"/>
                </a:lnTo>
                <a:close/>
                <a:lnTo>
                  <a:pt x="823310" y="3712464"/>
                </a:lnTo>
                <a:close/>
                <a:lnTo>
                  <a:pt x="820830" y="3712464"/>
                </a:lnTo>
                <a:close/>
                <a:lnTo>
                  <a:pt x="818351" y="3712464"/>
                </a:lnTo>
                <a:close/>
                <a:lnTo>
                  <a:pt x="815871" y="3712464"/>
                </a:lnTo>
                <a:close/>
                <a:lnTo>
                  <a:pt x="813391" y="3712464"/>
                </a:lnTo>
                <a:close/>
                <a:lnTo>
                  <a:pt x="810911" y="3712464"/>
                </a:lnTo>
                <a:close/>
                <a:lnTo>
                  <a:pt x="808431" y="3712464"/>
                </a:lnTo>
                <a:close/>
                <a:lnTo>
                  <a:pt x="805951" y="3712464"/>
                </a:lnTo>
                <a:close/>
                <a:lnTo>
                  <a:pt x="803472" y="3712464"/>
                </a:lnTo>
                <a:close/>
                <a:lnTo>
                  <a:pt x="800992" y="3712464"/>
                </a:lnTo>
                <a:close/>
                <a:lnTo>
                  <a:pt x="798512" y="3712464"/>
                </a:lnTo>
                <a:close/>
                <a:lnTo>
                  <a:pt x="796032" y="3712464"/>
                </a:lnTo>
                <a:close/>
                <a:lnTo>
                  <a:pt x="793552" y="3712464"/>
                </a:lnTo>
                <a:close/>
                <a:lnTo>
                  <a:pt x="791072" y="3712464"/>
                </a:lnTo>
                <a:close/>
                <a:lnTo>
                  <a:pt x="788592" y="3712464"/>
                </a:lnTo>
                <a:close/>
                <a:lnTo>
                  <a:pt x="786113" y="3712464"/>
                </a:lnTo>
                <a:close/>
                <a:lnTo>
                  <a:pt x="783633" y="3712464"/>
                </a:lnTo>
                <a:close/>
                <a:lnTo>
                  <a:pt x="781153" y="3712464"/>
                </a:lnTo>
                <a:close/>
                <a:lnTo>
                  <a:pt x="778673" y="3712464"/>
                </a:lnTo>
                <a:close/>
                <a:lnTo>
                  <a:pt x="776193" y="3712464"/>
                </a:lnTo>
                <a:close/>
                <a:lnTo>
                  <a:pt x="773713" y="3712464"/>
                </a:lnTo>
                <a:close/>
                <a:lnTo>
                  <a:pt x="771233" y="3712464"/>
                </a:lnTo>
                <a:close/>
                <a:lnTo>
                  <a:pt x="768754" y="3712464"/>
                </a:lnTo>
                <a:close/>
                <a:lnTo>
                  <a:pt x="766274" y="3712464"/>
                </a:lnTo>
                <a:close/>
                <a:lnTo>
                  <a:pt x="763794" y="3712464"/>
                </a:lnTo>
                <a:close/>
                <a:lnTo>
                  <a:pt x="761314" y="3712464"/>
                </a:lnTo>
                <a:close/>
                <a:lnTo>
                  <a:pt x="758834" y="3712464"/>
                </a:lnTo>
                <a:close/>
                <a:lnTo>
                  <a:pt x="756354" y="3712464"/>
                </a:lnTo>
                <a:close/>
                <a:lnTo>
                  <a:pt x="753875" y="3712464"/>
                </a:lnTo>
                <a:close/>
                <a:lnTo>
                  <a:pt x="751395" y="3712464"/>
                </a:lnTo>
                <a:close/>
                <a:lnTo>
                  <a:pt x="748915" y="3712464"/>
                </a:lnTo>
                <a:close/>
                <a:lnTo>
                  <a:pt x="746435" y="3712464"/>
                </a:lnTo>
                <a:close/>
                <a:lnTo>
                  <a:pt x="743955" y="3712464"/>
                </a:lnTo>
                <a:close/>
                <a:lnTo>
                  <a:pt x="741475" y="3712464"/>
                </a:lnTo>
                <a:close/>
                <a:lnTo>
                  <a:pt x="738995" y="3712464"/>
                </a:lnTo>
                <a:close/>
                <a:lnTo>
                  <a:pt x="736516" y="3712464"/>
                </a:lnTo>
                <a:close/>
                <a:lnTo>
                  <a:pt x="734036" y="3712464"/>
                </a:lnTo>
                <a:close/>
                <a:lnTo>
                  <a:pt x="731556" y="3712464"/>
                </a:lnTo>
                <a:close/>
                <a:lnTo>
                  <a:pt x="729076" y="3712464"/>
                </a:lnTo>
                <a:close/>
                <a:lnTo>
                  <a:pt x="726596" y="3712464"/>
                </a:lnTo>
                <a:close/>
                <a:lnTo>
                  <a:pt x="724116" y="3712464"/>
                </a:lnTo>
                <a:close/>
                <a:lnTo>
                  <a:pt x="721636" y="3712464"/>
                </a:lnTo>
                <a:close/>
                <a:lnTo>
                  <a:pt x="719157" y="3712464"/>
                </a:lnTo>
                <a:close/>
                <a:lnTo>
                  <a:pt x="716677" y="3712464"/>
                </a:lnTo>
                <a:close/>
                <a:lnTo>
                  <a:pt x="714197" y="3712464"/>
                </a:lnTo>
                <a:close/>
                <a:lnTo>
                  <a:pt x="711717" y="3712464"/>
                </a:lnTo>
                <a:close/>
                <a:lnTo>
                  <a:pt x="709237" y="3712464"/>
                </a:lnTo>
                <a:close/>
                <a:lnTo>
                  <a:pt x="706757" y="3712464"/>
                </a:lnTo>
                <a:close/>
                <a:lnTo>
                  <a:pt x="704277" y="3712464"/>
                </a:lnTo>
                <a:close/>
                <a:lnTo>
                  <a:pt x="701798" y="3712464"/>
                </a:lnTo>
                <a:close/>
                <a:lnTo>
                  <a:pt x="699318" y="3712464"/>
                </a:lnTo>
                <a:close/>
                <a:lnTo>
                  <a:pt x="696838" y="3712464"/>
                </a:lnTo>
                <a:close/>
                <a:lnTo>
                  <a:pt x="694358" y="3712464"/>
                </a:lnTo>
                <a:close/>
                <a:lnTo>
                  <a:pt x="691878" y="3712464"/>
                </a:lnTo>
                <a:close/>
                <a:lnTo>
                  <a:pt x="689398" y="3712464"/>
                </a:lnTo>
                <a:close/>
                <a:lnTo>
                  <a:pt x="686919" y="3712464"/>
                </a:lnTo>
                <a:close/>
                <a:lnTo>
                  <a:pt x="684439" y="3712464"/>
                </a:lnTo>
                <a:close/>
                <a:lnTo>
                  <a:pt x="681959" y="3712464"/>
                </a:lnTo>
                <a:close/>
                <a:lnTo>
                  <a:pt x="679479" y="3712464"/>
                </a:lnTo>
                <a:close/>
                <a:lnTo>
                  <a:pt x="676999" y="3712464"/>
                </a:lnTo>
                <a:close/>
                <a:lnTo>
                  <a:pt x="674519" y="3712464"/>
                </a:lnTo>
                <a:close/>
                <a:lnTo>
                  <a:pt x="672039" y="3712464"/>
                </a:lnTo>
                <a:close/>
                <a:lnTo>
                  <a:pt x="669560" y="3712464"/>
                </a:lnTo>
                <a:close/>
                <a:lnTo>
                  <a:pt x="667080" y="3712464"/>
                </a:lnTo>
                <a:close/>
                <a:lnTo>
                  <a:pt x="664600" y="3712464"/>
                </a:lnTo>
                <a:close/>
                <a:lnTo>
                  <a:pt x="662120" y="3712464"/>
                </a:lnTo>
                <a:close/>
                <a:lnTo>
                  <a:pt x="659640" y="3712464"/>
                </a:lnTo>
                <a:close/>
                <a:lnTo>
                  <a:pt x="657160" y="3712464"/>
                </a:lnTo>
                <a:close/>
                <a:lnTo>
                  <a:pt x="654680" y="3712464"/>
                </a:lnTo>
                <a:close/>
                <a:lnTo>
                  <a:pt x="652201" y="3712464"/>
                </a:lnTo>
                <a:close/>
                <a:lnTo>
                  <a:pt x="649721" y="3712464"/>
                </a:lnTo>
                <a:close/>
                <a:lnTo>
                  <a:pt x="647241" y="3712464"/>
                </a:lnTo>
                <a:close/>
                <a:lnTo>
                  <a:pt x="644761" y="3712464"/>
                </a:lnTo>
                <a:close/>
                <a:lnTo>
                  <a:pt x="642281" y="3712464"/>
                </a:lnTo>
                <a:close/>
                <a:lnTo>
                  <a:pt x="639801" y="3712464"/>
                </a:lnTo>
                <a:close/>
                <a:lnTo>
                  <a:pt x="637321" y="3712464"/>
                </a:lnTo>
                <a:close/>
                <a:lnTo>
                  <a:pt x="634842" y="3712464"/>
                </a:lnTo>
                <a:close/>
                <a:lnTo>
                  <a:pt x="632362" y="3712464"/>
                </a:lnTo>
                <a:close/>
                <a:lnTo>
                  <a:pt x="629882" y="3712464"/>
                </a:lnTo>
                <a:close/>
                <a:lnTo>
                  <a:pt x="627402" y="3712464"/>
                </a:lnTo>
                <a:close/>
                <a:lnTo>
                  <a:pt x="624922" y="3712464"/>
                </a:lnTo>
                <a:close/>
                <a:lnTo>
                  <a:pt x="622442" y="3712464"/>
                </a:lnTo>
                <a:close/>
                <a:lnTo>
                  <a:pt x="619963" y="3712464"/>
                </a:lnTo>
                <a:close/>
                <a:lnTo>
                  <a:pt x="617483" y="3712464"/>
                </a:lnTo>
                <a:close/>
                <a:lnTo>
                  <a:pt x="615003" y="3712464"/>
                </a:lnTo>
                <a:close/>
                <a:lnTo>
                  <a:pt x="612523" y="3712464"/>
                </a:lnTo>
                <a:close/>
                <a:lnTo>
                  <a:pt x="610043" y="3712464"/>
                </a:lnTo>
                <a:close/>
                <a:lnTo>
                  <a:pt x="607563" y="3712464"/>
                </a:lnTo>
                <a:close/>
                <a:lnTo>
                  <a:pt x="605083" y="3712464"/>
                </a:lnTo>
                <a:close/>
                <a:lnTo>
                  <a:pt x="602604" y="3712464"/>
                </a:lnTo>
                <a:close/>
                <a:lnTo>
                  <a:pt x="600124" y="3712464"/>
                </a:lnTo>
                <a:close/>
                <a:lnTo>
                  <a:pt x="597644" y="3712464"/>
                </a:lnTo>
                <a:close/>
                <a:lnTo>
                  <a:pt x="595164" y="3712464"/>
                </a:lnTo>
                <a:close/>
                <a:lnTo>
                  <a:pt x="592684" y="3712464"/>
                </a:lnTo>
                <a:close/>
                <a:lnTo>
                  <a:pt x="590204" y="3712464"/>
                </a:lnTo>
                <a:close/>
                <a:lnTo>
                  <a:pt x="587724" y="3712464"/>
                </a:lnTo>
                <a:close/>
                <a:lnTo>
                  <a:pt x="585245" y="3712464"/>
                </a:lnTo>
                <a:close/>
                <a:lnTo>
                  <a:pt x="582765" y="3712464"/>
                </a:lnTo>
                <a:close/>
                <a:lnTo>
                  <a:pt x="580285" y="3712464"/>
                </a:lnTo>
                <a:close/>
                <a:lnTo>
                  <a:pt x="577805" y="3712464"/>
                </a:lnTo>
                <a:close/>
                <a:lnTo>
                  <a:pt x="575325" y="3712464"/>
                </a:lnTo>
                <a:close/>
                <a:lnTo>
                  <a:pt x="572845" y="3712464"/>
                </a:lnTo>
                <a:close/>
                <a:lnTo>
                  <a:pt x="570365" y="3712464"/>
                </a:lnTo>
                <a:close/>
                <a:lnTo>
                  <a:pt x="567886" y="3712464"/>
                </a:lnTo>
                <a:close/>
                <a:lnTo>
                  <a:pt x="565406" y="3712464"/>
                </a:lnTo>
                <a:close/>
                <a:lnTo>
                  <a:pt x="562926" y="3712464"/>
                </a:lnTo>
                <a:close/>
                <a:lnTo>
                  <a:pt x="560446" y="3712464"/>
                </a:lnTo>
                <a:close/>
                <a:lnTo>
                  <a:pt x="557966" y="3712464"/>
                </a:lnTo>
                <a:close/>
                <a:lnTo>
                  <a:pt x="555486" y="3712464"/>
                </a:lnTo>
                <a:close/>
                <a:lnTo>
                  <a:pt x="553007" y="3712464"/>
                </a:lnTo>
                <a:close/>
                <a:lnTo>
                  <a:pt x="550527" y="3712464"/>
                </a:lnTo>
                <a:close/>
                <a:lnTo>
                  <a:pt x="548047" y="3712464"/>
                </a:lnTo>
                <a:close/>
                <a:lnTo>
                  <a:pt x="545567" y="3712464"/>
                </a:lnTo>
                <a:close/>
                <a:lnTo>
                  <a:pt x="543087" y="3712464"/>
                </a:lnTo>
                <a:close/>
                <a:lnTo>
                  <a:pt x="540607" y="3712464"/>
                </a:lnTo>
                <a:close/>
                <a:lnTo>
                  <a:pt x="538127" y="3712464"/>
                </a:lnTo>
                <a:close/>
                <a:lnTo>
                  <a:pt x="535648" y="3712464"/>
                </a:lnTo>
                <a:close/>
                <a:lnTo>
                  <a:pt x="533168" y="3712464"/>
                </a:lnTo>
                <a:close/>
                <a:lnTo>
                  <a:pt x="530688" y="3712464"/>
                </a:lnTo>
                <a:close/>
                <a:lnTo>
                  <a:pt x="528208" y="3712464"/>
                </a:lnTo>
                <a:close/>
                <a:lnTo>
                  <a:pt x="525728" y="3712464"/>
                </a:lnTo>
                <a:close/>
                <a:lnTo>
                  <a:pt x="523248" y="3712464"/>
                </a:lnTo>
                <a:close/>
                <a:lnTo>
                  <a:pt x="520768" y="3712464"/>
                </a:lnTo>
                <a:close/>
                <a:lnTo>
                  <a:pt x="518289" y="3712464"/>
                </a:lnTo>
                <a:close/>
                <a:lnTo>
                  <a:pt x="515809" y="3712464"/>
                </a:lnTo>
                <a:close/>
                <a:lnTo>
                  <a:pt x="513329" y="3712464"/>
                </a:lnTo>
                <a:close/>
                <a:lnTo>
                  <a:pt x="510849" y="3712464"/>
                </a:lnTo>
                <a:close/>
                <a:lnTo>
                  <a:pt x="508369" y="3712464"/>
                </a:lnTo>
                <a:close/>
                <a:lnTo>
                  <a:pt x="505889" y="3712464"/>
                </a:lnTo>
                <a:close/>
                <a:lnTo>
                  <a:pt x="503410" y="3712464"/>
                </a:lnTo>
                <a:close/>
                <a:lnTo>
                  <a:pt x="500930" y="3712464"/>
                </a:lnTo>
                <a:close/>
                <a:lnTo>
                  <a:pt x="498450" y="3712464"/>
                </a:lnTo>
                <a:close/>
                <a:lnTo>
                  <a:pt x="495970" y="3712464"/>
                </a:lnTo>
                <a:close/>
                <a:lnTo>
                  <a:pt x="493490" y="3712464"/>
                </a:lnTo>
                <a:close/>
                <a:lnTo>
                  <a:pt x="491010" y="3712464"/>
                </a:lnTo>
                <a:close/>
                <a:lnTo>
                  <a:pt x="488530" y="3712464"/>
                </a:lnTo>
                <a:close/>
                <a:lnTo>
                  <a:pt x="486051" y="3712464"/>
                </a:lnTo>
                <a:close/>
                <a:lnTo>
                  <a:pt x="483571" y="3712464"/>
                </a:lnTo>
                <a:close/>
                <a:lnTo>
                  <a:pt x="481091" y="3712464"/>
                </a:lnTo>
                <a:close/>
                <a:lnTo>
                  <a:pt x="478611" y="3712464"/>
                </a:lnTo>
                <a:close/>
                <a:lnTo>
                  <a:pt x="476131" y="3712464"/>
                </a:lnTo>
                <a:close/>
                <a:lnTo>
                  <a:pt x="473651" y="3712464"/>
                </a:lnTo>
                <a:close/>
                <a:lnTo>
                  <a:pt x="471171" y="3712464"/>
                </a:lnTo>
                <a:close/>
                <a:lnTo>
                  <a:pt x="468692" y="3712464"/>
                </a:lnTo>
                <a:close/>
                <a:lnTo>
                  <a:pt x="466212" y="3712464"/>
                </a:lnTo>
                <a:close/>
                <a:lnTo>
                  <a:pt x="463732" y="3712464"/>
                </a:lnTo>
                <a:close/>
                <a:lnTo>
                  <a:pt x="461252" y="3712464"/>
                </a:lnTo>
                <a:close/>
                <a:lnTo>
                  <a:pt x="458772" y="3712464"/>
                </a:lnTo>
                <a:close/>
                <a:lnTo>
                  <a:pt x="456292" y="3712464"/>
                </a:lnTo>
                <a:close/>
                <a:lnTo>
                  <a:pt x="453812" y="3712464"/>
                </a:lnTo>
                <a:close/>
                <a:lnTo>
                  <a:pt x="451333" y="3712464"/>
                </a:lnTo>
                <a:close/>
                <a:lnTo>
                  <a:pt x="448853" y="3712464"/>
                </a:lnTo>
                <a:close/>
                <a:lnTo>
                  <a:pt x="446373" y="3712464"/>
                </a:lnTo>
                <a:close/>
                <a:lnTo>
                  <a:pt x="443893" y="3712464"/>
                </a:lnTo>
                <a:close/>
                <a:lnTo>
                  <a:pt x="441413" y="3712464"/>
                </a:lnTo>
                <a:close/>
                <a:lnTo>
                  <a:pt x="438933" y="3712464"/>
                </a:lnTo>
                <a:close/>
                <a:lnTo>
                  <a:pt x="436454" y="3712464"/>
                </a:lnTo>
                <a:close/>
                <a:lnTo>
                  <a:pt x="433974" y="3712464"/>
                </a:lnTo>
                <a:close/>
                <a:lnTo>
                  <a:pt x="431494" y="3712464"/>
                </a:lnTo>
                <a:close/>
                <a:lnTo>
                  <a:pt x="429014" y="3712464"/>
                </a:lnTo>
                <a:close/>
                <a:lnTo>
                  <a:pt x="426534" y="3712464"/>
                </a:lnTo>
                <a:close/>
                <a:lnTo>
                  <a:pt x="424054" y="3712464"/>
                </a:lnTo>
                <a:close/>
                <a:lnTo>
                  <a:pt x="421574" y="3712464"/>
                </a:lnTo>
                <a:close/>
                <a:lnTo>
                  <a:pt x="419095" y="3712464"/>
                </a:lnTo>
                <a:close/>
                <a:lnTo>
                  <a:pt x="416615" y="3712464"/>
                </a:lnTo>
                <a:close/>
                <a:lnTo>
                  <a:pt x="414135" y="3712464"/>
                </a:lnTo>
                <a:close/>
                <a:lnTo>
                  <a:pt x="411655" y="3712464"/>
                </a:lnTo>
                <a:close/>
                <a:lnTo>
                  <a:pt x="409175" y="3712464"/>
                </a:lnTo>
                <a:close/>
                <a:lnTo>
                  <a:pt x="406695" y="3712464"/>
                </a:lnTo>
                <a:close/>
                <a:lnTo>
                  <a:pt x="404215" y="3712464"/>
                </a:lnTo>
                <a:close/>
                <a:lnTo>
                  <a:pt x="401736" y="3712464"/>
                </a:lnTo>
                <a:close/>
                <a:lnTo>
                  <a:pt x="399256" y="3712464"/>
                </a:lnTo>
                <a:close/>
                <a:lnTo>
                  <a:pt x="396776" y="3712464"/>
                </a:lnTo>
                <a:close/>
                <a:lnTo>
                  <a:pt x="394296" y="3712464"/>
                </a:lnTo>
                <a:close/>
                <a:lnTo>
                  <a:pt x="391816" y="3712464"/>
                </a:lnTo>
                <a:close/>
                <a:lnTo>
                  <a:pt x="389336" y="3712464"/>
                </a:lnTo>
                <a:close/>
                <a:lnTo>
                  <a:pt x="386856" y="3712464"/>
                </a:lnTo>
                <a:close/>
                <a:lnTo>
                  <a:pt x="384377" y="3712464"/>
                </a:lnTo>
                <a:close/>
                <a:lnTo>
                  <a:pt x="381897" y="3712464"/>
                </a:lnTo>
                <a:close/>
                <a:lnTo>
                  <a:pt x="379417" y="3712464"/>
                </a:lnTo>
                <a:close/>
                <a:lnTo>
                  <a:pt x="376937" y="3712464"/>
                </a:lnTo>
                <a:close/>
                <a:lnTo>
                  <a:pt x="374457" y="3712464"/>
                </a:lnTo>
                <a:close/>
                <a:lnTo>
                  <a:pt x="371977" y="3712464"/>
                </a:lnTo>
                <a:close/>
                <a:lnTo>
                  <a:pt x="369498" y="3712464"/>
                </a:lnTo>
                <a:close/>
                <a:lnTo>
                  <a:pt x="367018" y="3712464"/>
                </a:lnTo>
                <a:close/>
                <a:lnTo>
                  <a:pt x="364538" y="3712464"/>
                </a:lnTo>
                <a:close/>
                <a:lnTo>
                  <a:pt x="362058" y="3712464"/>
                </a:lnTo>
                <a:close/>
                <a:lnTo>
                  <a:pt x="359578" y="3712464"/>
                </a:lnTo>
                <a:close/>
                <a:lnTo>
                  <a:pt x="357098" y="3712464"/>
                </a:lnTo>
                <a:close/>
                <a:lnTo>
                  <a:pt x="354618" y="3712464"/>
                </a:lnTo>
                <a:close/>
                <a:lnTo>
                  <a:pt x="352139" y="3712464"/>
                </a:lnTo>
                <a:close/>
                <a:lnTo>
                  <a:pt x="349659" y="3712464"/>
                </a:lnTo>
                <a:close/>
                <a:lnTo>
                  <a:pt x="347179" y="3712464"/>
                </a:lnTo>
                <a:close/>
                <a:lnTo>
                  <a:pt x="344699" y="3712464"/>
                </a:lnTo>
                <a:close/>
                <a:lnTo>
                  <a:pt x="342219" y="3712464"/>
                </a:lnTo>
                <a:close/>
                <a:lnTo>
                  <a:pt x="339739" y="3712464"/>
                </a:lnTo>
                <a:close/>
                <a:lnTo>
                  <a:pt x="337259" y="3712464"/>
                </a:lnTo>
                <a:close/>
                <a:lnTo>
                  <a:pt x="334780" y="3712464"/>
                </a:lnTo>
                <a:close/>
                <a:lnTo>
                  <a:pt x="332300" y="3712464"/>
                </a:lnTo>
                <a:close/>
                <a:lnTo>
                  <a:pt x="329820" y="3712464"/>
                </a:lnTo>
                <a:close/>
                <a:lnTo>
                  <a:pt x="327340" y="3712464"/>
                </a:lnTo>
                <a:close/>
                <a:lnTo>
                  <a:pt x="324860" y="3712464"/>
                </a:lnTo>
                <a:close/>
                <a:lnTo>
                  <a:pt x="322380" y="3712464"/>
                </a:lnTo>
                <a:close/>
                <a:lnTo>
                  <a:pt x="319900" y="3712464"/>
                </a:lnTo>
                <a:close/>
                <a:lnTo>
                  <a:pt x="317421" y="3712464"/>
                </a:lnTo>
                <a:close/>
                <a:lnTo>
                  <a:pt x="314941" y="3712464"/>
                </a:lnTo>
                <a:close/>
                <a:lnTo>
                  <a:pt x="312461" y="3712464"/>
                </a:lnTo>
                <a:close/>
                <a:lnTo>
                  <a:pt x="309981" y="3712464"/>
                </a:lnTo>
                <a:close/>
                <a:lnTo>
                  <a:pt x="307501" y="3712464"/>
                </a:lnTo>
                <a:close/>
                <a:lnTo>
                  <a:pt x="305021" y="3712464"/>
                </a:lnTo>
                <a:close/>
                <a:lnTo>
                  <a:pt x="302542" y="3712464"/>
                </a:lnTo>
                <a:close/>
                <a:lnTo>
                  <a:pt x="300062" y="3712464"/>
                </a:lnTo>
                <a:close/>
                <a:lnTo>
                  <a:pt x="297582" y="3712464"/>
                </a:lnTo>
                <a:close/>
                <a:lnTo>
                  <a:pt x="295102" y="3712464"/>
                </a:lnTo>
                <a:close/>
                <a:lnTo>
                  <a:pt x="292622" y="3712464"/>
                </a:lnTo>
                <a:close/>
                <a:lnTo>
                  <a:pt x="290142" y="3712464"/>
                </a:lnTo>
                <a:close/>
                <a:lnTo>
                  <a:pt x="287662" y="3712464"/>
                </a:lnTo>
                <a:close/>
                <a:lnTo>
                  <a:pt x="285183" y="3712464"/>
                </a:lnTo>
                <a:close/>
                <a:lnTo>
                  <a:pt x="282703" y="3712464"/>
                </a:lnTo>
                <a:close/>
                <a:lnTo>
                  <a:pt x="280223" y="3712464"/>
                </a:lnTo>
                <a:close/>
                <a:lnTo>
                  <a:pt x="277743" y="3712464"/>
                </a:lnTo>
                <a:close/>
                <a:lnTo>
                  <a:pt x="275263" y="3712464"/>
                </a:lnTo>
                <a:close/>
                <a:lnTo>
                  <a:pt x="272783" y="3712464"/>
                </a:lnTo>
                <a:close/>
                <a:lnTo>
                  <a:pt x="270303" y="3712464"/>
                </a:lnTo>
                <a:close/>
                <a:lnTo>
                  <a:pt x="267824" y="3712464"/>
                </a:lnTo>
                <a:close/>
                <a:lnTo>
                  <a:pt x="265344" y="3712464"/>
                </a:lnTo>
                <a:close/>
                <a:lnTo>
                  <a:pt x="262864" y="3712464"/>
                </a:lnTo>
                <a:close/>
                <a:lnTo>
                  <a:pt x="260384" y="3712464"/>
                </a:lnTo>
                <a:close/>
                <a:lnTo>
                  <a:pt x="257904" y="3712464"/>
                </a:lnTo>
                <a:close/>
                <a:lnTo>
                  <a:pt x="255424" y="3712464"/>
                </a:lnTo>
                <a:close/>
                <a:lnTo>
                  <a:pt x="252944" y="3712464"/>
                </a:lnTo>
                <a:close/>
                <a:lnTo>
                  <a:pt x="250465" y="3712464"/>
                </a:lnTo>
                <a:close/>
                <a:lnTo>
                  <a:pt x="247985" y="3712464"/>
                </a:lnTo>
                <a:close/>
                <a:lnTo>
                  <a:pt x="245505" y="3712464"/>
                </a:lnTo>
                <a:close/>
                <a:lnTo>
                  <a:pt x="243025" y="3712464"/>
                </a:lnTo>
                <a:close/>
                <a:lnTo>
                  <a:pt x="240545" y="3712464"/>
                </a:lnTo>
                <a:close/>
                <a:lnTo>
                  <a:pt x="238065" y="3712464"/>
                </a:lnTo>
                <a:close/>
                <a:lnTo>
                  <a:pt x="235586" y="3712464"/>
                </a:lnTo>
                <a:close/>
                <a:lnTo>
                  <a:pt x="233106" y="3712464"/>
                </a:lnTo>
                <a:close/>
                <a:lnTo>
                  <a:pt x="230626" y="3712464"/>
                </a:lnTo>
                <a:close/>
                <a:lnTo>
                  <a:pt x="228146" y="3712464"/>
                </a:lnTo>
                <a:close/>
                <a:lnTo>
                  <a:pt x="225666" y="3712464"/>
                </a:lnTo>
                <a:close/>
                <a:lnTo>
                  <a:pt x="223186" y="3712464"/>
                </a:lnTo>
                <a:close/>
                <a:lnTo>
                  <a:pt x="220706" y="3712464"/>
                </a:lnTo>
                <a:close/>
                <a:lnTo>
                  <a:pt x="218227" y="3712464"/>
                </a:lnTo>
                <a:close/>
                <a:lnTo>
                  <a:pt x="215747" y="3712464"/>
                </a:lnTo>
                <a:close/>
                <a:lnTo>
                  <a:pt x="213267" y="3712464"/>
                </a:lnTo>
                <a:close/>
                <a:lnTo>
                  <a:pt x="210787" y="3712464"/>
                </a:lnTo>
                <a:close/>
                <a:lnTo>
                  <a:pt x="208307" y="3712464"/>
                </a:lnTo>
                <a:close/>
                <a:lnTo>
                  <a:pt x="205827" y="3712464"/>
                </a:lnTo>
                <a:close/>
                <a:lnTo>
                  <a:pt x="203347" y="3712464"/>
                </a:lnTo>
                <a:close/>
                <a:lnTo>
                  <a:pt x="200868" y="3712464"/>
                </a:lnTo>
                <a:close/>
                <a:lnTo>
                  <a:pt x="198388" y="3712464"/>
                </a:lnTo>
                <a:close/>
                <a:lnTo>
                  <a:pt x="195908" y="3712464"/>
                </a:lnTo>
                <a:close/>
                <a:lnTo>
                  <a:pt x="193428" y="3712464"/>
                </a:lnTo>
                <a:close/>
                <a:lnTo>
                  <a:pt x="190948" y="3712464"/>
                </a:lnTo>
                <a:close/>
                <a:lnTo>
                  <a:pt x="188468" y="3712464"/>
                </a:lnTo>
                <a:close/>
                <a:lnTo>
                  <a:pt x="185988" y="3712464"/>
                </a:lnTo>
                <a:close/>
                <a:lnTo>
                  <a:pt x="183509" y="3712464"/>
                </a:lnTo>
                <a:close/>
                <a:lnTo>
                  <a:pt x="181029" y="3712464"/>
                </a:lnTo>
                <a:close/>
                <a:lnTo>
                  <a:pt x="178549" y="3712464"/>
                </a:lnTo>
                <a:close/>
                <a:lnTo>
                  <a:pt x="176069" y="3712464"/>
                </a:lnTo>
                <a:close/>
                <a:lnTo>
                  <a:pt x="173589" y="3712464"/>
                </a:lnTo>
                <a:close/>
                <a:lnTo>
                  <a:pt x="171109" y="3712464"/>
                </a:lnTo>
                <a:close/>
                <a:lnTo>
                  <a:pt x="168630" y="3712464"/>
                </a:lnTo>
                <a:close/>
                <a:lnTo>
                  <a:pt x="166150" y="3712464"/>
                </a:lnTo>
                <a:close/>
                <a:lnTo>
                  <a:pt x="163670" y="3712464"/>
                </a:lnTo>
                <a:close/>
                <a:lnTo>
                  <a:pt x="161190" y="3712464"/>
                </a:lnTo>
                <a:close/>
                <a:lnTo>
                  <a:pt x="158710" y="3712464"/>
                </a:lnTo>
                <a:close/>
                <a:lnTo>
                  <a:pt x="156230" y="3712464"/>
                </a:lnTo>
                <a:close/>
                <a:lnTo>
                  <a:pt x="153750" y="3712464"/>
                </a:lnTo>
                <a:close/>
                <a:lnTo>
                  <a:pt x="151271" y="3712464"/>
                </a:lnTo>
                <a:close/>
                <a:lnTo>
                  <a:pt x="148791" y="3712464"/>
                </a:lnTo>
                <a:close/>
                <a:lnTo>
                  <a:pt x="146311" y="3712464"/>
                </a:lnTo>
                <a:close/>
                <a:lnTo>
                  <a:pt x="143831" y="3712464"/>
                </a:lnTo>
                <a:close/>
                <a:lnTo>
                  <a:pt x="141351" y="3712464"/>
                </a:lnTo>
                <a:close/>
                <a:lnTo>
                  <a:pt x="138871" y="3712464"/>
                </a:lnTo>
                <a:close/>
                <a:lnTo>
                  <a:pt x="136391" y="3712464"/>
                </a:lnTo>
                <a:close/>
                <a:lnTo>
                  <a:pt x="133912" y="3712464"/>
                </a:lnTo>
                <a:close/>
                <a:lnTo>
                  <a:pt x="131432" y="3712464"/>
                </a:lnTo>
                <a:close/>
                <a:lnTo>
                  <a:pt x="128952" y="3712464"/>
                </a:lnTo>
                <a:close/>
                <a:lnTo>
                  <a:pt x="126472" y="3712464"/>
                </a:lnTo>
                <a:close/>
                <a:lnTo>
                  <a:pt x="123992" y="3712464"/>
                </a:lnTo>
                <a:close/>
                <a:lnTo>
                  <a:pt x="121512" y="3712464"/>
                </a:lnTo>
                <a:close/>
                <a:lnTo>
                  <a:pt x="119033" y="3712464"/>
                </a:lnTo>
                <a:close/>
                <a:lnTo>
                  <a:pt x="116553" y="3712464"/>
                </a:lnTo>
                <a:close/>
                <a:lnTo>
                  <a:pt x="114073" y="3712464"/>
                </a:lnTo>
                <a:close/>
                <a:lnTo>
                  <a:pt x="111593" y="3712464"/>
                </a:lnTo>
                <a:close/>
                <a:lnTo>
                  <a:pt x="109113" y="3712464"/>
                </a:lnTo>
                <a:close/>
                <a:lnTo>
                  <a:pt x="106633" y="3712464"/>
                </a:lnTo>
                <a:close/>
                <a:lnTo>
                  <a:pt x="104153" y="3712464"/>
                </a:lnTo>
                <a:close/>
                <a:lnTo>
                  <a:pt x="101674" y="3712464"/>
                </a:lnTo>
                <a:close/>
                <a:lnTo>
                  <a:pt x="99194" y="3712464"/>
                </a:lnTo>
                <a:close/>
                <a:lnTo>
                  <a:pt x="96714" y="3712464"/>
                </a:lnTo>
                <a:close/>
                <a:lnTo>
                  <a:pt x="94234" y="3712464"/>
                </a:lnTo>
                <a:close/>
                <a:lnTo>
                  <a:pt x="91754" y="3712464"/>
                </a:lnTo>
                <a:close/>
                <a:lnTo>
                  <a:pt x="89274" y="3712464"/>
                </a:lnTo>
                <a:close/>
                <a:lnTo>
                  <a:pt x="86794" y="3712464"/>
                </a:lnTo>
                <a:close/>
                <a:lnTo>
                  <a:pt x="84315" y="3712464"/>
                </a:lnTo>
                <a:close/>
                <a:lnTo>
                  <a:pt x="81835" y="3712464"/>
                </a:lnTo>
                <a:close/>
                <a:lnTo>
                  <a:pt x="79355" y="3712464"/>
                </a:lnTo>
                <a:close/>
                <a:lnTo>
                  <a:pt x="76875" y="3712464"/>
                </a:lnTo>
                <a:close/>
                <a:lnTo>
                  <a:pt x="74395" y="3712464"/>
                </a:lnTo>
                <a:close/>
                <a:lnTo>
                  <a:pt x="71915" y="3712464"/>
                </a:lnTo>
                <a:close/>
                <a:lnTo>
                  <a:pt x="69435" y="3712464"/>
                </a:lnTo>
                <a:close/>
                <a:lnTo>
                  <a:pt x="66956" y="3712464"/>
                </a:lnTo>
                <a:close/>
                <a:lnTo>
                  <a:pt x="64476" y="3712464"/>
                </a:lnTo>
                <a:close/>
                <a:lnTo>
                  <a:pt x="61996" y="3712464"/>
                </a:lnTo>
                <a:close/>
                <a:lnTo>
                  <a:pt x="59516" y="3712464"/>
                </a:lnTo>
                <a:close/>
                <a:lnTo>
                  <a:pt x="57036" y="3712464"/>
                </a:lnTo>
                <a:close/>
                <a:lnTo>
                  <a:pt x="54556" y="3712464"/>
                </a:lnTo>
                <a:close/>
                <a:lnTo>
                  <a:pt x="52077" y="3712464"/>
                </a:lnTo>
                <a:close/>
                <a:lnTo>
                  <a:pt x="49597" y="3712464"/>
                </a:lnTo>
                <a:close/>
                <a:lnTo>
                  <a:pt x="47117" y="3712464"/>
                </a:lnTo>
                <a:close/>
                <a:lnTo>
                  <a:pt x="44637" y="3712464"/>
                </a:lnTo>
                <a:close/>
                <a:lnTo>
                  <a:pt x="42157" y="3712464"/>
                </a:lnTo>
                <a:close/>
                <a:lnTo>
                  <a:pt x="39677" y="3712464"/>
                </a:lnTo>
                <a:close/>
                <a:lnTo>
                  <a:pt x="37197" y="3712464"/>
                </a:lnTo>
                <a:close/>
                <a:lnTo>
                  <a:pt x="34718" y="3712464"/>
                </a:lnTo>
                <a:close/>
                <a:lnTo>
                  <a:pt x="32238" y="3712464"/>
                </a:lnTo>
                <a:close/>
                <a:lnTo>
                  <a:pt x="29758" y="3712464"/>
                </a:lnTo>
                <a:close/>
                <a:lnTo>
                  <a:pt x="27278" y="3712464"/>
                </a:lnTo>
                <a:close/>
                <a:lnTo>
                  <a:pt x="24798" y="3712464"/>
                </a:lnTo>
                <a:close/>
                <a:lnTo>
                  <a:pt x="22318" y="3712464"/>
                </a:lnTo>
                <a:close/>
                <a:lnTo>
                  <a:pt x="19838" y="3712464"/>
                </a:lnTo>
                <a:close/>
                <a:lnTo>
                  <a:pt x="17359" y="3712464"/>
                </a:lnTo>
                <a:close/>
                <a:lnTo>
                  <a:pt x="14879" y="3712464"/>
                </a:lnTo>
                <a:close/>
                <a:lnTo>
                  <a:pt x="12399" y="3712464"/>
                </a:lnTo>
                <a:close/>
                <a:lnTo>
                  <a:pt x="9919" y="3712464"/>
                </a:lnTo>
                <a:close/>
                <a:lnTo>
                  <a:pt x="7439" y="3712464"/>
                </a:lnTo>
                <a:close/>
                <a:lnTo>
                  <a:pt x="4959" y="3712464"/>
                </a:lnTo>
                <a:close/>
                <a:lnTo>
                  <a:pt x="2479" y="3712464"/>
                </a:lnTo>
                <a:close/>
                <a:lnTo>
                  <a:pt x="0" y="3712464"/>
                </a:lnTo>
                <a:close/>
                <a:lnTo>
                  <a:pt x="0" y="3712464"/>
                </a:lnTo>
                <a:close/>
              </a:path>
            </a:pathLst>
          </a:custGeom>
          <a:solidFill>
            <a:srgbClr val="2A7B6B">
              <a:alpha val="18000"/>
            </a:srgbClr>
          </a:solidFill>
          <a:ln w="12700">
            <a:solidFill>
              <a:srgbClr val="2A7B6B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6" name="Freeform 8065"/>
          <p:cNvSpPr/>
          <p:nvPr/>
        </p:nvSpPr>
        <p:spPr>
          <a:xfrm>
            <a:off x="5114396" y="440833"/>
            <a:ext cx="0" cy="4083710"/>
          </a:xfrm>
          <a:custGeom>
            <a:avLst/>
            <a:gdLst/>
            <a:ahLst/>
            <a:cxnLst/>
            <a:rect l="l" t="t" r="r" b="b"/>
            <a:pathLst>
              <a:path w="0" h="4083710">
                <a:moveTo>
                  <a:pt x="0" y="408371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E8E8E8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7" name="Freeform 8066"/>
          <p:cNvSpPr/>
          <p:nvPr/>
        </p:nvSpPr>
        <p:spPr>
          <a:xfrm>
            <a:off x="5114396" y="4524543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8" name="TextBox 8067"/>
          <p:cNvSpPr txBox="1"/>
          <p:nvPr/>
        </p:nvSpPr>
        <p:spPr>
          <a:xfrm>
            <a:off x="5114396" y="4550076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1.100</a:t>
            </a:r>
          </a:p>
        </p:txBody>
      </p:sp>
      <p:sp>
        <p:nvSpPr>
          <p:cNvPr id="8069" name="Freeform 8068"/>
          <p:cNvSpPr/>
          <p:nvPr/>
        </p:nvSpPr>
        <p:spPr>
          <a:xfrm>
            <a:off x="5409139" y="440833"/>
            <a:ext cx="0" cy="4083710"/>
          </a:xfrm>
          <a:custGeom>
            <a:avLst/>
            <a:gdLst/>
            <a:ahLst/>
            <a:cxnLst/>
            <a:rect l="l" t="t" r="r" b="b"/>
            <a:pathLst>
              <a:path w="0" h="4083710">
                <a:moveTo>
                  <a:pt x="0" y="408371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E8E8E8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0" name="Freeform 8069"/>
          <p:cNvSpPr/>
          <p:nvPr/>
        </p:nvSpPr>
        <p:spPr>
          <a:xfrm>
            <a:off x="5409139" y="4524543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1" name="TextBox 8070"/>
          <p:cNvSpPr txBox="1"/>
          <p:nvPr/>
        </p:nvSpPr>
        <p:spPr>
          <a:xfrm>
            <a:off x="5409139" y="4550076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1.101</a:t>
            </a:r>
          </a:p>
        </p:txBody>
      </p:sp>
      <p:sp>
        <p:nvSpPr>
          <p:cNvPr id="8072" name="Freeform 8071"/>
          <p:cNvSpPr/>
          <p:nvPr/>
        </p:nvSpPr>
        <p:spPr>
          <a:xfrm>
            <a:off x="5703881" y="440833"/>
            <a:ext cx="0" cy="4083710"/>
          </a:xfrm>
          <a:custGeom>
            <a:avLst/>
            <a:gdLst/>
            <a:ahLst/>
            <a:cxnLst/>
            <a:rect l="l" t="t" r="r" b="b"/>
            <a:pathLst>
              <a:path w="0" h="4083710">
                <a:moveTo>
                  <a:pt x="0" y="408371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E8E8E8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3" name="Freeform 8072"/>
          <p:cNvSpPr/>
          <p:nvPr/>
        </p:nvSpPr>
        <p:spPr>
          <a:xfrm>
            <a:off x="5703881" y="4524543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4" name="TextBox 8073"/>
          <p:cNvSpPr txBox="1"/>
          <p:nvPr/>
        </p:nvSpPr>
        <p:spPr>
          <a:xfrm>
            <a:off x="5703881" y="4550076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1.102</a:t>
            </a:r>
          </a:p>
        </p:txBody>
      </p:sp>
      <p:sp>
        <p:nvSpPr>
          <p:cNvPr id="8075" name="Freeform 8074"/>
          <p:cNvSpPr/>
          <p:nvPr/>
        </p:nvSpPr>
        <p:spPr>
          <a:xfrm>
            <a:off x="5998623" y="440833"/>
            <a:ext cx="0" cy="4083710"/>
          </a:xfrm>
          <a:custGeom>
            <a:avLst/>
            <a:gdLst/>
            <a:ahLst/>
            <a:cxnLst/>
            <a:rect l="l" t="t" r="r" b="b"/>
            <a:pathLst>
              <a:path w="0" h="4083710">
                <a:moveTo>
                  <a:pt x="0" y="408371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E8E8E8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6" name="Freeform 8075"/>
          <p:cNvSpPr/>
          <p:nvPr/>
        </p:nvSpPr>
        <p:spPr>
          <a:xfrm>
            <a:off x="5998623" y="4524543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7" name="TextBox 8076"/>
          <p:cNvSpPr txBox="1"/>
          <p:nvPr/>
        </p:nvSpPr>
        <p:spPr>
          <a:xfrm>
            <a:off x="5998623" y="4550076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1.103</a:t>
            </a:r>
          </a:p>
        </p:txBody>
      </p:sp>
      <p:sp>
        <p:nvSpPr>
          <p:cNvPr id="8078" name="Freeform 8077"/>
          <p:cNvSpPr/>
          <p:nvPr/>
        </p:nvSpPr>
        <p:spPr>
          <a:xfrm>
            <a:off x="6293365" y="440833"/>
            <a:ext cx="0" cy="4083710"/>
          </a:xfrm>
          <a:custGeom>
            <a:avLst/>
            <a:gdLst/>
            <a:ahLst/>
            <a:cxnLst/>
            <a:rect l="l" t="t" r="r" b="b"/>
            <a:pathLst>
              <a:path w="0" h="4083710">
                <a:moveTo>
                  <a:pt x="0" y="408371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E8E8E8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9" name="Freeform 8078"/>
          <p:cNvSpPr/>
          <p:nvPr/>
        </p:nvSpPr>
        <p:spPr>
          <a:xfrm>
            <a:off x="6293365" y="4524543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0" name="TextBox 8079"/>
          <p:cNvSpPr txBox="1"/>
          <p:nvPr/>
        </p:nvSpPr>
        <p:spPr>
          <a:xfrm>
            <a:off x="6293365" y="4550076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1.104</a:t>
            </a:r>
          </a:p>
        </p:txBody>
      </p:sp>
      <p:sp>
        <p:nvSpPr>
          <p:cNvPr id="8081" name="Freeform 8080"/>
          <p:cNvSpPr/>
          <p:nvPr/>
        </p:nvSpPr>
        <p:spPr>
          <a:xfrm>
            <a:off x="6588107" y="440833"/>
            <a:ext cx="0" cy="4083710"/>
          </a:xfrm>
          <a:custGeom>
            <a:avLst/>
            <a:gdLst/>
            <a:ahLst/>
            <a:cxnLst/>
            <a:rect l="l" t="t" r="r" b="b"/>
            <a:pathLst>
              <a:path w="0" h="4083710">
                <a:moveTo>
                  <a:pt x="0" y="408371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E8E8E8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2" name="Freeform 8081"/>
          <p:cNvSpPr/>
          <p:nvPr/>
        </p:nvSpPr>
        <p:spPr>
          <a:xfrm>
            <a:off x="6588107" y="4524543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3" name="TextBox 8082"/>
          <p:cNvSpPr txBox="1"/>
          <p:nvPr/>
        </p:nvSpPr>
        <p:spPr>
          <a:xfrm>
            <a:off x="6588107" y="4550076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1.105</a:t>
            </a:r>
          </a:p>
        </p:txBody>
      </p:sp>
      <p:sp>
        <p:nvSpPr>
          <p:cNvPr id="8084" name="Freeform 8083"/>
          <p:cNvSpPr/>
          <p:nvPr/>
        </p:nvSpPr>
        <p:spPr>
          <a:xfrm>
            <a:off x="6882850" y="440833"/>
            <a:ext cx="0" cy="4083710"/>
          </a:xfrm>
          <a:custGeom>
            <a:avLst/>
            <a:gdLst/>
            <a:ahLst/>
            <a:cxnLst/>
            <a:rect l="l" t="t" r="r" b="b"/>
            <a:pathLst>
              <a:path w="0" h="4083710">
                <a:moveTo>
                  <a:pt x="0" y="408371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E8E8E8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5" name="Freeform 8084"/>
          <p:cNvSpPr/>
          <p:nvPr/>
        </p:nvSpPr>
        <p:spPr>
          <a:xfrm>
            <a:off x="6882850" y="4524543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6" name="TextBox 8085"/>
          <p:cNvSpPr txBox="1"/>
          <p:nvPr/>
        </p:nvSpPr>
        <p:spPr>
          <a:xfrm>
            <a:off x="6882850" y="4550076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1.106</a:t>
            </a:r>
          </a:p>
        </p:txBody>
      </p:sp>
      <p:sp>
        <p:nvSpPr>
          <p:cNvPr id="8087" name="Freeform 8086"/>
          <p:cNvSpPr/>
          <p:nvPr/>
        </p:nvSpPr>
        <p:spPr>
          <a:xfrm>
            <a:off x="7177592" y="440833"/>
            <a:ext cx="0" cy="4083710"/>
          </a:xfrm>
          <a:custGeom>
            <a:avLst/>
            <a:gdLst/>
            <a:ahLst/>
            <a:cxnLst/>
            <a:rect l="l" t="t" r="r" b="b"/>
            <a:pathLst>
              <a:path w="0" h="4083710">
                <a:moveTo>
                  <a:pt x="0" y="408371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E8E8E8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8" name="Freeform 8087"/>
          <p:cNvSpPr/>
          <p:nvPr/>
        </p:nvSpPr>
        <p:spPr>
          <a:xfrm>
            <a:off x="7177592" y="4524543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9" name="TextBox 8088"/>
          <p:cNvSpPr txBox="1"/>
          <p:nvPr/>
        </p:nvSpPr>
        <p:spPr>
          <a:xfrm>
            <a:off x="7177592" y="4550076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1.107</a:t>
            </a:r>
          </a:p>
        </p:txBody>
      </p:sp>
      <p:sp>
        <p:nvSpPr>
          <p:cNvPr id="8090" name="TextBox 8089"/>
          <p:cNvSpPr txBox="1"/>
          <p:nvPr/>
        </p:nvSpPr>
        <p:spPr>
          <a:xfrm>
            <a:off x="6094739" y="4693856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k eff</a:t>
            </a:r>
          </a:p>
        </p:txBody>
      </p:sp>
      <p:sp>
        <p:nvSpPr>
          <p:cNvPr id="8091" name="TextBox 8090"/>
          <p:cNvSpPr txBox="1"/>
          <p:nvPr/>
        </p:nvSpPr>
        <p:spPr>
          <a:xfrm rot="16200000">
            <a:off x="2387438" y="-5924909"/>
            <a:ext cx="1574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Probability density</a:t>
            </a:r>
          </a:p>
        </p:txBody>
      </p:sp>
      <p:sp>
        <p:nvSpPr>
          <p:cNvPr id="8092" name="Freeform 8091"/>
          <p:cNvSpPr/>
          <p:nvPr/>
        </p:nvSpPr>
        <p:spPr>
          <a:xfrm>
            <a:off x="5181763" y="626828"/>
            <a:ext cx="1981401" cy="3710847"/>
          </a:xfrm>
          <a:custGeom>
            <a:avLst/>
            <a:gdLst/>
            <a:ahLst/>
            <a:cxnLst/>
            <a:rect l="l" t="t" r="r" b="b"/>
            <a:pathLst>
              <a:path w="1981401" h="3710847">
                <a:moveTo>
                  <a:pt x="0" y="3710847"/>
                </a:moveTo>
                <a:lnTo>
                  <a:pt x="79355" y="3707830"/>
                </a:lnTo>
                <a:close/>
                <a:lnTo>
                  <a:pt x="128952" y="3703364"/>
                </a:lnTo>
                <a:close/>
                <a:lnTo>
                  <a:pt x="168630" y="3697046"/>
                </a:lnTo>
                <a:close/>
                <a:lnTo>
                  <a:pt x="200868" y="3689111"/>
                </a:lnTo>
                <a:close/>
                <a:lnTo>
                  <a:pt x="228146" y="3679638"/>
                </a:lnTo>
                <a:close/>
                <a:lnTo>
                  <a:pt x="252944" y="3668141"/>
                </a:lnTo>
                <a:close/>
                <a:lnTo>
                  <a:pt x="275263" y="3654842"/>
                </a:lnTo>
                <a:close/>
                <a:lnTo>
                  <a:pt x="297582" y="3638121"/>
                </a:lnTo>
                <a:close/>
                <a:lnTo>
                  <a:pt x="317421" y="3619831"/>
                </a:lnTo>
                <a:close/>
                <a:lnTo>
                  <a:pt x="337259" y="3597754"/>
                </a:lnTo>
                <a:close/>
                <a:lnTo>
                  <a:pt x="357098" y="3571301"/>
                </a:lnTo>
                <a:close/>
                <a:lnTo>
                  <a:pt x="376937" y="3539836"/>
                </a:lnTo>
                <a:close/>
                <a:lnTo>
                  <a:pt x="396776" y="3502688"/>
                </a:lnTo>
                <a:close/>
                <a:lnTo>
                  <a:pt x="416615" y="3459155"/>
                </a:lnTo>
                <a:close/>
                <a:lnTo>
                  <a:pt x="436454" y="3408527"/>
                </a:lnTo>
                <a:close/>
                <a:lnTo>
                  <a:pt x="456292" y="3350095"/>
                </a:lnTo>
                <a:close/>
                <a:lnTo>
                  <a:pt x="476131" y="3283177"/>
                </a:lnTo>
                <a:close/>
                <a:lnTo>
                  <a:pt x="498450" y="3196963"/>
                </a:lnTo>
                <a:close/>
                <a:lnTo>
                  <a:pt x="520768" y="3098424"/>
                </a:lnTo>
                <a:close/>
                <a:lnTo>
                  <a:pt x="543087" y="2986948"/>
                </a:lnTo>
                <a:close/>
                <a:lnTo>
                  <a:pt x="567886" y="2847454"/>
                </a:lnTo>
                <a:close/>
                <a:lnTo>
                  <a:pt x="592684" y="2691411"/>
                </a:lnTo>
                <a:close/>
                <a:lnTo>
                  <a:pt x="619963" y="2501152"/>
                </a:lnTo>
                <a:close/>
                <a:lnTo>
                  <a:pt x="649721" y="2272977"/>
                </a:lnTo>
                <a:close/>
                <a:lnTo>
                  <a:pt x="684439" y="1983710"/>
                </a:lnTo>
                <a:close/>
                <a:lnTo>
                  <a:pt x="731556" y="1564541"/>
                </a:lnTo>
                <a:close/>
                <a:lnTo>
                  <a:pt x="805951" y="901203"/>
                </a:lnTo>
                <a:close/>
                <a:lnTo>
                  <a:pt x="838189" y="640727"/>
                </a:lnTo>
                <a:close/>
                <a:lnTo>
                  <a:pt x="862988" y="461739"/>
                </a:lnTo>
                <a:close/>
                <a:lnTo>
                  <a:pt x="885307" y="320940"/>
                </a:lnTo>
                <a:close/>
                <a:lnTo>
                  <a:pt x="905145" y="214598"/>
                </a:lnTo>
                <a:close/>
                <a:lnTo>
                  <a:pt x="922504" y="137678"/>
                </a:lnTo>
                <a:close/>
                <a:lnTo>
                  <a:pt x="937384" y="84613"/>
                </a:lnTo>
                <a:close/>
                <a:lnTo>
                  <a:pt x="949783" y="49900"/>
                </a:lnTo>
                <a:close/>
                <a:lnTo>
                  <a:pt x="962182" y="24111"/>
                </a:lnTo>
                <a:close/>
                <a:lnTo>
                  <a:pt x="972101" y="10034"/>
                </a:lnTo>
                <a:close/>
                <a:lnTo>
                  <a:pt x="979541" y="3348"/>
                </a:lnTo>
                <a:close/>
                <a:lnTo>
                  <a:pt x="986981" y="0"/>
                </a:lnTo>
                <a:close/>
                <a:lnTo>
                  <a:pt x="994420" y="0"/>
                </a:lnTo>
                <a:close/>
                <a:lnTo>
                  <a:pt x="1001860" y="3348"/>
                </a:lnTo>
                <a:close/>
                <a:lnTo>
                  <a:pt x="1009299" y="10034"/>
                </a:lnTo>
                <a:close/>
                <a:lnTo>
                  <a:pt x="1016739" y="20041"/>
                </a:lnTo>
                <a:close/>
                <a:lnTo>
                  <a:pt x="1026658" y="38502"/>
                </a:lnTo>
                <a:close/>
                <a:lnTo>
                  <a:pt x="1036578" y="62728"/>
                </a:lnTo>
                <a:close/>
                <a:lnTo>
                  <a:pt x="1048977" y="100941"/>
                </a:lnTo>
                <a:close/>
                <a:lnTo>
                  <a:pt x="1063856" y="158045"/>
                </a:lnTo>
                <a:close/>
                <a:lnTo>
                  <a:pt x="1078735" y="226848"/>
                </a:lnTo>
                <a:close/>
                <a:lnTo>
                  <a:pt x="1096094" y="320940"/>
                </a:lnTo>
                <a:close/>
                <a:lnTo>
                  <a:pt x="1115933" y="445078"/>
                </a:lnTo>
                <a:close/>
                <a:lnTo>
                  <a:pt x="1138251" y="603243"/>
                </a:lnTo>
                <a:close/>
                <a:lnTo>
                  <a:pt x="1165530" y="818284"/>
                </a:lnTo>
                <a:close/>
                <a:lnTo>
                  <a:pt x="1200248" y="1116534"/>
                </a:lnTo>
                <a:close/>
                <a:lnTo>
                  <a:pt x="1331680" y="2272977"/>
                </a:lnTo>
                <a:close/>
                <a:lnTo>
                  <a:pt x="1363918" y="2519225"/>
                </a:lnTo>
                <a:close/>
                <a:lnTo>
                  <a:pt x="1391196" y="2707753"/>
                </a:lnTo>
                <a:close/>
                <a:lnTo>
                  <a:pt x="1418475" y="2876680"/>
                </a:lnTo>
                <a:close/>
                <a:lnTo>
                  <a:pt x="1443273" y="3012862"/>
                </a:lnTo>
                <a:close/>
                <a:lnTo>
                  <a:pt x="1468072" y="3132682"/>
                </a:lnTo>
                <a:close/>
                <a:lnTo>
                  <a:pt x="1490390" y="3227035"/>
                </a:lnTo>
                <a:close/>
                <a:lnTo>
                  <a:pt x="1512709" y="3309307"/>
                </a:lnTo>
                <a:close/>
                <a:lnTo>
                  <a:pt x="1535028" y="3380330"/>
                </a:lnTo>
                <a:close/>
                <a:lnTo>
                  <a:pt x="1554867" y="3434773"/>
                </a:lnTo>
                <a:close/>
                <a:lnTo>
                  <a:pt x="1574705" y="3481764"/>
                </a:lnTo>
                <a:close/>
                <a:lnTo>
                  <a:pt x="1594544" y="3522016"/>
                </a:lnTo>
                <a:close/>
                <a:lnTo>
                  <a:pt x="1614383" y="3556236"/>
                </a:lnTo>
                <a:close/>
                <a:lnTo>
                  <a:pt x="1634222" y="3585114"/>
                </a:lnTo>
                <a:close/>
                <a:lnTo>
                  <a:pt x="1654061" y="3609302"/>
                </a:lnTo>
                <a:close/>
                <a:lnTo>
                  <a:pt x="1673899" y="3629415"/>
                </a:lnTo>
                <a:close/>
                <a:lnTo>
                  <a:pt x="1696218" y="3647872"/>
                </a:lnTo>
                <a:close/>
                <a:lnTo>
                  <a:pt x="1718537" y="3662612"/>
                </a:lnTo>
                <a:close/>
                <a:lnTo>
                  <a:pt x="1743335" y="3675409"/>
                </a:lnTo>
                <a:close/>
                <a:lnTo>
                  <a:pt x="1770614" y="3686002"/>
                </a:lnTo>
                <a:close/>
                <a:lnTo>
                  <a:pt x="1800372" y="3694349"/>
                </a:lnTo>
                <a:close/>
                <a:lnTo>
                  <a:pt x="1835090" y="3700981"/>
                </a:lnTo>
                <a:close/>
                <a:lnTo>
                  <a:pt x="1877247" y="3705962"/>
                </a:lnTo>
                <a:close/>
                <a:lnTo>
                  <a:pt x="1931804" y="3709373"/>
                </a:lnTo>
                <a:close/>
                <a:lnTo>
                  <a:pt x="1981401" y="3710847"/>
                </a:lnTo>
                <a:close/>
                <a:lnTo>
                  <a:pt x="1981401" y="3710847"/>
                </a:lnTo>
                <a:close/>
              </a:path>
            </a:pathLst>
          </a:custGeom>
          <a:noFill/>
          <a:ln w="15240">
            <a:solidFill>
              <a:srgbClr val="2A7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3" name="Freeform 8092"/>
          <p:cNvSpPr/>
          <p:nvPr/>
        </p:nvSpPr>
        <p:spPr>
          <a:xfrm>
            <a:off x="6172463" y="440833"/>
            <a:ext cx="0" cy="4083710"/>
          </a:xfrm>
          <a:custGeom>
            <a:avLst/>
            <a:gdLst/>
            <a:ahLst/>
            <a:cxnLst/>
            <a:rect l="l" t="t" r="r" b="b"/>
            <a:pathLst>
              <a:path w="0" h="4083710">
                <a:moveTo>
                  <a:pt x="0" y="4083710"/>
                </a:moveTo>
                <a:lnTo>
                  <a:pt x="0" y="0"/>
                </a:lnTo>
                <a:close/>
              </a:path>
            </a:pathLst>
          </a:custGeom>
          <a:noFill/>
          <a:ln w="15240">
            <a:solidFill>
              <a:srgbClr val="2A7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4" name="Freeform 8093"/>
          <p:cNvSpPr/>
          <p:nvPr/>
        </p:nvSpPr>
        <p:spPr>
          <a:xfrm>
            <a:off x="5765038" y="440833"/>
            <a:ext cx="0" cy="4083710"/>
          </a:xfrm>
          <a:custGeom>
            <a:avLst/>
            <a:gdLst/>
            <a:ahLst/>
            <a:cxnLst/>
            <a:rect l="l" t="t" r="r" b="b"/>
            <a:pathLst>
              <a:path w="0" h="4083710">
                <a:moveTo>
                  <a:pt x="0" y="408371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2A7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5" name="Freeform 8094"/>
          <p:cNvSpPr/>
          <p:nvPr/>
        </p:nvSpPr>
        <p:spPr>
          <a:xfrm>
            <a:off x="6579889" y="440833"/>
            <a:ext cx="0" cy="4083710"/>
          </a:xfrm>
          <a:custGeom>
            <a:avLst/>
            <a:gdLst/>
            <a:ahLst/>
            <a:cxnLst/>
            <a:rect l="l" t="t" r="r" b="b"/>
            <a:pathLst>
              <a:path w="0" h="4083710">
                <a:moveTo>
                  <a:pt x="0" y="408371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2A7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6" name="Freeform 8095"/>
          <p:cNvSpPr/>
          <p:nvPr/>
        </p:nvSpPr>
        <p:spPr>
          <a:xfrm>
            <a:off x="5082693" y="440833"/>
            <a:ext cx="0" cy="4083710"/>
          </a:xfrm>
          <a:custGeom>
            <a:avLst/>
            <a:gdLst/>
            <a:ahLst/>
            <a:cxnLst/>
            <a:rect l="l" t="t" r="r" b="b"/>
            <a:pathLst>
              <a:path w="0" h="4083710">
                <a:moveTo>
                  <a:pt x="0" y="408371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7" name="Freeform 8096"/>
          <p:cNvSpPr/>
          <p:nvPr/>
        </p:nvSpPr>
        <p:spPr>
          <a:xfrm>
            <a:off x="5082693" y="4524543"/>
            <a:ext cx="2179541" cy="0"/>
          </a:xfrm>
          <a:custGeom>
            <a:avLst/>
            <a:gdLst/>
            <a:ahLst/>
            <a:cxnLst/>
            <a:rect l="l" t="t" r="r" b="b"/>
            <a:pathLst>
              <a:path w="2179541" h="0">
                <a:moveTo>
                  <a:pt x="0" y="0"/>
                </a:moveTo>
                <a:lnTo>
                  <a:pt x="2179541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8" name="TextBox 8097"/>
          <p:cNvSpPr txBox="1"/>
          <p:nvPr/>
        </p:nvSpPr>
        <p:spPr>
          <a:xfrm>
            <a:off x="4908329" y="46254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B</a:t>
            </a:r>
          </a:p>
        </p:txBody>
      </p:sp>
      <p:sp>
        <p:nvSpPr>
          <p:cNvPr id="8099" name="TextBox 8098"/>
          <p:cNvSpPr txBox="1"/>
          <p:nvPr/>
        </p:nvSpPr>
        <p:spPr>
          <a:xfrm>
            <a:off x="6395371" y="860086"/>
            <a:ext cx="1193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Mean = 1.10359</a:t>
            </a:r>
          </a:p>
        </p:txBody>
      </p:sp>
      <p:sp>
        <p:nvSpPr>
          <p:cNvPr id="8100" name="TextBox 8099"/>
          <p:cNvSpPr txBox="1"/>
          <p:nvPr/>
        </p:nvSpPr>
        <p:spPr>
          <a:xfrm>
            <a:off x="6395371" y="955415"/>
            <a:ext cx="1955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Std = 8.40e-04 (~84 pcm)</a:t>
            </a:r>
          </a:p>
        </p:txBody>
      </p:sp>
      <p:sp>
        <p:nvSpPr>
          <p:cNvPr id="8101" name="TextBox 8100"/>
          <p:cNvSpPr txBox="1"/>
          <p:nvPr/>
        </p:nvSpPr>
        <p:spPr>
          <a:xfrm>
            <a:off x="6395371" y="1051785"/>
            <a:ext cx="1955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(approximately Gaussian)</a:t>
            </a:r>
          </a:p>
        </p:txBody>
      </p:sp>
      <p:sp>
        <p:nvSpPr>
          <p:cNvPr id="8102" name="Rectangle 8101"/>
          <p:cNvSpPr/>
          <p:nvPr/>
        </p:nvSpPr>
        <p:spPr>
          <a:xfrm>
            <a:off x="8077193" y="440833"/>
            <a:ext cx="2179542" cy="40837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3" name="Freeform 8102"/>
          <p:cNvSpPr/>
          <p:nvPr/>
        </p:nvSpPr>
        <p:spPr>
          <a:xfrm>
            <a:off x="8176263" y="626456"/>
            <a:ext cx="1981402" cy="3712464"/>
          </a:xfrm>
          <a:custGeom>
            <a:avLst/>
            <a:gdLst/>
            <a:ahLst/>
            <a:cxnLst/>
            <a:rect l="l" t="t" r="r" b="b"/>
            <a:pathLst>
              <a:path w="1981402" h="3712464">
                <a:moveTo>
                  <a:pt x="0" y="3712464"/>
                </a:moveTo>
                <a:lnTo>
                  <a:pt x="0" y="3711219"/>
                </a:lnTo>
                <a:close/>
                <a:lnTo>
                  <a:pt x="2480" y="3711168"/>
                </a:lnTo>
                <a:close/>
                <a:lnTo>
                  <a:pt x="4960" y="3711115"/>
                </a:lnTo>
                <a:close/>
                <a:lnTo>
                  <a:pt x="7440" y="3711060"/>
                </a:lnTo>
                <a:close/>
                <a:lnTo>
                  <a:pt x="9920" y="3711003"/>
                </a:lnTo>
                <a:close/>
                <a:lnTo>
                  <a:pt x="12399" y="3710944"/>
                </a:lnTo>
                <a:close/>
                <a:lnTo>
                  <a:pt x="14879" y="3710883"/>
                </a:lnTo>
                <a:close/>
                <a:lnTo>
                  <a:pt x="17359" y="3710820"/>
                </a:lnTo>
                <a:close/>
                <a:lnTo>
                  <a:pt x="19839" y="3710754"/>
                </a:lnTo>
                <a:close/>
                <a:lnTo>
                  <a:pt x="22319" y="3710685"/>
                </a:lnTo>
                <a:close/>
                <a:lnTo>
                  <a:pt x="24799" y="3710614"/>
                </a:lnTo>
                <a:close/>
                <a:lnTo>
                  <a:pt x="27279" y="3710541"/>
                </a:lnTo>
                <a:close/>
                <a:lnTo>
                  <a:pt x="29758" y="3710465"/>
                </a:lnTo>
                <a:close/>
                <a:lnTo>
                  <a:pt x="32238" y="3710386"/>
                </a:lnTo>
                <a:close/>
                <a:lnTo>
                  <a:pt x="34718" y="3710304"/>
                </a:lnTo>
                <a:close/>
                <a:lnTo>
                  <a:pt x="37198" y="3710218"/>
                </a:lnTo>
                <a:close/>
                <a:lnTo>
                  <a:pt x="39678" y="3710130"/>
                </a:lnTo>
                <a:close/>
                <a:lnTo>
                  <a:pt x="42158" y="3710039"/>
                </a:lnTo>
                <a:close/>
                <a:lnTo>
                  <a:pt x="44637" y="3709944"/>
                </a:lnTo>
                <a:close/>
                <a:lnTo>
                  <a:pt x="47117" y="3709846"/>
                </a:lnTo>
                <a:close/>
                <a:lnTo>
                  <a:pt x="49597" y="3709745"/>
                </a:lnTo>
                <a:close/>
                <a:lnTo>
                  <a:pt x="52077" y="3709639"/>
                </a:lnTo>
                <a:close/>
                <a:lnTo>
                  <a:pt x="54557" y="3709530"/>
                </a:lnTo>
                <a:close/>
                <a:lnTo>
                  <a:pt x="57037" y="3709417"/>
                </a:lnTo>
                <a:close/>
                <a:lnTo>
                  <a:pt x="59517" y="3709300"/>
                </a:lnTo>
                <a:close/>
                <a:lnTo>
                  <a:pt x="61996" y="3709179"/>
                </a:lnTo>
                <a:close/>
                <a:lnTo>
                  <a:pt x="64476" y="3709053"/>
                </a:lnTo>
                <a:close/>
                <a:lnTo>
                  <a:pt x="66956" y="3708923"/>
                </a:lnTo>
                <a:close/>
                <a:lnTo>
                  <a:pt x="69436" y="3708789"/>
                </a:lnTo>
                <a:close/>
                <a:lnTo>
                  <a:pt x="71916" y="3708650"/>
                </a:lnTo>
                <a:close/>
                <a:lnTo>
                  <a:pt x="74396" y="3708506"/>
                </a:lnTo>
                <a:close/>
                <a:lnTo>
                  <a:pt x="76876" y="3708356"/>
                </a:lnTo>
                <a:close/>
                <a:lnTo>
                  <a:pt x="79355" y="3708202"/>
                </a:lnTo>
                <a:close/>
                <a:lnTo>
                  <a:pt x="81835" y="3708042"/>
                </a:lnTo>
                <a:close/>
                <a:lnTo>
                  <a:pt x="84315" y="3707877"/>
                </a:lnTo>
                <a:close/>
                <a:lnTo>
                  <a:pt x="86795" y="3707706"/>
                </a:lnTo>
                <a:close/>
                <a:lnTo>
                  <a:pt x="89275" y="3707529"/>
                </a:lnTo>
                <a:close/>
                <a:lnTo>
                  <a:pt x="91755" y="3707346"/>
                </a:lnTo>
                <a:close/>
                <a:lnTo>
                  <a:pt x="94235" y="3707157"/>
                </a:lnTo>
                <a:close/>
                <a:lnTo>
                  <a:pt x="96714" y="3706962"/>
                </a:lnTo>
                <a:close/>
                <a:lnTo>
                  <a:pt x="99194" y="3706759"/>
                </a:lnTo>
                <a:close/>
                <a:lnTo>
                  <a:pt x="101674" y="3706550"/>
                </a:lnTo>
                <a:close/>
                <a:lnTo>
                  <a:pt x="104154" y="3706334"/>
                </a:lnTo>
                <a:close/>
                <a:lnTo>
                  <a:pt x="106634" y="3706111"/>
                </a:lnTo>
                <a:close/>
                <a:lnTo>
                  <a:pt x="109114" y="3705880"/>
                </a:lnTo>
                <a:close/>
                <a:lnTo>
                  <a:pt x="111593" y="3705642"/>
                </a:lnTo>
                <a:close/>
                <a:lnTo>
                  <a:pt x="114073" y="3705395"/>
                </a:lnTo>
                <a:close/>
                <a:lnTo>
                  <a:pt x="116553" y="3705141"/>
                </a:lnTo>
                <a:close/>
                <a:lnTo>
                  <a:pt x="119033" y="3704877"/>
                </a:lnTo>
                <a:close/>
                <a:lnTo>
                  <a:pt x="121513" y="3704606"/>
                </a:lnTo>
                <a:close/>
                <a:lnTo>
                  <a:pt x="123993" y="3704325"/>
                </a:lnTo>
                <a:close/>
                <a:lnTo>
                  <a:pt x="126473" y="3704035"/>
                </a:lnTo>
                <a:close/>
                <a:lnTo>
                  <a:pt x="128952" y="3703736"/>
                </a:lnTo>
                <a:close/>
                <a:lnTo>
                  <a:pt x="131432" y="3703427"/>
                </a:lnTo>
                <a:close/>
                <a:lnTo>
                  <a:pt x="133912" y="3703108"/>
                </a:lnTo>
                <a:close/>
                <a:lnTo>
                  <a:pt x="136392" y="3702779"/>
                </a:lnTo>
                <a:close/>
                <a:lnTo>
                  <a:pt x="138872" y="3702439"/>
                </a:lnTo>
                <a:close/>
                <a:lnTo>
                  <a:pt x="141352" y="3702088"/>
                </a:lnTo>
                <a:close/>
                <a:lnTo>
                  <a:pt x="143832" y="3701726"/>
                </a:lnTo>
                <a:close/>
                <a:lnTo>
                  <a:pt x="146311" y="3701353"/>
                </a:lnTo>
                <a:close/>
                <a:lnTo>
                  <a:pt x="148791" y="3700968"/>
                </a:lnTo>
                <a:close/>
                <a:lnTo>
                  <a:pt x="151271" y="3700570"/>
                </a:lnTo>
                <a:close/>
                <a:lnTo>
                  <a:pt x="153751" y="3700160"/>
                </a:lnTo>
                <a:close/>
                <a:lnTo>
                  <a:pt x="156231" y="3699738"/>
                </a:lnTo>
                <a:close/>
                <a:lnTo>
                  <a:pt x="158711" y="3699302"/>
                </a:lnTo>
                <a:close/>
                <a:lnTo>
                  <a:pt x="161190" y="3698852"/>
                </a:lnTo>
                <a:close/>
                <a:lnTo>
                  <a:pt x="163670" y="3698389"/>
                </a:lnTo>
                <a:close/>
                <a:lnTo>
                  <a:pt x="166150" y="3697911"/>
                </a:lnTo>
                <a:close/>
                <a:lnTo>
                  <a:pt x="168630" y="3697418"/>
                </a:lnTo>
                <a:close/>
                <a:lnTo>
                  <a:pt x="171110" y="3696911"/>
                </a:lnTo>
                <a:close/>
                <a:lnTo>
                  <a:pt x="173590" y="3696388"/>
                </a:lnTo>
                <a:close/>
                <a:lnTo>
                  <a:pt x="176070" y="3695848"/>
                </a:lnTo>
                <a:close/>
                <a:lnTo>
                  <a:pt x="178549" y="3695293"/>
                </a:lnTo>
                <a:close/>
                <a:lnTo>
                  <a:pt x="181029" y="3694721"/>
                </a:lnTo>
                <a:close/>
                <a:lnTo>
                  <a:pt x="183509" y="3694131"/>
                </a:lnTo>
                <a:close/>
                <a:lnTo>
                  <a:pt x="185989" y="3693524"/>
                </a:lnTo>
                <a:close/>
                <a:lnTo>
                  <a:pt x="188469" y="3692899"/>
                </a:lnTo>
                <a:close/>
                <a:lnTo>
                  <a:pt x="190949" y="3692255"/>
                </a:lnTo>
                <a:close/>
                <a:lnTo>
                  <a:pt x="193429" y="3691592"/>
                </a:lnTo>
                <a:close/>
                <a:lnTo>
                  <a:pt x="195908" y="3690909"/>
                </a:lnTo>
                <a:close/>
                <a:lnTo>
                  <a:pt x="198388" y="3690207"/>
                </a:lnTo>
                <a:close/>
                <a:lnTo>
                  <a:pt x="200868" y="3689483"/>
                </a:lnTo>
                <a:close/>
                <a:lnTo>
                  <a:pt x="203348" y="3688739"/>
                </a:lnTo>
                <a:close/>
                <a:lnTo>
                  <a:pt x="205828" y="3687973"/>
                </a:lnTo>
                <a:close/>
                <a:lnTo>
                  <a:pt x="208308" y="3687185"/>
                </a:lnTo>
                <a:close/>
                <a:lnTo>
                  <a:pt x="210788" y="3686374"/>
                </a:lnTo>
                <a:close/>
                <a:lnTo>
                  <a:pt x="213267" y="3685539"/>
                </a:lnTo>
                <a:close/>
                <a:lnTo>
                  <a:pt x="215747" y="3684681"/>
                </a:lnTo>
                <a:close/>
                <a:lnTo>
                  <a:pt x="218227" y="3683798"/>
                </a:lnTo>
                <a:close/>
                <a:lnTo>
                  <a:pt x="220707" y="3682891"/>
                </a:lnTo>
                <a:close/>
                <a:lnTo>
                  <a:pt x="223187" y="3681957"/>
                </a:lnTo>
                <a:close/>
                <a:lnTo>
                  <a:pt x="225667" y="3680997"/>
                </a:lnTo>
                <a:close/>
                <a:lnTo>
                  <a:pt x="228146" y="3680010"/>
                </a:lnTo>
                <a:close/>
                <a:lnTo>
                  <a:pt x="230626" y="3678996"/>
                </a:lnTo>
                <a:close/>
                <a:lnTo>
                  <a:pt x="233106" y="3677954"/>
                </a:lnTo>
                <a:close/>
                <a:lnTo>
                  <a:pt x="235586" y="3676882"/>
                </a:lnTo>
                <a:close/>
                <a:lnTo>
                  <a:pt x="238066" y="3675781"/>
                </a:lnTo>
                <a:close/>
                <a:lnTo>
                  <a:pt x="240546" y="3674650"/>
                </a:lnTo>
                <a:close/>
                <a:lnTo>
                  <a:pt x="243026" y="3673487"/>
                </a:lnTo>
                <a:close/>
                <a:lnTo>
                  <a:pt x="245505" y="3672293"/>
                </a:lnTo>
                <a:close/>
                <a:lnTo>
                  <a:pt x="247985" y="3671067"/>
                </a:lnTo>
                <a:close/>
                <a:lnTo>
                  <a:pt x="250465" y="3669807"/>
                </a:lnTo>
                <a:close/>
                <a:lnTo>
                  <a:pt x="252945" y="3668513"/>
                </a:lnTo>
                <a:close/>
                <a:lnTo>
                  <a:pt x="255425" y="3667185"/>
                </a:lnTo>
                <a:close/>
                <a:lnTo>
                  <a:pt x="257905" y="3665821"/>
                </a:lnTo>
                <a:close/>
                <a:lnTo>
                  <a:pt x="260385" y="3664421"/>
                </a:lnTo>
                <a:close/>
                <a:lnTo>
                  <a:pt x="262864" y="3662984"/>
                </a:lnTo>
                <a:close/>
                <a:lnTo>
                  <a:pt x="265344" y="3661509"/>
                </a:lnTo>
                <a:close/>
                <a:lnTo>
                  <a:pt x="267824" y="3659996"/>
                </a:lnTo>
                <a:close/>
                <a:lnTo>
                  <a:pt x="270304" y="3658442"/>
                </a:lnTo>
                <a:close/>
                <a:lnTo>
                  <a:pt x="272784" y="3656849"/>
                </a:lnTo>
                <a:close/>
                <a:lnTo>
                  <a:pt x="275264" y="3655214"/>
                </a:lnTo>
                <a:close/>
                <a:lnTo>
                  <a:pt x="277744" y="3653537"/>
                </a:lnTo>
                <a:close/>
                <a:lnTo>
                  <a:pt x="280223" y="3651817"/>
                </a:lnTo>
                <a:close/>
                <a:lnTo>
                  <a:pt x="282703" y="3650053"/>
                </a:lnTo>
                <a:close/>
                <a:lnTo>
                  <a:pt x="285183" y="3648244"/>
                </a:lnTo>
                <a:close/>
                <a:lnTo>
                  <a:pt x="287663" y="3646389"/>
                </a:lnTo>
                <a:close/>
                <a:lnTo>
                  <a:pt x="290143" y="3644488"/>
                </a:lnTo>
                <a:close/>
                <a:lnTo>
                  <a:pt x="292623" y="3642539"/>
                </a:lnTo>
                <a:close/>
                <a:lnTo>
                  <a:pt x="295102" y="3640541"/>
                </a:lnTo>
                <a:close/>
                <a:lnTo>
                  <a:pt x="297582" y="3638493"/>
                </a:lnTo>
                <a:close/>
                <a:lnTo>
                  <a:pt x="300062" y="3636395"/>
                </a:lnTo>
                <a:close/>
                <a:lnTo>
                  <a:pt x="302542" y="3634245"/>
                </a:lnTo>
                <a:close/>
                <a:lnTo>
                  <a:pt x="305022" y="3632043"/>
                </a:lnTo>
                <a:close/>
                <a:lnTo>
                  <a:pt x="307502" y="3629787"/>
                </a:lnTo>
                <a:close/>
                <a:lnTo>
                  <a:pt x="309982" y="3627476"/>
                </a:lnTo>
                <a:close/>
                <a:lnTo>
                  <a:pt x="312461" y="3625109"/>
                </a:lnTo>
                <a:close/>
                <a:lnTo>
                  <a:pt x="314941" y="3622685"/>
                </a:lnTo>
                <a:close/>
                <a:lnTo>
                  <a:pt x="317421" y="3620203"/>
                </a:lnTo>
                <a:close/>
                <a:lnTo>
                  <a:pt x="319901" y="3617662"/>
                </a:lnTo>
                <a:close/>
                <a:lnTo>
                  <a:pt x="322381" y="3615061"/>
                </a:lnTo>
                <a:close/>
                <a:lnTo>
                  <a:pt x="324861" y="3612399"/>
                </a:lnTo>
                <a:close/>
                <a:lnTo>
                  <a:pt x="327341" y="3609674"/>
                </a:lnTo>
                <a:close/>
                <a:lnTo>
                  <a:pt x="329820" y="3606885"/>
                </a:lnTo>
                <a:close/>
                <a:lnTo>
                  <a:pt x="332300" y="3604032"/>
                </a:lnTo>
                <a:close/>
                <a:lnTo>
                  <a:pt x="334780" y="3601113"/>
                </a:lnTo>
                <a:close/>
                <a:lnTo>
                  <a:pt x="337260" y="3598126"/>
                </a:lnTo>
                <a:close/>
                <a:lnTo>
                  <a:pt x="339740" y="3595072"/>
                </a:lnTo>
                <a:close/>
                <a:lnTo>
                  <a:pt x="342220" y="3591947"/>
                </a:lnTo>
                <a:close/>
                <a:lnTo>
                  <a:pt x="344700" y="3588752"/>
                </a:lnTo>
                <a:close/>
                <a:lnTo>
                  <a:pt x="347179" y="3585486"/>
                </a:lnTo>
                <a:close/>
                <a:lnTo>
                  <a:pt x="349659" y="3582145"/>
                </a:lnTo>
                <a:close/>
                <a:lnTo>
                  <a:pt x="352139" y="3578731"/>
                </a:lnTo>
                <a:close/>
                <a:lnTo>
                  <a:pt x="354619" y="3575240"/>
                </a:lnTo>
                <a:close/>
                <a:lnTo>
                  <a:pt x="357099" y="3571673"/>
                </a:lnTo>
                <a:close/>
                <a:lnTo>
                  <a:pt x="359579" y="3568028"/>
                </a:lnTo>
                <a:close/>
                <a:lnTo>
                  <a:pt x="362058" y="3564302"/>
                </a:lnTo>
                <a:close/>
                <a:lnTo>
                  <a:pt x="364538" y="3560497"/>
                </a:lnTo>
                <a:close/>
                <a:lnTo>
                  <a:pt x="367018" y="3556608"/>
                </a:lnTo>
                <a:close/>
                <a:lnTo>
                  <a:pt x="369498" y="3552637"/>
                </a:lnTo>
                <a:close/>
                <a:lnTo>
                  <a:pt x="371978" y="3548581"/>
                </a:lnTo>
                <a:close/>
                <a:lnTo>
                  <a:pt x="374458" y="3544438"/>
                </a:lnTo>
                <a:close/>
                <a:lnTo>
                  <a:pt x="376938" y="3540208"/>
                </a:lnTo>
                <a:close/>
                <a:lnTo>
                  <a:pt x="379417" y="3535890"/>
                </a:lnTo>
                <a:close/>
                <a:lnTo>
                  <a:pt x="381897" y="3531481"/>
                </a:lnTo>
                <a:close/>
                <a:lnTo>
                  <a:pt x="384377" y="3526981"/>
                </a:lnTo>
                <a:close/>
                <a:lnTo>
                  <a:pt x="386857" y="3522388"/>
                </a:lnTo>
                <a:close/>
                <a:lnTo>
                  <a:pt x="389337" y="3517700"/>
                </a:lnTo>
                <a:close/>
                <a:lnTo>
                  <a:pt x="391817" y="3512918"/>
                </a:lnTo>
                <a:close/>
                <a:lnTo>
                  <a:pt x="394297" y="3508038"/>
                </a:lnTo>
                <a:close/>
                <a:lnTo>
                  <a:pt x="396776" y="3503060"/>
                </a:lnTo>
                <a:close/>
                <a:lnTo>
                  <a:pt x="399256" y="3497982"/>
                </a:lnTo>
                <a:close/>
                <a:lnTo>
                  <a:pt x="401736" y="3492803"/>
                </a:lnTo>
                <a:close/>
                <a:lnTo>
                  <a:pt x="404216" y="3487521"/>
                </a:lnTo>
                <a:close/>
                <a:lnTo>
                  <a:pt x="406696" y="3482136"/>
                </a:lnTo>
                <a:close/>
                <a:lnTo>
                  <a:pt x="409176" y="3476645"/>
                </a:lnTo>
                <a:close/>
                <a:lnTo>
                  <a:pt x="411655" y="3471048"/>
                </a:lnTo>
                <a:close/>
                <a:lnTo>
                  <a:pt x="414135" y="3465342"/>
                </a:lnTo>
                <a:close/>
                <a:lnTo>
                  <a:pt x="416615" y="3459527"/>
                </a:lnTo>
                <a:close/>
                <a:lnTo>
                  <a:pt x="419095" y="3453601"/>
                </a:lnTo>
                <a:close/>
                <a:lnTo>
                  <a:pt x="421575" y="3447563"/>
                </a:lnTo>
                <a:close/>
                <a:lnTo>
                  <a:pt x="424055" y="3441412"/>
                </a:lnTo>
                <a:close/>
                <a:lnTo>
                  <a:pt x="426535" y="3435145"/>
                </a:lnTo>
                <a:close/>
                <a:lnTo>
                  <a:pt x="429014" y="3428761"/>
                </a:lnTo>
                <a:close/>
                <a:lnTo>
                  <a:pt x="431494" y="3422260"/>
                </a:lnTo>
                <a:close/>
                <a:lnTo>
                  <a:pt x="433974" y="3415640"/>
                </a:lnTo>
                <a:close/>
                <a:lnTo>
                  <a:pt x="436454" y="3408899"/>
                </a:lnTo>
                <a:close/>
                <a:lnTo>
                  <a:pt x="438934" y="3402036"/>
                </a:lnTo>
                <a:close/>
                <a:lnTo>
                  <a:pt x="441414" y="3395050"/>
                </a:lnTo>
                <a:close/>
                <a:lnTo>
                  <a:pt x="443894" y="3387939"/>
                </a:lnTo>
                <a:close/>
                <a:lnTo>
                  <a:pt x="446373" y="3380702"/>
                </a:lnTo>
                <a:close/>
                <a:lnTo>
                  <a:pt x="448853" y="3373338"/>
                </a:lnTo>
                <a:close/>
                <a:lnTo>
                  <a:pt x="451333" y="3365845"/>
                </a:lnTo>
                <a:close/>
                <a:lnTo>
                  <a:pt x="453813" y="3358222"/>
                </a:lnTo>
                <a:close/>
                <a:lnTo>
                  <a:pt x="456293" y="3350467"/>
                </a:lnTo>
                <a:close/>
                <a:lnTo>
                  <a:pt x="458773" y="3342580"/>
                </a:lnTo>
                <a:close/>
                <a:lnTo>
                  <a:pt x="461253" y="3334559"/>
                </a:lnTo>
                <a:close/>
                <a:lnTo>
                  <a:pt x="463732" y="3326403"/>
                </a:lnTo>
                <a:close/>
                <a:lnTo>
                  <a:pt x="466212" y="3318110"/>
                </a:lnTo>
                <a:close/>
                <a:lnTo>
                  <a:pt x="468692" y="3309679"/>
                </a:lnTo>
                <a:close/>
                <a:lnTo>
                  <a:pt x="471172" y="3301110"/>
                </a:lnTo>
                <a:close/>
                <a:lnTo>
                  <a:pt x="473652" y="3292400"/>
                </a:lnTo>
                <a:close/>
                <a:lnTo>
                  <a:pt x="476132" y="3283549"/>
                </a:lnTo>
                <a:close/>
                <a:lnTo>
                  <a:pt x="478611" y="3274555"/>
                </a:lnTo>
                <a:close/>
                <a:lnTo>
                  <a:pt x="481091" y="3265418"/>
                </a:lnTo>
                <a:close/>
                <a:lnTo>
                  <a:pt x="483571" y="3256135"/>
                </a:lnTo>
                <a:close/>
                <a:lnTo>
                  <a:pt x="486051" y="3246707"/>
                </a:lnTo>
                <a:close/>
                <a:lnTo>
                  <a:pt x="488531" y="3237131"/>
                </a:lnTo>
                <a:close/>
                <a:lnTo>
                  <a:pt x="491011" y="3227407"/>
                </a:lnTo>
                <a:close/>
                <a:lnTo>
                  <a:pt x="493491" y="3217534"/>
                </a:lnTo>
                <a:close/>
                <a:lnTo>
                  <a:pt x="495970" y="3207510"/>
                </a:lnTo>
                <a:close/>
                <a:lnTo>
                  <a:pt x="498450" y="3197335"/>
                </a:lnTo>
                <a:close/>
                <a:lnTo>
                  <a:pt x="500930" y="3187008"/>
                </a:lnTo>
                <a:close/>
                <a:lnTo>
                  <a:pt x="503410" y="3176528"/>
                </a:lnTo>
                <a:close/>
                <a:lnTo>
                  <a:pt x="505890" y="3165893"/>
                </a:lnTo>
                <a:close/>
                <a:lnTo>
                  <a:pt x="508370" y="3155103"/>
                </a:lnTo>
                <a:close/>
                <a:lnTo>
                  <a:pt x="510850" y="3144157"/>
                </a:lnTo>
                <a:close/>
                <a:lnTo>
                  <a:pt x="513329" y="3133054"/>
                </a:lnTo>
                <a:close/>
                <a:lnTo>
                  <a:pt x="515809" y="3121793"/>
                </a:lnTo>
                <a:close/>
                <a:lnTo>
                  <a:pt x="518289" y="3110374"/>
                </a:lnTo>
                <a:close/>
                <a:lnTo>
                  <a:pt x="520769" y="3098796"/>
                </a:lnTo>
                <a:close/>
                <a:lnTo>
                  <a:pt x="523249" y="3087058"/>
                </a:lnTo>
                <a:close/>
                <a:lnTo>
                  <a:pt x="525729" y="3075159"/>
                </a:lnTo>
                <a:close/>
                <a:lnTo>
                  <a:pt x="528209" y="3063099"/>
                </a:lnTo>
                <a:close/>
                <a:lnTo>
                  <a:pt x="530688" y="3050877"/>
                </a:lnTo>
                <a:close/>
                <a:lnTo>
                  <a:pt x="533168" y="3038492"/>
                </a:lnTo>
                <a:close/>
                <a:lnTo>
                  <a:pt x="535648" y="3025945"/>
                </a:lnTo>
                <a:close/>
                <a:lnTo>
                  <a:pt x="538128" y="3013234"/>
                </a:lnTo>
                <a:close/>
                <a:lnTo>
                  <a:pt x="540608" y="3000359"/>
                </a:lnTo>
                <a:close/>
                <a:lnTo>
                  <a:pt x="543088" y="2987320"/>
                </a:lnTo>
                <a:close/>
                <a:lnTo>
                  <a:pt x="545567" y="2974115"/>
                </a:lnTo>
                <a:close/>
                <a:lnTo>
                  <a:pt x="548047" y="2960746"/>
                </a:lnTo>
                <a:close/>
                <a:lnTo>
                  <a:pt x="550527" y="2947212"/>
                </a:lnTo>
                <a:close/>
                <a:lnTo>
                  <a:pt x="553007" y="2933512"/>
                </a:lnTo>
                <a:close/>
                <a:lnTo>
                  <a:pt x="555487" y="2919646"/>
                </a:lnTo>
                <a:close/>
                <a:lnTo>
                  <a:pt x="557967" y="2905614"/>
                </a:lnTo>
                <a:close/>
                <a:lnTo>
                  <a:pt x="560447" y="2891416"/>
                </a:lnTo>
                <a:close/>
                <a:lnTo>
                  <a:pt x="562926" y="2877052"/>
                </a:lnTo>
                <a:close/>
                <a:lnTo>
                  <a:pt x="565406" y="2862522"/>
                </a:lnTo>
                <a:close/>
                <a:lnTo>
                  <a:pt x="567886" y="2847826"/>
                </a:lnTo>
                <a:close/>
                <a:lnTo>
                  <a:pt x="570366" y="2832964"/>
                </a:lnTo>
                <a:close/>
                <a:lnTo>
                  <a:pt x="572846" y="2817937"/>
                </a:lnTo>
                <a:close/>
                <a:lnTo>
                  <a:pt x="575326" y="2802743"/>
                </a:lnTo>
                <a:close/>
                <a:lnTo>
                  <a:pt x="577806" y="2787385"/>
                </a:lnTo>
                <a:close/>
                <a:lnTo>
                  <a:pt x="580285" y="2771861"/>
                </a:lnTo>
                <a:close/>
                <a:lnTo>
                  <a:pt x="582765" y="2756173"/>
                </a:lnTo>
                <a:close/>
                <a:lnTo>
                  <a:pt x="585245" y="2740321"/>
                </a:lnTo>
                <a:close/>
                <a:lnTo>
                  <a:pt x="587725" y="2724304"/>
                </a:lnTo>
                <a:close/>
                <a:lnTo>
                  <a:pt x="590205" y="2708125"/>
                </a:lnTo>
                <a:close/>
                <a:lnTo>
                  <a:pt x="592685" y="2691783"/>
                </a:lnTo>
                <a:close/>
                <a:lnTo>
                  <a:pt x="595165" y="2675280"/>
                </a:lnTo>
                <a:close/>
                <a:lnTo>
                  <a:pt x="597644" y="2658615"/>
                </a:lnTo>
                <a:close/>
                <a:lnTo>
                  <a:pt x="600124" y="2641789"/>
                </a:lnTo>
                <a:close/>
                <a:lnTo>
                  <a:pt x="602604" y="2624804"/>
                </a:lnTo>
                <a:close/>
                <a:lnTo>
                  <a:pt x="605084" y="2607660"/>
                </a:lnTo>
                <a:close/>
                <a:lnTo>
                  <a:pt x="607564" y="2590359"/>
                </a:lnTo>
                <a:close/>
                <a:lnTo>
                  <a:pt x="610044" y="2572901"/>
                </a:lnTo>
                <a:close/>
                <a:lnTo>
                  <a:pt x="612523" y="2555287"/>
                </a:lnTo>
                <a:close/>
                <a:lnTo>
                  <a:pt x="615003" y="2537519"/>
                </a:lnTo>
                <a:close/>
                <a:lnTo>
                  <a:pt x="617483" y="2519598"/>
                </a:lnTo>
                <a:close/>
                <a:lnTo>
                  <a:pt x="619963" y="2501524"/>
                </a:lnTo>
                <a:close/>
                <a:lnTo>
                  <a:pt x="622443" y="2483300"/>
                </a:lnTo>
                <a:close/>
                <a:lnTo>
                  <a:pt x="624923" y="2464927"/>
                </a:lnTo>
                <a:close/>
                <a:lnTo>
                  <a:pt x="627403" y="2446406"/>
                </a:lnTo>
                <a:close/>
                <a:lnTo>
                  <a:pt x="629882" y="2427739"/>
                </a:lnTo>
                <a:close/>
                <a:lnTo>
                  <a:pt x="632362" y="2408928"/>
                </a:lnTo>
                <a:close/>
                <a:lnTo>
                  <a:pt x="634842" y="2389973"/>
                </a:lnTo>
                <a:close/>
                <a:lnTo>
                  <a:pt x="637322" y="2370878"/>
                </a:lnTo>
                <a:close/>
                <a:lnTo>
                  <a:pt x="639802" y="2351643"/>
                </a:lnTo>
                <a:close/>
                <a:lnTo>
                  <a:pt x="642282" y="2332271"/>
                </a:lnTo>
                <a:close/>
                <a:lnTo>
                  <a:pt x="644762" y="2312763"/>
                </a:lnTo>
                <a:close/>
                <a:lnTo>
                  <a:pt x="647241" y="2293122"/>
                </a:lnTo>
                <a:close/>
                <a:lnTo>
                  <a:pt x="649721" y="2273349"/>
                </a:lnTo>
                <a:close/>
                <a:lnTo>
                  <a:pt x="652201" y="2253448"/>
                </a:lnTo>
                <a:close/>
                <a:lnTo>
                  <a:pt x="654681" y="2233419"/>
                </a:lnTo>
                <a:close/>
                <a:lnTo>
                  <a:pt x="657161" y="2213266"/>
                </a:lnTo>
                <a:close/>
                <a:lnTo>
                  <a:pt x="659641" y="2192991"/>
                </a:lnTo>
                <a:close/>
                <a:lnTo>
                  <a:pt x="662121" y="2172595"/>
                </a:lnTo>
                <a:close/>
                <a:lnTo>
                  <a:pt x="664600" y="2152083"/>
                </a:lnTo>
                <a:close/>
                <a:lnTo>
                  <a:pt x="667080" y="2131455"/>
                </a:lnTo>
                <a:close/>
                <a:lnTo>
                  <a:pt x="669560" y="2110716"/>
                </a:lnTo>
                <a:close/>
                <a:lnTo>
                  <a:pt x="672040" y="2089867"/>
                </a:lnTo>
                <a:close/>
                <a:lnTo>
                  <a:pt x="674520" y="2068912"/>
                </a:lnTo>
                <a:close/>
                <a:lnTo>
                  <a:pt x="677000" y="2047852"/>
                </a:lnTo>
                <a:close/>
                <a:lnTo>
                  <a:pt x="679479" y="2026692"/>
                </a:lnTo>
                <a:close/>
                <a:lnTo>
                  <a:pt x="681959" y="2005435"/>
                </a:lnTo>
                <a:close/>
                <a:lnTo>
                  <a:pt x="684439" y="1984082"/>
                </a:lnTo>
                <a:close/>
                <a:lnTo>
                  <a:pt x="686919" y="1962638"/>
                </a:lnTo>
                <a:close/>
                <a:lnTo>
                  <a:pt x="689399" y="1941105"/>
                </a:lnTo>
                <a:close/>
                <a:lnTo>
                  <a:pt x="691879" y="1919487"/>
                </a:lnTo>
                <a:close/>
                <a:lnTo>
                  <a:pt x="694359" y="1897787"/>
                </a:lnTo>
                <a:close/>
                <a:lnTo>
                  <a:pt x="696838" y="1876009"/>
                </a:lnTo>
                <a:close/>
                <a:lnTo>
                  <a:pt x="699318" y="1854155"/>
                </a:lnTo>
                <a:close/>
                <a:lnTo>
                  <a:pt x="701798" y="1832230"/>
                </a:lnTo>
                <a:close/>
                <a:lnTo>
                  <a:pt x="704278" y="1810237"/>
                </a:lnTo>
                <a:close/>
                <a:lnTo>
                  <a:pt x="706758" y="1788180"/>
                </a:lnTo>
                <a:close/>
                <a:lnTo>
                  <a:pt x="709238" y="1766062"/>
                </a:lnTo>
                <a:close/>
                <a:lnTo>
                  <a:pt x="711718" y="1743887"/>
                </a:lnTo>
                <a:close/>
                <a:lnTo>
                  <a:pt x="714197" y="1721659"/>
                </a:lnTo>
                <a:close/>
                <a:lnTo>
                  <a:pt x="716677" y="1699382"/>
                </a:lnTo>
                <a:close/>
                <a:lnTo>
                  <a:pt x="719157" y="1677060"/>
                </a:lnTo>
                <a:close/>
                <a:lnTo>
                  <a:pt x="721637" y="1654697"/>
                </a:lnTo>
                <a:close/>
                <a:lnTo>
                  <a:pt x="724117" y="1632296"/>
                </a:lnTo>
                <a:close/>
                <a:lnTo>
                  <a:pt x="726597" y="1609863"/>
                </a:lnTo>
                <a:close/>
                <a:lnTo>
                  <a:pt x="729076" y="1587400"/>
                </a:lnTo>
                <a:close/>
                <a:lnTo>
                  <a:pt x="731556" y="1564913"/>
                </a:lnTo>
                <a:close/>
                <a:lnTo>
                  <a:pt x="734036" y="1542405"/>
                </a:lnTo>
                <a:close/>
                <a:lnTo>
                  <a:pt x="736516" y="1519881"/>
                </a:lnTo>
                <a:close/>
                <a:lnTo>
                  <a:pt x="738996" y="1497346"/>
                </a:lnTo>
                <a:close/>
                <a:lnTo>
                  <a:pt x="741476" y="1474803"/>
                </a:lnTo>
                <a:close/>
                <a:lnTo>
                  <a:pt x="743956" y="1452258"/>
                </a:lnTo>
                <a:close/>
                <a:lnTo>
                  <a:pt x="746435" y="1429714"/>
                </a:lnTo>
                <a:close/>
                <a:lnTo>
                  <a:pt x="748915" y="1407177"/>
                </a:lnTo>
                <a:close/>
                <a:lnTo>
                  <a:pt x="751395" y="1384650"/>
                </a:lnTo>
                <a:close/>
                <a:lnTo>
                  <a:pt x="753875" y="1362139"/>
                </a:lnTo>
                <a:close/>
                <a:lnTo>
                  <a:pt x="756355" y="1339648"/>
                </a:lnTo>
                <a:close/>
                <a:lnTo>
                  <a:pt x="758835" y="1317182"/>
                </a:lnTo>
                <a:close/>
                <a:lnTo>
                  <a:pt x="761315" y="1294746"/>
                </a:lnTo>
                <a:close/>
                <a:lnTo>
                  <a:pt x="763794" y="1272344"/>
                </a:lnTo>
                <a:close/>
                <a:lnTo>
                  <a:pt x="766274" y="1249981"/>
                </a:lnTo>
                <a:close/>
                <a:lnTo>
                  <a:pt x="768754" y="1227663"/>
                </a:lnTo>
                <a:close/>
                <a:lnTo>
                  <a:pt x="771234" y="1205393"/>
                </a:lnTo>
                <a:close/>
                <a:lnTo>
                  <a:pt x="773714" y="1183178"/>
                </a:lnTo>
                <a:close/>
                <a:lnTo>
                  <a:pt x="776194" y="1161022"/>
                </a:lnTo>
                <a:close/>
                <a:lnTo>
                  <a:pt x="778674" y="1138929"/>
                </a:lnTo>
                <a:close/>
                <a:lnTo>
                  <a:pt x="781153" y="1116906"/>
                </a:lnTo>
                <a:close/>
                <a:lnTo>
                  <a:pt x="783633" y="1094956"/>
                </a:lnTo>
                <a:close/>
                <a:lnTo>
                  <a:pt x="786113" y="1073086"/>
                </a:lnTo>
                <a:close/>
                <a:lnTo>
                  <a:pt x="788593" y="1051299"/>
                </a:lnTo>
                <a:close/>
                <a:lnTo>
                  <a:pt x="791073" y="1029602"/>
                </a:lnTo>
                <a:close/>
                <a:lnTo>
                  <a:pt x="793553" y="1007998"/>
                </a:lnTo>
                <a:close/>
                <a:lnTo>
                  <a:pt x="796032" y="986495"/>
                </a:lnTo>
                <a:close/>
                <a:lnTo>
                  <a:pt x="798512" y="965095"/>
                </a:lnTo>
                <a:close/>
                <a:lnTo>
                  <a:pt x="800992" y="943805"/>
                </a:lnTo>
                <a:close/>
                <a:lnTo>
                  <a:pt x="803472" y="922630"/>
                </a:lnTo>
                <a:close/>
                <a:lnTo>
                  <a:pt x="805952" y="901575"/>
                </a:lnTo>
                <a:close/>
                <a:lnTo>
                  <a:pt x="808432" y="880645"/>
                </a:lnTo>
                <a:close/>
                <a:lnTo>
                  <a:pt x="810912" y="859845"/>
                </a:lnTo>
                <a:close/>
                <a:lnTo>
                  <a:pt x="813391" y="839180"/>
                </a:lnTo>
                <a:close/>
                <a:lnTo>
                  <a:pt x="815871" y="818656"/>
                </a:lnTo>
                <a:close/>
                <a:lnTo>
                  <a:pt x="818351" y="798277"/>
                </a:lnTo>
                <a:close/>
                <a:lnTo>
                  <a:pt x="820831" y="778049"/>
                </a:lnTo>
                <a:close/>
                <a:lnTo>
                  <a:pt x="823311" y="757976"/>
                </a:lnTo>
                <a:close/>
                <a:lnTo>
                  <a:pt x="825791" y="738065"/>
                </a:lnTo>
                <a:close/>
                <a:lnTo>
                  <a:pt x="828271" y="718320"/>
                </a:lnTo>
                <a:close/>
                <a:lnTo>
                  <a:pt x="830750" y="698745"/>
                </a:lnTo>
                <a:close/>
                <a:lnTo>
                  <a:pt x="833230" y="679347"/>
                </a:lnTo>
                <a:close/>
                <a:lnTo>
                  <a:pt x="835710" y="660130"/>
                </a:lnTo>
                <a:close/>
                <a:lnTo>
                  <a:pt x="838190" y="641099"/>
                </a:lnTo>
                <a:close/>
                <a:lnTo>
                  <a:pt x="840670" y="622259"/>
                </a:lnTo>
                <a:close/>
                <a:lnTo>
                  <a:pt x="843150" y="603615"/>
                </a:lnTo>
                <a:close/>
                <a:lnTo>
                  <a:pt x="845630" y="585173"/>
                </a:lnTo>
                <a:close/>
                <a:lnTo>
                  <a:pt x="848109" y="566936"/>
                </a:lnTo>
                <a:close/>
                <a:lnTo>
                  <a:pt x="850589" y="548910"/>
                </a:lnTo>
                <a:close/>
                <a:lnTo>
                  <a:pt x="853069" y="531100"/>
                </a:lnTo>
                <a:close/>
                <a:lnTo>
                  <a:pt x="855549" y="513510"/>
                </a:lnTo>
                <a:close/>
                <a:lnTo>
                  <a:pt x="858029" y="496146"/>
                </a:lnTo>
                <a:close/>
                <a:lnTo>
                  <a:pt x="860509" y="479011"/>
                </a:lnTo>
                <a:close/>
                <a:lnTo>
                  <a:pt x="862988" y="462111"/>
                </a:lnTo>
                <a:close/>
                <a:lnTo>
                  <a:pt x="865468" y="445450"/>
                </a:lnTo>
                <a:close/>
                <a:lnTo>
                  <a:pt x="867948" y="429033"/>
                </a:lnTo>
                <a:close/>
                <a:lnTo>
                  <a:pt x="870428" y="412864"/>
                </a:lnTo>
                <a:close/>
                <a:lnTo>
                  <a:pt x="872908" y="396948"/>
                </a:lnTo>
                <a:close/>
                <a:lnTo>
                  <a:pt x="875388" y="381289"/>
                </a:lnTo>
                <a:close/>
                <a:lnTo>
                  <a:pt x="877868" y="365892"/>
                </a:lnTo>
                <a:close/>
                <a:lnTo>
                  <a:pt x="880347" y="350761"/>
                </a:lnTo>
                <a:close/>
                <a:lnTo>
                  <a:pt x="882827" y="335899"/>
                </a:lnTo>
                <a:close/>
                <a:lnTo>
                  <a:pt x="885307" y="321312"/>
                </a:lnTo>
                <a:close/>
                <a:lnTo>
                  <a:pt x="887787" y="307004"/>
                </a:lnTo>
                <a:close/>
                <a:lnTo>
                  <a:pt x="890267" y="292977"/>
                </a:lnTo>
                <a:close/>
                <a:lnTo>
                  <a:pt x="892747" y="279238"/>
                </a:lnTo>
                <a:close/>
                <a:lnTo>
                  <a:pt x="895227" y="265788"/>
                </a:lnTo>
                <a:close/>
                <a:lnTo>
                  <a:pt x="897706" y="252633"/>
                </a:lnTo>
                <a:close/>
                <a:lnTo>
                  <a:pt x="900186" y="239776"/>
                </a:lnTo>
                <a:close/>
                <a:lnTo>
                  <a:pt x="902666" y="227220"/>
                </a:lnTo>
                <a:close/>
                <a:lnTo>
                  <a:pt x="905146" y="214970"/>
                </a:lnTo>
                <a:close/>
                <a:lnTo>
                  <a:pt x="907626" y="203028"/>
                </a:lnTo>
                <a:close/>
                <a:lnTo>
                  <a:pt x="910106" y="191399"/>
                </a:lnTo>
                <a:close/>
                <a:lnTo>
                  <a:pt x="912586" y="180085"/>
                </a:lnTo>
                <a:close/>
                <a:lnTo>
                  <a:pt x="915065" y="169090"/>
                </a:lnTo>
                <a:close/>
                <a:lnTo>
                  <a:pt x="917545" y="158417"/>
                </a:lnTo>
                <a:close/>
                <a:lnTo>
                  <a:pt x="920025" y="148070"/>
                </a:lnTo>
                <a:close/>
                <a:lnTo>
                  <a:pt x="922505" y="138050"/>
                </a:lnTo>
                <a:close/>
                <a:lnTo>
                  <a:pt x="924985" y="128362"/>
                </a:lnTo>
                <a:close/>
                <a:lnTo>
                  <a:pt x="927465" y="119008"/>
                </a:lnTo>
                <a:close/>
                <a:lnTo>
                  <a:pt x="929944" y="109991"/>
                </a:lnTo>
                <a:close/>
                <a:lnTo>
                  <a:pt x="932424" y="101313"/>
                </a:lnTo>
                <a:close/>
                <a:lnTo>
                  <a:pt x="934904" y="92977"/>
                </a:lnTo>
                <a:close/>
                <a:lnTo>
                  <a:pt x="937384" y="84985"/>
                </a:lnTo>
                <a:close/>
                <a:lnTo>
                  <a:pt x="939864" y="77340"/>
                </a:lnTo>
                <a:close/>
                <a:lnTo>
                  <a:pt x="942344" y="70044"/>
                </a:lnTo>
                <a:close/>
                <a:lnTo>
                  <a:pt x="944824" y="63100"/>
                </a:lnTo>
                <a:close/>
                <a:lnTo>
                  <a:pt x="947303" y="56508"/>
                </a:lnTo>
                <a:close/>
                <a:lnTo>
                  <a:pt x="949783" y="50273"/>
                </a:lnTo>
                <a:close/>
                <a:lnTo>
                  <a:pt x="952263" y="44394"/>
                </a:lnTo>
                <a:close/>
                <a:lnTo>
                  <a:pt x="954743" y="38874"/>
                </a:lnTo>
                <a:close/>
                <a:lnTo>
                  <a:pt x="957223" y="33714"/>
                </a:lnTo>
                <a:close/>
                <a:lnTo>
                  <a:pt x="959703" y="28917"/>
                </a:lnTo>
                <a:close/>
                <a:lnTo>
                  <a:pt x="962183" y="24483"/>
                </a:lnTo>
                <a:close/>
                <a:lnTo>
                  <a:pt x="964662" y="20413"/>
                </a:lnTo>
                <a:close/>
                <a:lnTo>
                  <a:pt x="967142" y="16710"/>
                </a:lnTo>
                <a:close/>
                <a:lnTo>
                  <a:pt x="969622" y="13374"/>
                </a:lnTo>
                <a:close/>
                <a:lnTo>
                  <a:pt x="972102" y="10406"/>
                </a:lnTo>
                <a:close/>
                <a:lnTo>
                  <a:pt x="974582" y="7807"/>
                </a:lnTo>
                <a:close/>
                <a:lnTo>
                  <a:pt x="977062" y="5578"/>
                </a:lnTo>
                <a:close/>
                <a:lnTo>
                  <a:pt x="979541" y="3720"/>
                </a:lnTo>
                <a:close/>
                <a:lnTo>
                  <a:pt x="982021" y="2232"/>
                </a:lnTo>
                <a:close/>
                <a:lnTo>
                  <a:pt x="984501" y="1116"/>
                </a:lnTo>
                <a:close/>
                <a:lnTo>
                  <a:pt x="986981" y="372"/>
                </a:lnTo>
                <a:close/>
                <a:lnTo>
                  <a:pt x="989461" y="0"/>
                </a:lnTo>
                <a:close/>
                <a:lnTo>
                  <a:pt x="991941" y="0"/>
                </a:lnTo>
                <a:close/>
                <a:lnTo>
                  <a:pt x="994421" y="372"/>
                </a:lnTo>
                <a:close/>
                <a:lnTo>
                  <a:pt x="996900" y="1116"/>
                </a:lnTo>
                <a:close/>
                <a:lnTo>
                  <a:pt x="999380" y="2232"/>
                </a:lnTo>
                <a:close/>
                <a:lnTo>
                  <a:pt x="1001860" y="3720"/>
                </a:lnTo>
                <a:close/>
                <a:lnTo>
                  <a:pt x="1004340" y="5578"/>
                </a:lnTo>
                <a:close/>
                <a:lnTo>
                  <a:pt x="1006820" y="7807"/>
                </a:lnTo>
                <a:close/>
                <a:lnTo>
                  <a:pt x="1009300" y="10406"/>
                </a:lnTo>
                <a:close/>
                <a:lnTo>
                  <a:pt x="1011780" y="13374"/>
                </a:lnTo>
                <a:close/>
                <a:lnTo>
                  <a:pt x="1014259" y="16710"/>
                </a:lnTo>
                <a:close/>
                <a:lnTo>
                  <a:pt x="1016739" y="20413"/>
                </a:lnTo>
                <a:close/>
                <a:lnTo>
                  <a:pt x="1019219" y="24483"/>
                </a:lnTo>
                <a:close/>
                <a:lnTo>
                  <a:pt x="1021699" y="28917"/>
                </a:lnTo>
                <a:close/>
                <a:lnTo>
                  <a:pt x="1024179" y="33714"/>
                </a:lnTo>
                <a:close/>
                <a:lnTo>
                  <a:pt x="1026659" y="38874"/>
                </a:lnTo>
                <a:close/>
                <a:lnTo>
                  <a:pt x="1029139" y="44394"/>
                </a:lnTo>
                <a:close/>
                <a:lnTo>
                  <a:pt x="1031618" y="50273"/>
                </a:lnTo>
                <a:close/>
                <a:lnTo>
                  <a:pt x="1034098" y="56508"/>
                </a:lnTo>
                <a:close/>
                <a:lnTo>
                  <a:pt x="1036578" y="63100"/>
                </a:lnTo>
                <a:close/>
                <a:lnTo>
                  <a:pt x="1039058" y="70044"/>
                </a:lnTo>
                <a:close/>
                <a:lnTo>
                  <a:pt x="1041538" y="77340"/>
                </a:lnTo>
                <a:close/>
                <a:lnTo>
                  <a:pt x="1044018" y="84985"/>
                </a:lnTo>
                <a:close/>
                <a:lnTo>
                  <a:pt x="1046497" y="92977"/>
                </a:lnTo>
                <a:close/>
                <a:lnTo>
                  <a:pt x="1048977" y="101313"/>
                </a:lnTo>
                <a:close/>
                <a:lnTo>
                  <a:pt x="1051457" y="109991"/>
                </a:lnTo>
                <a:close/>
                <a:lnTo>
                  <a:pt x="1053937" y="119008"/>
                </a:lnTo>
                <a:close/>
                <a:lnTo>
                  <a:pt x="1056417" y="128362"/>
                </a:lnTo>
                <a:close/>
                <a:lnTo>
                  <a:pt x="1058897" y="138050"/>
                </a:lnTo>
                <a:close/>
                <a:lnTo>
                  <a:pt x="1061377" y="148070"/>
                </a:lnTo>
                <a:close/>
                <a:lnTo>
                  <a:pt x="1063856" y="158417"/>
                </a:lnTo>
                <a:close/>
                <a:lnTo>
                  <a:pt x="1066336" y="169090"/>
                </a:lnTo>
                <a:close/>
                <a:lnTo>
                  <a:pt x="1068816" y="180085"/>
                </a:lnTo>
                <a:close/>
                <a:lnTo>
                  <a:pt x="1071296" y="191399"/>
                </a:lnTo>
                <a:close/>
                <a:lnTo>
                  <a:pt x="1073776" y="203028"/>
                </a:lnTo>
                <a:close/>
                <a:lnTo>
                  <a:pt x="1076256" y="214970"/>
                </a:lnTo>
                <a:close/>
                <a:lnTo>
                  <a:pt x="1078736" y="227220"/>
                </a:lnTo>
                <a:close/>
                <a:lnTo>
                  <a:pt x="1081215" y="239776"/>
                </a:lnTo>
                <a:close/>
                <a:lnTo>
                  <a:pt x="1083695" y="252633"/>
                </a:lnTo>
                <a:close/>
                <a:lnTo>
                  <a:pt x="1086175" y="265788"/>
                </a:lnTo>
                <a:close/>
                <a:lnTo>
                  <a:pt x="1088655" y="279238"/>
                </a:lnTo>
                <a:close/>
                <a:lnTo>
                  <a:pt x="1091135" y="292977"/>
                </a:lnTo>
                <a:close/>
                <a:lnTo>
                  <a:pt x="1093615" y="307004"/>
                </a:lnTo>
                <a:close/>
                <a:lnTo>
                  <a:pt x="1096095" y="321312"/>
                </a:lnTo>
                <a:close/>
                <a:lnTo>
                  <a:pt x="1098574" y="335899"/>
                </a:lnTo>
                <a:close/>
                <a:lnTo>
                  <a:pt x="1101054" y="350761"/>
                </a:lnTo>
                <a:close/>
                <a:lnTo>
                  <a:pt x="1103534" y="365892"/>
                </a:lnTo>
                <a:close/>
                <a:lnTo>
                  <a:pt x="1106014" y="381289"/>
                </a:lnTo>
                <a:close/>
                <a:lnTo>
                  <a:pt x="1108494" y="396948"/>
                </a:lnTo>
                <a:close/>
                <a:lnTo>
                  <a:pt x="1110974" y="412864"/>
                </a:lnTo>
                <a:close/>
                <a:lnTo>
                  <a:pt x="1113453" y="429033"/>
                </a:lnTo>
                <a:close/>
                <a:lnTo>
                  <a:pt x="1115933" y="445450"/>
                </a:lnTo>
                <a:close/>
                <a:lnTo>
                  <a:pt x="1118413" y="462111"/>
                </a:lnTo>
                <a:close/>
                <a:lnTo>
                  <a:pt x="1120893" y="479011"/>
                </a:lnTo>
                <a:close/>
                <a:lnTo>
                  <a:pt x="1123373" y="496146"/>
                </a:lnTo>
                <a:close/>
                <a:lnTo>
                  <a:pt x="1125853" y="513510"/>
                </a:lnTo>
                <a:close/>
                <a:lnTo>
                  <a:pt x="1128333" y="531100"/>
                </a:lnTo>
                <a:close/>
                <a:lnTo>
                  <a:pt x="1130812" y="548910"/>
                </a:lnTo>
                <a:close/>
                <a:lnTo>
                  <a:pt x="1133292" y="566936"/>
                </a:lnTo>
                <a:close/>
                <a:lnTo>
                  <a:pt x="1135772" y="585173"/>
                </a:lnTo>
                <a:close/>
                <a:lnTo>
                  <a:pt x="1138252" y="603615"/>
                </a:lnTo>
                <a:close/>
                <a:lnTo>
                  <a:pt x="1140732" y="622259"/>
                </a:lnTo>
                <a:close/>
                <a:lnTo>
                  <a:pt x="1143212" y="641099"/>
                </a:lnTo>
                <a:close/>
                <a:lnTo>
                  <a:pt x="1145692" y="660130"/>
                </a:lnTo>
                <a:close/>
                <a:lnTo>
                  <a:pt x="1148171" y="679347"/>
                </a:lnTo>
                <a:close/>
                <a:lnTo>
                  <a:pt x="1150651" y="698745"/>
                </a:lnTo>
                <a:close/>
                <a:lnTo>
                  <a:pt x="1153131" y="718320"/>
                </a:lnTo>
                <a:close/>
                <a:lnTo>
                  <a:pt x="1155611" y="738065"/>
                </a:lnTo>
                <a:close/>
                <a:lnTo>
                  <a:pt x="1158091" y="757976"/>
                </a:lnTo>
                <a:close/>
                <a:lnTo>
                  <a:pt x="1160571" y="778049"/>
                </a:lnTo>
                <a:close/>
                <a:lnTo>
                  <a:pt x="1163051" y="798277"/>
                </a:lnTo>
                <a:close/>
                <a:lnTo>
                  <a:pt x="1165530" y="818656"/>
                </a:lnTo>
                <a:close/>
                <a:lnTo>
                  <a:pt x="1168010" y="839180"/>
                </a:lnTo>
                <a:close/>
                <a:lnTo>
                  <a:pt x="1170490" y="859845"/>
                </a:lnTo>
                <a:close/>
                <a:lnTo>
                  <a:pt x="1172970" y="880645"/>
                </a:lnTo>
                <a:close/>
                <a:lnTo>
                  <a:pt x="1175450" y="901575"/>
                </a:lnTo>
                <a:close/>
                <a:lnTo>
                  <a:pt x="1177930" y="922630"/>
                </a:lnTo>
                <a:close/>
                <a:lnTo>
                  <a:pt x="1180409" y="943805"/>
                </a:lnTo>
                <a:close/>
                <a:lnTo>
                  <a:pt x="1182889" y="965095"/>
                </a:lnTo>
                <a:close/>
                <a:lnTo>
                  <a:pt x="1185369" y="986495"/>
                </a:lnTo>
                <a:close/>
                <a:lnTo>
                  <a:pt x="1187849" y="1007998"/>
                </a:lnTo>
                <a:close/>
                <a:lnTo>
                  <a:pt x="1190329" y="1029602"/>
                </a:lnTo>
                <a:close/>
                <a:lnTo>
                  <a:pt x="1192809" y="1051299"/>
                </a:lnTo>
                <a:close/>
                <a:lnTo>
                  <a:pt x="1195289" y="1073086"/>
                </a:lnTo>
                <a:close/>
                <a:lnTo>
                  <a:pt x="1197768" y="1094956"/>
                </a:lnTo>
                <a:close/>
                <a:lnTo>
                  <a:pt x="1200248" y="1116906"/>
                </a:lnTo>
                <a:close/>
                <a:lnTo>
                  <a:pt x="1202728" y="1138929"/>
                </a:lnTo>
                <a:close/>
                <a:lnTo>
                  <a:pt x="1205208" y="1161022"/>
                </a:lnTo>
                <a:close/>
                <a:lnTo>
                  <a:pt x="1207688" y="1183178"/>
                </a:lnTo>
                <a:close/>
                <a:lnTo>
                  <a:pt x="1210168" y="1205393"/>
                </a:lnTo>
                <a:close/>
                <a:lnTo>
                  <a:pt x="1212648" y="1227663"/>
                </a:lnTo>
                <a:close/>
                <a:lnTo>
                  <a:pt x="1215127" y="1249981"/>
                </a:lnTo>
                <a:close/>
                <a:lnTo>
                  <a:pt x="1217607" y="1272344"/>
                </a:lnTo>
                <a:close/>
                <a:lnTo>
                  <a:pt x="1220087" y="1294746"/>
                </a:lnTo>
                <a:close/>
                <a:lnTo>
                  <a:pt x="1222567" y="1317182"/>
                </a:lnTo>
                <a:close/>
                <a:lnTo>
                  <a:pt x="1225047" y="1339648"/>
                </a:lnTo>
                <a:close/>
                <a:lnTo>
                  <a:pt x="1227527" y="1362139"/>
                </a:lnTo>
                <a:close/>
                <a:lnTo>
                  <a:pt x="1230007" y="1384650"/>
                </a:lnTo>
                <a:close/>
                <a:lnTo>
                  <a:pt x="1232486" y="1407177"/>
                </a:lnTo>
                <a:close/>
                <a:lnTo>
                  <a:pt x="1234966" y="1429714"/>
                </a:lnTo>
                <a:close/>
                <a:lnTo>
                  <a:pt x="1237446" y="1452258"/>
                </a:lnTo>
                <a:close/>
                <a:lnTo>
                  <a:pt x="1239926" y="1474803"/>
                </a:lnTo>
                <a:close/>
                <a:lnTo>
                  <a:pt x="1242406" y="1497346"/>
                </a:lnTo>
                <a:close/>
                <a:lnTo>
                  <a:pt x="1244886" y="1519881"/>
                </a:lnTo>
                <a:close/>
                <a:lnTo>
                  <a:pt x="1247365" y="1542405"/>
                </a:lnTo>
                <a:close/>
                <a:lnTo>
                  <a:pt x="1249845" y="1564913"/>
                </a:lnTo>
                <a:close/>
                <a:lnTo>
                  <a:pt x="1252325" y="1587400"/>
                </a:lnTo>
                <a:close/>
                <a:lnTo>
                  <a:pt x="1254805" y="1609863"/>
                </a:lnTo>
                <a:close/>
                <a:lnTo>
                  <a:pt x="1257285" y="1632296"/>
                </a:lnTo>
                <a:close/>
                <a:lnTo>
                  <a:pt x="1259765" y="1654697"/>
                </a:lnTo>
                <a:close/>
                <a:lnTo>
                  <a:pt x="1262245" y="1677060"/>
                </a:lnTo>
                <a:close/>
                <a:lnTo>
                  <a:pt x="1264724" y="1699382"/>
                </a:lnTo>
                <a:close/>
                <a:lnTo>
                  <a:pt x="1267204" y="1721659"/>
                </a:lnTo>
                <a:close/>
                <a:lnTo>
                  <a:pt x="1269684" y="1743887"/>
                </a:lnTo>
                <a:close/>
                <a:lnTo>
                  <a:pt x="1272164" y="1766062"/>
                </a:lnTo>
                <a:close/>
                <a:lnTo>
                  <a:pt x="1274644" y="1788180"/>
                </a:lnTo>
                <a:close/>
                <a:lnTo>
                  <a:pt x="1277124" y="1810237"/>
                </a:lnTo>
                <a:close/>
                <a:lnTo>
                  <a:pt x="1279604" y="1832230"/>
                </a:lnTo>
                <a:close/>
                <a:lnTo>
                  <a:pt x="1282083" y="1854155"/>
                </a:lnTo>
                <a:close/>
                <a:lnTo>
                  <a:pt x="1284563" y="1876009"/>
                </a:lnTo>
                <a:close/>
                <a:lnTo>
                  <a:pt x="1287043" y="1897787"/>
                </a:lnTo>
                <a:close/>
                <a:lnTo>
                  <a:pt x="1289523" y="1919487"/>
                </a:lnTo>
                <a:close/>
                <a:lnTo>
                  <a:pt x="1292003" y="1941105"/>
                </a:lnTo>
                <a:close/>
                <a:lnTo>
                  <a:pt x="1294483" y="1962638"/>
                </a:lnTo>
                <a:close/>
                <a:lnTo>
                  <a:pt x="1296963" y="1984082"/>
                </a:lnTo>
                <a:close/>
                <a:lnTo>
                  <a:pt x="1299442" y="2005435"/>
                </a:lnTo>
                <a:close/>
                <a:lnTo>
                  <a:pt x="1301922" y="2026692"/>
                </a:lnTo>
                <a:close/>
                <a:lnTo>
                  <a:pt x="1304402" y="2047852"/>
                </a:lnTo>
                <a:close/>
                <a:lnTo>
                  <a:pt x="1306882" y="2068912"/>
                </a:lnTo>
                <a:close/>
                <a:lnTo>
                  <a:pt x="1309362" y="2089867"/>
                </a:lnTo>
                <a:close/>
                <a:lnTo>
                  <a:pt x="1311842" y="2110716"/>
                </a:lnTo>
                <a:close/>
                <a:lnTo>
                  <a:pt x="1314321" y="2131455"/>
                </a:lnTo>
                <a:close/>
                <a:lnTo>
                  <a:pt x="1316801" y="2152083"/>
                </a:lnTo>
                <a:close/>
                <a:lnTo>
                  <a:pt x="1319281" y="2172595"/>
                </a:lnTo>
                <a:close/>
                <a:lnTo>
                  <a:pt x="1321761" y="2192991"/>
                </a:lnTo>
                <a:close/>
                <a:lnTo>
                  <a:pt x="1324241" y="2213266"/>
                </a:lnTo>
                <a:close/>
                <a:lnTo>
                  <a:pt x="1326721" y="2233419"/>
                </a:lnTo>
                <a:close/>
                <a:lnTo>
                  <a:pt x="1329201" y="2253448"/>
                </a:lnTo>
                <a:close/>
                <a:lnTo>
                  <a:pt x="1331680" y="2273349"/>
                </a:lnTo>
                <a:close/>
                <a:lnTo>
                  <a:pt x="1334160" y="2293122"/>
                </a:lnTo>
                <a:close/>
                <a:lnTo>
                  <a:pt x="1336640" y="2312763"/>
                </a:lnTo>
                <a:close/>
                <a:lnTo>
                  <a:pt x="1339120" y="2332271"/>
                </a:lnTo>
                <a:close/>
                <a:lnTo>
                  <a:pt x="1341600" y="2351643"/>
                </a:lnTo>
                <a:close/>
                <a:lnTo>
                  <a:pt x="1344080" y="2370878"/>
                </a:lnTo>
                <a:close/>
                <a:lnTo>
                  <a:pt x="1346560" y="2389973"/>
                </a:lnTo>
                <a:close/>
                <a:lnTo>
                  <a:pt x="1349039" y="2408928"/>
                </a:lnTo>
                <a:close/>
                <a:lnTo>
                  <a:pt x="1351519" y="2427739"/>
                </a:lnTo>
                <a:close/>
                <a:lnTo>
                  <a:pt x="1353999" y="2446406"/>
                </a:lnTo>
                <a:close/>
                <a:lnTo>
                  <a:pt x="1356479" y="2464927"/>
                </a:lnTo>
                <a:close/>
                <a:lnTo>
                  <a:pt x="1358959" y="2483300"/>
                </a:lnTo>
                <a:close/>
                <a:lnTo>
                  <a:pt x="1361439" y="2501524"/>
                </a:lnTo>
                <a:close/>
                <a:lnTo>
                  <a:pt x="1363918" y="2519598"/>
                </a:lnTo>
                <a:close/>
                <a:lnTo>
                  <a:pt x="1366398" y="2537519"/>
                </a:lnTo>
                <a:close/>
                <a:lnTo>
                  <a:pt x="1368878" y="2555287"/>
                </a:lnTo>
                <a:close/>
                <a:lnTo>
                  <a:pt x="1371358" y="2572901"/>
                </a:lnTo>
                <a:close/>
                <a:lnTo>
                  <a:pt x="1373838" y="2590359"/>
                </a:lnTo>
                <a:close/>
                <a:lnTo>
                  <a:pt x="1376318" y="2607660"/>
                </a:lnTo>
                <a:close/>
                <a:lnTo>
                  <a:pt x="1378798" y="2624804"/>
                </a:lnTo>
                <a:close/>
                <a:lnTo>
                  <a:pt x="1381277" y="2641789"/>
                </a:lnTo>
                <a:close/>
                <a:lnTo>
                  <a:pt x="1383757" y="2658615"/>
                </a:lnTo>
                <a:close/>
                <a:lnTo>
                  <a:pt x="1386237" y="2675280"/>
                </a:lnTo>
                <a:close/>
                <a:lnTo>
                  <a:pt x="1388717" y="2691783"/>
                </a:lnTo>
                <a:close/>
                <a:lnTo>
                  <a:pt x="1391197" y="2708125"/>
                </a:lnTo>
                <a:close/>
                <a:lnTo>
                  <a:pt x="1393677" y="2724304"/>
                </a:lnTo>
                <a:close/>
                <a:lnTo>
                  <a:pt x="1396157" y="2740321"/>
                </a:lnTo>
                <a:close/>
                <a:lnTo>
                  <a:pt x="1398636" y="2756173"/>
                </a:lnTo>
                <a:close/>
                <a:lnTo>
                  <a:pt x="1401116" y="2771861"/>
                </a:lnTo>
                <a:close/>
                <a:lnTo>
                  <a:pt x="1403596" y="2787385"/>
                </a:lnTo>
                <a:close/>
                <a:lnTo>
                  <a:pt x="1406076" y="2802743"/>
                </a:lnTo>
                <a:close/>
                <a:lnTo>
                  <a:pt x="1408556" y="2817937"/>
                </a:lnTo>
                <a:close/>
                <a:lnTo>
                  <a:pt x="1411036" y="2832964"/>
                </a:lnTo>
                <a:close/>
                <a:lnTo>
                  <a:pt x="1413516" y="2847826"/>
                </a:lnTo>
                <a:close/>
                <a:lnTo>
                  <a:pt x="1415995" y="2862522"/>
                </a:lnTo>
                <a:close/>
                <a:lnTo>
                  <a:pt x="1418475" y="2877052"/>
                </a:lnTo>
                <a:close/>
                <a:lnTo>
                  <a:pt x="1420955" y="2891416"/>
                </a:lnTo>
                <a:close/>
                <a:lnTo>
                  <a:pt x="1423435" y="2905614"/>
                </a:lnTo>
                <a:close/>
                <a:lnTo>
                  <a:pt x="1425915" y="2919646"/>
                </a:lnTo>
                <a:close/>
                <a:lnTo>
                  <a:pt x="1428395" y="2933512"/>
                </a:lnTo>
                <a:close/>
                <a:lnTo>
                  <a:pt x="1430874" y="2947212"/>
                </a:lnTo>
                <a:close/>
                <a:lnTo>
                  <a:pt x="1433354" y="2960746"/>
                </a:lnTo>
                <a:close/>
                <a:lnTo>
                  <a:pt x="1435834" y="2974115"/>
                </a:lnTo>
                <a:close/>
                <a:lnTo>
                  <a:pt x="1438314" y="2987320"/>
                </a:lnTo>
                <a:close/>
                <a:lnTo>
                  <a:pt x="1440794" y="3000359"/>
                </a:lnTo>
                <a:close/>
                <a:lnTo>
                  <a:pt x="1443274" y="3013234"/>
                </a:lnTo>
                <a:close/>
                <a:lnTo>
                  <a:pt x="1445754" y="3025945"/>
                </a:lnTo>
                <a:close/>
                <a:lnTo>
                  <a:pt x="1448233" y="3038492"/>
                </a:lnTo>
                <a:close/>
                <a:lnTo>
                  <a:pt x="1450713" y="3050877"/>
                </a:lnTo>
                <a:close/>
                <a:lnTo>
                  <a:pt x="1453193" y="3063099"/>
                </a:lnTo>
                <a:close/>
                <a:lnTo>
                  <a:pt x="1455673" y="3075159"/>
                </a:lnTo>
                <a:close/>
                <a:lnTo>
                  <a:pt x="1458153" y="3087058"/>
                </a:lnTo>
                <a:close/>
                <a:lnTo>
                  <a:pt x="1460633" y="3098796"/>
                </a:lnTo>
                <a:close/>
                <a:lnTo>
                  <a:pt x="1463113" y="3110374"/>
                </a:lnTo>
                <a:close/>
                <a:lnTo>
                  <a:pt x="1465592" y="3121793"/>
                </a:lnTo>
                <a:close/>
                <a:lnTo>
                  <a:pt x="1468072" y="3133054"/>
                </a:lnTo>
                <a:close/>
                <a:lnTo>
                  <a:pt x="1470552" y="3144157"/>
                </a:lnTo>
                <a:close/>
                <a:lnTo>
                  <a:pt x="1473032" y="3155103"/>
                </a:lnTo>
                <a:close/>
                <a:lnTo>
                  <a:pt x="1475512" y="3165893"/>
                </a:lnTo>
                <a:close/>
                <a:lnTo>
                  <a:pt x="1477992" y="3176528"/>
                </a:lnTo>
                <a:close/>
                <a:lnTo>
                  <a:pt x="1480472" y="3187008"/>
                </a:lnTo>
                <a:close/>
                <a:lnTo>
                  <a:pt x="1482951" y="3197335"/>
                </a:lnTo>
                <a:close/>
                <a:lnTo>
                  <a:pt x="1485431" y="3207510"/>
                </a:lnTo>
                <a:close/>
                <a:lnTo>
                  <a:pt x="1487911" y="3217534"/>
                </a:lnTo>
                <a:close/>
                <a:lnTo>
                  <a:pt x="1490391" y="3227407"/>
                </a:lnTo>
                <a:close/>
                <a:lnTo>
                  <a:pt x="1492871" y="3237131"/>
                </a:lnTo>
                <a:close/>
                <a:lnTo>
                  <a:pt x="1495351" y="3246707"/>
                </a:lnTo>
                <a:close/>
                <a:lnTo>
                  <a:pt x="1497830" y="3256135"/>
                </a:lnTo>
                <a:close/>
                <a:lnTo>
                  <a:pt x="1500310" y="3265418"/>
                </a:lnTo>
                <a:close/>
                <a:lnTo>
                  <a:pt x="1502790" y="3274555"/>
                </a:lnTo>
                <a:close/>
                <a:lnTo>
                  <a:pt x="1505270" y="3283549"/>
                </a:lnTo>
                <a:close/>
                <a:lnTo>
                  <a:pt x="1507750" y="3292400"/>
                </a:lnTo>
                <a:close/>
                <a:lnTo>
                  <a:pt x="1510230" y="3301110"/>
                </a:lnTo>
                <a:close/>
                <a:lnTo>
                  <a:pt x="1512710" y="3309679"/>
                </a:lnTo>
                <a:close/>
                <a:lnTo>
                  <a:pt x="1515189" y="3318110"/>
                </a:lnTo>
                <a:close/>
                <a:lnTo>
                  <a:pt x="1517669" y="3326403"/>
                </a:lnTo>
                <a:close/>
                <a:lnTo>
                  <a:pt x="1520149" y="3334559"/>
                </a:lnTo>
                <a:close/>
                <a:lnTo>
                  <a:pt x="1522629" y="3342580"/>
                </a:lnTo>
                <a:close/>
                <a:lnTo>
                  <a:pt x="1525109" y="3350467"/>
                </a:lnTo>
                <a:close/>
                <a:lnTo>
                  <a:pt x="1527589" y="3358222"/>
                </a:lnTo>
                <a:close/>
                <a:lnTo>
                  <a:pt x="1530069" y="3365845"/>
                </a:lnTo>
                <a:close/>
                <a:lnTo>
                  <a:pt x="1532548" y="3373338"/>
                </a:lnTo>
                <a:close/>
                <a:lnTo>
                  <a:pt x="1535028" y="3380702"/>
                </a:lnTo>
                <a:close/>
                <a:lnTo>
                  <a:pt x="1537508" y="3387939"/>
                </a:lnTo>
                <a:close/>
                <a:lnTo>
                  <a:pt x="1539988" y="3395050"/>
                </a:lnTo>
                <a:close/>
                <a:lnTo>
                  <a:pt x="1542468" y="3402036"/>
                </a:lnTo>
                <a:close/>
                <a:lnTo>
                  <a:pt x="1544948" y="3408899"/>
                </a:lnTo>
                <a:close/>
                <a:lnTo>
                  <a:pt x="1547427" y="3415640"/>
                </a:lnTo>
                <a:close/>
                <a:lnTo>
                  <a:pt x="1549907" y="3422260"/>
                </a:lnTo>
                <a:close/>
                <a:lnTo>
                  <a:pt x="1552387" y="3428761"/>
                </a:lnTo>
                <a:close/>
                <a:lnTo>
                  <a:pt x="1554867" y="3435145"/>
                </a:lnTo>
                <a:close/>
                <a:lnTo>
                  <a:pt x="1557347" y="3441412"/>
                </a:lnTo>
                <a:close/>
                <a:lnTo>
                  <a:pt x="1559827" y="3447563"/>
                </a:lnTo>
                <a:close/>
                <a:lnTo>
                  <a:pt x="1562307" y="3453601"/>
                </a:lnTo>
                <a:close/>
                <a:lnTo>
                  <a:pt x="1564786" y="3459527"/>
                </a:lnTo>
                <a:close/>
                <a:lnTo>
                  <a:pt x="1567266" y="3465342"/>
                </a:lnTo>
                <a:close/>
                <a:lnTo>
                  <a:pt x="1569746" y="3471048"/>
                </a:lnTo>
                <a:close/>
                <a:lnTo>
                  <a:pt x="1572226" y="3476645"/>
                </a:lnTo>
                <a:close/>
                <a:lnTo>
                  <a:pt x="1574706" y="3482136"/>
                </a:lnTo>
                <a:close/>
                <a:lnTo>
                  <a:pt x="1577186" y="3487521"/>
                </a:lnTo>
                <a:close/>
                <a:lnTo>
                  <a:pt x="1579666" y="3492803"/>
                </a:lnTo>
                <a:close/>
                <a:lnTo>
                  <a:pt x="1582145" y="3497982"/>
                </a:lnTo>
                <a:close/>
                <a:lnTo>
                  <a:pt x="1584625" y="3503060"/>
                </a:lnTo>
                <a:close/>
                <a:lnTo>
                  <a:pt x="1587105" y="3508038"/>
                </a:lnTo>
                <a:close/>
                <a:lnTo>
                  <a:pt x="1589585" y="3512918"/>
                </a:lnTo>
                <a:close/>
                <a:lnTo>
                  <a:pt x="1592065" y="3517700"/>
                </a:lnTo>
                <a:close/>
                <a:lnTo>
                  <a:pt x="1594545" y="3522388"/>
                </a:lnTo>
                <a:close/>
                <a:lnTo>
                  <a:pt x="1597025" y="3526981"/>
                </a:lnTo>
                <a:close/>
                <a:lnTo>
                  <a:pt x="1599504" y="3531481"/>
                </a:lnTo>
                <a:close/>
                <a:lnTo>
                  <a:pt x="1601984" y="3535890"/>
                </a:lnTo>
                <a:close/>
                <a:lnTo>
                  <a:pt x="1604464" y="3540208"/>
                </a:lnTo>
                <a:close/>
                <a:lnTo>
                  <a:pt x="1606944" y="3544438"/>
                </a:lnTo>
                <a:close/>
                <a:lnTo>
                  <a:pt x="1609424" y="3548581"/>
                </a:lnTo>
                <a:close/>
                <a:lnTo>
                  <a:pt x="1611904" y="3552637"/>
                </a:lnTo>
                <a:close/>
                <a:lnTo>
                  <a:pt x="1614383" y="3556608"/>
                </a:lnTo>
                <a:close/>
                <a:lnTo>
                  <a:pt x="1616863" y="3560497"/>
                </a:lnTo>
                <a:close/>
                <a:lnTo>
                  <a:pt x="1619343" y="3564302"/>
                </a:lnTo>
                <a:close/>
                <a:lnTo>
                  <a:pt x="1621823" y="3568028"/>
                </a:lnTo>
                <a:close/>
                <a:lnTo>
                  <a:pt x="1624303" y="3571673"/>
                </a:lnTo>
                <a:close/>
                <a:lnTo>
                  <a:pt x="1626783" y="3575240"/>
                </a:lnTo>
                <a:close/>
                <a:lnTo>
                  <a:pt x="1629263" y="3578731"/>
                </a:lnTo>
                <a:close/>
                <a:lnTo>
                  <a:pt x="1631742" y="3582145"/>
                </a:lnTo>
                <a:close/>
                <a:lnTo>
                  <a:pt x="1634222" y="3585486"/>
                </a:lnTo>
                <a:close/>
                <a:lnTo>
                  <a:pt x="1636702" y="3588752"/>
                </a:lnTo>
                <a:close/>
                <a:lnTo>
                  <a:pt x="1639182" y="3591947"/>
                </a:lnTo>
                <a:close/>
                <a:lnTo>
                  <a:pt x="1641662" y="3595072"/>
                </a:lnTo>
                <a:close/>
                <a:lnTo>
                  <a:pt x="1644142" y="3598126"/>
                </a:lnTo>
                <a:close/>
                <a:lnTo>
                  <a:pt x="1646622" y="3601113"/>
                </a:lnTo>
                <a:close/>
                <a:lnTo>
                  <a:pt x="1649101" y="3604032"/>
                </a:lnTo>
                <a:close/>
                <a:lnTo>
                  <a:pt x="1651581" y="3606885"/>
                </a:lnTo>
                <a:close/>
                <a:lnTo>
                  <a:pt x="1654061" y="3609674"/>
                </a:lnTo>
                <a:close/>
                <a:lnTo>
                  <a:pt x="1656541" y="3612399"/>
                </a:lnTo>
                <a:close/>
                <a:lnTo>
                  <a:pt x="1659021" y="3615061"/>
                </a:lnTo>
                <a:close/>
                <a:lnTo>
                  <a:pt x="1661501" y="3617662"/>
                </a:lnTo>
                <a:close/>
                <a:lnTo>
                  <a:pt x="1663981" y="3620203"/>
                </a:lnTo>
                <a:close/>
                <a:lnTo>
                  <a:pt x="1666460" y="3622685"/>
                </a:lnTo>
                <a:close/>
                <a:lnTo>
                  <a:pt x="1668940" y="3625109"/>
                </a:lnTo>
                <a:close/>
                <a:lnTo>
                  <a:pt x="1671420" y="3627476"/>
                </a:lnTo>
                <a:close/>
                <a:lnTo>
                  <a:pt x="1673900" y="3629787"/>
                </a:lnTo>
                <a:close/>
                <a:lnTo>
                  <a:pt x="1676380" y="3632043"/>
                </a:lnTo>
                <a:close/>
                <a:lnTo>
                  <a:pt x="1678860" y="3634245"/>
                </a:lnTo>
                <a:close/>
                <a:lnTo>
                  <a:pt x="1681339" y="3636395"/>
                </a:lnTo>
                <a:close/>
                <a:lnTo>
                  <a:pt x="1683819" y="3638493"/>
                </a:lnTo>
                <a:close/>
                <a:lnTo>
                  <a:pt x="1686299" y="3640541"/>
                </a:lnTo>
                <a:close/>
                <a:lnTo>
                  <a:pt x="1688779" y="3642539"/>
                </a:lnTo>
                <a:close/>
                <a:lnTo>
                  <a:pt x="1691259" y="3644488"/>
                </a:lnTo>
                <a:close/>
                <a:lnTo>
                  <a:pt x="1693739" y="3646389"/>
                </a:lnTo>
                <a:close/>
                <a:lnTo>
                  <a:pt x="1696219" y="3648244"/>
                </a:lnTo>
                <a:close/>
                <a:lnTo>
                  <a:pt x="1698698" y="3650053"/>
                </a:lnTo>
                <a:close/>
                <a:lnTo>
                  <a:pt x="1701178" y="3651817"/>
                </a:lnTo>
                <a:close/>
                <a:lnTo>
                  <a:pt x="1703658" y="3653537"/>
                </a:lnTo>
                <a:close/>
                <a:lnTo>
                  <a:pt x="1706138" y="3655214"/>
                </a:lnTo>
                <a:close/>
                <a:lnTo>
                  <a:pt x="1708618" y="3656849"/>
                </a:lnTo>
                <a:close/>
                <a:lnTo>
                  <a:pt x="1711098" y="3658442"/>
                </a:lnTo>
                <a:close/>
                <a:lnTo>
                  <a:pt x="1713578" y="3659996"/>
                </a:lnTo>
                <a:close/>
                <a:lnTo>
                  <a:pt x="1716057" y="3661509"/>
                </a:lnTo>
                <a:close/>
                <a:lnTo>
                  <a:pt x="1718537" y="3662984"/>
                </a:lnTo>
                <a:close/>
                <a:lnTo>
                  <a:pt x="1721017" y="3664421"/>
                </a:lnTo>
                <a:close/>
                <a:lnTo>
                  <a:pt x="1723497" y="3665821"/>
                </a:lnTo>
                <a:close/>
                <a:lnTo>
                  <a:pt x="1725977" y="3667185"/>
                </a:lnTo>
                <a:close/>
                <a:lnTo>
                  <a:pt x="1728457" y="3668513"/>
                </a:lnTo>
                <a:close/>
                <a:lnTo>
                  <a:pt x="1730937" y="3669807"/>
                </a:lnTo>
                <a:close/>
                <a:lnTo>
                  <a:pt x="1733416" y="3671067"/>
                </a:lnTo>
                <a:close/>
                <a:lnTo>
                  <a:pt x="1735896" y="3672293"/>
                </a:lnTo>
                <a:close/>
                <a:lnTo>
                  <a:pt x="1738376" y="3673487"/>
                </a:lnTo>
                <a:close/>
                <a:lnTo>
                  <a:pt x="1740856" y="3674650"/>
                </a:lnTo>
                <a:close/>
                <a:lnTo>
                  <a:pt x="1743336" y="3675781"/>
                </a:lnTo>
                <a:close/>
                <a:lnTo>
                  <a:pt x="1745816" y="3676882"/>
                </a:lnTo>
                <a:close/>
                <a:lnTo>
                  <a:pt x="1748295" y="3677954"/>
                </a:lnTo>
                <a:close/>
                <a:lnTo>
                  <a:pt x="1750775" y="3678996"/>
                </a:lnTo>
                <a:close/>
                <a:lnTo>
                  <a:pt x="1753255" y="3680010"/>
                </a:lnTo>
                <a:close/>
                <a:lnTo>
                  <a:pt x="1755735" y="3680997"/>
                </a:lnTo>
                <a:close/>
                <a:lnTo>
                  <a:pt x="1758215" y="3681957"/>
                </a:lnTo>
                <a:close/>
                <a:lnTo>
                  <a:pt x="1760695" y="3682891"/>
                </a:lnTo>
                <a:close/>
                <a:lnTo>
                  <a:pt x="1763175" y="3683798"/>
                </a:lnTo>
                <a:close/>
                <a:lnTo>
                  <a:pt x="1765654" y="3684681"/>
                </a:lnTo>
                <a:close/>
                <a:lnTo>
                  <a:pt x="1768134" y="3685539"/>
                </a:lnTo>
                <a:close/>
                <a:lnTo>
                  <a:pt x="1770614" y="3686374"/>
                </a:lnTo>
                <a:close/>
                <a:lnTo>
                  <a:pt x="1773094" y="3687185"/>
                </a:lnTo>
                <a:close/>
                <a:lnTo>
                  <a:pt x="1775574" y="3687973"/>
                </a:lnTo>
                <a:close/>
                <a:lnTo>
                  <a:pt x="1778054" y="3688739"/>
                </a:lnTo>
                <a:close/>
                <a:lnTo>
                  <a:pt x="1780534" y="3689483"/>
                </a:lnTo>
                <a:close/>
                <a:lnTo>
                  <a:pt x="1783013" y="3690207"/>
                </a:lnTo>
                <a:close/>
                <a:lnTo>
                  <a:pt x="1785493" y="3690909"/>
                </a:lnTo>
                <a:close/>
                <a:lnTo>
                  <a:pt x="1787973" y="3691592"/>
                </a:lnTo>
                <a:close/>
                <a:lnTo>
                  <a:pt x="1790453" y="3692255"/>
                </a:lnTo>
                <a:close/>
                <a:lnTo>
                  <a:pt x="1792933" y="3692899"/>
                </a:lnTo>
                <a:close/>
                <a:lnTo>
                  <a:pt x="1795413" y="3693524"/>
                </a:lnTo>
                <a:close/>
                <a:lnTo>
                  <a:pt x="1797893" y="3694131"/>
                </a:lnTo>
                <a:close/>
                <a:lnTo>
                  <a:pt x="1800372" y="3694721"/>
                </a:lnTo>
                <a:close/>
                <a:lnTo>
                  <a:pt x="1802852" y="3695293"/>
                </a:lnTo>
                <a:close/>
                <a:lnTo>
                  <a:pt x="1805332" y="3695848"/>
                </a:lnTo>
                <a:close/>
                <a:lnTo>
                  <a:pt x="1807812" y="3696388"/>
                </a:lnTo>
                <a:close/>
                <a:lnTo>
                  <a:pt x="1810292" y="3696911"/>
                </a:lnTo>
                <a:close/>
                <a:lnTo>
                  <a:pt x="1812772" y="3697418"/>
                </a:lnTo>
                <a:close/>
                <a:lnTo>
                  <a:pt x="1815251" y="3697911"/>
                </a:lnTo>
                <a:close/>
                <a:lnTo>
                  <a:pt x="1817731" y="3698389"/>
                </a:lnTo>
                <a:close/>
                <a:lnTo>
                  <a:pt x="1820211" y="3698852"/>
                </a:lnTo>
                <a:close/>
                <a:lnTo>
                  <a:pt x="1822691" y="3699302"/>
                </a:lnTo>
                <a:close/>
                <a:lnTo>
                  <a:pt x="1825171" y="3699738"/>
                </a:lnTo>
                <a:close/>
                <a:lnTo>
                  <a:pt x="1827651" y="3700160"/>
                </a:lnTo>
                <a:close/>
                <a:lnTo>
                  <a:pt x="1830131" y="3700570"/>
                </a:lnTo>
                <a:close/>
                <a:lnTo>
                  <a:pt x="1832610" y="3700968"/>
                </a:lnTo>
                <a:close/>
                <a:lnTo>
                  <a:pt x="1835090" y="3701353"/>
                </a:lnTo>
                <a:close/>
                <a:lnTo>
                  <a:pt x="1837570" y="3701726"/>
                </a:lnTo>
                <a:close/>
                <a:lnTo>
                  <a:pt x="1840050" y="3702088"/>
                </a:lnTo>
                <a:close/>
                <a:lnTo>
                  <a:pt x="1842530" y="3702439"/>
                </a:lnTo>
                <a:close/>
                <a:lnTo>
                  <a:pt x="1845010" y="3702779"/>
                </a:lnTo>
                <a:close/>
                <a:lnTo>
                  <a:pt x="1847490" y="3703108"/>
                </a:lnTo>
                <a:close/>
                <a:lnTo>
                  <a:pt x="1849969" y="3703427"/>
                </a:lnTo>
                <a:close/>
                <a:lnTo>
                  <a:pt x="1852449" y="3703736"/>
                </a:lnTo>
                <a:close/>
                <a:lnTo>
                  <a:pt x="1854929" y="3704035"/>
                </a:lnTo>
                <a:close/>
                <a:lnTo>
                  <a:pt x="1857409" y="3704325"/>
                </a:lnTo>
                <a:close/>
                <a:lnTo>
                  <a:pt x="1859889" y="3704606"/>
                </a:lnTo>
                <a:close/>
                <a:lnTo>
                  <a:pt x="1862369" y="3704877"/>
                </a:lnTo>
                <a:close/>
                <a:lnTo>
                  <a:pt x="1864849" y="3705141"/>
                </a:lnTo>
                <a:close/>
                <a:lnTo>
                  <a:pt x="1867328" y="3705395"/>
                </a:lnTo>
                <a:close/>
                <a:lnTo>
                  <a:pt x="1869808" y="3705642"/>
                </a:lnTo>
                <a:close/>
                <a:lnTo>
                  <a:pt x="1872288" y="3705880"/>
                </a:lnTo>
                <a:close/>
                <a:lnTo>
                  <a:pt x="1874768" y="3706111"/>
                </a:lnTo>
                <a:close/>
                <a:lnTo>
                  <a:pt x="1877248" y="3706334"/>
                </a:lnTo>
                <a:close/>
                <a:lnTo>
                  <a:pt x="1879728" y="3706550"/>
                </a:lnTo>
                <a:close/>
                <a:lnTo>
                  <a:pt x="1882207" y="3706759"/>
                </a:lnTo>
                <a:close/>
                <a:lnTo>
                  <a:pt x="1884687" y="3706962"/>
                </a:lnTo>
                <a:close/>
                <a:lnTo>
                  <a:pt x="1887167" y="3707157"/>
                </a:lnTo>
                <a:close/>
                <a:lnTo>
                  <a:pt x="1889647" y="3707346"/>
                </a:lnTo>
                <a:close/>
                <a:lnTo>
                  <a:pt x="1892127" y="3707529"/>
                </a:lnTo>
                <a:close/>
                <a:lnTo>
                  <a:pt x="1894607" y="3707706"/>
                </a:lnTo>
                <a:close/>
                <a:lnTo>
                  <a:pt x="1897087" y="3707877"/>
                </a:lnTo>
                <a:close/>
                <a:lnTo>
                  <a:pt x="1899566" y="3708042"/>
                </a:lnTo>
                <a:close/>
                <a:lnTo>
                  <a:pt x="1902046" y="3708202"/>
                </a:lnTo>
                <a:close/>
                <a:lnTo>
                  <a:pt x="1904526" y="3708356"/>
                </a:lnTo>
                <a:close/>
                <a:lnTo>
                  <a:pt x="1907006" y="3708506"/>
                </a:lnTo>
                <a:close/>
                <a:lnTo>
                  <a:pt x="1909486" y="3708650"/>
                </a:lnTo>
                <a:close/>
                <a:lnTo>
                  <a:pt x="1911966" y="3708789"/>
                </a:lnTo>
                <a:close/>
                <a:lnTo>
                  <a:pt x="1914446" y="3708923"/>
                </a:lnTo>
                <a:close/>
                <a:lnTo>
                  <a:pt x="1916925" y="3709053"/>
                </a:lnTo>
                <a:close/>
                <a:lnTo>
                  <a:pt x="1919405" y="3709179"/>
                </a:lnTo>
                <a:close/>
                <a:lnTo>
                  <a:pt x="1921885" y="3709300"/>
                </a:lnTo>
                <a:close/>
                <a:lnTo>
                  <a:pt x="1924365" y="3709417"/>
                </a:lnTo>
                <a:close/>
                <a:lnTo>
                  <a:pt x="1926845" y="3709530"/>
                </a:lnTo>
                <a:close/>
                <a:lnTo>
                  <a:pt x="1929325" y="3709639"/>
                </a:lnTo>
                <a:close/>
                <a:lnTo>
                  <a:pt x="1931804" y="3709745"/>
                </a:lnTo>
                <a:close/>
                <a:lnTo>
                  <a:pt x="1934284" y="3709846"/>
                </a:lnTo>
                <a:close/>
                <a:lnTo>
                  <a:pt x="1936764" y="3709944"/>
                </a:lnTo>
                <a:close/>
                <a:lnTo>
                  <a:pt x="1939244" y="3710039"/>
                </a:lnTo>
                <a:close/>
                <a:lnTo>
                  <a:pt x="1941724" y="3710130"/>
                </a:lnTo>
                <a:close/>
                <a:lnTo>
                  <a:pt x="1944204" y="3710218"/>
                </a:lnTo>
                <a:close/>
                <a:lnTo>
                  <a:pt x="1946684" y="3710304"/>
                </a:lnTo>
                <a:close/>
                <a:lnTo>
                  <a:pt x="1949163" y="3710386"/>
                </a:lnTo>
                <a:close/>
                <a:lnTo>
                  <a:pt x="1951643" y="3710465"/>
                </a:lnTo>
                <a:close/>
                <a:lnTo>
                  <a:pt x="1954123" y="3710541"/>
                </a:lnTo>
                <a:close/>
                <a:lnTo>
                  <a:pt x="1956603" y="3710614"/>
                </a:lnTo>
                <a:close/>
                <a:lnTo>
                  <a:pt x="1959083" y="3710685"/>
                </a:lnTo>
                <a:close/>
                <a:lnTo>
                  <a:pt x="1961563" y="3710754"/>
                </a:lnTo>
                <a:close/>
                <a:lnTo>
                  <a:pt x="1964043" y="3710820"/>
                </a:lnTo>
                <a:close/>
                <a:lnTo>
                  <a:pt x="1966522" y="3710883"/>
                </a:lnTo>
                <a:close/>
                <a:lnTo>
                  <a:pt x="1969002" y="3710944"/>
                </a:lnTo>
                <a:close/>
                <a:lnTo>
                  <a:pt x="1971482" y="3711003"/>
                </a:lnTo>
                <a:close/>
                <a:lnTo>
                  <a:pt x="1973962" y="3711060"/>
                </a:lnTo>
                <a:close/>
                <a:lnTo>
                  <a:pt x="1976442" y="3711115"/>
                </a:lnTo>
                <a:close/>
                <a:lnTo>
                  <a:pt x="1978922" y="3711168"/>
                </a:lnTo>
                <a:close/>
                <a:lnTo>
                  <a:pt x="1981402" y="3711219"/>
                </a:lnTo>
                <a:close/>
                <a:lnTo>
                  <a:pt x="1981402" y="3712464"/>
                </a:lnTo>
                <a:close/>
                <a:lnTo>
                  <a:pt x="1981402" y="3712464"/>
                </a:lnTo>
                <a:close/>
                <a:lnTo>
                  <a:pt x="1978922" y="3712464"/>
                </a:lnTo>
                <a:close/>
                <a:lnTo>
                  <a:pt x="1976442" y="3712464"/>
                </a:lnTo>
                <a:close/>
                <a:lnTo>
                  <a:pt x="1973962" y="3712464"/>
                </a:lnTo>
                <a:close/>
                <a:lnTo>
                  <a:pt x="1971482" y="3712464"/>
                </a:lnTo>
                <a:close/>
                <a:lnTo>
                  <a:pt x="1969002" y="3712464"/>
                </a:lnTo>
                <a:close/>
                <a:lnTo>
                  <a:pt x="1966522" y="3712464"/>
                </a:lnTo>
                <a:close/>
                <a:lnTo>
                  <a:pt x="1964043" y="3712464"/>
                </a:lnTo>
                <a:close/>
                <a:lnTo>
                  <a:pt x="1961563" y="3712464"/>
                </a:lnTo>
                <a:close/>
                <a:lnTo>
                  <a:pt x="1959083" y="3712464"/>
                </a:lnTo>
                <a:close/>
                <a:lnTo>
                  <a:pt x="1956603" y="3712464"/>
                </a:lnTo>
                <a:close/>
                <a:lnTo>
                  <a:pt x="1954123" y="3712464"/>
                </a:lnTo>
                <a:close/>
                <a:lnTo>
                  <a:pt x="1951643" y="3712464"/>
                </a:lnTo>
                <a:close/>
                <a:lnTo>
                  <a:pt x="1949163" y="3712464"/>
                </a:lnTo>
                <a:close/>
                <a:lnTo>
                  <a:pt x="1946684" y="3712464"/>
                </a:lnTo>
                <a:close/>
                <a:lnTo>
                  <a:pt x="1944204" y="3712464"/>
                </a:lnTo>
                <a:close/>
                <a:lnTo>
                  <a:pt x="1941724" y="3712464"/>
                </a:lnTo>
                <a:close/>
                <a:lnTo>
                  <a:pt x="1939244" y="3712464"/>
                </a:lnTo>
                <a:close/>
                <a:lnTo>
                  <a:pt x="1936764" y="3712464"/>
                </a:lnTo>
                <a:close/>
                <a:lnTo>
                  <a:pt x="1934284" y="3712464"/>
                </a:lnTo>
                <a:close/>
                <a:lnTo>
                  <a:pt x="1931804" y="3712464"/>
                </a:lnTo>
                <a:close/>
                <a:lnTo>
                  <a:pt x="1929325" y="3712464"/>
                </a:lnTo>
                <a:close/>
                <a:lnTo>
                  <a:pt x="1926845" y="3712464"/>
                </a:lnTo>
                <a:close/>
                <a:lnTo>
                  <a:pt x="1924365" y="3712464"/>
                </a:lnTo>
                <a:close/>
                <a:lnTo>
                  <a:pt x="1921885" y="3712464"/>
                </a:lnTo>
                <a:close/>
                <a:lnTo>
                  <a:pt x="1919405" y="3712464"/>
                </a:lnTo>
                <a:close/>
                <a:lnTo>
                  <a:pt x="1916925" y="3712464"/>
                </a:lnTo>
                <a:close/>
                <a:lnTo>
                  <a:pt x="1914446" y="3712464"/>
                </a:lnTo>
                <a:close/>
                <a:lnTo>
                  <a:pt x="1911966" y="3712464"/>
                </a:lnTo>
                <a:close/>
                <a:lnTo>
                  <a:pt x="1909486" y="3712464"/>
                </a:lnTo>
                <a:close/>
                <a:lnTo>
                  <a:pt x="1907006" y="3712464"/>
                </a:lnTo>
                <a:close/>
                <a:lnTo>
                  <a:pt x="1904526" y="3712464"/>
                </a:lnTo>
                <a:close/>
                <a:lnTo>
                  <a:pt x="1902046" y="3712464"/>
                </a:lnTo>
                <a:close/>
                <a:lnTo>
                  <a:pt x="1899566" y="3712464"/>
                </a:lnTo>
                <a:close/>
                <a:lnTo>
                  <a:pt x="1897087" y="3712464"/>
                </a:lnTo>
                <a:close/>
                <a:lnTo>
                  <a:pt x="1894607" y="3712464"/>
                </a:lnTo>
                <a:close/>
                <a:lnTo>
                  <a:pt x="1892127" y="3712464"/>
                </a:lnTo>
                <a:close/>
                <a:lnTo>
                  <a:pt x="1889647" y="3712464"/>
                </a:lnTo>
                <a:close/>
                <a:lnTo>
                  <a:pt x="1887167" y="3712464"/>
                </a:lnTo>
                <a:close/>
                <a:lnTo>
                  <a:pt x="1884687" y="3712464"/>
                </a:lnTo>
                <a:close/>
                <a:lnTo>
                  <a:pt x="1882207" y="3712464"/>
                </a:lnTo>
                <a:close/>
                <a:lnTo>
                  <a:pt x="1879728" y="3712464"/>
                </a:lnTo>
                <a:close/>
                <a:lnTo>
                  <a:pt x="1877248" y="3712464"/>
                </a:lnTo>
                <a:close/>
                <a:lnTo>
                  <a:pt x="1874768" y="3712464"/>
                </a:lnTo>
                <a:close/>
                <a:lnTo>
                  <a:pt x="1872288" y="3712464"/>
                </a:lnTo>
                <a:close/>
                <a:lnTo>
                  <a:pt x="1869808" y="3712464"/>
                </a:lnTo>
                <a:close/>
                <a:lnTo>
                  <a:pt x="1867328" y="3712464"/>
                </a:lnTo>
                <a:close/>
                <a:lnTo>
                  <a:pt x="1864849" y="3712464"/>
                </a:lnTo>
                <a:close/>
                <a:lnTo>
                  <a:pt x="1862369" y="3712464"/>
                </a:lnTo>
                <a:close/>
                <a:lnTo>
                  <a:pt x="1859889" y="3712464"/>
                </a:lnTo>
                <a:close/>
                <a:lnTo>
                  <a:pt x="1857409" y="3712464"/>
                </a:lnTo>
                <a:close/>
                <a:lnTo>
                  <a:pt x="1854929" y="3712464"/>
                </a:lnTo>
                <a:close/>
                <a:lnTo>
                  <a:pt x="1852449" y="3712464"/>
                </a:lnTo>
                <a:close/>
                <a:lnTo>
                  <a:pt x="1849969" y="3712464"/>
                </a:lnTo>
                <a:close/>
                <a:lnTo>
                  <a:pt x="1847490" y="3712464"/>
                </a:lnTo>
                <a:close/>
                <a:lnTo>
                  <a:pt x="1845010" y="3712464"/>
                </a:lnTo>
                <a:close/>
                <a:lnTo>
                  <a:pt x="1842530" y="3712464"/>
                </a:lnTo>
                <a:close/>
                <a:lnTo>
                  <a:pt x="1840050" y="3712464"/>
                </a:lnTo>
                <a:close/>
                <a:lnTo>
                  <a:pt x="1837570" y="3712464"/>
                </a:lnTo>
                <a:close/>
                <a:lnTo>
                  <a:pt x="1835090" y="3712464"/>
                </a:lnTo>
                <a:close/>
                <a:lnTo>
                  <a:pt x="1832610" y="3712464"/>
                </a:lnTo>
                <a:close/>
                <a:lnTo>
                  <a:pt x="1830131" y="3712464"/>
                </a:lnTo>
                <a:close/>
                <a:lnTo>
                  <a:pt x="1827651" y="3712464"/>
                </a:lnTo>
                <a:close/>
                <a:lnTo>
                  <a:pt x="1825171" y="3712464"/>
                </a:lnTo>
                <a:close/>
                <a:lnTo>
                  <a:pt x="1822691" y="3712464"/>
                </a:lnTo>
                <a:close/>
                <a:lnTo>
                  <a:pt x="1820211" y="3712464"/>
                </a:lnTo>
                <a:close/>
                <a:lnTo>
                  <a:pt x="1817731" y="3712464"/>
                </a:lnTo>
                <a:close/>
                <a:lnTo>
                  <a:pt x="1815251" y="3712464"/>
                </a:lnTo>
                <a:close/>
                <a:lnTo>
                  <a:pt x="1812772" y="3712464"/>
                </a:lnTo>
                <a:close/>
                <a:lnTo>
                  <a:pt x="1810292" y="3712464"/>
                </a:lnTo>
                <a:close/>
                <a:lnTo>
                  <a:pt x="1807812" y="3712464"/>
                </a:lnTo>
                <a:close/>
                <a:lnTo>
                  <a:pt x="1805332" y="3712464"/>
                </a:lnTo>
                <a:close/>
                <a:lnTo>
                  <a:pt x="1802852" y="3712464"/>
                </a:lnTo>
                <a:close/>
                <a:lnTo>
                  <a:pt x="1800372" y="3712464"/>
                </a:lnTo>
                <a:close/>
                <a:lnTo>
                  <a:pt x="1797893" y="3712464"/>
                </a:lnTo>
                <a:close/>
                <a:lnTo>
                  <a:pt x="1795413" y="3712464"/>
                </a:lnTo>
                <a:close/>
                <a:lnTo>
                  <a:pt x="1792933" y="3712464"/>
                </a:lnTo>
                <a:close/>
                <a:lnTo>
                  <a:pt x="1790453" y="3712464"/>
                </a:lnTo>
                <a:close/>
                <a:lnTo>
                  <a:pt x="1787973" y="3712464"/>
                </a:lnTo>
                <a:close/>
                <a:lnTo>
                  <a:pt x="1785493" y="3712464"/>
                </a:lnTo>
                <a:close/>
                <a:lnTo>
                  <a:pt x="1783013" y="3712464"/>
                </a:lnTo>
                <a:close/>
                <a:lnTo>
                  <a:pt x="1780534" y="3712464"/>
                </a:lnTo>
                <a:close/>
                <a:lnTo>
                  <a:pt x="1778054" y="3712464"/>
                </a:lnTo>
                <a:close/>
                <a:lnTo>
                  <a:pt x="1775574" y="3712464"/>
                </a:lnTo>
                <a:close/>
                <a:lnTo>
                  <a:pt x="1773094" y="3712464"/>
                </a:lnTo>
                <a:close/>
                <a:lnTo>
                  <a:pt x="1770614" y="3712464"/>
                </a:lnTo>
                <a:close/>
                <a:lnTo>
                  <a:pt x="1768134" y="3712464"/>
                </a:lnTo>
                <a:close/>
                <a:lnTo>
                  <a:pt x="1765654" y="3712464"/>
                </a:lnTo>
                <a:close/>
                <a:lnTo>
                  <a:pt x="1763175" y="3712464"/>
                </a:lnTo>
                <a:close/>
                <a:lnTo>
                  <a:pt x="1760695" y="3712464"/>
                </a:lnTo>
                <a:close/>
                <a:lnTo>
                  <a:pt x="1758215" y="3712464"/>
                </a:lnTo>
                <a:close/>
                <a:lnTo>
                  <a:pt x="1755735" y="3712464"/>
                </a:lnTo>
                <a:close/>
                <a:lnTo>
                  <a:pt x="1753255" y="3712464"/>
                </a:lnTo>
                <a:close/>
                <a:lnTo>
                  <a:pt x="1750775" y="3712464"/>
                </a:lnTo>
                <a:close/>
                <a:lnTo>
                  <a:pt x="1748295" y="3712464"/>
                </a:lnTo>
                <a:close/>
                <a:lnTo>
                  <a:pt x="1745816" y="3712464"/>
                </a:lnTo>
                <a:close/>
                <a:lnTo>
                  <a:pt x="1743336" y="3712464"/>
                </a:lnTo>
                <a:close/>
                <a:lnTo>
                  <a:pt x="1740856" y="3712464"/>
                </a:lnTo>
                <a:close/>
                <a:lnTo>
                  <a:pt x="1738376" y="3712464"/>
                </a:lnTo>
                <a:close/>
                <a:lnTo>
                  <a:pt x="1735896" y="3712464"/>
                </a:lnTo>
                <a:close/>
                <a:lnTo>
                  <a:pt x="1733416" y="3712464"/>
                </a:lnTo>
                <a:close/>
                <a:lnTo>
                  <a:pt x="1730937" y="3712464"/>
                </a:lnTo>
                <a:close/>
                <a:lnTo>
                  <a:pt x="1728457" y="3712464"/>
                </a:lnTo>
                <a:close/>
                <a:lnTo>
                  <a:pt x="1725977" y="3712464"/>
                </a:lnTo>
                <a:close/>
                <a:lnTo>
                  <a:pt x="1723497" y="3712464"/>
                </a:lnTo>
                <a:close/>
                <a:lnTo>
                  <a:pt x="1721017" y="3712464"/>
                </a:lnTo>
                <a:close/>
                <a:lnTo>
                  <a:pt x="1718537" y="3712464"/>
                </a:lnTo>
                <a:close/>
                <a:lnTo>
                  <a:pt x="1716057" y="3712464"/>
                </a:lnTo>
                <a:close/>
                <a:lnTo>
                  <a:pt x="1713578" y="3712464"/>
                </a:lnTo>
                <a:close/>
                <a:lnTo>
                  <a:pt x="1711098" y="3712464"/>
                </a:lnTo>
                <a:close/>
                <a:lnTo>
                  <a:pt x="1708618" y="3712464"/>
                </a:lnTo>
                <a:close/>
                <a:lnTo>
                  <a:pt x="1706138" y="3712464"/>
                </a:lnTo>
                <a:close/>
                <a:lnTo>
                  <a:pt x="1703658" y="3712464"/>
                </a:lnTo>
                <a:close/>
                <a:lnTo>
                  <a:pt x="1701178" y="3712464"/>
                </a:lnTo>
                <a:close/>
                <a:lnTo>
                  <a:pt x="1698698" y="3712464"/>
                </a:lnTo>
                <a:close/>
                <a:lnTo>
                  <a:pt x="1696219" y="3712464"/>
                </a:lnTo>
                <a:close/>
                <a:lnTo>
                  <a:pt x="1693739" y="3712464"/>
                </a:lnTo>
                <a:close/>
                <a:lnTo>
                  <a:pt x="1691259" y="3712464"/>
                </a:lnTo>
                <a:close/>
                <a:lnTo>
                  <a:pt x="1688779" y="3712464"/>
                </a:lnTo>
                <a:close/>
                <a:lnTo>
                  <a:pt x="1686299" y="3712464"/>
                </a:lnTo>
                <a:close/>
                <a:lnTo>
                  <a:pt x="1683819" y="3712464"/>
                </a:lnTo>
                <a:close/>
                <a:lnTo>
                  <a:pt x="1681339" y="3712464"/>
                </a:lnTo>
                <a:close/>
                <a:lnTo>
                  <a:pt x="1678860" y="3712464"/>
                </a:lnTo>
                <a:close/>
                <a:lnTo>
                  <a:pt x="1676380" y="3712464"/>
                </a:lnTo>
                <a:close/>
                <a:lnTo>
                  <a:pt x="1673900" y="3712464"/>
                </a:lnTo>
                <a:close/>
                <a:lnTo>
                  <a:pt x="1671420" y="3712464"/>
                </a:lnTo>
                <a:close/>
                <a:lnTo>
                  <a:pt x="1668940" y="3712464"/>
                </a:lnTo>
                <a:close/>
                <a:lnTo>
                  <a:pt x="1666460" y="3712464"/>
                </a:lnTo>
                <a:close/>
                <a:lnTo>
                  <a:pt x="1663981" y="3712464"/>
                </a:lnTo>
                <a:close/>
                <a:lnTo>
                  <a:pt x="1661501" y="3712464"/>
                </a:lnTo>
                <a:close/>
                <a:lnTo>
                  <a:pt x="1659021" y="3712464"/>
                </a:lnTo>
                <a:close/>
                <a:lnTo>
                  <a:pt x="1656541" y="3712464"/>
                </a:lnTo>
                <a:close/>
                <a:lnTo>
                  <a:pt x="1654061" y="3712464"/>
                </a:lnTo>
                <a:close/>
                <a:lnTo>
                  <a:pt x="1651581" y="3712464"/>
                </a:lnTo>
                <a:close/>
                <a:lnTo>
                  <a:pt x="1649101" y="3712464"/>
                </a:lnTo>
                <a:close/>
                <a:lnTo>
                  <a:pt x="1646622" y="3712464"/>
                </a:lnTo>
                <a:close/>
                <a:lnTo>
                  <a:pt x="1644142" y="3712464"/>
                </a:lnTo>
                <a:close/>
                <a:lnTo>
                  <a:pt x="1641662" y="3712464"/>
                </a:lnTo>
                <a:close/>
                <a:lnTo>
                  <a:pt x="1639182" y="3712464"/>
                </a:lnTo>
                <a:close/>
                <a:lnTo>
                  <a:pt x="1636702" y="3712464"/>
                </a:lnTo>
                <a:close/>
                <a:lnTo>
                  <a:pt x="1634222" y="3712464"/>
                </a:lnTo>
                <a:close/>
                <a:lnTo>
                  <a:pt x="1631742" y="3712464"/>
                </a:lnTo>
                <a:close/>
                <a:lnTo>
                  <a:pt x="1629263" y="3712464"/>
                </a:lnTo>
                <a:close/>
                <a:lnTo>
                  <a:pt x="1626783" y="3712464"/>
                </a:lnTo>
                <a:close/>
                <a:lnTo>
                  <a:pt x="1624303" y="3712464"/>
                </a:lnTo>
                <a:close/>
                <a:lnTo>
                  <a:pt x="1621823" y="3712464"/>
                </a:lnTo>
                <a:close/>
                <a:lnTo>
                  <a:pt x="1619343" y="3712464"/>
                </a:lnTo>
                <a:close/>
                <a:lnTo>
                  <a:pt x="1616863" y="3712464"/>
                </a:lnTo>
                <a:close/>
                <a:lnTo>
                  <a:pt x="1614383" y="3712464"/>
                </a:lnTo>
                <a:close/>
                <a:lnTo>
                  <a:pt x="1611904" y="3712464"/>
                </a:lnTo>
                <a:close/>
                <a:lnTo>
                  <a:pt x="1609424" y="3712464"/>
                </a:lnTo>
                <a:close/>
                <a:lnTo>
                  <a:pt x="1606944" y="3712464"/>
                </a:lnTo>
                <a:close/>
                <a:lnTo>
                  <a:pt x="1604464" y="3712464"/>
                </a:lnTo>
                <a:close/>
                <a:lnTo>
                  <a:pt x="1601984" y="3712464"/>
                </a:lnTo>
                <a:close/>
                <a:lnTo>
                  <a:pt x="1599504" y="3712464"/>
                </a:lnTo>
                <a:close/>
                <a:lnTo>
                  <a:pt x="1597025" y="3712464"/>
                </a:lnTo>
                <a:close/>
                <a:lnTo>
                  <a:pt x="1594545" y="3712464"/>
                </a:lnTo>
                <a:close/>
                <a:lnTo>
                  <a:pt x="1592065" y="3712464"/>
                </a:lnTo>
                <a:close/>
                <a:lnTo>
                  <a:pt x="1589585" y="3712464"/>
                </a:lnTo>
                <a:close/>
                <a:lnTo>
                  <a:pt x="1587105" y="3712464"/>
                </a:lnTo>
                <a:close/>
                <a:lnTo>
                  <a:pt x="1584625" y="3712464"/>
                </a:lnTo>
                <a:close/>
                <a:lnTo>
                  <a:pt x="1582145" y="3712464"/>
                </a:lnTo>
                <a:close/>
                <a:lnTo>
                  <a:pt x="1579666" y="3712464"/>
                </a:lnTo>
                <a:close/>
                <a:lnTo>
                  <a:pt x="1577186" y="3712464"/>
                </a:lnTo>
                <a:close/>
                <a:lnTo>
                  <a:pt x="1574706" y="3712464"/>
                </a:lnTo>
                <a:close/>
                <a:lnTo>
                  <a:pt x="1572226" y="3712464"/>
                </a:lnTo>
                <a:close/>
                <a:lnTo>
                  <a:pt x="1569746" y="3712464"/>
                </a:lnTo>
                <a:close/>
                <a:lnTo>
                  <a:pt x="1567266" y="3712464"/>
                </a:lnTo>
                <a:close/>
                <a:lnTo>
                  <a:pt x="1564786" y="3712464"/>
                </a:lnTo>
                <a:close/>
                <a:lnTo>
                  <a:pt x="1562307" y="3712464"/>
                </a:lnTo>
                <a:close/>
                <a:lnTo>
                  <a:pt x="1559827" y="3712464"/>
                </a:lnTo>
                <a:close/>
                <a:lnTo>
                  <a:pt x="1557347" y="3712464"/>
                </a:lnTo>
                <a:close/>
                <a:lnTo>
                  <a:pt x="1554867" y="3712464"/>
                </a:lnTo>
                <a:close/>
                <a:lnTo>
                  <a:pt x="1552387" y="3712464"/>
                </a:lnTo>
                <a:close/>
                <a:lnTo>
                  <a:pt x="1549907" y="3712464"/>
                </a:lnTo>
                <a:close/>
                <a:lnTo>
                  <a:pt x="1547427" y="3712464"/>
                </a:lnTo>
                <a:close/>
                <a:lnTo>
                  <a:pt x="1544948" y="3712464"/>
                </a:lnTo>
                <a:close/>
                <a:lnTo>
                  <a:pt x="1542468" y="3712464"/>
                </a:lnTo>
                <a:close/>
                <a:lnTo>
                  <a:pt x="1539988" y="3712464"/>
                </a:lnTo>
                <a:close/>
                <a:lnTo>
                  <a:pt x="1537508" y="3712464"/>
                </a:lnTo>
                <a:close/>
                <a:lnTo>
                  <a:pt x="1535028" y="3712464"/>
                </a:lnTo>
                <a:close/>
                <a:lnTo>
                  <a:pt x="1532548" y="3712464"/>
                </a:lnTo>
                <a:close/>
                <a:lnTo>
                  <a:pt x="1530069" y="3712464"/>
                </a:lnTo>
                <a:close/>
                <a:lnTo>
                  <a:pt x="1527589" y="3712464"/>
                </a:lnTo>
                <a:close/>
                <a:lnTo>
                  <a:pt x="1525109" y="3712464"/>
                </a:lnTo>
                <a:close/>
                <a:lnTo>
                  <a:pt x="1522629" y="3712464"/>
                </a:lnTo>
                <a:close/>
                <a:lnTo>
                  <a:pt x="1520149" y="3712464"/>
                </a:lnTo>
                <a:close/>
                <a:lnTo>
                  <a:pt x="1517669" y="3712464"/>
                </a:lnTo>
                <a:close/>
                <a:lnTo>
                  <a:pt x="1515189" y="3712464"/>
                </a:lnTo>
                <a:close/>
                <a:lnTo>
                  <a:pt x="1512710" y="3712464"/>
                </a:lnTo>
                <a:close/>
                <a:lnTo>
                  <a:pt x="1510230" y="3712464"/>
                </a:lnTo>
                <a:close/>
                <a:lnTo>
                  <a:pt x="1507750" y="3712464"/>
                </a:lnTo>
                <a:close/>
                <a:lnTo>
                  <a:pt x="1505270" y="3712464"/>
                </a:lnTo>
                <a:close/>
                <a:lnTo>
                  <a:pt x="1502790" y="3712464"/>
                </a:lnTo>
                <a:close/>
                <a:lnTo>
                  <a:pt x="1500310" y="3712464"/>
                </a:lnTo>
                <a:close/>
                <a:lnTo>
                  <a:pt x="1497830" y="3712464"/>
                </a:lnTo>
                <a:close/>
                <a:lnTo>
                  <a:pt x="1495351" y="3712464"/>
                </a:lnTo>
                <a:close/>
                <a:lnTo>
                  <a:pt x="1492871" y="3712464"/>
                </a:lnTo>
                <a:close/>
                <a:lnTo>
                  <a:pt x="1490391" y="3712464"/>
                </a:lnTo>
                <a:close/>
                <a:lnTo>
                  <a:pt x="1487911" y="3712464"/>
                </a:lnTo>
                <a:close/>
                <a:lnTo>
                  <a:pt x="1485431" y="3712464"/>
                </a:lnTo>
                <a:close/>
                <a:lnTo>
                  <a:pt x="1482951" y="3712464"/>
                </a:lnTo>
                <a:close/>
                <a:lnTo>
                  <a:pt x="1480472" y="3712464"/>
                </a:lnTo>
                <a:close/>
                <a:lnTo>
                  <a:pt x="1477992" y="3712464"/>
                </a:lnTo>
                <a:close/>
                <a:lnTo>
                  <a:pt x="1475512" y="3712464"/>
                </a:lnTo>
                <a:close/>
                <a:lnTo>
                  <a:pt x="1473032" y="3712464"/>
                </a:lnTo>
                <a:close/>
                <a:lnTo>
                  <a:pt x="1470552" y="3712464"/>
                </a:lnTo>
                <a:close/>
                <a:lnTo>
                  <a:pt x="1468072" y="3712464"/>
                </a:lnTo>
                <a:close/>
                <a:lnTo>
                  <a:pt x="1465592" y="3712464"/>
                </a:lnTo>
                <a:close/>
                <a:lnTo>
                  <a:pt x="1463113" y="3712464"/>
                </a:lnTo>
                <a:close/>
                <a:lnTo>
                  <a:pt x="1460633" y="3712464"/>
                </a:lnTo>
                <a:close/>
                <a:lnTo>
                  <a:pt x="1458153" y="3712464"/>
                </a:lnTo>
                <a:close/>
                <a:lnTo>
                  <a:pt x="1455673" y="3712464"/>
                </a:lnTo>
                <a:close/>
                <a:lnTo>
                  <a:pt x="1453193" y="3712464"/>
                </a:lnTo>
                <a:close/>
                <a:lnTo>
                  <a:pt x="1450713" y="3712464"/>
                </a:lnTo>
                <a:close/>
                <a:lnTo>
                  <a:pt x="1448233" y="3712464"/>
                </a:lnTo>
                <a:close/>
                <a:lnTo>
                  <a:pt x="1445754" y="3712464"/>
                </a:lnTo>
                <a:close/>
                <a:lnTo>
                  <a:pt x="1443274" y="3712464"/>
                </a:lnTo>
                <a:close/>
                <a:lnTo>
                  <a:pt x="1440794" y="3712464"/>
                </a:lnTo>
                <a:close/>
                <a:lnTo>
                  <a:pt x="1438314" y="3712464"/>
                </a:lnTo>
                <a:close/>
                <a:lnTo>
                  <a:pt x="1435834" y="3712464"/>
                </a:lnTo>
                <a:close/>
                <a:lnTo>
                  <a:pt x="1433354" y="3712464"/>
                </a:lnTo>
                <a:close/>
                <a:lnTo>
                  <a:pt x="1430874" y="3712464"/>
                </a:lnTo>
                <a:close/>
                <a:lnTo>
                  <a:pt x="1428395" y="3712464"/>
                </a:lnTo>
                <a:close/>
                <a:lnTo>
                  <a:pt x="1425915" y="3712464"/>
                </a:lnTo>
                <a:close/>
                <a:lnTo>
                  <a:pt x="1423435" y="3712464"/>
                </a:lnTo>
                <a:close/>
                <a:lnTo>
                  <a:pt x="1420955" y="3712464"/>
                </a:lnTo>
                <a:close/>
                <a:lnTo>
                  <a:pt x="1418475" y="3712464"/>
                </a:lnTo>
                <a:close/>
                <a:lnTo>
                  <a:pt x="1415995" y="3712464"/>
                </a:lnTo>
                <a:close/>
                <a:lnTo>
                  <a:pt x="1413516" y="3712464"/>
                </a:lnTo>
                <a:close/>
                <a:lnTo>
                  <a:pt x="1411036" y="3712464"/>
                </a:lnTo>
                <a:close/>
                <a:lnTo>
                  <a:pt x="1408556" y="3712464"/>
                </a:lnTo>
                <a:close/>
                <a:lnTo>
                  <a:pt x="1406076" y="3712464"/>
                </a:lnTo>
                <a:close/>
                <a:lnTo>
                  <a:pt x="1403596" y="3712464"/>
                </a:lnTo>
                <a:close/>
                <a:lnTo>
                  <a:pt x="1401116" y="3712464"/>
                </a:lnTo>
                <a:close/>
                <a:lnTo>
                  <a:pt x="1398636" y="3712464"/>
                </a:lnTo>
                <a:close/>
                <a:lnTo>
                  <a:pt x="1396157" y="3712464"/>
                </a:lnTo>
                <a:close/>
                <a:lnTo>
                  <a:pt x="1393677" y="3712464"/>
                </a:lnTo>
                <a:close/>
                <a:lnTo>
                  <a:pt x="1391197" y="3712464"/>
                </a:lnTo>
                <a:close/>
                <a:lnTo>
                  <a:pt x="1388717" y="3712464"/>
                </a:lnTo>
                <a:close/>
                <a:lnTo>
                  <a:pt x="1386237" y="3712464"/>
                </a:lnTo>
                <a:close/>
                <a:lnTo>
                  <a:pt x="1383757" y="3712464"/>
                </a:lnTo>
                <a:close/>
                <a:lnTo>
                  <a:pt x="1381277" y="3712464"/>
                </a:lnTo>
                <a:close/>
                <a:lnTo>
                  <a:pt x="1378798" y="3712464"/>
                </a:lnTo>
                <a:close/>
                <a:lnTo>
                  <a:pt x="1376318" y="3712464"/>
                </a:lnTo>
                <a:close/>
                <a:lnTo>
                  <a:pt x="1373838" y="3712464"/>
                </a:lnTo>
                <a:close/>
                <a:lnTo>
                  <a:pt x="1371358" y="3712464"/>
                </a:lnTo>
                <a:close/>
                <a:lnTo>
                  <a:pt x="1368878" y="3712464"/>
                </a:lnTo>
                <a:close/>
                <a:lnTo>
                  <a:pt x="1366398" y="3712464"/>
                </a:lnTo>
                <a:close/>
                <a:lnTo>
                  <a:pt x="1363918" y="3712464"/>
                </a:lnTo>
                <a:close/>
                <a:lnTo>
                  <a:pt x="1361439" y="3712464"/>
                </a:lnTo>
                <a:close/>
                <a:lnTo>
                  <a:pt x="1358959" y="3712464"/>
                </a:lnTo>
                <a:close/>
                <a:lnTo>
                  <a:pt x="1356479" y="3712464"/>
                </a:lnTo>
                <a:close/>
                <a:lnTo>
                  <a:pt x="1353999" y="3712464"/>
                </a:lnTo>
                <a:close/>
                <a:lnTo>
                  <a:pt x="1351519" y="3712464"/>
                </a:lnTo>
                <a:close/>
                <a:lnTo>
                  <a:pt x="1349039" y="3712464"/>
                </a:lnTo>
                <a:close/>
                <a:lnTo>
                  <a:pt x="1346560" y="3712464"/>
                </a:lnTo>
                <a:close/>
                <a:lnTo>
                  <a:pt x="1344080" y="3712464"/>
                </a:lnTo>
                <a:close/>
                <a:lnTo>
                  <a:pt x="1341600" y="3712464"/>
                </a:lnTo>
                <a:close/>
                <a:lnTo>
                  <a:pt x="1339120" y="3712464"/>
                </a:lnTo>
                <a:close/>
                <a:lnTo>
                  <a:pt x="1336640" y="3712464"/>
                </a:lnTo>
                <a:close/>
                <a:lnTo>
                  <a:pt x="1334160" y="3712464"/>
                </a:lnTo>
                <a:close/>
                <a:lnTo>
                  <a:pt x="1331680" y="3712464"/>
                </a:lnTo>
                <a:close/>
                <a:lnTo>
                  <a:pt x="1329201" y="3712464"/>
                </a:lnTo>
                <a:close/>
                <a:lnTo>
                  <a:pt x="1326721" y="3712464"/>
                </a:lnTo>
                <a:close/>
                <a:lnTo>
                  <a:pt x="1324241" y="3712464"/>
                </a:lnTo>
                <a:close/>
                <a:lnTo>
                  <a:pt x="1321761" y="3712464"/>
                </a:lnTo>
                <a:close/>
                <a:lnTo>
                  <a:pt x="1319281" y="3712464"/>
                </a:lnTo>
                <a:close/>
                <a:lnTo>
                  <a:pt x="1316801" y="3712464"/>
                </a:lnTo>
                <a:close/>
                <a:lnTo>
                  <a:pt x="1314321" y="3712464"/>
                </a:lnTo>
                <a:close/>
                <a:lnTo>
                  <a:pt x="1311842" y="3712464"/>
                </a:lnTo>
                <a:close/>
                <a:lnTo>
                  <a:pt x="1309362" y="3712464"/>
                </a:lnTo>
                <a:close/>
                <a:lnTo>
                  <a:pt x="1306882" y="3712464"/>
                </a:lnTo>
                <a:close/>
                <a:lnTo>
                  <a:pt x="1304402" y="3712464"/>
                </a:lnTo>
                <a:close/>
                <a:lnTo>
                  <a:pt x="1301922" y="3712464"/>
                </a:lnTo>
                <a:close/>
                <a:lnTo>
                  <a:pt x="1299442" y="3712464"/>
                </a:lnTo>
                <a:close/>
                <a:lnTo>
                  <a:pt x="1296963" y="3712464"/>
                </a:lnTo>
                <a:close/>
                <a:lnTo>
                  <a:pt x="1294483" y="3712464"/>
                </a:lnTo>
                <a:close/>
                <a:lnTo>
                  <a:pt x="1292003" y="3712464"/>
                </a:lnTo>
                <a:close/>
                <a:lnTo>
                  <a:pt x="1289523" y="3712464"/>
                </a:lnTo>
                <a:close/>
                <a:lnTo>
                  <a:pt x="1287043" y="3712464"/>
                </a:lnTo>
                <a:close/>
                <a:lnTo>
                  <a:pt x="1284563" y="3712464"/>
                </a:lnTo>
                <a:close/>
                <a:lnTo>
                  <a:pt x="1282083" y="3712464"/>
                </a:lnTo>
                <a:close/>
                <a:lnTo>
                  <a:pt x="1279604" y="3712464"/>
                </a:lnTo>
                <a:close/>
                <a:lnTo>
                  <a:pt x="1277124" y="3712464"/>
                </a:lnTo>
                <a:close/>
                <a:lnTo>
                  <a:pt x="1274644" y="3712464"/>
                </a:lnTo>
                <a:close/>
                <a:lnTo>
                  <a:pt x="1272164" y="3712464"/>
                </a:lnTo>
                <a:close/>
                <a:lnTo>
                  <a:pt x="1269684" y="3712464"/>
                </a:lnTo>
                <a:close/>
                <a:lnTo>
                  <a:pt x="1267204" y="3712464"/>
                </a:lnTo>
                <a:close/>
                <a:lnTo>
                  <a:pt x="1264724" y="3712464"/>
                </a:lnTo>
                <a:close/>
                <a:lnTo>
                  <a:pt x="1262245" y="3712464"/>
                </a:lnTo>
                <a:close/>
                <a:lnTo>
                  <a:pt x="1259765" y="3712464"/>
                </a:lnTo>
                <a:close/>
                <a:lnTo>
                  <a:pt x="1257285" y="3712464"/>
                </a:lnTo>
                <a:close/>
                <a:lnTo>
                  <a:pt x="1254805" y="3712464"/>
                </a:lnTo>
                <a:close/>
                <a:lnTo>
                  <a:pt x="1252325" y="3712464"/>
                </a:lnTo>
                <a:close/>
                <a:lnTo>
                  <a:pt x="1249845" y="3712464"/>
                </a:lnTo>
                <a:close/>
                <a:lnTo>
                  <a:pt x="1247365" y="3712464"/>
                </a:lnTo>
                <a:close/>
                <a:lnTo>
                  <a:pt x="1244886" y="3712464"/>
                </a:lnTo>
                <a:close/>
                <a:lnTo>
                  <a:pt x="1242406" y="3712464"/>
                </a:lnTo>
                <a:close/>
                <a:lnTo>
                  <a:pt x="1239926" y="3712464"/>
                </a:lnTo>
                <a:close/>
                <a:lnTo>
                  <a:pt x="1237446" y="3712464"/>
                </a:lnTo>
                <a:close/>
                <a:lnTo>
                  <a:pt x="1234966" y="3712464"/>
                </a:lnTo>
                <a:close/>
                <a:lnTo>
                  <a:pt x="1232486" y="3712464"/>
                </a:lnTo>
                <a:close/>
                <a:lnTo>
                  <a:pt x="1230007" y="3712464"/>
                </a:lnTo>
                <a:close/>
                <a:lnTo>
                  <a:pt x="1227527" y="3712464"/>
                </a:lnTo>
                <a:close/>
                <a:lnTo>
                  <a:pt x="1225047" y="3712464"/>
                </a:lnTo>
                <a:close/>
                <a:lnTo>
                  <a:pt x="1222567" y="3712464"/>
                </a:lnTo>
                <a:close/>
                <a:lnTo>
                  <a:pt x="1220087" y="3712464"/>
                </a:lnTo>
                <a:close/>
                <a:lnTo>
                  <a:pt x="1217607" y="3712464"/>
                </a:lnTo>
                <a:close/>
                <a:lnTo>
                  <a:pt x="1215127" y="3712464"/>
                </a:lnTo>
                <a:close/>
                <a:lnTo>
                  <a:pt x="1212648" y="3712464"/>
                </a:lnTo>
                <a:close/>
                <a:lnTo>
                  <a:pt x="1210168" y="3712464"/>
                </a:lnTo>
                <a:close/>
                <a:lnTo>
                  <a:pt x="1207688" y="3712464"/>
                </a:lnTo>
                <a:close/>
                <a:lnTo>
                  <a:pt x="1205208" y="3712464"/>
                </a:lnTo>
                <a:close/>
                <a:lnTo>
                  <a:pt x="1202728" y="3712464"/>
                </a:lnTo>
                <a:close/>
                <a:lnTo>
                  <a:pt x="1200248" y="3712464"/>
                </a:lnTo>
                <a:close/>
                <a:lnTo>
                  <a:pt x="1197768" y="3712464"/>
                </a:lnTo>
                <a:close/>
                <a:lnTo>
                  <a:pt x="1195289" y="3712464"/>
                </a:lnTo>
                <a:close/>
                <a:lnTo>
                  <a:pt x="1192809" y="3712464"/>
                </a:lnTo>
                <a:close/>
                <a:lnTo>
                  <a:pt x="1190329" y="3712464"/>
                </a:lnTo>
                <a:close/>
                <a:lnTo>
                  <a:pt x="1187849" y="3712464"/>
                </a:lnTo>
                <a:close/>
                <a:lnTo>
                  <a:pt x="1185369" y="3712464"/>
                </a:lnTo>
                <a:close/>
                <a:lnTo>
                  <a:pt x="1182889" y="3712464"/>
                </a:lnTo>
                <a:close/>
                <a:lnTo>
                  <a:pt x="1180409" y="3712464"/>
                </a:lnTo>
                <a:close/>
                <a:lnTo>
                  <a:pt x="1177930" y="3712464"/>
                </a:lnTo>
                <a:close/>
                <a:lnTo>
                  <a:pt x="1175450" y="3712464"/>
                </a:lnTo>
                <a:close/>
                <a:lnTo>
                  <a:pt x="1172970" y="3712464"/>
                </a:lnTo>
                <a:close/>
                <a:lnTo>
                  <a:pt x="1170490" y="3712464"/>
                </a:lnTo>
                <a:close/>
                <a:lnTo>
                  <a:pt x="1168010" y="3712464"/>
                </a:lnTo>
                <a:close/>
                <a:lnTo>
                  <a:pt x="1165530" y="3712464"/>
                </a:lnTo>
                <a:close/>
                <a:lnTo>
                  <a:pt x="1163051" y="3712464"/>
                </a:lnTo>
                <a:close/>
                <a:lnTo>
                  <a:pt x="1160571" y="3712464"/>
                </a:lnTo>
                <a:close/>
                <a:lnTo>
                  <a:pt x="1158091" y="3712464"/>
                </a:lnTo>
                <a:close/>
                <a:lnTo>
                  <a:pt x="1155611" y="3712464"/>
                </a:lnTo>
                <a:close/>
                <a:lnTo>
                  <a:pt x="1153131" y="3712464"/>
                </a:lnTo>
                <a:close/>
                <a:lnTo>
                  <a:pt x="1150651" y="3712464"/>
                </a:lnTo>
                <a:close/>
                <a:lnTo>
                  <a:pt x="1148171" y="3712464"/>
                </a:lnTo>
                <a:close/>
                <a:lnTo>
                  <a:pt x="1145692" y="3712464"/>
                </a:lnTo>
                <a:close/>
                <a:lnTo>
                  <a:pt x="1143212" y="3712464"/>
                </a:lnTo>
                <a:close/>
                <a:lnTo>
                  <a:pt x="1140732" y="3712464"/>
                </a:lnTo>
                <a:close/>
                <a:lnTo>
                  <a:pt x="1138252" y="3712464"/>
                </a:lnTo>
                <a:close/>
                <a:lnTo>
                  <a:pt x="1135772" y="3712464"/>
                </a:lnTo>
                <a:close/>
                <a:lnTo>
                  <a:pt x="1133292" y="3712464"/>
                </a:lnTo>
                <a:close/>
                <a:lnTo>
                  <a:pt x="1130812" y="3712464"/>
                </a:lnTo>
                <a:close/>
                <a:lnTo>
                  <a:pt x="1128333" y="3712464"/>
                </a:lnTo>
                <a:close/>
                <a:lnTo>
                  <a:pt x="1125853" y="3712464"/>
                </a:lnTo>
                <a:close/>
                <a:lnTo>
                  <a:pt x="1123373" y="3712464"/>
                </a:lnTo>
                <a:close/>
                <a:lnTo>
                  <a:pt x="1120893" y="3712464"/>
                </a:lnTo>
                <a:close/>
                <a:lnTo>
                  <a:pt x="1118413" y="3712464"/>
                </a:lnTo>
                <a:close/>
                <a:lnTo>
                  <a:pt x="1115933" y="3712464"/>
                </a:lnTo>
                <a:close/>
                <a:lnTo>
                  <a:pt x="1113453" y="3712464"/>
                </a:lnTo>
                <a:close/>
                <a:lnTo>
                  <a:pt x="1110974" y="3712464"/>
                </a:lnTo>
                <a:close/>
                <a:lnTo>
                  <a:pt x="1108494" y="3712464"/>
                </a:lnTo>
                <a:close/>
                <a:lnTo>
                  <a:pt x="1106014" y="3712464"/>
                </a:lnTo>
                <a:close/>
                <a:lnTo>
                  <a:pt x="1103534" y="3712464"/>
                </a:lnTo>
                <a:close/>
                <a:lnTo>
                  <a:pt x="1101054" y="3712464"/>
                </a:lnTo>
                <a:close/>
                <a:lnTo>
                  <a:pt x="1098574" y="3712464"/>
                </a:lnTo>
                <a:close/>
                <a:lnTo>
                  <a:pt x="1096095" y="3712464"/>
                </a:lnTo>
                <a:close/>
                <a:lnTo>
                  <a:pt x="1093615" y="3712464"/>
                </a:lnTo>
                <a:close/>
                <a:lnTo>
                  <a:pt x="1091135" y="3712464"/>
                </a:lnTo>
                <a:close/>
                <a:lnTo>
                  <a:pt x="1088655" y="3712464"/>
                </a:lnTo>
                <a:close/>
                <a:lnTo>
                  <a:pt x="1086175" y="3712464"/>
                </a:lnTo>
                <a:close/>
                <a:lnTo>
                  <a:pt x="1083695" y="3712464"/>
                </a:lnTo>
                <a:close/>
                <a:lnTo>
                  <a:pt x="1081215" y="3712464"/>
                </a:lnTo>
                <a:close/>
                <a:lnTo>
                  <a:pt x="1078736" y="3712464"/>
                </a:lnTo>
                <a:close/>
                <a:lnTo>
                  <a:pt x="1076256" y="3712464"/>
                </a:lnTo>
                <a:close/>
                <a:lnTo>
                  <a:pt x="1073776" y="3712464"/>
                </a:lnTo>
                <a:close/>
                <a:lnTo>
                  <a:pt x="1071296" y="3712464"/>
                </a:lnTo>
                <a:close/>
                <a:lnTo>
                  <a:pt x="1068816" y="3712464"/>
                </a:lnTo>
                <a:close/>
                <a:lnTo>
                  <a:pt x="1066336" y="3712464"/>
                </a:lnTo>
                <a:close/>
                <a:lnTo>
                  <a:pt x="1063856" y="3712464"/>
                </a:lnTo>
                <a:close/>
                <a:lnTo>
                  <a:pt x="1061377" y="3712464"/>
                </a:lnTo>
                <a:close/>
                <a:lnTo>
                  <a:pt x="1058897" y="3712464"/>
                </a:lnTo>
                <a:close/>
                <a:lnTo>
                  <a:pt x="1056417" y="3712464"/>
                </a:lnTo>
                <a:close/>
                <a:lnTo>
                  <a:pt x="1053937" y="3712464"/>
                </a:lnTo>
                <a:close/>
                <a:lnTo>
                  <a:pt x="1051457" y="3712464"/>
                </a:lnTo>
                <a:close/>
                <a:lnTo>
                  <a:pt x="1048977" y="3712464"/>
                </a:lnTo>
                <a:close/>
                <a:lnTo>
                  <a:pt x="1046497" y="3712464"/>
                </a:lnTo>
                <a:close/>
                <a:lnTo>
                  <a:pt x="1044018" y="3712464"/>
                </a:lnTo>
                <a:close/>
                <a:lnTo>
                  <a:pt x="1041538" y="3712464"/>
                </a:lnTo>
                <a:close/>
                <a:lnTo>
                  <a:pt x="1039058" y="3712464"/>
                </a:lnTo>
                <a:close/>
                <a:lnTo>
                  <a:pt x="1036578" y="3712464"/>
                </a:lnTo>
                <a:close/>
                <a:lnTo>
                  <a:pt x="1034098" y="3712464"/>
                </a:lnTo>
                <a:close/>
                <a:lnTo>
                  <a:pt x="1031618" y="3712464"/>
                </a:lnTo>
                <a:close/>
                <a:lnTo>
                  <a:pt x="1029139" y="3712464"/>
                </a:lnTo>
                <a:close/>
                <a:lnTo>
                  <a:pt x="1026659" y="3712464"/>
                </a:lnTo>
                <a:close/>
                <a:lnTo>
                  <a:pt x="1024179" y="3712464"/>
                </a:lnTo>
                <a:close/>
                <a:lnTo>
                  <a:pt x="1021699" y="3712464"/>
                </a:lnTo>
                <a:close/>
                <a:lnTo>
                  <a:pt x="1019219" y="3712464"/>
                </a:lnTo>
                <a:close/>
                <a:lnTo>
                  <a:pt x="1016739" y="3712464"/>
                </a:lnTo>
                <a:close/>
                <a:lnTo>
                  <a:pt x="1014259" y="3712464"/>
                </a:lnTo>
                <a:close/>
                <a:lnTo>
                  <a:pt x="1011780" y="3712464"/>
                </a:lnTo>
                <a:close/>
                <a:lnTo>
                  <a:pt x="1009300" y="3712464"/>
                </a:lnTo>
                <a:close/>
                <a:lnTo>
                  <a:pt x="1006820" y="3712464"/>
                </a:lnTo>
                <a:close/>
                <a:lnTo>
                  <a:pt x="1004340" y="3712464"/>
                </a:lnTo>
                <a:close/>
                <a:lnTo>
                  <a:pt x="1001860" y="3712464"/>
                </a:lnTo>
                <a:close/>
                <a:lnTo>
                  <a:pt x="999380" y="3712464"/>
                </a:lnTo>
                <a:close/>
                <a:lnTo>
                  <a:pt x="996900" y="3712464"/>
                </a:lnTo>
                <a:close/>
                <a:lnTo>
                  <a:pt x="994421" y="3712464"/>
                </a:lnTo>
                <a:close/>
                <a:lnTo>
                  <a:pt x="991941" y="3712464"/>
                </a:lnTo>
                <a:close/>
                <a:lnTo>
                  <a:pt x="989461" y="3712464"/>
                </a:lnTo>
                <a:close/>
                <a:lnTo>
                  <a:pt x="986981" y="3712464"/>
                </a:lnTo>
                <a:close/>
                <a:lnTo>
                  <a:pt x="984501" y="3712464"/>
                </a:lnTo>
                <a:close/>
                <a:lnTo>
                  <a:pt x="982021" y="3712464"/>
                </a:lnTo>
                <a:close/>
                <a:lnTo>
                  <a:pt x="979541" y="3712464"/>
                </a:lnTo>
                <a:close/>
                <a:lnTo>
                  <a:pt x="977062" y="3712464"/>
                </a:lnTo>
                <a:close/>
                <a:lnTo>
                  <a:pt x="974582" y="3712464"/>
                </a:lnTo>
                <a:close/>
                <a:lnTo>
                  <a:pt x="972102" y="3712464"/>
                </a:lnTo>
                <a:close/>
                <a:lnTo>
                  <a:pt x="969622" y="3712464"/>
                </a:lnTo>
                <a:close/>
                <a:lnTo>
                  <a:pt x="967142" y="3712464"/>
                </a:lnTo>
                <a:close/>
                <a:lnTo>
                  <a:pt x="964662" y="3712464"/>
                </a:lnTo>
                <a:close/>
                <a:lnTo>
                  <a:pt x="962183" y="3712464"/>
                </a:lnTo>
                <a:close/>
                <a:lnTo>
                  <a:pt x="959703" y="3712464"/>
                </a:lnTo>
                <a:close/>
                <a:lnTo>
                  <a:pt x="957223" y="3712464"/>
                </a:lnTo>
                <a:close/>
                <a:lnTo>
                  <a:pt x="954743" y="3712464"/>
                </a:lnTo>
                <a:close/>
                <a:lnTo>
                  <a:pt x="952263" y="3712464"/>
                </a:lnTo>
                <a:close/>
                <a:lnTo>
                  <a:pt x="949783" y="3712464"/>
                </a:lnTo>
                <a:close/>
                <a:lnTo>
                  <a:pt x="947303" y="3712464"/>
                </a:lnTo>
                <a:close/>
                <a:lnTo>
                  <a:pt x="944824" y="3712464"/>
                </a:lnTo>
                <a:close/>
                <a:lnTo>
                  <a:pt x="942344" y="3712464"/>
                </a:lnTo>
                <a:close/>
                <a:lnTo>
                  <a:pt x="939864" y="3712464"/>
                </a:lnTo>
                <a:close/>
                <a:lnTo>
                  <a:pt x="937384" y="3712464"/>
                </a:lnTo>
                <a:close/>
                <a:lnTo>
                  <a:pt x="934904" y="3712464"/>
                </a:lnTo>
                <a:close/>
                <a:lnTo>
                  <a:pt x="932424" y="3712464"/>
                </a:lnTo>
                <a:close/>
                <a:lnTo>
                  <a:pt x="929944" y="3712464"/>
                </a:lnTo>
                <a:close/>
                <a:lnTo>
                  <a:pt x="927465" y="3712464"/>
                </a:lnTo>
                <a:close/>
                <a:lnTo>
                  <a:pt x="924985" y="3712464"/>
                </a:lnTo>
                <a:close/>
                <a:lnTo>
                  <a:pt x="922505" y="3712464"/>
                </a:lnTo>
                <a:close/>
                <a:lnTo>
                  <a:pt x="920025" y="3712464"/>
                </a:lnTo>
                <a:close/>
                <a:lnTo>
                  <a:pt x="917545" y="3712464"/>
                </a:lnTo>
                <a:close/>
                <a:lnTo>
                  <a:pt x="915065" y="3712464"/>
                </a:lnTo>
                <a:close/>
                <a:lnTo>
                  <a:pt x="912586" y="3712464"/>
                </a:lnTo>
                <a:close/>
                <a:lnTo>
                  <a:pt x="910106" y="3712464"/>
                </a:lnTo>
                <a:close/>
                <a:lnTo>
                  <a:pt x="907626" y="3712464"/>
                </a:lnTo>
                <a:close/>
                <a:lnTo>
                  <a:pt x="905146" y="3712464"/>
                </a:lnTo>
                <a:close/>
                <a:lnTo>
                  <a:pt x="902666" y="3712464"/>
                </a:lnTo>
                <a:close/>
                <a:lnTo>
                  <a:pt x="900186" y="3712464"/>
                </a:lnTo>
                <a:close/>
                <a:lnTo>
                  <a:pt x="897706" y="3712464"/>
                </a:lnTo>
                <a:close/>
                <a:lnTo>
                  <a:pt x="895227" y="3712464"/>
                </a:lnTo>
                <a:close/>
                <a:lnTo>
                  <a:pt x="892747" y="3712464"/>
                </a:lnTo>
                <a:close/>
                <a:lnTo>
                  <a:pt x="890267" y="3712464"/>
                </a:lnTo>
                <a:close/>
                <a:lnTo>
                  <a:pt x="887787" y="3712464"/>
                </a:lnTo>
                <a:close/>
                <a:lnTo>
                  <a:pt x="885307" y="3712464"/>
                </a:lnTo>
                <a:close/>
                <a:lnTo>
                  <a:pt x="882827" y="3712464"/>
                </a:lnTo>
                <a:close/>
                <a:lnTo>
                  <a:pt x="880347" y="3712464"/>
                </a:lnTo>
                <a:close/>
                <a:lnTo>
                  <a:pt x="877868" y="3712464"/>
                </a:lnTo>
                <a:close/>
                <a:lnTo>
                  <a:pt x="875388" y="3712464"/>
                </a:lnTo>
                <a:close/>
                <a:lnTo>
                  <a:pt x="872908" y="3712464"/>
                </a:lnTo>
                <a:close/>
                <a:lnTo>
                  <a:pt x="870428" y="3712464"/>
                </a:lnTo>
                <a:close/>
                <a:lnTo>
                  <a:pt x="867948" y="3712464"/>
                </a:lnTo>
                <a:close/>
                <a:lnTo>
                  <a:pt x="865468" y="3712464"/>
                </a:lnTo>
                <a:close/>
                <a:lnTo>
                  <a:pt x="862988" y="3712464"/>
                </a:lnTo>
                <a:close/>
                <a:lnTo>
                  <a:pt x="860509" y="3712464"/>
                </a:lnTo>
                <a:close/>
                <a:lnTo>
                  <a:pt x="858029" y="3712464"/>
                </a:lnTo>
                <a:close/>
                <a:lnTo>
                  <a:pt x="855549" y="3712464"/>
                </a:lnTo>
                <a:close/>
                <a:lnTo>
                  <a:pt x="853069" y="3712464"/>
                </a:lnTo>
                <a:close/>
                <a:lnTo>
                  <a:pt x="850589" y="3712464"/>
                </a:lnTo>
                <a:close/>
                <a:lnTo>
                  <a:pt x="848109" y="3712464"/>
                </a:lnTo>
                <a:close/>
                <a:lnTo>
                  <a:pt x="845630" y="3712464"/>
                </a:lnTo>
                <a:close/>
                <a:lnTo>
                  <a:pt x="843150" y="3712464"/>
                </a:lnTo>
                <a:close/>
                <a:lnTo>
                  <a:pt x="840670" y="3712464"/>
                </a:lnTo>
                <a:close/>
                <a:lnTo>
                  <a:pt x="838190" y="3712464"/>
                </a:lnTo>
                <a:close/>
                <a:lnTo>
                  <a:pt x="835710" y="3712464"/>
                </a:lnTo>
                <a:close/>
                <a:lnTo>
                  <a:pt x="833230" y="3712464"/>
                </a:lnTo>
                <a:close/>
                <a:lnTo>
                  <a:pt x="830750" y="3712464"/>
                </a:lnTo>
                <a:close/>
                <a:lnTo>
                  <a:pt x="828271" y="3712464"/>
                </a:lnTo>
                <a:close/>
                <a:lnTo>
                  <a:pt x="825791" y="3712464"/>
                </a:lnTo>
                <a:close/>
                <a:lnTo>
                  <a:pt x="823311" y="3712464"/>
                </a:lnTo>
                <a:close/>
                <a:lnTo>
                  <a:pt x="820831" y="3712464"/>
                </a:lnTo>
                <a:close/>
                <a:lnTo>
                  <a:pt x="818351" y="3712464"/>
                </a:lnTo>
                <a:close/>
                <a:lnTo>
                  <a:pt x="815871" y="3712464"/>
                </a:lnTo>
                <a:close/>
                <a:lnTo>
                  <a:pt x="813391" y="3712464"/>
                </a:lnTo>
                <a:close/>
                <a:lnTo>
                  <a:pt x="810912" y="3712464"/>
                </a:lnTo>
                <a:close/>
                <a:lnTo>
                  <a:pt x="808432" y="3712464"/>
                </a:lnTo>
                <a:close/>
                <a:lnTo>
                  <a:pt x="805952" y="3712464"/>
                </a:lnTo>
                <a:close/>
                <a:lnTo>
                  <a:pt x="803472" y="3712464"/>
                </a:lnTo>
                <a:close/>
                <a:lnTo>
                  <a:pt x="800992" y="3712464"/>
                </a:lnTo>
                <a:close/>
                <a:lnTo>
                  <a:pt x="798512" y="3712464"/>
                </a:lnTo>
                <a:close/>
                <a:lnTo>
                  <a:pt x="796032" y="3712464"/>
                </a:lnTo>
                <a:close/>
                <a:lnTo>
                  <a:pt x="793553" y="3712464"/>
                </a:lnTo>
                <a:close/>
                <a:lnTo>
                  <a:pt x="791073" y="3712464"/>
                </a:lnTo>
                <a:close/>
                <a:lnTo>
                  <a:pt x="788593" y="3712464"/>
                </a:lnTo>
                <a:close/>
                <a:lnTo>
                  <a:pt x="786113" y="3712464"/>
                </a:lnTo>
                <a:close/>
                <a:lnTo>
                  <a:pt x="783633" y="3712464"/>
                </a:lnTo>
                <a:close/>
                <a:lnTo>
                  <a:pt x="781153" y="3712464"/>
                </a:lnTo>
                <a:close/>
                <a:lnTo>
                  <a:pt x="778674" y="3712464"/>
                </a:lnTo>
                <a:close/>
                <a:lnTo>
                  <a:pt x="776194" y="3712464"/>
                </a:lnTo>
                <a:close/>
                <a:lnTo>
                  <a:pt x="773714" y="3712464"/>
                </a:lnTo>
                <a:close/>
                <a:lnTo>
                  <a:pt x="771234" y="3712464"/>
                </a:lnTo>
                <a:close/>
                <a:lnTo>
                  <a:pt x="768754" y="3712464"/>
                </a:lnTo>
                <a:close/>
                <a:lnTo>
                  <a:pt x="766274" y="3712464"/>
                </a:lnTo>
                <a:close/>
                <a:lnTo>
                  <a:pt x="763794" y="3712464"/>
                </a:lnTo>
                <a:close/>
                <a:lnTo>
                  <a:pt x="761315" y="3712464"/>
                </a:lnTo>
                <a:close/>
                <a:lnTo>
                  <a:pt x="758835" y="3712464"/>
                </a:lnTo>
                <a:close/>
                <a:lnTo>
                  <a:pt x="756355" y="3712464"/>
                </a:lnTo>
                <a:close/>
                <a:lnTo>
                  <a:pt x="753875" y="3712464"/>
                </a:lnTo>
                <a:close/>
                <a:lnTo>
                  <a:pt x="751395" y="3712464"/>
                </a:lnTo>
                <a:close/>
                <a:lnTo>
                  <a:pt x="748915" y="3712464"/>
                </a:lnTo>
                <a:close/>
                <a:lnTo>
                  <a:pt x="746435" y="3712464"/>
                </a:lnTo>
                <a:close/>
                <a:lnTo>
                  <a:pt x="743956" y="3712464"/>
                </a:lnTo>
                <a:close/>
                <a:lnTo>
                  <a:pt x="741476" y="3712464"/>
                </a:lnTo>
                <a:close/>
                <a:lnTo>
                  <a:pt x="738996" y="3712464"/>
                </a:lnTo>
                <a:close/>
                <a:lnTo>
                  <a:pt x="736516" y="3712464"/>
                </a:lnTo>
                <a:close/>
                <a:lnTo>
                  <a:pt x="734036" y="3712464"/>
                </a:lnTo>
                <a:close/>
                <a:lnTo>
                  <a:pt x="731556" y="3712464"/>
                </a:lnTo>
                <a:close/>
                <a:lnTo>
                  <a:pt x="729076" y="3712464"/>
                </a:lnTo>
                <a:close/>
                <a:lnTo>
                  <a:pt x="726597" y="3712464"/>
                </a:lnTo>
                <a:close/>
                <a:lnTo>
                  <a:pt x="724117" y="3712464"/>
                </a:lnTo>
                <a:close/>
                <a:lnTo>
                  <a:pt x="721637" y="3712464"/>
                </a:lnTo>
                <a:close/>
                <a:lnTo>
                  <a:pt x="719157" y="3712464"/>
                </a:lnTo>
                <a:close/>
                <a:lnTo>
                  <a:pt x="716677" y="3712464"/>
                </a:lnTo>
                <a:close/>
                <a:lnTo>
                  <a:pt x="714197" y="3712464"/>
                </a:lnTo>
                <a:close/>
                <a:lnTo>
                  <a:pt x="711718" y="3712464"/>
                </a:lnTo>
                <a:close/>
                <a:lnTo>
                  <a:pt x="709238" y="3712464"/>
                </a:lnTo>
                <a:close/>
                <a:lnTo>
                  <a:pt x="706758" y="3712464"/>
                </a:lnTo>
                <a:close/>
                <a:lnTo>
                  <a:pt x="704278" y="3712464"/>
                </a:lnTo>
                <a:close/>
                <a:lnTo>
                  <a:pt x="701798" y="3712464"/>
                </a:lnTo>
                <a:close/>
                <a:lnTo>
                  <a:pt x="699318" y="3712464"/>
                </a:lnTo>
                <a:close/>
                <a:lnTo>
                  <a:pt x="696838" y="3712464"/>
                </a:lnTo>
                <a:close/>
                <a:lnTo>
                  <a:pt x="694359" y="3712464"/>
                </a:lnTo>
                <a:close/>
                <a:lnTo>
                  <a:pt x="691879" y="3712464"/>
                </a:lnTo>
                <a:close/>
                <a:lnTo>
                  <a:pt x="689399" y="3712464"/>
                </a:lnTo>
                <a:close/>
                <a:lnTo>
                  <a:pt x="686919" y="3712464"/>
                </a:lnTo>
                <a:close/>
                <a:lnTo>
                  <a:pt x="684439" y="3712464"/>
                </a:lnTo>
                <a:close/>
                <a:lnTo>
                  <a:pt x="681959" y="3712464"/>
                </a:lnTo>
                <a:close/>
                <a:lnTo>
                  <a:pt x="679479" y="3712464"/>
                </a:lnTo>
                <a:close/>
                <a:lnTo>
                  <a:pt x="677000" y="3712464"/>
                </a:lnTo>
                <a:close/>
                <a:lnTo>
                  <a:pt x="674520" y="3712464"/>
                </a:lnTo>
                <a:close/>
                <a:lnTo>
                  <a:pt x="672040" y="3712464"/>
                </a:lnTo>
                <a:close/>
                <a:lnTo>
                  <a:pt x="669560" y="3712464"/>
                </a:lnTo>
                <a:close/>
                <a:lnTo>
                  <a:pt x="667080" y="3712464"/>
                </a:lnTo>
                <a:close/>
                <a:lnTo>
                  <a:pt x="664600" y="3712464"/>
                </a:lnTo>
                <a:close/>
                <a:lnTo>
                  <a:pt x="662121" y="3712464"/>
                </a:lnTo>
                <a:close/>
                <a:lnTo>
                  <a:pt x="659641" y="3712464"/>
                </a:lnTo>
                <a:close/>
                <a:lnTo>
                  <a:pt x="657161" y="3712464"/>
                </a:lnTo>
                <a:close/>
                <a:lnTo>
                  <a:pt x="654681" y="3712464"/>
                </a:lnTo>
                <a:close/>
                <a:lnTo>
                  <a:pt x="652201" y="3712464"/>
                </a:lnTo>
                <a:close/>
                <a:lnTo>
                  <a:pt x="649721" y="3712464"/>
                </a:lnTo>
                <a:close/>
                <a:lnTo>
                  <a:pt x="647241" y="3712464"/>
                </a:lnTo>
                <a:close/>
                <a:lnTo>
                  <a:pt x="644762" y="3712464"/>
                </a:lnTo>
                <a:close/>
                <a:lnTo>
                  <a:pt x="642282" y="3712464"/>
                </a:lnTo>
                <a:close/>
                <a:lnTo>
                  <a:pt x="639802" y="3712464"/>
                </a:lnTo>
                <a:close/>
                <a:lnTo>
                  <a:pt x="637322" y="3712464"/>
                </a:lnTo>
                <a:close/>
                <a:lnTo>
                  <a:pt x="634842" y="3712464"/>
                </a:lnTo>
                <a:close/>
                <a:lnTo>
                  <a:pt x="632362" y="3712464"/>
                </a:lnTo>
                <a:close/>
                <a:lnTo>
                  <a:pt x="629882" y="3712464"/>
                </a:lnTo>
                <a:close/>
                <a:lnTo>
                  <a:pt x="627403" y="3712464"/>
                </a:lnTo>
                <a:close/>
                <a:lnTo>
                  <a:pt x="624923" y="3712464"/>
                </a:lnTo>
                <a:close/>
                <a:lnTo>
                  <a:pt x="622443" y="3712464"/>
                </a:lnTo>
                <a:close/>
                <a:lnTo>
                  <a:pt x="619963" y="3712464"/>
                </a:lnTo>
                <a:close/>
                <a:lnTo>
                  <a:pt x="617483" y="3712464"/>
                </a:lnTo>
                <a:close/>
                <a:lnTo>
                  <a:pt x="615003" y="3712464"/>
                </a:lnTo>
                <a:close/>
                <a:lnTo>
                  <a:pt x="612523" y="3712464"/>
                </a:lnTo>
                <a:close/>
                <a:lnTo>
                  <a:pt x="610044" y="3712464"/>
                </a:lnTo>
                <a:close/>
                <a:lnTo>
                  <a:pt x="607564" y="3712464"/>
                </a:lnTo>
                <a:close/>
                <a:lnTo>
                  <a:pt x="605084" y="3712464"/>
                </a:lnTo>
                <a:close/>
                <a:lnTo>
                  <a:pt x="602604" y="3712464"/>
                </a:lnTo>
                <a:close/>
                <a:lnTo>
                  <a:pt x="600124" y="3712464"/>
                </a:lnTo>
                <a:close/>
                <a:lnTo>
                  <a:pt x="597644" y="3712464"/>
                </a:lnTo>
                <a:close/>
                <a:lnTo>
                  <a:pt x="595165" y="3712464"/>
                </a:lnTo>
                <a:close/>
                <a:lnTo>
                  <a:pt x="592685" y="3712464"/>
                </a:lnTo>
                <a:close/>
                <a:lnTo>
                  <a:pt x="590205" y="3712464"/>
                </a:lnTo>
                <a:close/>
                <a:lnTo>
                  <a:pt x="587725" y="3712464"/>
                </a:lnTo>
                <a:close/>
                <a:lnTo>
                  <a:pt x="585245" y="3712464"/>
                </a:lnTo>
                <a:close/>
                <a:lnTo>
                  <a:pt x="582765" y="3712464"/>
                </a:lnTo>
                <a:close/>
                <a:lnTo>
                  <a:pt x="580285" y="3712464"/>
                </a:lnTo>
                <a:close/>
                <a:lnTo>
                  <a:pt x="577806" y="3712464"/>
                </a:lnTo>
                <a:close/>
                <a:lnTo>
                  <a:pt x="575326" y="3712464"/>
                </a:lnTo>
                <a:close/>
                <a:lnTo>
                  <a:pt x="572846" y="3712464"/>
                </a:lnTo>
                <a:close/>
                <a:lnTo>
                  <a:pt x="570366" y="3712464"/>
                </a:lnTo>
                <a:close/>
                <a:lnTo>
                  <a:pt x="567886" y="3712464"/>
                </a:lnTo>
                <a:close/>
                <a:lnTo>
                  <a:pt x="565406" y="3712464"/>
                </a:lnTo>
                <a:close/>
                <a:lnTo>
                  <a:pt x="562926" y="3712464"/>
                </a:lnTo>
                <a:close/>
                <a:lnTo>
                  <a:pt x="560447" y="3712464"/>
                </a:lnTo>
                <a:close/>
                <a:lnTo>
                  <a:pt x="557967" y="3712464"/>
                </a:lnTo>
                <a:close/>
                <a:lnTo>
                  <a:pt x="555487" y="3712464"/>
                </a:lnTo>
                <a:close/>
                <a:lnTo>
                  <a:pt x="553007" y="3712464"/>
                </a:lnTo>
                <a:close/>
                <a:lnTo>
                  <a:pt x="550527" y="3712464"/>
                </a:lnTo>
                <a:close/>
                <a:lnTo>
                  <a:pt x="548047" y="3712464"/>
                </a:lnTo>
                <a:close/>
                <a:lnTo>
                  <a:pt x="545567" y="3712464"/>
                </a:lnTo>
                <a:close/>
                <a:lnTo>
                  <a:pt x="543088" y="3712464"/>
                </a:lnTo>
                <a:close/>
                <a:lnTo>
                  <a:pt x="540608" y="3712464"/>
                </a:lnTo>
                <a:close/>
                <a:lnTo>
                  <a:pt x="538128" y="3712464"/>
                </a:lnTo>
                <a:close/>
                <a:lnTo>
                  <a:pt x="535648" y="3712464"/>
                </a:lnTo>
                <a:close/>
                <a:lnTo>
                  <a:pt x="533168" y="3712464"/>
                </a:lnTo>
                <a:close/>
                <a:lnTo>
                  <a:pt x="530688" y="3712464"/>
                </a:lnTo>
                <a:close/>
                <a:lnTo>
                  <a:pt x="528209" y="3712464"/>
                </a:lnTo>
                <a:close/>
                <a:lnTo>
                  <a:pt x="525729" y="3712464"/>
                </a:lnTo>
                <a:close/>
                <a:lnTo>
                  <a:pt x="523249" y="3712464"/>
                </a:lnTo>
                <a:close/>
                <a:lnTo>
                  <a:pt x="520769" y="3712464"/>
                </a:lnTo>
                <a:close/>
                <a:lnTo>
                  <a:pt x="518289" y="3712464"/>
                </a:lnTo>
                <a:close/>
                <a:lnTo>
                  <a:pt x="515809" y="3712464"/>
                </a:lnTo>
                <a:close/>
                <a:lnTo>
                  <a:pt x="513329" y="3712464"/>
                </a:lnTo>
                <a:close/>
                <a:lnTo>
                  <a:pt x="510850" y="3712464"/>
                </a:lnTo>
                <a:close/>
                <a:lnTo>
                  <a:pt x="508370" y="3712464"/>
                </a:lnTo>
                <a:close/>
                <a:lnTo>
                  <a:pt x="505890" y="3712464"/>
                </a:lnTo>
                <a:close/>
                <a:lnTo>
                  <a:pt x="503410" y="3712464"/>
                </a:lnTo>
                <a:close/>
                <a:lnTo>
                  <a:pt x="500930" y="3712464"/>
                </a:lnTo>
                <a:close/>
                <a:lnTo>
                  <a:pt x="498450" y="3712464"/>
                </a:lnTo>
                <a:close/>
                <a:lnTo>
                  <a:pt x="495970" y="3712464"/>
                </a:lnTo>
                <a:close/>
                <a:lnTo>
                  <a:pt x="493491" y="3712464"/>
                </a:lnTo>
                <a:close/>
                <a:lnTo>
                  <a:pt x="491011" y="3712464"/>
                </a:lnTo>
                <a:close/>
                <a:lnTo>
                  <a:pt x="488531" y="3712464"/>
                </a:lnTo>
                <a:close/>
                <a:lnTo>
                  <a:pt x="486051" y="3712464"/>
                </a:lnTo>
                <a:close/>
                <a:lnTo>
                  <a:pt x="483571" y="3712464"/>
                </a:lnTo>
                <a:close/>
                <a:lnTo>
                  <a:pt x="481091" y="3712464"/>
                </a:lnTo>
                <a:close/>
                <a:lnTo>
                  <a:pt x="478611" y="3712464"/>
                </a:lnTo>
                <a:close/>
                <a:lnTo>
                  <a:pt x="476132" y="3712464"/>
                </a:lnTo>
                <a:close/>
                <a:lnTo>
                  <a:pt x="473652" y="3712464"/>
                </a:lnTo>
                <a:close/>
                <a:lnTo>
                  <a:pt x="471172" y="3712464"/>
                </a:lnTo>
                <a:close/>
                <a:lnTo>
                  <a:pt x="468692" y="3712464"/>
                </a:lnTo>
                <a:close/>
                <a:lnTo>
                  <a:pt x="466212" y="3712464"/>
                </a:lnTo>
                <a:close/>
                <a:lnTo>
                  <a:pt x="463732" y="3712464"/>
                </a:lnTo>
                <a:close/>
                <a:lnTo>
                  <a:pt x="461253" y="3712464"/>
                </a:lnTo>
                <a:close/>
                <a:lnTo>
                  <a:pt x="458773" y="3712464"/>
                </a:lnTo>
                <a:close/>
                <a:lnTo>
                  <a:pt x="456293" y="3712464"/>
                </a:lnTo>
                <a:close/>
                <a:lnTo>
                  <a:pt x="453813" y="3712464"/>
                </a:lnTo>
                <a:close/>
                <a:lnTo>
                  <a:pt x="451333" y="3712464"/>
                </a:lnTo>
                <a:close/>
                <a:lnTo>
                  <a:pt x="448853" y="3712464"/>
                </a:lnTo>
                <a:close/>
                <a:lnTo>
                  <a:pt x="446373" y="3712464"/>
                </a:lnTo>
                <a:close/>
                <a:lnTo>
                  <a:pt x="443894" y="3712464"/>
                </a:lnTo>
                <a:close/>
                <a:lnTo>
                  <a:pt x="441414" y="3712464"/>
                </a:lnTo>
                <a:close/>
                <a:lnTo>
                  <a:pt x="438934" y="3712464"/>
                </a:lnTo>
                <a:close/>
                <a:lnTo>
                  <a:pt x="436454" y="3712464"/>
                </a:lnTo>
                <a:close/>
                <a:lnTo>
                  <a:pt x="433974" y="3712464"/>
                </a:lnTo>
                <a:close/>
                <a:lnTo>
                  <a:pt x="431494" y="3712464"/>
                </a:lnTo>
                <a:close/>
                <a:lnTo>
                  <a:pt x="429014" y="3712464"/>
                </a:lnTo>
                <a:close/>
                <a:lnTo>
                  <a:pt x="426535" y="3712464"/>
                </a:lnTo>
                <a:close/>
                <a:lnTo>
                  <a:pt x="424055" y="3712464"/>
                </a:lnTo>
                <a:close/>
                <a:lnTo>
                  <a:pt x="421575" y="3712464"/>
                </a:lnTo>
                <a:close/>
                <a:lnTo>
                  <a:pt x="419095" y="3712464"/>
                </a:lnTo>
                <a:close/>
                <a:lnTo>
                  <a:pt x="416615" y="3712464"/>
                </a:lnTo>
                <a:close/>
                <a:lnTo>
                  <a:pt x="414135" y="3712464"/>
                </a:lnTo>
                <a:close/>
                <a:lnTo>
                  <a:pt x="411655" y="3712464"/>
                </a:lnTo>
                <a:close/>
                <a:lnTo>
                  <a:pt x="409176" y="3712464"/>
                </a:lnTo>
                <a:close/>
                <a:lnTo>
                  <a:pt x="406696" y="3712464"/>
                </a:lnTo>
                <a:close/>
                <a:lnTo>
                  <a:pt x="404216" y="3712464"/>
                </a:lnTo>
                <a:close/>
                <a:lnTo>
                  <a:pt x="401736" y="3712464"/>
                </a:lnTo>
                <a:close/>
                <a:lnTo>
                  <a:pt x="399256" y="3712464"/>
                </a:lnTo>
                <a:close/>
                <a:lnTo>
                  <a:pt x="396776" y="3712464"/>
                </a:lnTo>
                <a:close/>
                <a:lnTo>
                  <a:pt x="394297" y="3712464"/>
                </a:lnTo>
                <a:close/>
                <a:lnTo>
                  <a:pt x="391817" y="3712464"/>
                </a:lnTo>
                <a:close/>
                <a:lnTo>
                  <a:pt x="389337" y="3712464"/>
                </a:lnTo>
                <a:close/>
                <a:lnTo>
                  <a:pt x="386857" y="3712464"/>
                </a:lnTo>
                <a:close/>
                <a:lnTo>
                  <a:pt x="384377" y="3712464"/>
                </a:lnTo>
                <a:close/>
                <a:lnTo>
                  <a:pt x="381897" y="3712464"/>
                </a:lnTo>
                <a:close/>
                <a:lnTo>
                  <a:pt x="379417" y="3712464"/>
                </a:lnTo>
                <a:close/>
                <a:lnTo>
                  <a:pt x="376938" y="3712464"/>
                </a:lnTo>
                <a:close/>
                <a:lnTo>
                  <a:pt x="374458" y="3712464"/>
                </a:lnTo>
                <a:close/>
                <a:lnTo>
                  <a:pt x="371978" y="3712464"/>
                </a:lnTo>
                <a:close/>
                <a:lnTo>
                  <a:pt x="369498" y="3712464"/>
                </a:lnTo>
                <a:close/>
                <a:lnTo>
                  <a:pt x="367018" y="3712464"/>
                </a:lnTo>
                <a:close/>
                <a:lnTo>
                  <a:pt x="364538" y="3712464"/>
                </a:lnTo>
                <a:close/>
                <a:lnTo>
                  <a:pt x="362058" y="3712464"/>
                </a:lnTo>
                <a:close/>
                <a:lnTo>
                  <a:pt x="359579" y="3712464"/>
                </a:lnTo>
                <a:close/>
                <a:lnTo>
                  <a:pt x="357099" y="3712464"/>
                </a:lnTo>
                <a:close/>
                <a:lnTo>
                  <a:pt x="354619" y="3712464"/>
                </a:lnTo>
                <a:close/>
                <a:lnTo>
                  <a:pt x="352139" y="3712464"/>
                </a:lnTo>
                <a:close/>
                <a:lnTo>
                  <a:pt x="349659" y="3712464"/>
                </a:lnTo>
                <a:close/>
                <a:lnTo>
                  <a:pt x="347179" y="3712464"/>
                </a:lnTo>
                <a:close/>
                <a:lnTo>
                  <a:pt x="344700" y="3712464"/>
                </a:lnTo>
                <a:close/>
                <a:lnTo>
                  <a:pt x="342220" y="3712464"/>
                </a:lnTo>
                <a:close/>
                <a:lnTo>
                  <a:pt x="339740" y="3712464"/>
                </a:lnTo>
                <a:close/>
                <a:lnTo>
                  <a:pt x="337260" y="3712464"/>
                </a:lnTo>
                <a:close/>
                <a:lnTo>
                  <a:pt x="334780" y="3712464"/>
                </a:lnTo>
                <a:close/>
                <a:lnTo>
                  <a:pt x="332300" y="3712464"/>
                </a:lnTo>
                <a:close/>
                <a:lnTo>
                  <a:pt x="329820" y="3712464"/>
                </a:lnTo>
                <a:close/>
                <a:lnTo>
                  <a:pt x="327341" y="3712464"/>
                </a:lnTo>
                <a:close/>
                <a:lnTo>
                  <a:pt x="324861" y="3712464"/>
                </a:lnTo>
                <a:close/>
                <a:lnTo>
                  <a:pt x="322381" y="3712464"/>
                </a:lnTo>
                <a:close/>
                <a:lnTo>
                  <a:pt x="319901" y="3712464"/>
                </a:lnTo>
                <a:close/>
                <a:lnTo>
                  <a:pt x="317421" y="3712464"/>
                </a:lnTo>
                <a:close/>
                <a:lnTo>
                  <a:pt x="314941" y="3712464"/>
                </a:lnTo>
                <a:close/>
                <a:lnTo>
                  <a:pt x="312461" y="3712464"/>
                </a:lnTo>
                <a:close/>
                <a:lnTo>
                  <a:pt x="309982" y="3712464"/>
                </a:lnTo>
                <a:close/>
                <a:lnTo>
                  <a:pt x="307502" y="3712464"/>
                </a:lnTo>
                <a:close/>
                <a:lnTo>
                  <a:pt x="305022" y="3712464"/>
                </a:lnTo>
                <a:close/>
                <a:lnTo>
                  <a:pt x="302542" y="3712464"/>
                </a:lnTo>
                <a:close/>
                <a:lnTo>
                  <a:pt x="300062" y="3712464"/>
                </a:lnTo>
                <a:close/>
                <a:lnTo>
                  <a:pt x="297582" y="3712464"/>
                </a:lnTo>
                <a:close/>
                <a:lnTo>
                  <a:pt x="295102" y="3712464"/>
                </a:lnTo>
                <a:close/>
                <a:lnTo>
                  <a:pt x="292623" y="3712464"/>
                </a:lnTo>
                <a:close/>
                <a:lnTo>
                  <a:pt x="290143" y="3712464"/>
                </a:lnTo>
                <a:close/>
                <a:lnTo>
                  <a:pt x="287663" y="3712464"/>
                </a:lnTo>
                <a:close/>
                <a:lnTo>
                  <a:pt x="285183" y="3712464"/>
                </a:lnTo>
                <a:close/>
                <a:lnTo>
                  <a:pt x="282703" y="3712464"/>
                </a:lnTo>
                <a:close/>
                <a:lnTo>
                  <a:pt x="280223" y="3712464"/>
                </a:lnTo>
                <a:close/>
                <a:lnTo>
                  <a:pt x="277744" y="3712464"/>
                </a:lnTo>
                <a:close/>
                <a:lnTo>
                  <a:pt x="275264" y="3712464"/>
                </a:lnTo>
                <a:close/>
                <a:lnTo>
                  <a:pt x="272784" y="3712464"/>
                </a:lnTo>
                <a:close/>
                <a:lnTo>
                  <a:pt x="270304" y="3712464"/>
                </a:lnTo>
                <a:close/>
                <a:lnTo>
                  <a:pt x="267824" y="3712464"/>
                </a:lnTo>
                <a:close/>
                <a:lnTo>
                  <a:pt x="265344" y="3712464"/>
                </a:lnTo>
                <a:close/>
                <a:lnTo>
                  <a:pt x="262864" y="3712464"/>
                </a:lnTo>
                <a:close/>
                <a:lnTo>
                  <a:pt x="260385" y="3712464"/>
                </a:lnTo>
                <a:close/>
                <a:lnTo>
                  <a:pt x="257905" y="3712464"/>
                </a:lnTo>
                <a:close/>
                <a:lnTo>
                  <a:pt x="255425" y="3712464"/>
                </a:lnTo>
                <a:close/>
                <a:lnTo>
                  <a:pt x="252945" y="3712464"/>
                </a:lnTo>
                <a:close/>
                <a:lnTo>
                  <a:pt x="250465" y="3712464"/>
                </a:lnTo>
                <a:close/>
                <a:lnTo>
                  <a:pt x="247985" y="3712464"/>
                </a:lnTo>
                <a:close/>
                <a:lnTo>
                  <a:pt x="245505" y="3712464"/>
                </a:lnTo>
                <a:close/>
                <a:lnTo>
                  <a:pt x="243026" y="3712464"/>
                </a:lnTo>
                <a:close/>
                <a:lnTo>
                  <a:pt x="240546" y="3712464"/>
                </a:lnTo>
                <a:close/>
                <a:lnTo>
                  <a:pt x="238066" y="3712464"/>
                </a:lnTo>
                <a:close/>
                <a:lnTo>
                  <a:pt x="235586" y="3712464"/>
                </a:lnTo>
                <a:close/>
                <a:lnTo>
                  <a:pt x="233106" y="3712464"/>
                </a:lnTo>
                <a:close/>
                <a:lnTo>
                  <a:pt x="230626" y="3712464"/>
                </a:lnTo>
                <a:close/>
                <a:lnTo>
                  <a:pt x="228146" y="3712464"/>
                </a:lnTo>
                <a:close/>
                <a:lnTo>
                  <a:pt x="225667" y="3712464"/>
                </a:lnTo>
                <a:close/>
                <a:lnTo>
                  <a:pt x="223187" y="3712464"/>
                </a:lnTo>
                <a:close/>
                <a:lnTo>
                  <a:pt x="220707" y="3712464"/>
                </a:lnTo>
                <a:close/>
                <a:lnTo>
                  <a:pt x="218227" y="3712464"/>
                </a:lnTo>
                <a:close/>
                <a:lnTo>
                  <a:pt x="215747" y="3712464"/>
                </a:lnTo>
                <a:close/>
                <a:lnTo>
                  <a:pt x="213267" y="3712464"/>
                </a:lnTo>
                <a:close/>
                <a:lnTo>
                  <a:pt x="210788" y="3712464"/>
                </a:lnTo>
                <a:close/>
                <a:lnTo>
                  <a:pt x="208308" y="3712464"/>
                </a:lnTo>
                <a:close/>
                <a:lnTo>
                  <a:pt x="205828" y="3712464"/>
                </a:lnTo>
                <a:close/>
                <a:lnTo>
                  <a:pt x="203348" y="3712464"/>
                </a:lnTo>
                <a:close/>
                <a:lnTo>
                  <a:pt x="200868" y="3712464"/>
                </a:lnTo>
                <a:close/>
                <a:lnTo>
                  <a:pt x="198388" y="3712464"/>
                </a:lnTo>
                <a:close/>
                <a:lnTo>
                  <a:pt x="195908" y="3712464"/>
                </a:lnTo>
                <a:close/>
                <a:lnTo>
                  <a:pt x="193429" y="3712464"/>
                </a:lnTo>
                <a:close/>
                <a:lnTo>
                  <a:pt x="190949" y="3712464"/>
                </a:lnTo>
                <a:close/>
                <a:lnTo>
                  <a:pt x="188469" y="3712464"/>
                </a:lnTo>
                <a:close/>
                <a:lnTo>
                  <a:pt x="185989" y="3712464"/>
                </a:lnTo>
                <a:close/>
                <a:lnTo>
                  <a:pt x="183509" y="3712464"/>
                </a:lnTo>
                <a:close/>
                <a:lnTo>
                  <a:pt x="181029" y="3712464"/>
                </a:lnTo>
                <a:close/>
                <a:lnTo>
                  <a:pt x="178549" y="3712464"/>
                </a:lnTo>
                <a:close/>
                <a:lnTo>
                  <a:pt x="176070" y="3712464"/>
                </a:lnTo>
                <a:close/>
                <a:lnTo>
                  <a:pt x="173590" y="3712464"/>
                </a:lnTo>
                <a:close/>
                <a:lnTo>
                  <a:pt x="171110" y="3712464"/>
                </a:lnTo>
                <a:close/>
                <a:lnTo>
                  <a:pt x="168630" y="3712464"/>
                </a:lnTo>
                <a:close/>
                <a:lnTo>
                  <a:pt x="166150" y="3712464"/>
                </a:lnTo>
                <a:close/>
                <a:lnTo>
                  <a:pt x="163670" y="3712464"/>
                </a:lnTo>
                <a:close/>
                <a:lnTo>
                  <a:pt x="161190" y="3712464"/>
                </a:lnTo>
                <a:close/>
                <a:lnTo>
                  <a:pt x="158711" y="3712464"/>
                </a:lnTo>
                <a:close/>
                <a:lnTo>
                  <a:pt x="156231" y="3712464"/>
                </a:lnTo>
                <a:close/>
                <a:lnTo>
                  <a:pt x="153751" y="3712464"/>
                </a:lnTo>
                <a:close/>
                <a:lnTo>
                  <a:pt x="151271" y="3712464"/>
                </a:lnTo>
                <a:close/>
                <a:lnTo>
                  <a:pt x="148791" y="3712464"/>
                </a:lnTo>
                <a:close/>
                <a:lnTo>
                  <a:pt x="146311" y="3712464"/>
                </a:lnTo>
                <a:close/>
                <a:lnTo>
                  <a:pt x="143832" y="3712464"/>
                </a:lnTo>
                <a:close/>
                <a:lnTo>
                  <a:pt x="141352" y="3712464"/>
                </a:lnTo>
                <a:close/>
                <a:lnTo>
                  <a:pt x="138872" y="3712464"/>
                </a:lnTo>
                <a:close/>
                <a:lnTo>
                  <a:pt x="136392" y="3712464"/>
                </a:lnTo>
                <a:close/>
                <a:lnTo>
                  <a:pt x="133912" y="3712464"/>
                </a:lnTo>
                <a:close/>
                <a:lnTo>
                  <a:pt x="131432" y="3712464"/>
                </a:lnTo>
                <a:close/>
                <a:lnTo>
                  <a:pt x="128952" y="3712464"/>
                </a:lnTo>
                <a:close/>
                <a:lnTo>
                  <a:pt x="126473" y="3712464"/>
                </a:lnTo>
                <a:close/>
                <a:lnTo>
                  <a:pt x="123993" y="3712464"/>
                </a:lnTo>
                <a:close/>
                <a:lnTo>
                  <a:pt x="121513" y="3712464"/>
                </a:lnTo>
                <a:close/>
                <a:lnTo>
                  <a:pt x="119033" y="3712464"/>
                </a:lnTo>
                <a:close/>
                <a:lnTo>
                  <a:pt x="116553" y="3712464"/>
                </a:lnTo>
                <a:close/>
                <a:lnTo>
                  <a:pt x="114073" y="3712464"/>
                </a:lnTo>
                <a:close/>
                <a:lnTo>
                  <a:pt x="111593" y="3712464"/>
                </a:lnTo>
                <a:close/>
                <a:lnTo>
                  <a:pt x="109114" y="3712464"/>
                </a:lnTo>
                <a:close/>
                <a:lnTo>
                  <a:pt x="106634" y="3712464"/>
                </a:lnTo>
                <a:close/>
                <a:lnTo>
                  <a:pt x="104154" y="3712464"/>
                </a:lnTo>
                <a:close/>
                <a:lnTo>
                  <a:pt x="101674" y="3712464"/>
                </a:lnTo>
                <a:close/>
                <a:lnTo>
                  <a:pt x="99194" y="3712464"/>
                </a:lnTo>
                <a:close/>
                <a:lnTo>
                  <a:pt x="96714" y="3712464"/>
                </a:lnTo>
                <a:close/>
                <a:lnTo>
                  <a:pt x="94235" y="3712464"/>
                </a:lnTo>
                <a:close/>
                <a:lnTo>
                  <a:pt x="91755" y="3712464"/>
                </a:lnTo>
                <a:close/>
                <a:lnTo>
                  <a:pt x="89275" y="3712464"/>
                </a:lnTo>
                <a:close/>
                <a:lnTo>
                  <a:pt x="86795" y="3712464"/>
                </a:lnTo>
                <a:close/>
                <a:lnTo>
                  <a:pt x="84315" y="3712464"/>
                </a:lnTo>
                <a:close/>
                <a:lnTo>
                  <a:pt x="81835" y="3712464"/>
                </a:lnTo>
                <a:close/>
                <a:lnTo>
                  <a:pt x="79355" y="3712464"/>
                </a:lnTo>
                <a:close/>
                <a:lnTo>
                  <a:pt x="76876" y="3712464"/>
                </a:lnTo>
                <a:close/>
                <a:lnTo>
                  <a:pt x="74396" y="3712464"/>
                </a:lnTo>
                <a:close/>
                <a:lnTo>
                  <a:pt x="71916" y="3712464"/>
                </a:lnTo>
                <a:close/>
                <a:lnTo>
                  <a:pt x="69436" y="3712464"/>
                </a:lnTo>
                <a:close/>
                <a:lnTo>
                  <a:pt x="66956" y="3712464"/>
                </a:lnTo>
                <a:close/>
                <a:lnTo>
                  <a:pt x="64476" y="3712464"/>
                </a:lnTo>
                <a:close/>
                <a:lnTo>
                  <a:pt x="61996" y="3712464"/>
                </a:lnTo>
                <a:close/>
                <a:lnTo>
                  <a:pt x="59517" y="3712464"/>
                </a:lnTo>
                <a:close/>
                <a:lnTo>
                  <a:pt x="57037" y="3712464"/>
                </a:lnTo>
                <a:close/>
                <a:lnTo>
                  <a:pt x="54557" y="3712464"/>
                </a:lnTo>
                <a:close/>
                <a:lnTo>
                  <a:pt x="52077" y="3712464"/>
                </a:lnTo>
                <a:close/>
                <a:lnTo>
                  <a:pt x="49597" y="3712464"/>
                </a:lnTo>
                <a:close/>
                <a:lnTo>
                  <a:pt x="47117" y="3712464"/>
                </a:lnTo>
                <a:close/>
                <a:lnTo>
                  <a:pt x="44637" y="3712464"/>
                </a:lnTo>
                <a:close/>
                <a:lnTo>
                  <a:pt x="42158" y="3712464"/>
                </a:lnTo>
                <a:close/>
                <a:lnTo>
                  <a:pt x="39678" y="3712464"/>
                </a:lnTo>
                <a:close/>
                <a:lnTo>
                  <a:pt x="37198" y="3712464"/>
                </a:lnTo>
                <a:close/>
                <a:lnTo>
                  <a:pt x="34718" y="3712464"/>
                </a:lnTo>
                <a:close/>
                <a:lnTo>
                  <a:pt x="32238" y="3712464"/>
                </a:lnTo>
                <a:close/>
                <a:lnTo>
                  <a:pt x="29758" y="3712464"/>
                </a:lnTo>
                <a:close/>
                <a:lnTo>
                  <a:pt x="27279" y="3712464"/>
                </a:lnTo>
                <a:close/>
                <a:lnTo>
                  <a:pt x="24799" y="3712464"/>
                </a:lnTo>
                <a:close/>
                <a:lnTo>
                  <a:pt x="22319" y="3712464"/>
                </a:lnTo>
                <a:close/>
                <a:lnTo>
                  <a:pt x="19839" y="3712464"/>
                </a:lnTo>
                <a:close/>
                <a:lnTo>
                  <a:pt x="17359" y="3712464"/>
                </a:lnTo>
                <a:close/>
                <a:lnTo>
                  <a:pt x="14879" y="3712464"/>
                </a:lnTo>
                <a:close/>
                <a:lnTo>
                  <a:pt x="12399" y="3712464"/>
                </a:lnTo>
                <a:close/>
                <a:lnTo>
                  <a:pt x="9920" y="3712464"/>
                </a:lnTo>
                <a:close/>
                <a:lnTo>
                  <a:pt x="7440" y="3712464"/>
                </a:lnTo>
                <a:close/>
                <a:lnTo>
                  <a:pt x="4960" y="3712464"/>
                </a:lnTo>
                <a:close/>
                <a:lnTo>
                  <a:pt x="2480" y="3712464"/>
                </a:lnTo>
                <a:close/>
                <a:lnTo>
                  <a:pt x="0" y="3712464"/>
                </a:lnTo>
                <a:close/>
                <a:lnTo>
                  <a:pt x="0" y="3712464"/>
                </a:lnTo>
                <a:close/>
              </a:path>
            </a:pathLst>
          </a:custGeom>
          <a:solidFill>
            <a:srgbClr val="A63D40">
              <a:alpha val="18000"/>
            </a:srgbClr>
          </a:solidFill>
          <a:ln w="12700">
            <a:solidFill>
              <a:srgbClr val="A63D4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4" name="Freeform 8103"/>
          <p:cNvSpPr/>
          <p:nvPr/>
        </p:nvSpPr>
        <p:spPr>
          <a:xfrm>
            <a:off x="8336737" y="440833"/>
            <a:ext cx="0" cy="4083710"/>
          </a:xfrm>
          <a:custGeom>
            <a:avLst/>
            <a:gdLst/>
            <a:ahLst/>
            <a:cxnLst/>
            <a:rect l="l" t="t" r="r" b="b"/>
            <a:pathLst>
              <a:path w="0" h="4083710">
                <a:moveTo>
                  <a:pt x="0" y="408371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E8E8E8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5" name="Freeform 8104"/>
          <p:cNvSpPr/>
          <p:nvPr/>
        </p:nvSpPr>
        <p:spPr>
          <a:xfrm>
            <a:off x="8336737" y="4524543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6" name="TextBox 8105"/>
          <p:cNvSpPr txBox="1"/>
          <p:nvPr/>
        </p:nvSpPr>
        <p:spPr>
          <a:xfrm>
            <a:off x="8336737" y="4550076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1050</a:t>
            </a:r>
          </a:p>
        </p:txBody>
      </p:sp>
      <p:sp>
        <p:nvSpPr>
          <p:cNvPr id="8107" name="Freeform 8106"/>
          <p:cNvSpPr/>
          <p:nvPr/>
        </p:nvSpPr>
        <p:spPr>
          <a:xfrm>
            <a:off x="8679749" y="440833"/>
            <a:ext cx="0" cy="4083710"/>
          </a:xfrm>
          <a:custGeom>
            <a:avLst/>
            <a:gdLst/>
            <a:ahLst/>
            <a:cxnLst/>
            <a:rect l="l" t="t" r="r" b="b"/>
            <a:pathLst>
              <a:path w="0" h="4083710">
                <a:moveTo>
                  <a:pt x="0" y="408371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E8E8E8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8" name="Freeform 8107"/>
          <p:cNvSpPr/>
          <p:nvPr/>
        </p:nvSpPr>
        <p:spPr>
          <a:xfrm>
            <a:off x="8679749" y="4524543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9" name="TextBox 8108"/>
          <p:cNvSpPr txBox="1"/>
          <p:nvPr/>
        </p:nvSpPr>
        <p:spPr>
          <a:xfrm>
            <a:off x="8679749" y="4550076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1060</a:t>
            </a:r>
          </a:p>
        </p:txBody>
      </p:sp>
      <p:sp>
        <p:nvSpPr>
          <p:cNvPr id="8110" name="Freeform 8109"/>
          <p:cNvSpPr/>
          <p:nvPr/>
        </p:nvSpPr>
        <p:spPr>
          <a:xfrm>
            <a:off x="9022762" y="440833"/>
            <a:ext cx="0" cy="4083710"/>
          </a:xfrm>
          <a:custGeom>
            <a:avLst/>
            <a:gdLst/>
            <a:ahLst/>
            <a:cxnLst/>
            <a:rect l="l" t="t" r="r" b="b"/>
            <a:pathLst>
              <a:path w="0" h="4083710">
                <a:moveTo>
                  <a:pt x="0" y="408371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E8E8E8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1" name="Freeform 8110"/>
          <p:cNvSpPr/>
          <p:nvPr/>
        </p:nvSpPr>
        <p:spPr>
          <a:xfrm>
            <a:off x="9022762" y="4524543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2" name="TextBox 8111"/>
          <p:cNvSpPr txBox="1"/>
          <p:nvPr/>
        </p:nvSpPr>
        <p:spPr>
          <a:xfrm>
            <a:off x="9022762" y="4550076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1070</a:t>
            </a:r>
          </a:p>
        </p:txBody>
      </p:sp>
      <p:sp>
        <p:nvSpPr>
          <p:cNvPr id="8113" name="Freeform 8112"/>
          <p:cNvSpPr/>
          <p:nvPr/>
        </p:nvSpPr>
        <p:spPr>
          <a:xfrm>
            <a:off x="9365774" y="440833"/>
            <a:ext cx="0" cy="4083710"/>
          </a:xfrm>
          <a:custGeom>
            <a:avLst/>
            <a:gdLst/>
            <a:ahLst/>
            <a:cxnLst/>
            <a:rect l="l" t="t" r="r" b="b"/>
            <a:pathLst>
              <a:path w="0" h="4083710">
                <a:moveTo>
                  <a:pt x="0" y="408371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E8E8E8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4" name="Freeform 8113"/>
          <p:cNvSpPr/>
          <p:nvPr/>
        </p:nvSpPr>
        <p:spPr>
          <a:xfrm>
            <a:off x="9365774" y="4524543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5" name="TextBox 8114"/>
          <p:cNvSpPr txBox="1"/>
          <p:nvPr/>
        </p:nvSpPr>
        <p:spPr>
          <a:xfrm>
            <a:off x="9365774" y="4550076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1080</a:t>
            </a:r>
          </a:p>
        </p:txBody>
      </p:sp>
      <p:sp>
        <p:nvSpPr>
          <p:cNvPr id="8116" name="Freeform 8115"/>
          <p:cNvSpPr/>
          <p:nvPr/>
        </p:nvSpPr>
        <p:spPr>
          <a:xfrm>
            <a:off x="9708787" y="440833"/>
            <a:ext cx="0" cy="4083710"/>
          </a:xfrm>
          <a:custGeom>
            <a:avLst/>
            <a:gdLst/>
            <a:ahLst/>
            <a:cxnLst/>
            <a:rect l="l" t="t" r="r" b="b"/>
            <a:pathLst>
              <a:path w="0" h="4083710">
                <a:moveTo>
                  <a:pt x="0" y="408371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E8E8E8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7" name="Freeform 8116"/>
          <p:cNvSpPr/>
          <p:nvPr/>
        </p:nvSpPr>
        <p:spPr>
          <a:xfrm>
            <a:off x="9708787" y="4524543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8" name="TextBox 8117"/>
          <p:cNvSpPr txBox="1"/>
          <p:nvPr/>
        </p:nvSpPr>
        <p:spPr>
          <a:xfrm>
            <a:off x="9708787" y="4550076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1090</a:t>
            </a:r>
          </a:p>
        </p:txBody>
      </p:sp>
      <p:sp>
        <p:nvSpPr>
          <p:cNvPr id="8119" name="Freeform 8118"/>
          <p:cNvSpPr/>
          <p:nvPr/>
        </p:nvSpPr>
        <p:spPr>
          <a:xfrm>
            <a:off x="10051799" y="440833"/>
            <a:ext cx="0" cy="4083710"/>
          </a:xfrm>
          <a:custGeom>
            <a:avLst/>
            <a:gdLst/>
            <a:ahLst/>
            <a:cxnLst/>
            <a:rect l="l" t="t" r="r" b="b"/>
            <a:pathLst>
              <a:path w="0" h="4083710">
                <a:moveTo>
                  <a:pt x="0" y="408371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E8E8E8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0" name="Freeform 8119"/>
          <p:cNvSpPr/>
          <p:nvPr/>
        </p:nvSpPr>
        <p:spPr>
          <a:xfrm>
            <a:off x="10051799" y="4524543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1" name="TextBox 8120"/>
          <p:cNvSpPr txBox="1"/>
          <p:nvPr/>
        </p:nvSpPr>
        <p:spPr>
          <a:xfrm>
            <a:off x="10051799" y="4550076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1100</a:t>
            </a:r>
          </a:p>
        </p:txBody>
      </p:sp>
      <p:sp>
        <p:nvSpPr>
          <p:cNvPr id="8122" name="TextBox 8121"/>
          <p:cNvSpPr txBox="1"/>
          <p:nvPr/>
        </p:nvSpPr>
        <p:spPr>
          <a:xfrm>
            <a:off x="9166964" y="4692507"/>
            <a:ext cx="1955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Max fuel temperature (K)</a:t>
            </a:r>
          </a:p>
        </p:txBody>
      </p:sp>
      <p:sp>
        <p:nvSpPr>
          <p:cNvPr id="8123" name="TextBox 8122"/>
          <p:cNvSpPr txBox="1"/>
          <p:nvPr/>
        </p:nvSpPr>
        <p:spPr>
          <a:xfrm rot="16200000">
            <a:off x="2387438" y="-8919409"/>
            <a:ext cx="1574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Probability density</a:t>
            </a:r>
          </a:p>
        </p:txBody>
      </p:sp>
      <p:sp>
        <p:nvSpPr>
          <p:cNvPr id="8124" name="Freeform 8123"/>
          <p:cNvSpPr/>
          <p:nvPr/>
        </p:nvSpPr>
        <p:spPr>
          <a:xfrm>
            <a:off x="8176263" y="626828"/>
            <a:ext cx="1981402" cy="3710847"/>
          </a:xfrm>
          <a:custGeom>
            <a:avLst/>
            <a:gdLst/>
            <a:ahLst/>
            <a:cxnLst/>
            <a:rect l="l" t="t" r="r" b="b"/>
            <a:pathLst>
              <a:path w="1981402" h="3710847">
                <a:moveTo>
                  <a:pt x="0" y="3710847"/>
                </a:moveTo>
                <a:lnTo>
                  <a:pt x="79355" y="3707830"/>
                </a:lnTo>
                <a:close/>
                <a:lnTo>
                  <a:pt x="128952" y="3703364"/>
                </a:lnTo>
                <a:close/>
                <a:lnTo>
                  <a:pt x="168630" y="3697046"/>
                </a:lnTo>
                <a:close/>
                <a:lnTo>
                  <a:pt x="200868" y="3689111"/>
                </a:lnTo>
                <a:close/>
                <a:lnTo>
                  <a:pt x="228146" y="3679638"/>
                </a:lnTo>
                <a:close/>
                <a:lnTo>
                  <a:pt x="252945" y="3668141"/>
                </a:lnTo>
                <a:close/>
                <a:lnTo>
                  <a:pt x="275264" y="3654842"/>
                </a:lnTo>
                <a:close/>
                <a:lnTo>
                  <a:pt x="297582" y="3638121"/>
                </a:lnTo>
                <a:close/>
                <a:lnTo>
                  <a:pt x="317421" y="3619831"/>
                </a:lnTo>
                <a:close/>
                <a:lnTo>
                  <a:pt x="337260" y="3597754"/>
                </a:lnTo>
                <a:close/>
                <a:lnTo>
                  <a:pt x="357099" y="3571301"/>
                </a:lnTo>
                <a:close/>
                <a:lnTo>
                  <a:pt x="376938" y="3539836"/>
                </a:lnTo>
                <a:close/>
                <a:lnTo>
                  <a:pt x="396776" y="3502688"/>
                </a:lnTo>
                <a:close/>
                <a:lnTo>
                  <a:pt x="416615" y="3459155"/>
                </a:lnTo>
                <a:close/>
                <a:lnTo>
                  <a:pt x="436454" y="3408527"/>
                </a:lnTo>
                <a:close/>
                <a:lnTo>
                  <a:pt x="456293" y="3350095"/>
                </a:lnTo>
                <a:close/>
                <a:lnTo>
                  <a:pt x="476132" y="3283177"/>
                </a:lnTo>
                <a:close/>
                <a:lnTo>
                  <a:pt x="498450" y="3196963"/>
                </a:lnTo>
                <a:close/>
                <a:lnTo>
                  <a:pt x="520769" y="3098424"/>
                </a:lnTo>
                <a:close/>
                <a:lnTo>
                  <a:pt x="543088" y="2986948"/>
                </a:lnTo>
                <a:close/>
                <a:lnTo>
                  <a:pt x="567886" y="2847454"/>
                </a:lnTo>
                <a:close/>
                <a:lnTo>
                  <a:pt x="592685" y="2691411"/>
                </a:lnTo>
                <a:close/>
                <a:lnTo>
                  <a:pt x="619963" y="2501152"/>
                </a:lnTo>
                <a:close/>
                <a:lnTo>
                  <a:pt x="649721" y="2272977"/>
                </a:lnTo>
                <a:close/>
                <a:lnTo>
                  <a:pt x="684439" y="1983710"/>
                </a:lnTo>
                <a:close/>
                <a:lnTo>
                  <a:pt x="731556" y="1564541"/>
                </a:lnTo>
                <a:close/>
                <a:lnTo>
                  <a:pt x="805952" y="901203"/>
                </a:lnTo>
                <a:close/>
                <a:lnTo>
                  <a:pt x="838190" y="640727"/>
                </a:lnTo>
                <a:close/>
                <a:lnTo>
                  <a:pt x="862988" y="461739"/>
                </a:lnTo>
                <a:close/>
                <a:lnTo>
                  <a:pt x="885307" y="320940"/>
                </a:lnTo>
                <a:close/>
                <a:lnTo>
                  <a:pt x="905146" y="214598"/>
                </a:lnTo>
                <a:close/>
                <a:lnTo>
                  <a:pt x="922505" y="137678"/>
                </a:lnTo>
                <a:close/>
                <a:lnTo>
                  <a:pt x="937384" y="84613"/>
                </a:lnTo>
                <a:close/>
                <a:lnTo>
                  <a:pt x="949783" y="49900"/>
                </a:lnTo>
                <a:close/>
                <a:lnTo>
                  <a:pt x="962183" y="24111"/>
                </a:lnTo>
                <a:close/>
                <a:lnTo>
                  <a:pt x="972102" y="10034"/>
                </a:lnTo>
                <a:close/>
                <a:lnTo>
                  <a:pt x="979541" y="3348"/>
                </a:lnTo>
                <a:close/>
                <a:lnTo>
                  <a:pt x="986981" y="0"/>
                </a:lnTo>
                <a:close/>
                <a:lnTo>
                  <a:pt x="994421" y="0"/>
                </a:lnTo>
                <a:close/>
                <a:lnTo>
                  <a:pt x="1001860" y="3348"/>
                </a:lnTo>
                <a:close/>
                <a:lnTo>
                  <a:pt x="1009300" y="10034"/>
                </a:lnTo>
                <a:close/>
                <a:lnTo>
                  <a:pt x="1016739" y="20041"/>
                </a:lnTo>
                <a:close/>
                <a:lnTo>
                  <a:pt x="1026659" y="38502"/>
                </a:lnTo>
                <a:close/>
                <a:lnTo>
                  <a:pt x="1036578" y="62728"/>
                </a:lnTo>
                <a:close/>
                <a:lnTo>
                  <a:pt x="1048977" y="100941"/>
                </a:lnTo>
                <a:close/>
                <a:lnTo>
                  <a:pt x="1063856" y="158045"/>
                </a:lnTo>
                <a:close/>
                <a:lnTo>
                  <a:pt x="1078736" y="226848"/>
                </a:lnTo>
                <a:close/>
                <a:lnTo>
                  <a:pt x="1096095" y="320940"/>
                </a:lnTo>
                <a:close/>
                <a:lnTo>
                  <a:pt x="1115933" y="445078"/>
                </a:lnTo>
                <a:close/>
                <a:lnTo>
                  <a:pt x="1138252" y="603243"/>
                </a:lnTo>
                <a:close/>
                <a:lnTo>
                  <a:pt x="1165530" y="818284"/>
                </a:lnTo>
                <a:close/>
                <a:lnTo>
                  <a:pt x="1200248" y="1116534"/>
                </a:lnTo>
                <a:close/>
                <a:lnTo>
                  <a:pt x="1331680" y="2272977"/>
                </a:lnTo>
                <a:close/>
                <a:lnTo>
                  <a:pt x="1363918" y="2519225"/>
                </a:lnTo>
                <a:close/>
                <a:lnTo>
                  <a:pt x="1391197" y="2707753"/>
                </a:lnTo>
                <a:close/>
                <a:lnTo>
                  <a:pt x="1418475" y="2876680"/>
                </a:lnTo>
                <a:close/>
                <a:lnTo>
                  <a:pt x="1443274" y="3012862"/>
                </a:lnTo>
                <a:close/>
                <a:lnTo>
                  <a:pt x="1468072" y="3132682"/>
                </a:lnTo>
                <a:close/>
                <a:lnTo>
                  <a:pt x="1490391" y="3227035"/>
                </a:lnTo>
                <a:close/>
                <a:lnTo>
                  <a:pt x="1512710" y="3309307"/>
                </a:lnTo>
                <a:close/>
                <a:lnTo>
                  <a:pt x="1535028" y="3380330"/>
                </a:lnTo>
                <a:close/>
                <a:lnTo>
                  <a:pt x="1554867" y="3434773"/>
                </a:lnTo>
                <a:close/>
                <a:lnTo>
                  <a:pt x="1574706" y="3481764"/>
                </a:lnTo>
                <a:close/>
                <a:lnTo>
                  <a:pt x="1594545" y="3522016"/>
                </a:lnTo>
                <a:close/>
                <a:lnTo>
                  <a:pt x="1614383" y="3556236"/>
                </a:lnTo>
                <a:close/>
                <a:lnTo>
                  <a:pt x="1634222" y="3585114"/>
                </a:lnTo>
                <a:close/>
                <a:lnTo>
                  <a:pt x="1654061" y="3609302"/>
                </a:lnTo>
                <a:close/>
                <a:lnTo>
                  <a:pt x="1673900" y="3629415"/>
                </a:lnTo>
                <a:close/>
                <a:lnTo>
                  <a:pt x="1696219" y="3647872"/>
                </a:lnTo>
                <a:close/>
                <a:lnTo>
                  <a:pt x="1718537" y="3662612"/>
                </a:lnTo>
                <a:close/>
                <a:lnTo>
                  <a:pt x="1743336" y="3675409"/>
                </a:lnTo>
                <a:close/>
                <a:lnTo>
                  <a:pt x="1770614" y="3686002"/>
                </a:lnTo>
                <a:close/>
                <a:lnTo>
                  <a:pt x="1800372" y="3694349"/>
                </a:lnTo>
                <a:close/>
                <a:lnTo>
                  <a:pt x="1835090" y="3700981"/>
                </a:lnTo>
                <a:close/>
                <a:lnTo>
                  <a:pt x="1877248" y="3705962"/>
                </a:lnTo>
                <a:close/>
                <a:lnTo>
                  <a:pt x="1931804" y="3709373"/>
                </a:lnTo>
                <a:close/>
                <a:lnTo>
                  <a:pt x="1981402" y="3710847"/>
                </a:lnTo>
                <a:close/>
                <a:lnTo>
                  <a:pt x="1981402" y="3710847"/>
                </a:lnTo>
                <a:close/>
              </a:path>
            </a:pathLst>
          </a:custGeom>
          <a:noFill/>
          <a:ln w="15240">
            <a:solidFill>
              <a:srgbClr val="A63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5" name="Freeform 8124"/>
          <p:cNvSpPr/>
          <p:nvPr/>
        </p:nvSpPr>
        <p:spPr>
          <a:xfrm>
            <a:off x="9166964" y="440833"/>
            <a:ext cx="0" cy="4083710"/>
          </a:xfrm>
          <a:custGeom>
            <a:avLst/>
            <a:gdLst/>
            <a:ahLst/>
            <a:cxnLst/>
            <a:rect l="l" t="t" r="r" b="b"/>
            <a:pathLst>
              <a:path w="0" h="4083710">
                <a:moveTo>
                  <a:pt x="0" y="4083710"/>
                </a:moveTo>
                <a:lnTo>
                  <a:pt x="0" y="0"/>
                </a:lnTo>
                <a:close/>
              </a:path>
            </a:pathLst>
          </a:custGeom>
          <a:noFill/>
          <a:ln w="15240">
            <a:solidFill>
              <a:srgbClr val="A63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6" name="Freeform 8125"/>
          <p:cNvSpPr/>
          <p:nvPr/>
        </p:nvSpPr>
        <p:spPr>
          <a:xfrm>
            <a:off x="8759538" y="440833"/>
            <a:ext cx="0" cy="4083710"/>
          </a:xfrm>
          <a:custGeom>
            <a:avLst/>
            <a:gdLst/>
            <a:ahLst/>
            <a:cxnLst/>
            <a:rect l="l" t="t" r="r" b="b"/>
            <a:pathLst>
              <a:path w="0" h="4083710">
                <a:moveTo>
                  <a:pt x="0" y="408371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A63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7" name="Freeform 8126"/>
          <p:cNvSpPr/>
          <p:nvPr/>
        </p:nvSpPr>
        <p:spPr>
          <a:xfrm>
            <a:off x="9574389" y="440833"/>
            <a:ext cx="0" cy="4083710"/>
          </a:xfrm>
          <a:custGeom>
            <a:avLst/>
            <a:gdLst/>
            <a:ahLst/>
            <a:cxnLst/>
            <a:rect l="l" t="t" r="r" b="b"/>
            <a:pathLst>
              <a:path w="0" h="4083710">
                <a:moveTo>
                  <a:pt x="0" y="408371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A63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8" name="Freeform 8127"/>
          <p:cNvSpPr/>
          <p:nvPr/>
        </p:nvSpPr>
        <p:spPr>
          <a:xfrm>
            <a:off x="8077193" y="440833"/>
            <a:ext cx="0" cy="4083710"/>
          </a:xfrm>
          <a:custGeom>
            <a:avLst/>
            <a:gdLst/>
            <a:ahLst/>
            <a:cxnLst/>
            <a:rect l="l" t="t" r="r" b="b"/>
            <a:pathLst>
              <a:path w="0" h="4083710">
                <a:moveTo>
                  <a:pt x="0" y="408371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9" name="Freeform 8128"/>
          <p:cNvSpPr/>
          <p:nvPr/>
        </p:nvSpPr>
        <p:spPr>
          <a:xfrm>
            <a:off x="8077193" y="4524543"/>
            <a:ext cx="2179542" cy="0"/>
          </a:xfrm>
          <a:custGeom>
            <a:avLst/>
            <a:gdLst/>
            <a:ahLst/>
            <a:cxnLst/>
            <a:rect l="l" t="t" r="r" b="b"/>
            <a:pathLst>
              <a:path w="2179542" h="0">
                <a:moveTo>
                  <a:pt x="0" y="0"/>
                </a:moveTo>
                <a:lnTo>
                  <a:pt x="2179542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0" name="TextBox 8129"/>
          <p:cNvSpPr txBox="1"/>
          <p:nvPr/>
        </p:nvSpPr>
        <p:spPr>
          <a:xfrm>
            <a:off x="7902830" y="46254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C</a:t>
            </a:r>
          </a:p>
        </p:txBody>
      </p:sp>
      <p:sp>
        <p:nvSpPr>
          <p:cNvPr id="8131" name="TextBox 8130"/>
          <p:cNvSpPr txBox="1"/>
          <p:nvPr/>
        </p:nvSpPr>
        <p:spPr>
          <a:xfrm>
            <a:off x="9389871" y="860086"/>
            <a:ext cx="1117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Mean = 1074 K</a:t>
            </a:r>
          </a:p>
        </p:txBody>
      </p:sp>
      <p:sp>
        <p:nvSpPr>
          <p:cNvPr id="8132" name="TextBox 8131"/>
          <p:cNvSpPr txBox="1"/>
          <p:nvPr/>
        </p:nvSpPr>
        <p:spPr>
          <a:xfrm>
            <a:off x="9389871" y="954115"/>
            <a:ext cx="965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Std = 7.2 K</a:t>
            </a:r>
          </a:p>
        </p:txBody>
      </p:sp>
      <p:sp>
        <p:nvSpPr>
          <p:cNvPr id="8133" name="TextBox 8132"/>
          <p:cNvSpPr txBox="1"/>
          <p:nvPr/>
        </p:nvSpPr>
        <p:spPr>
          <a:xfrm>
            <a:off x="9389871" y="1049443"/>
            <a:ext cx="1803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P5 – P95 (central 90%)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