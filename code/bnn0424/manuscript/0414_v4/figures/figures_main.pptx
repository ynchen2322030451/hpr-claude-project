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6598914" cy="486419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285232" cy="24359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67265" y="1080598"/>
            <a:ext cx="214185" cy="0"/>
          </a:xfrm>
          <a:custGeom>
            <a:avLst/>
            <a:gdLst/>
            <a:ahLst/>
            <a:cxnLst/>
            <a:rect l="l" t="t" r="r" b="b"/>
            <a:pathLst>
              <a:path w="214185" h="0">
                <a:moveTo>
                  <a:pt x="0" y="0"/>
                </a:moveTo>
                <a:lnTo>
                  <a:pt x="214185" y="0"/>
                </a:lnTo>
                <a:close/>
              </a:path>
            </a:pathLst>
          </a:custGeom>
          <a:noFill/>
          <a:ln w="165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140810" y="1060278"/>
            <a:ext cx="40640" cy="40640"/>
          </a:xfrm>
          <a:custGeom>
            <a:avLst/>
            <a:gdLst/>
            <a:ahLst/>
            <a:cxnLst/>
            <a:rect l="l" t="t" r="r" b="b"/>
            <a:pathLst>
              <a:path w="40640" h="40640">
                <a:moveTo>
                  <a:pt x="0" y="0"/>
                </a:moveTo>
                <a:lnTo>
                  <a:pt x="40640" y="20320"/>
                </a:lnTo>
                <a:close/>
                <a:lnTo>
                  <a:pt x="0" y="4064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165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63115" y="1080598"/>
            <a:ext cx="173625" cy="0"/>
          </a:xfrm>
          <a:custGeom>
            <a:avLst/>
            <a:gdLst/>
            <a:ahLst/>
            <a:cxnLst/>
            <a:rect l="l" t="t" r="r" b="b"/>
            <a:pathLst>
              <a:path w="173625" h="0">
                <a:moveTo>
                  <a:pt x="0" y="0"/>
                </a:moveTo>
                <a:lnTo>
                  <a:pt x="173625" y="0"/>
                </a:lnTo>
                <a:close/>
              </a:path>
            </a:pathLst>
          </a:custGeom>
          <a:noFill/>
          <a:ln w="165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396100" y="1060278"/>
            <a:ext cx="40640" cy="40640"/>
          </a:xfrm>
          <a:custGeom>
            <a:avLst/>
            <a:gdLst/>
            <a:ahLst/>
            <a:cxnLst/>
            <a:rect l="l" t="t" r="r" b="b"/>
            <a:pathLst>
              <a:path w="40640" h="40640">
                <a:moveTo>
                  <a:pt x="0" y="0"/>
                </a:moveTo>
                <a:lnTo>
                  <a:pt x="40640" y="20320"/>
                </a:lnTo>
                <a:close/>
                <a:lnTo>
                  <a:pt x="0" y="4064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165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926080" y="1325808"/>
            <a:ext cx="0" cy="260491"/>
          </a:xfrm>
          <a:custGeom>
            <a:avLst/>
            <a:gdLst/>
            <a:ahLst/>
            <a:cxnLst/>
            <a:rect l="l" t="t" r="r" b="b"/>
            <a:pathLst>
              <a:path w="0" h="260491">
                <a:moveTo>
                  <a:pt x="0" y="0"/>
                </a:moveTo>
                <a:lnTo>
                  <a:pt x="0" y="260491"/>
                </a:lnTo>
                <a:close/>
              </a:path>
            </a:pathLst>
          </a:custGeom>
          <a:noFill/>
          <a:ln w="165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905760" y="1545659"/>
            <a:ext cx="40640" cy="40640"/>
          </a:xfrm>
          <a:custGeom>
            <a:avLst/>
            <a:gdLst/>
            <a:ahLst/>
            <a:cxnLst/>
            <a:rect l="l" t="t" r="r" b="b"/>
            <a:pathLst>
              <a:path w="40640" h="40640">
                <a:moveTo>
                  <a:pt x="40640" y="0"/>
                </a:moveTo>
                <a:lnTo>
                  <a:pt x="20320" y="40640"/>
                </a:lnTo>
                <a:close/>
                <a:lnTo>
                  <a:pt x="0" y="0"/>
                </a:lnTo>
                <a:close/>
                <a:lnTo>
                  <a:pt x="40640" y="0"/>
                </a:lnTo>
                <a:close/>
              </a:path>
            </a:pathLst>
          </a:custGeom>
          <a:solidFill>
            <a:srgbClr val="333333"/>
          </a:solidFill>
          <a:ln w="1651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76082" y="391468"/>
            <a:ext cx="271784" cy="1488461"/>
          </a:xfrm>
          <a:custGeom>
            <a:avLst/>
            <a:gdLst/>
            <a:ahLst/>
            <a:cxnLst/>
            <a:rect l="l" t="t" r="r" b="b"/>
            <a:pathLst>
              <a:path w="271784" h="1488461">
                <a:moveTo>
                  <a:pt x="0" y="1488461"/>
                </a:moveTo>
                <a:lnTo>
                  <a:pt x="271784" y="0"/>
                </a:lnTo>
                <a:close/>
              </a:path>
            </a:pathLst>
          </a:custGeom>
          <a:noFill/>
          <a:ln w="1270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3620577" y="391468"/>
            <a:ext cx="39979" cy="43629"/>
          </a:xfrm>
          <a:custGeom>
            <a:avLst/>
            <a:gdLst/>
            <a:ahLst/>
            <a:cxnLst/>
            <a:rect l="l" t="t" r="r" b="b"/>
            <a:pathLst>
              <a:path w="39979" h="43629">
                <a:moveTo>
                  <a:pt x="0" y="36329"/>
                </a:moveTo>
                <a:lnTo>
                  <a:pt x="27289" y="0"/>
                </a:lnTo>
                <a:close/>
                <a:lnTo>
                  <a:pt x="39979" y="43629"/>
                </a:lnTo>
                <a:close/>
                <a:lnTo>
                  <a:pt x="0" y="36329"/>
                </a:lnTo>
                <a:close/>
              </a:path>
            </a:pathLst>
          </a:custGeom>
          <a:solidFill>
            <a:srgbClr val="1F3B73"/>
          </a:solidFill>
          <a:ln w="1270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3378089" y="885328"/>
            <a:ext cx="266641" cy="995065"/>
          </a:xfrm>
          <a:custGeom>
            <a:avLst/>
            <a:gdLst/>
            <a:ahLst/>
            <a:cxnLst/>
            <a:rect l="l" t="t" r="r" b="b"/>
            <a:pathLst>
              <a:path w="266641" h="995065">
                <a:moveTo>
                  <a:pt x="0" y="995065"/>
                </a:moveTo>
                <a:lnTo>
                  <a:pt x="266641" y="0"/>
                </a:lnTo>
                <a:close/>
              </a:path>
            </a:pathLst>
          </a:custGeom>
          <a:noFill/>
          <a:ln w="1270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3614583" y="885328"/>
            <a:ext cx="39255" cy="44514"/>
          </a:xfrm>
          <a:custGeom>
            <a:avLst/>
            <a:gdLst/>
            <a:ahLst/>
            <a:cxnLst/>
            <a:rect l="l" t="t" r="r" b="b"/>
            <a:pathLst>
              <a:path w="39255" h="44514">
                <a:moveTo>
                  <a:pt x="0" y="33995"/>
                </a:moveTo>
                <a:lnTo>
                  <a:pt x="30147" y="0"/>
                </a:lnTo>
                <a:close/>
                <a:lnTo>
                  <a:pt x="39255" y="44514"/>
                </a:lnTo>
                <a:close/>
                <a:lnTo>
                  <a:pt x="0" y="33995"/>
                </a:lnTo>
                <a:close/>
              </a:path>
            </a:pathLst>
          </a:custGeom>
          <a:solidFill>
            <a:srgbClr val="1F3B73"/>
          </a:solidFill>
          <a:ln w="1270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3382925" y="1376978"/>
            <a:ext cx="254272" cy="505262"/>
          </a:xfrm>
          <a:custGeom>
            <a:avLst/>
            <a:gdLst/>
            <a:ahLst/>
            <a:cxnLst/>
            <a:rect l="l" t="t" r="r" b="b"/>
            <a:pathLst>
              <a:path w="254272" h="505262">
                <a:moveTo>
                  <a:pt x="0" y="505262"/>
                </a:moveTo>
                <a:lnTo>
                  <a:pt x="254272" y="0"/>
                </a:lnTo>
                <a:close/>
              </a:path>
            </a:pathLst>
          </a:custGeom>
          <a:noFill/>
          <a:ln w="1270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3600776" y="1376978"/>
            <a:ext cx="36421" cy="45436"/>
          </a:xfrm>
          <a:custGeom>
            <a:avLst/>
            <a:gdLst/>
            <a:ahLst/>
            <a:cxnLst/>
            <a:rect l="l" t="t" r="r" b="b"/>
            <a:pathLst>
              <a:path w="36421" h="45436">
                <a:moveTo>
                  <a:pt x="0" y="27167"/>
                </a:moveTo>
                <a:lnTo>
                  <a:pt x="36421" y="0"/>
                </a:lnTo>
                <a:close/>
                <a:lnTo>
                  <a:pt x="36303" y="45436"/>
                </a:lnTo>
                <a:close/>
                <a:lnTo>
                  <a:pt x="0" y="27167"/>
                </a:lnTo>
                <a:close/>
              </a:path>
            </a:pathLst>
          </a:custGeom>
          <a:solidFill>
            <a:srgbClr val="1F3B73"/>
          </a:solidFill>
          <a:ln w="1270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3396264" y="1957185"/>
            <a:ext cx="222931" cy="51862"/>
          </a:xfrm>
          <a:custGeom>
            <a:avLst/>
            <a:gdLst/>
            <a:ahLst/>
            <a:cxnLst/>
            <a:rect l="l" t="t" r="r" b="b"/>
            <a:pathLst>
              <a:path w="222931" h="51862">
                <a:moveTo>
                  <a:pt x="0" y="51862"/>
                </a:moveTo>
                <a:lnTo>
                  <a:pt x="222931" y="0"/>
                </a:lnTo>
                <a:close/>
              </a:path>
            </a:pathLst>
          </a:custGeom>
          <a:noFill/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3575007" y="1946602"/>
            <a:ext cx="44188" cy="39583"/>
          </a:xfrm>
          <a:custGeom>
            <a:avLst/>
            <a:gdLst/>
            <a:ahLst/>
            <a:cxnLst/>
            <a:rect l="l" t="t" r="r" b="b"/>
            <a:pathLst>
              <a:path w="44188" h="39583">
                <a:moveTo>
                  <a:pt x="0" y="0"/>
                </a:moveTo>
                <a:lnTo>
                  <a:pt x="44188" y="10583"/>
                </a:lnTo>
                <a:close/>
                <a:lnTo>
                  <a:pt x="9209" y="39583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3341" y="684935"/>
            <a:ext cx="907085" cy="791326"/>
          </a:xfrm>
          <a:custGeom>
            <a:avLst/>
            <a:gdLst/>
            <a:ahLst/>
            <a:cxnLst/>
            <a:rect l="l" t="t" r="r" b="b"/>
            <a:pathLst>
              <a:path w="907085" h="791326">
                <a:moveTo>
                  <a:pt x="48594" y="791326"/>
                </a:moveTo>
                <a:lnTo>
                  <a:pt x="858491" y="791326"/>
                </a:lnTo>
                <a:close/>
                <a:lnTo>
                  <a:pt x="879751" y="787204"/>
                </a:lnTo>
                <a:close/>
                <a:lnTo>
                  <a:pt x="894936" y="774840"/>
                </a:lnTo>
                <a:close/>
                <a:lnTo>
                  <a:pt x="904048" y="754232"/>
                </a:lnTo>
                <a:close/>
                <a:lnTo>
                  <a:pt x="907085" y="725382"/>
                </a:lnTo>
                <a:close/>
                <a:lnTo>
                  <a:pt x="907085" y="65944"/>
                </a:lnTo>
                <a:close/>
                <a:lnTo>
                  <a:pt x="904048" y="37093"/>
                </a:lnTo>
                <a:close/>
                <a:lnTo>
                  <a:pt x="894936" y="16486"/>
                </a:lnTo>
                <a:close/>
                <a:lnTo>
                  <a:pt x="879751" y="4121"/>
                </a:lnTo>
                <a:close/>
                <a:lnTo>
                  <a:pt x="858491" y="0"/>
                </a:lnTo>
                <a:close/>
                <a:lnTo>
                  <a:pt x="48594" y="0"/>
                </a:lnTo>
                <a:close/>
                <a:lnTo>
                  <a:pt x="27334" y="4121"/>
                </a:lnTo>
                <a:close/>
                <a:lnTo>
                  <a:pt x="12148" y="16486"/>
                </a:lnTo>
                <a:close/>
                <a:lnTo>
                  <a:pt x="3037" y="37093"/>
                </a:lnTo>
                <a:close/>
                <a:lnTo>
                  <a:pt x="0" y="65944"/>
                </a:lnTo>
                <a:close/>
                <a:lnTo>
                  <a:pt x="0" y="725382"/>
                </a:lnTo>
                <a:close/>
                <a:lnTo>
                  <a:pt x="3037" y="754232"/>
                </a:lnTo>
                <a:close/>
                <a:lnTo>
                  <a:pt x="12148" y="774840"/>
                </a:lnTo>
                <a:close/>
                <a:lnTo>
                  <a:pt x="27334" y="787204"/>
                </a:lnTo>
                <a:close/>
                <a:lnTo>
                  <a:pt x="48594" y="791326"/>
                </a:lnTo>
                <a:close/>
                <a:lnTo>
                  <a:pt x="48594" y="791326"/>
                </a:lnTo>
                <a:close/>
              </a:path>
            </a:pathLst>
          </a:custGeom>
          <a:solidFill>
            <a:srgbClr val="D6EAF8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176702" y="794841"/>
            <a:ext cx="1109559" cy="571513"/>
          </a:xfrm>
          <a:custGeom>
            <a:avLst/>
            <a:gdLst/>
            <a:ahLst/>
            <a:cxnLst/>
            <a:rect l="l" t="t" r="r" b="b"/>
            <a:pathLst>
              <a:path w="1109559" h="571513">
                <a:moveTo>
                  <a:pt x="48594" y="571513"/>
                </a:moveTo>
                <a:lnTo>
                  <a:pt x="1060965" y="571513"/>
                </a:lnTo>
                <a:close/>
                <a:lnTo>
                  <a:pt x="1082225" y="567392"/>
                </a:lnTo>
                <a:close/>
                <a:lnTo>
                  <a:pt x="1097411" y="555028"/>
                </a:lnTo>
                <a:close/>
                <a:lnTo>
                  <a:pt x="1106522" y="534420"/>
                </a:lnTo>
                <a:close/>
                <a:lnTo>
                  <a:pt x="1109559" y="505570"/>
                </a:lnTo>
                <a:close/>
                <a:lnTo>
                  <a:pt x="1109559" y="65944"/>
                </a:lnTo>
                <a:close/>
                <a:lnTo>
                  <a:pt x="1106522" y="37093"/>
                </a:lnTo>
                <a:close/>
                <a:lnTo>
                  <a:pt x="1097411" y="16486"/>
                </a:lnTo>
                <a:close/>
                <a:lnTo>
                  <a:pt x="1082225" y="4122"/>
                </a:lnTo>
                <a:close/>
                <a:lnTo>
                  <a:pt x="1060965" y="0"/>
                </a:lnTo>
                <a:close/>
                <a:lnTo>
                  <a:pt x="48594" y="0"/>
                </a:lnTo>
                <a:close/>
                <a:lnTo>
                  <a:pt x="27334" y="4122"/>
                </a:lnTo>
                <a:close/>
                <a:lnTo>
                  <a:pt x="12149" y="16486"/>
                </a:lnTo>
                <a:close/>
                <a:lnTo>
                  <a:pt x="3037" y="37093"/>
                </a:lnTo>
                <a:close/>
                <a:lnTo>
                  <a:pt x="0" y="65944"/>
                </a:lnTo>
                <a:close/>
                <a:lnTo>
                  <a:pt x="0" y="505570"/>
                </a:lnTo>
                <a:close/>
                <a:lnTo>
                  <a:pt x="3037" y="534420"/>
                </a:lnTo>
                <a:close/>
                <a:lnTo>
                  <a:pt x="12149" y="555028"/>
                </a:lnTo>
                <a:close/>
                <a:lnTo>
                  <a:pt x="27334" y="567392"/>
                </a:lnTo>
                <a:close/>
                <a:lnTo>
                  <a:pt x="48594" y="571513"/>
                </a:lnTo>
                <a:close/>
                <a:lnTo>
                  <a:pt x="48594" y="571513"/>
                </a:lnTo>
                <a:close/>
              </a:path>
            </a:pathLst>
          </a:custGeom>
          <a:solidFill>
            <a:srgbClr val="FDEBD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432043" y="794841"/>
            <a:ext cx="988074" cy="571513"/>
          </a:xfrm>
          <a:custGeom>
            <a:avLst/>
            <a:gdLst/>
            <a:ahLst/>
            <a:cxnLst/>
            <a:rect l="l" t="t" r="r" b="b"/>
            <a:pathLst>
              <a:path w="988074" h="571513">
                <a:moveTo>
                  <a:pt x="48594" y="571513"/>
                </a:moveTo>
                <a:lnTo>
                  <a:pt x="939480" y="571513"/>
                </a:lnTo>
                <a:close/>
                <a:lnTo>
                  <a:pt x="960740" y="567392"/>
                </a:lnTo>
                <a:close/>
                <a:lnTo>
                  <a:pt x="975926" y="555028"/>
                </a:lnTo>
                <a:close/>
                <a:lnTo>
                  <a:pt x="985037" y="534420"/>
                </a:lnTo>
                <a:close/>
                <a:lnTo>
                  <a:pt x="988074" y="505570"/>
                </a:lnTo>
                <a:close/>
                <a:lnTo>
                  <a:pt x="988074" y="65944"/>
                </a:lnTo>
                <a:close/>
                <a:lnTo>
                  <a:pt x="985037" y="37093"/>
                </a:lnTo>
                <a:close/>
                <a:lnTo>
                  <a:pt x="975926" y="16486"/>
                </a:lnTo>
                <a:close/>
                <a:lnTo>
                  <a:pt x="960740" y="4122"/>
                </a:lnTo>
                <a:close/>
                <a:lnTo>
                  <a:pt x="939480" y="0"/>
                </a:lnTo>
                <a:close/>
                <a:lnTo>
                  <a:pt x="48594" y="0"/>
                </a:lnTo>
                <a:close/>
                <a:lnTo>
                  <a:pt x="27334" y="4122"/>
                </a:lnTo>
                <a:close/>
                <a:lnTo>
                  <a:pt x="12148" y="16486"/>
                </a:lnTo>
                <a:close/>
                <a:lnTo>
                  <a:pt x="3037" y="37093"/>
                </a:lnTo>
                <a:close/>
                <a:lnTo>
                  <a:pt x="0" y="65944"/>
                </a:lnTo>
                <a:close/>
                <a:lnTo>
                  <a:pt x="0" y="505570"/>
                </a:lnTo>
                <a:close/>
                <a:lnTo>
                  <a:pt x="3037" y="534420"/>
                </a:lnTo>
                <a:close/>
                <a:lnTo>
                  <a:pt x="12148" y="555028"/>
                </a:lnTo>
                <a:close/>
                <a:lnTo>
                  <a:pt x="27334" y="567392"/>
                </a:lnTo>
                <a:close/>
                <a:lnTo>
                  <a:pt x="48594" y="571513"/>
                </a:lnTo>
                <a:close/>
                <a:lnTo>
                  <a:pt x="48594" y="571513"/>
                </a:lnTo>
                <a:close/>
              </a:path>
            </a:pathLst>
          </a:custGeom>
          <a:solidFill>
            <a:srgbClr val="D5F5E3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2432043" y="1564186"/>
            <a:ext cx="988074" cy="681420"/>
          </a:xfrm>
          <a:custGeom>
            <a:avLst/>
            <a:gdLst/>
            <a:ahLst/>
            <a:cxnLst/>
            <a:rect l="l" t="t" r="r" b="b"/>
            <a:pathLst>
              <a:path w="988074" h="681420">
                <a:moveTo>
                  <a:pt x="48594" y="681420"/>
                </a:moveTo>
                <a:lnTo>
                  <a:pt x="939480" y="681420"/>
                </a:lnTo>
                <a:close/>
                <a:lnTo>
                  <a:pt x="960740" y="677298"/>
                </a:lnTo>
                <a:close/>
                <a:lnTo>
                  <a:pt x="975926" y="664934"/>
                </a:lnTo>
                <a:close/>
                <a:lnTo>
                  <a:pt x="985037" y="644326"/>
                </a:lnTo>
                <a:close/>
                <a:lnTo>
                  <a:pt x="988074" y="615476"/>
                </a:lnTo>
                <a:close/>
                <a:lnTo>
                  <a:pt x="988074" y="65944"/>
                </a:lnTo>
                <a:close/>
                <a:lnTo>
                  <a:pt x="985037" y="37093"/>
                </a:lnTo>
                <a:close/>
                <a:lnTo>
                  <a:pt x="975926" y="16486"/>
                </a:lnTo>
                <a:close/>
                <a:lnTo>
                  <a:pt x="960740" y="4122"/>
                </a:lnTo>
                <a:close/>
                <a:lnTo>
                  <a:pt x="939480" y="0"/>
                </a:lnTo>
                <a:close/>
                <a:lnTo>
                  <a:pt x="48594" y="0"/>
                </a:lnTo>
                <a:close/>
                <a:lnTo>
                  <a:pt x="27334" y="4122"/>
                </a:lnTo>
                <a:close/>
                <a:lnTo>
                  <a:pt x="12148" y="16486"/>
                </a:lnTo>
                <a:close/>
                <a:lnTo>
                  <a:pt x="3037" y="37093"/>
                </a:lnTo>
                <a:close/>
                <a:lnTo>
                  <a:pt x="0" y="65944"/>
                </a:lnTo>
                <a:close/>
                <a:lnTo>
                  <a:pt x="0" y="615476"/>
                </a:lnTo>
                <a:close/>
                <a:lnTo>
                  <a:pt x="3037" y="644326"/>
                </a:lnTo>
                <a:close/>
                <a:lnTo>
                  <a:pt x="12148" y="664934"/>
                </a:lnTo>
                <a:close/>
                <a:lnTo>
                  <a:pt x="27334" y="677298"/>
                </a:lnTo>
                <a:close/>
                <a:lnTo>
                  <a:pt x="48594" y="681420"/>
                </a:lnTo>
                <a:close/>
                <a:lnTo>
                  <a:pt x="48594" y="681420"/>
                </a:lnTo>
                <a:close/>
              </a:path>
            </a:pathLst>
          </a:custGeom>
          <a:solidFill>
            <a:srgbClr val="D4E6F1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606394" y="107926"/>
            <a:ext cx="1069064" cy="489084"/>
          </a:xfrm>
          <a:custGeom>
            <a:avLst/>
            <a:gdLst/>
            <a:ahLst/>
            <a:cxnLst/>
            <a:rect l="l" t="t" r="r" b="b"/>
            <a:pathLst>
              <a:path w="1069064" h="489084">
                <a:moveTo>
                  <a:pt x="48593" y="489084"/>
                </a:moveTo>
                <a:lnTo>
                  <a:pt x="1020470" y="489084"/>
                </a:lnTo>
                <a:close/>
                <a:lnTo>
                  <a:pt x="1041730" y="484962"/>
                </a:lnTo>
                <a:close/>
                <a:lnTo>
                  <a:pt x="1056915" y="472598"/>
                </a:lnTo>
                <a:close/>
                <a:lnTo>
                  <a:pt x="1066027" y="451990"/>
                </a:lnTo>
                <a:close/>
                <a:lnTo>
                  <a:pt x="1069064" y="423140"/>
                </a:lnTo>
                <a:close/>
                <a:lnTo>
                  <a:pt x="1069064" y="65944"/>
                </a:lnTo>
                <a:close/>
                <a:lnTo>
                  <a:pt x="1066027" y="37093"/>
                </a:lnTo>
                <a:close/>
                <a:lnTo>
                  <a:pt x="1056915" y="16486"/>
                </a:lnTo>
                <a:close/>
                <a:lnTo>
                  <a:pt x="1041730" y="4121"/>
                </a:lnTo>
                <a:close/>
                <a:lnTo>
                  <a:pt x="1020470" y="0"/>
                </a:lnTo>
                <a:close/>
                <a:lnTo>
                  <a:pt x="48593" y="0"/>
                </a:lnTo>
                <a:close/>
                <a:lnTo>
                  <a:pt x="27334" y="4121"/>
                </a:lnTo>
                <a:close/>
                <a:lnTo>
                  <a:pt x="12148" y="16486"/>
                </a:lnTo>
                <a:close/>
                <a:lnTo>
                  <a:pt x="3037" y="37093"/>
                </a:lnTo>
                <a:close/>
                <a:lnTo>
                  <a:pt x="0" y="65944"/>
                </a:lnTo>
                <a:close/>
                <a:lnTo>
                  <a:pt x="0" y="423140"/>
                </a:lnTo>
                <a:close/>
                <a:lnTo>
                  <a:pt x="3037" y="451990"/>
                </a:lnTo>
                <a:close/>
                <a:lnTo>
                  <a:pt x="12148" y="472598"/>
                </a:lnTo>
                <a:close/>
                <a:lnTo>
                  <a:pt x="27334" y="484962"/>
                </a:lnTo>
                <a:close/>
                <a:lnTo>
                  <a:pt x="48593" y="489084"/>
                </a:lnTo>
                <a:close/>
                <a:lnTo>
                  <a:pt x="48593" y="489084"/>
                </a:lnTo>
                <a:close/>
              </a:path>
            </a:pathLst>
          </a:custGeom>
          <a:solidFill>
            <a:srgbClr val="EBF5FB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06394" y="602505"/>
            <a:ext cx="1069064" cy="489083"/>
          </a:xfrm>
          <a:custGeom>
            <a:avLst/>
            <a:gdLst/>
            <a:ahLst/>
            <a:cxnLst/>
            <a:rect l="l" t="t" r="r" b="b"/>
            <a:pathLst>
              <a:path w="1069064" h="489083">
                <a:moveTo>
                  <a:pt x="48593" y="489083"/>
                </a:moveTo>
                <a:lnTo>
                  <a:pt x="1020470" y="489083"/>
                </a:lnTo>
                <a:close/>
                <a:lnTo>
                  <a:pt x="1041730" y="484962"/>
                </a:lnTo>
                <a:close/>
                <a:lnTo>
                  <a:pt x="1056915" y="472597"/>
                </a:lnTo>
                <a:close/>
                <a:lnTo>
                  <a:pt x="1066027" y="451990"/>
                </a:lnTo>
                <a:close/>
                <a:lnTo>
                  <a:pt x="1069064" y="423140"/>
                </a:lnTo>
                <a:close/>
                <a:lnTo>
                  <a:pt x="1069064" y="65944"/>
                </a:lnTo>
                <a:close/>
                <a:lnTo>
                  <a:pt x="1066027" y="37093"/>
                </a:lnTo>
                <a:close/>
                <a:lnTo>
                  <a:pt x="1056915" y="16486"/>
                </a:lnTo>
                <a:close/>
                <a:lnTo>
                  <a:pt x="1041730" y="4121"/>
                </a:lnTo>
                <a:close/>
                <a:lnTo>
                  <a:pt x="1020470" y="0"/>
                </a:lnTo>
                <a:close/>
                <a:lnTo>
                  <a:pt x="48593" y="0"/>
                </a:lnTo>
                <a:close/>
                <a:lnTo>
                  <a:pt x="27334" y="4121"/>
                </a:lnTo>
                <a:close/>
                <a:lnTo>
                  <a:pt x="12148" y="16486"/>
                </a:lnTo>
                <a:close/>
                <a:lnTo>
                  <a:pt x="3037" y="37093"/>
                </a:lnTo>
                <a:close/>
                <a:lnTo>
                  <a:pt x="0" y="65944"/>
                </a:lnTo>
                <a:close/>
                <a:lnTo>
                  <a:pt x="0" y="423140"/>
                </a:lnTo>
                <a:close/>
                <a:lnTo>
                  <a:pt x="3037" y="451990"/>
                </a:lnTo>
                <a:close/>
                <a:lnTo>
                  <a:pt x="12148" y="472597"/>
                </a:lnTo>
                <a:close/>
                <a:lnTo>
                  <a:pt x="27334" y="484962"/>
                </a:lnTo>
                <a:close/>
                <a:lnTo>
                  <a:pt x="48593" y="489083"/>
                </a:lnTo>
                <a:close/>
                <a:lnTo>
                  <a:pt x="48593" y="489083"/>
                </a:lnTo>
                <a:close/>
              </a:path>
            </a:pathLst>
          </a:custGeom>
          <a:solidFill>
            <a:srgbClr val="EBF5FB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06394" y="1097084"/>
            <a:ext cx="1069064" cy="489083"/>
          </a:xfrm>
          <a:custGeom>
            <a:avLst/>
            <a:gdLst/>
            <a:ahLst/>
            <a:cxnLst/>
            <a:rect l="l" t="t" r="r" b="b"/>
            <a:pathLst>
              <a:path w="1069064" h="489083">
                <a:moveTo>
                  <a:pt x="48593" y="489083"/>
                </a:moveTo>
                <a:lnTo>
                  <a:pt x="1020470" y="489083"/>
                </a:lnTo>
                <a:close/>
                <a:lnTo>
                  <a:pt x="1041730" y="484962"/>
                </a:lnTo>
                <a:close/>
                <a:lnTo>
                  <a:pt x="1056915" y="472597"/>
                </a:lnTo>
                <a:close/>
                <a:lnTo>
                  <a:pt x="1066027" y="451990"/>
                </a:lnTo>
                <a:close/>
                <a:lnTo>
                  <a:pt x="1069064" y="423139"/>
                </a:lnTo>
                <a:close/>
                <a:lnTo>
                  <a:pt x="1069064" y="65944"/>
                </a:lnTo>
                <a:close/>
                <a:lnTo>
                  <a:pt x="1066027" y="37093"/>
                </a:lnTo>
                <a:close/>
                <a:lnTo>
                  <a:pt x="1056915" y="16486"/>
                </a:lnTo>
                <a:close/>
                <a:lnTo>
                  <a:pt x="1041730" y="4121"/>
                </a:lnTo>
                <a:close/>
                <a:lnTo>
                  <a:pt x="1020470" y="0"/>
                </a:lnTo>
                <a:close/>
                <a:lnTo>
                  <a:pt x="48593" y="0"/>
                </a:lnTo>
                <a:close/>
                <a:lnTo>
                  <a:pt x="27334" y="4121"/>
                </a:lnTo>
                <a:close/>
                <a:lnTo>
                  <a:pt x="12148" y="16486"/>
                </a:lnTo>
                <a:close/>
                <a:lnTo>
                  <a:pt x="3037" y="37093"/>
                </a:lnTo>
                <a:close/>
                <a:lnTo>
                  <a:pt x="0" y="65944"/>
                </a:lnTo>
                <a:close/>
                <a:lnTo>
                  <a:pt x="0" y="423139"/>
                </a:lnTo>
                <a:close/>
                <a:lnTo>
                  <a:pt x="3037" y="451990"/>
                </a:lnTo>
                <a:close/>
                <a:lnTo>
                  <a:pt x="12148" y="472597"/>
                </a:lnTo>
                <a:close/>
                <a:lnTo>
                  <a:pt x="27334" y="484962"/>
                </a:lnTo>
                <a:close/>
                <a:lnTo>
                  <a:pt x="48593" y="489083"/>
                </a:lnTo>
                <a:close/>
                <a:lnTo>
                  <a:pt x="48593" y="489083"/>
                </a:lnTo>
                <a:close/>
              </a:path>
            </a:pathLst>
          </a:custGeom>
          <a:solidFill>
            <a:srgbClr val="EBF5FB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606394" y="1729046"/>
            <a:ext cx="1069064" cy="434130"/>
          </a:xfrm>
          <a:custGeom>
            <a:avLst/>
            <a:gdLst/>
            <a:ahLst/>
            <a:cxnLst/>
            <a:rect l="l" t="t" r="r" b="b"/>
            <a:pathLst>
              <a:path w="1069064" h="434130">
                <a:moveTo>
                  <a:pt x="48593" y="434130"/>
                </a:moveTo>
                <a:lnTo>
                  <a:pt x="1020470" y="434130"/>
                </a:lnTo>
                <a:close/>
                <a:lnTo>
                  <a:pt x="1041730" y="430009"/>
                </a:lnTo>
                <a:close/>
                <a:lnTo>
                  <a:pt x="1056915" y="417644"/>
                </a:lnTo>
                <a:close/>
                <a:lnTo>
                  <a:pt x="1066027" y="397037"/>
                </a:lnTo>
                <a:close/>
                <a:lnTo>
                  <a:pt x="1069064" y="368186"/>
                </a:lnTo>
                <a:close/>
                <a:lnTo>
                  <a:pt x="1069064" y="65944"/>
                </a:lnTo>
                <a:close/>
                <a:lnTo>
                  <a:pt x="1066027" y="37093"/>
                </a:lnTo>
                <a:close/>
                <a:lnTo>
                  <a:pt x="1056915" y="16486"/>
                </a:lnTo>
                <a:close/>
                <a:lnTo>
                  <a:pt x="1041730" y="4121"/>
                </a:lnTo>
                <a:close/>
                <a:lnTo>
                  <a:pt x="1020470" y="0"/>
                </a:lnTo>
                <a:close/>
                <a:lnTo>
                  <a:pt x="48593" y="0"/>
                </a:lnTo>
                <a:close/>
                <a:lnTo>
                  <a:pt x="27334" y="4121"/>
                </a:lnTo>
                <a:close/>
                <a:lnTo>
                  <a:pt x="12148" y="16486"/>
                </a:lnTo>
                <a:close/>
                <a:lnTo>
                  <a:pt x="3037" y="37093"/>
                </a:lnTo>
                <a:close/>
                <a:lnTo>
                  <a:pt x="0" y="65944"/>
                </a:lnTo>
                <a:close/>
                <a:lnTo>
                  <a:pt x="0" y="368186"/>
                </a:lnTo>
                <a:close/>
                <a:lnTo>
                  <a:pt x="3037" y="397037"/>
                </a:lnTo>
                <a:close/>
                <a:lnTo>
                  <a:pt x="12148" y="417644"/>
                </a:lnTo>
                <a:close/>
                <a:lnTo>
                  <a:pt x="27334" y="430009"/>
                </a:lnTo>
                <a:close/>
                <a:lnTo>
                  <a:pt x="48593" y="434130"/>
                </a:lnTo>
                <a:close/>
                <a:lnTo>
                  <a:pt x="48593" y="434130"/>
                </a:lnTo>
                <a:close/>
              </a:path>
            </a:pathLst>
          </a:custGeom>
          <a:solidFill>
            <a:srgbClr val="F9E8E8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98914" cy="23974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2367" y="326339"/>
            <a:ext cx="1665757" cy="16657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72367" y="326339"/>
            <a:ext cx="1665757" cy="1665757"/>
          </a:xfrm>
          <a:custGeom>
            <a:avLst/>
            <a:gdLst/>
            <a:ahLst/>
            <a:cxnLst/>
            <a:rect l="l" t="t" r="r" b="b"/>
            <a:pathLst>
              <a:path w="1665757" h="1665757">
                <a:moveTo>
                  <a:pt x="0" y="1665757"/>
                </a:moveTo>
                <a:lnTo>
                  <a:pt x="1665757" y="0"/>
                </a:lnTo>
                <a:close/>
              </a:path>
            </a:pathLst>
          </a:custGeom>
          <a:noFill/>
          <a:ln w="762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71402" y="19920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989308" y="19920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407214" y="19920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825120" y="19920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27917" y="189306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427917" y="168410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27917" y="147515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27917" y="12662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27917" y="10572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427917" y="84829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427917" y="63934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27917" y="43038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762803" y="1437954"/>
            <a:ext cx="0" cy="280315"/>
          </a:xfrm>
          <a:custGeom>
            <a:avLst/>
            <a:gdLst/>
            <a:ahLst/>
            <a:cxnLst/>
            <a:rect l="l" t="t" r="r" b="b"/>
            <a:pathLst>
              <a:path w="0" h="280315">
                <a:moveTo>
                  <a:pt x="0" y="28031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344946" y="941358"/>
            <a:ext cx="0" cy="338389"/>
          </a:xfrm>
          <a:custGeom>
            <a:avLst/>
            <a:gdLst/>
            <a:ahLst/>
            <a:cxnLst/>
            <a:rect l="l" t="t" r="r" b="b"/>
            <a:pathLst>
              <a:path w="0" h="338389">
                <a:moveTo>
                  <a:pt x="0" y="33838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416575" y="819585"/>
            <a:ext cx="0" cy="358786"/>
          </a:xfrm>
          <a:custGeom>
            <a:avLst/>
            <a:gdLst/>
            <a:ahLst/>
            <a:cxnLst/>
            <a:rect l="l" t="t" r="r" b="b"/>
            <a:pathLst>
              <a:path w="0" h="358786">
                <a:moveTo>
                  <a:pt x="0" y="35878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23242" y="1276163"/>
            <a:ext cx="0" cy="329221"/>
          </a:xfrm>
          <a:custGeom>
            <a:avLst/>
            <a:gdLst/>
            <a:ahLst/>
            <a:cxnLst/>
            <a:rect l="l" t="t" r="r" b="b"/>
            <a:pathLst>
              <a:path w="0" h="329221">
                <a:moveTo>
                  <a:pt x="0" y="32922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840283" y="1453190"/>
            <a:ext cx="0" cy="326137"/>
          </a:xfrm>
          <a:custGeom>
            <a:avLst/>
            <a:gdLst/>
            <a:ahLst/>
            <a:cxnLst/>
            <a:rect l="l" t="t" r="r" b="b"/>
            <a:pathLst>
              <a:path w="0" h="326137">
                <a:moveTo>
                  <a:pt x="0" y="32613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789716" y="1453190"/>
            <a:ext cx="0" cy="326137"/>
          </a:xfrm>
          <a:custGeom>
            <a:avLst/>
            <a:gdLst/>
            <a:ahLst/>
            <a:cxnLst/>
            <a:rect l="l" t="t" r="r" b="b"/>
            <a:pathLst>
              <a:path w="0" h="326137">
                <a:moveTo>
                  <a:pt x="0" y="32613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834599" y="1478490"/>
            <a:ext cx="0" cy="366119"/>
          </a:xfrm>
          <a:custGeom>
            <a:avLst/>
            <a:gdLst/>
            <a:ahLst/>
            <a:cxnLst/>
            <a:rect l="l" t="t" r="r" b="b"/>
            <a:pathLst>
              <a:path w="0" h="366119">
                <a:moveTo>
                  <a:pt x="0" y="36611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870372" y="1496175"/>
            <a:ext cx="0" cy="295340"/>
          </a:xfrm>
          <a:custGeom>
            <a:avLst/>
            <a:gdLst/>
            <a:ahLst/>
            <a:cxnLst/>
            <a:rect l="l" t="t" r="r" b="b"/>
            <a:pathLst>
              <a:path w="0" h="295340">
                <a:moveTo>
                  <a:pt x="0" y="29534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523392" y="936560"/>
            <a:ext cx="0" cy="376837"/>
          </a:xfrm>
          <a:custGeom>
            <a:avLst/>
            <a:gdLst/>
            <a:ahLst/>
            <a:cxnLst/>
            <a:rect l="l" t="t" r="r" b="b"/>
            <a:pathLst>
              <a:path w="0" h="376837">
                <a:moveTo>
                  <a:pt x="0" y="37683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001177" y="1330481"/>
            <a:ext cx="0" cy="272274"/>
          </a:xfrm>
          <a:custGeom>
            <a:avLst/>
            <a:gdLst/>
            <a:ahLst/>
            <a:cxnLst/>
            <a:rect l="l" t="t" r="r" b="b"/>
            <a:pathLst>
              <a:path w="0" h="272274">
                <a:moveTo>
                  <a:pt x="0" y="27227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1374701" y="1074272"/>
            <a:ext cx="0" cy="343942"/>
          </a:xfrm>
          <a:custGeom>
            <a:avLst/>
            <a:gdLst/>
            <a:ahLst/>
            <a:cxnLst/>
            <a:rect l="l" t="t" r="r" b="b"/>
            <a:pathLst>
              <a:path w="0" h="343942">
                <a:moveTo>
                  <a:pt x="0" y="34394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293460" y="1201442"/>
            <a:ext cx="0" cy="290381"/>
          </a:xfrm>
          <a:custGeom>
            <a:avLst/>
            <a:gdLst/>
            <a:ahLst/>
            <a:cxnLst/>
            <a:rect l="l" t="t" r="r" b="b"/>
            <a:pathLst>
              <a:path w="0" h="290381">
                <a:moveTo>
                  <a:pt x="0" y="29038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229437" y="1037925"/>
            <a:ext cx="0" cy="433842"/>
          </a:xfrm>
          <a:custGeom>
            <a:avLst/>
            <a:gdLst/>
            <a:ahLst/>
            <a:cxnLst/>
            <a:rect l="l" t="t" r="r" b="b"/>
            <a:pathLst>
              <a:path w="0" h="433842">
                <a:moveTo>
                  <a:pt x="0" y="43384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952282" y="1335141"/>
            <a:ext cx="0" cy="333191"/>
          </a:xfrm>
          <a:custGeom>
            <a:avLst/>
            <a:gdLst/>
            <a:ahLst/>
            <a:cxnLst/>
            <a:rect l="l" t="t" r="r" b="b"/>
            <a:pathLst>
              <a:path w="0" h="333191">
                <a:moveTo>
                  <a:pt x="0" y="33319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456527" y="622988"/>
            <a:ext cx="0" cy="699581"/>
          </a:xfrm>
          <a:custGeom>
            <a:avLst/>
            <a:gdLst/>
            <a:ahLst/>
            <a:cxnLst/>
            <a:rect l="l" t="t" r="r" b="b"/>
            <a:pathLst>
              <a:path w="0" h="699581">
                <a:moveTo>
                  <a:pt x="0" y="69958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862097" y="1454564"/>
            <a:ext cx="0" cy="258255"/>
          </a:xfrm>
          <a:custGeom>
            <a:avLst/>
            <a:gdLst/>
            <a:ahLst/>
            <a:cxnLst/>
            <a:rect l="l" t="t" r="r" b="b"/>
            <a:pathLst>
              <a:path w="0" h="258255">
                <a:moveTo>
                  <a:pt x="0" y="25825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073224" y="1291170"/>
            <a:ext cx="0" cy="328298"/>
          </a:xfrm>
          <a:custGeom>
            <a:avLst/>
            <a:gdLst/>
            <a:ahLst/>
            <a:cxnLst/>
            <a:rect l="l" t="t" r="r" b="b"/>
            <a:pathLst>
              <a:path w="0" h="328298">
                <a:moveTo>
                  <a:pt x="0" y="32829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439727" y="984552"/>
            <a:ext cx="0" cy="327985"/>
          </a:xfrm>
          <a:custGeom>
            <a:avLst/>
            <a:gdLst/>
            <a:ahLst/>
            <a:cxnLst/>
            <a:rect l="l" t="t" r="r" b="b"/>
            <a:pathLst>
              <a:path w="0" h="327985">
                <a:moveTo>
                  <a:pt x="0" y="32798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737060" y="1590554"/>
            <a:ext cx="0" cy="274113"/>
          </a:xfrm>
          <a:custGeom>
            <a:avLst/>
            <a:gdLst/>
            <a:ahLst/>
            <a:cxnLst/>
            <a:rect l="l" t="t" r="r" b="b"/>
            <a:pathLst>
              <a:path w="0" h="274113">
                <a:moveTo>
                  <a:pt x="0" y="27411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306917" y="934804"/>
            <a:ext cx="0" cy="330007"/>
          </a:xfrm>
          <a:custGeom>
            <a:avLst/>
            <a:gdLst/>
            <a:ahLst/>
            <a:cxnLst/>
            <a:rect l="l" t="t" r="r" b="b"/>
            <a:pathLst>
              <a:path w="0" h="330007">
                <a:moveTo>
                  <a:pt x="0" y="33000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871291" y="1441209"/>
            <a:ext cx="0" cy="330568"/>
          </a:xfrm>
          <a:custGeom>
            <a:avLst/>
            <a:gdLst/>
            <a:ahLst/>
            <a:cxnLst/>
            <a:rect l="l" t="t" r="r" b="b"/>
            <a:pathLst>
              <a:path w="0" h="330568">
                <a:moveTo>
                  <a:pt x="0" y="33056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347704" y="880120"/>
            <a:ext cx="0" cy="363856"/>
          </a:xfrm>
          <a:custGeom>
            <a:avLst/>
            <a:gdLst/>
            <a:ahLst/>
            <a:cxnLst/>
            <a:rect l="l" t="t" r="r" b="b"/>
            <a:pathLst>
              <a:path w="0" h="363856">
                <a:moveTo>
                  <a:pt x="0" y="36385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144853" y="1161251"/>
            <a:ext cx="0" cy="341770"/>
          </a:xfrm>
          <a:custGeom>
            <a:avLst/>
            <a:gdLst/>
            <a:ahLst/>
            <a:cxnLst/>
            <a:rect l="l" t="t" r="r" b="b"/>
            <a:pathLst>
              <a:path w="0" h="341770">
                <a:moveTo>
                  <a:pt x="0" y="34177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110167" y="1264216"/>
            <a:ext cx="0" cy="392930"/>
          </a:xfrm>
          <a:custGeom>
            <a:avLst/>
            <a:gdLst/>
            <a:ahLst/>
            <a:cxnLst/>
            <a:rect l="l" t="t" r="r" b="b"/>
            <a:pathLst>
              <a:path w="0" h="392930">
                <a:moveTo>
                  <a:pt x="0" y="39293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965" y="1548202"/>
            <a:ext cx="0" cy="311295"/>
          </a:xfrm>
          <a:custGeom>
            <a:avLst/>
            <a:gdLst/>
            <a:ahLst/>
            <a:cxnLst/>
            <a:rect l="l" t="t" r="r" b="b"/>
            <a:pathLst>
              <a:path w="0" h="311295">
                <a:moveTo>
                  <a:pt x="0" y="31129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993905" y="1288424"/>
            <a:ext cx="0" cy="315886"/>
          </a:xfrm>
          <a:custGeom>
            <a:avLst/>
            <a:gdLst/>
            <a:ahLst/>
            <a:cxnLst/>
            <a:rect l="l" t="t" r="r" b="b"/>
            <a:pathLst>
              <a:path w="0" h="315886">
                <a:moveTo>
                  <a:pt x="0" y="31588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578556" y="892572"/>
            <a:ext cx="0" cy="366606"/>
          </a:xfrm>
          <a:custGeom>
            <a:avLst/>
            <a:gdLst/>
            <a:ahLst/>
            <a:cxnLst/>
            <a:rect l="l" t="t" r="r" b="b"/>
            <a:pathLst>
              <a:path w="0" h="366606">
                <a:moveTo>
                  <a:pt x="0" y="36660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382558" y="865160"/>
            <a:ext cx="0" cy="348545"/>
          </a:xfrm>
          <a:custGeom>
            <a:avLst/>
            <a:gdLst/>
            <a:ahLst/>
            <a:cxnLst/>
            <a:rect l="l" t="t" r="r" b="b"/>
            <a:pathLst>
              <a:path w="0" h="348545">
                <a:moveTo>
                  <a:pt x="0" y="34854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312099" y="1099696"/>
            <a:ext cx="0" cy="295616"/>
          </a:xfrm>
          <a:custGeom>
            <a:avLst/>
            <a:gdLst/>
            <a:ahLst/>
            <a:cxnLst/>
            <a:rect l="l" t="t" r="r" b="b"/>
            <a:pathLst>
              <a:path w="0" h="295616">
                <a:moveTo>
                  <a:pt x="0" y="29561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659747" y="1669276"/>
            <a:ext cx="0" cy="323036"/>
          </a:xfrm>
          <a:custGeom>
            <a:avLst/>
            <a:gdLst/>
            <a:ahLst/>
            <a:cxnLst/>
            <a:rect l="l" t="t" r="r" b="b"/>
            <a:pathLst>
              <a:path w="0" h="323036">
                <a:moveTo>
                  <a:pt x="0" y="32303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326224" y="883306"/>
            <a:ext cx="0" cy="460089"/>
          </a:xfrm>
          <a:custGeom>
            <a:avLst/>
            <a:gdLst/>
            <a:ahLst/>
            <a:cxnLst/>
            <a:rect l="l" t="t" r="r" b="b"/>
            <a:pathLst>
              <a:path w="0" h="460089">
                <a:moveTo>
                  <a:pt x="0" y="46008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671365" y="1654264"/>
            <a:ext cx="0" cy="312691"/>
          </a:xfrm>
          <a:custGeom>
            <a:avLst/>
            <a:gdLst/>
            <a:ahLst/>
            <a:cxnLst/>
            <a:rect l="l" t="t" r="r" b="b"/>
            <a:pathLst>
              <a:path w="0" h="312691">
                <a:moveTo>
                  <a:pt x="0" y="31269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220243" y="1040209"/>
            <a:ext cx="0" cy="295970"/>
          </a:xfrm>
          <a:custGeom>
            <a:avLst/>
            <a:gdLst/>
            <a:ahLst/>
            <a:cxnLst/>
            <a:rect l="l" t="t" r="r" b="b"/>
            <a:pathLst>
              <a:path w="0" h="295970">
                <a:moveTo>
                  <a:pt x="0" y="29597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474497" y="958132"/>
            <a:ext cx="0" cy="398508"/>
          </a:xfrm>
          <a:custGeom>
            <a:avLst/>
            <a:gdLst/>
            <a:ahLst/>
            <a:cxnLst/>
            <a:rect l="l" t="t" r="r" b="b"/>
            <a:pathLst>
              <a:path w="0" h="398508">
                <a:moveTo>
                  <a:pt x="0" y="39850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000592" y="1273052"/>
            <a:ext cx="0" cy="271818"/>
          </a:xfrm>
          <a:custGeom>
            <a:avLst/>
            <a:gdLst/>
            <a:ahLst/>
            <a:cxnLst/>
            <a:rect l="l" t="t" r="r" b="b"/>
            <a:pathLst>
              <a:path w="0" h="271818">
                <a:moveTo>
                  <a:pt x="0" y="27181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118274" y="1132312"/>
            <a:ext cx="0" cy="338466"/>
          </a:xfrm>
          <a:custGeom>
            <a:avLst/>
            <a:gdLst/>
            <a:ahLst/>
            <a:cxnLst/>
            <a:rect l="l" t="t" r="r" b="b"/>
            <a:pathLst>
              <a:path w="0" h="338466">
                <a:moveTo>
                  <a:pt x="0" y="33846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113343" y="1194558"/>
            <a:ext cx="0" cy="327020"/>
          </a:xfrm>
          <a:custGeom>
            <a:avLst/>
            <a:gdLst/>
            <a:ahLst/>
            <a:cxnLst/>
            <a:rect l="l" t="t" r="r" b="b"/>
            <a:pathLst>
              <a:path w="0" h="327020">
                <a:moveTo>
                  <a:pt x="0" y="32702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239550" y="1125740"/>
            <a:ext cx="0" cy="334982"/>
          </a:xfrm>
          <a:custGeom>
            <a:avLst/>
            <a:gdLst/>
            <a:ahLst/>
            <a:cxnLst/>
            <a:rect l="l" t="t" r="r" b="b"/>
            <a:pathLst>
              <a:path w="0" h="334982">
                <a:moveTo>
                  <a:pt x="0" y="33498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517792" y="671605"/>
            <a:ext cx="0" cy="588708"/>
          </a:xfrm>
          <a:custGeom>
            <a:avLst/>
            <a:gdLst/>
            <a:ahLst/>
            <a:cxnLst/>
            <a:rect l="l" t="t" r="r" b="b"/>
            <a:pathLst>
              <a:path w="0" h="588708">
                <a:moveTo>
                  <a:pt x="0" y="58870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593300" y="1666521"/>
            <a:ext cx="0" cy="379679"/>
          </a:xfrm>
          <a:custGeom>
            <a:avLst/>
            <a:gdLst/>
            <a:ahLst/>
            <a:cxnLst/>
            <a:rect l="l" t="t" r="r" b="b"/>
            <a:pathLst>
              <a:path w="0" h="379679">
                <a:moveTo>
                  <a:pt x="0" y="37967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351967" y="954410"/>
            <a:ext cx="0" cy="309520"/>
          </a:xfrm>
          <a:custGeom>
            <a:avLst/>
            <a:gdLst/>
            <a:ahLst/>
            <a:cxnLst/>
            <a:rect l="l" t="t" r="r" b="b"/>
            <a:pathLst>
              <a:path w="0" h="309520">
                <a:moveTo>
                  <a:pt x="0" y="30952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101056" y="1216816"/>
            <a:ext cx="0" cy="309592"/>
          </a:xfrm>
          <a:custGeom>
            <a:avLst/>
            <a:gdLst/>
            <a:ahLst/>
            <a:cxnLst/>
            <a:rect l="l" t="t" r="r" b="b"/>
            <a:pathLst>
              <a:path w="0" h="309592">
                <a:moveTo>
                  <a:pt x="0" y="30959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044639" y="1286212"/>
            <a:ext cx="0" cy="324433"/>
          </a:xfrm>
          <a:custGeom>
            <a:avLst/>
            <a:gdLst/>
            <a:ahLst/>
            <a:cxnLst/>
            <a:rect l="l" t="t" r="r" b="b"/>
            <a:pathLst>
              <a:path w="0" h="324433">
                <a:moveTo>
                  <a:pt x="0" y="32443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136411" y="1206607"/>
            <a:ext cx="0" cy="345353"/>
          </a:xfrm>
          <a:custGeom>
            <a:avLst/>
            <a:gdLst/>
            <a:ahLst/>
            <a:cxnLst/>
            <a:rect l="l" t="t" r="r" b="b"/>
            <a:pathLst>
              <a:path w="0" h="345353">
                <a:moveTo>
                  <a:pt x="0" y="34535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189903" y="1115481"/>
            <a:ext cx="0" cy="293258"/>
          </a:xfrm>
          <a:custGeom>
            <a:avLst/>
            <a:gdLst/>
            <a:ahLst/>
            <a:cxnLst/>
            <a:rect l="l" t="t" r="r" b="b"/>
            <a:pathLst>
              <a:path w="0" h="293258">
                <a:moveTo>
                  <a:pt x="0" y="29325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191575" y="1062359"/>
            <a:ext cx="0" cy="364286"/>
          </a:xfrm>
          <a:custGeom>
            <a:avLst/>
            <a:gdLst/>
            <a:ahLst/>
            <a:cxnLst/>
            <a:rect l="l" t="t" r="r" b="b"/>
            <a:pathLst>
              <a:path w="0" h="364286">
                <a:moveTo>
                  <a:pt x="0" y="36428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047564" y="1382030"/>
            <a:ext cx="0" cy="279380"/>
          </a:xfrm>
          <a:custGeom>
            <a:avLst/>
            <a:gdLst/>
            <a:ahLst/>
            <a:cxnLst/>
            <a:rect l="l" t="t" r="r" b="b"/>
            <a:pathLst>
              <a:path w="0" h="279380">
                <a:moveTo>
                  <a:pt x="0" y="27938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180960" y="1129373"/>
            <a:ext cx="0" cy="352087"/>
          </a:xfrm>
          <a:custGeom>
            <a:avLst/>
            <a:gdLst/>
            <a:ahLst/>
            <a:cxnLst/>
            <a:rect l="l" t="t" r="r" b="b"/>
            <a:pathLst>
              <a:path w="0" h="352087">
                <a:moveTo>
                  <a:pt x="0" y="35208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90181" y="1426728"/>
            <a:ext cx="0" cy="354868"/>
          </a:xfrm>
          <a:custGeom>
            <a:avLst/>
            <a:gdLst/>
            <a:ahLst/>
            <a:cxnLst/>
            <a:rect l="l" t="t" r="r" b="b"/>
            <a:pathLst>
              <a:path w="0" h="354868">
                <a:moveTo>
                  <a:pt x="0" y="35486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975768" y="1282212"/>
            <a:ext cx="0" cy="304686"/>
          </a:xfrm>
          <a:custGeom>
            <a:avLst/>
            <a:gdLst/>
            <a:ahLst/>
            <a:cxnLst/>
            <a:rect l="l" t="t" r="r" b="b"/>
            <a:pathLst>
              <a:path w="0" h="304686">
                <a:moveTo>
                  <a:pt x="0" y="30468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078406" y="1334087"/>
            <a:ext cx="0" cy="296384"/>
          </a:xfrm>
          <a:custGeom>
            <a:avLst/>
            <a:gdLst/>
            <a:ahLst/>
            <a:cxnLst/>
            <a:rect l="l" t="t" r="r" b="b"/>
            <a:pathLst>
              <a:path w="0" h="296384">
                <a:moveTo>
                  <a:pt x="0" y="29638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118023" y="1068700"/>
            <a:ext cx="0" cy="348024"/>
          </a:xfrm>
          <a:custGeom>
            <a:avLst/>
            <a:gdLst/>
            <a:ahLst/>
            <a:cxnLst/>
            <a:rect l="l" t="t" r="r" b="b"/>
            <a:pathLst>
              <a:path w="0" h="348024">
                <a:moveTo>
                  <a:pt x="0" y="34802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708441" y="532345"/>
            <a:ext cx="0" cy="547932"/>
          </a:xfrm>
          <a:custGeom>
            <a:avLst/>
            <a:gdLst/>
            <a:ahLst/>
            <a:cxnLst/>
            <a:rect l="l" t="t" r="r" b="b"/>
            <a:pathLst>
              <a:path w="0" h="547932">
                <a:moveTo>
                  <a:pt x="0" y="54793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971756" y="1222469"/>
            <a:ext cx="0" cy="320641"/>
          </a:xfrm>
          <a:custGeom>
            <a:avLst/>
            <a:gdLst/>
            <a:ahLst/>
            <a:cxnLst/>
            <a:rect l="l" t="t" r="r" b="b"/>
            <a:pathLst>
              <a:path w="0" h="320641">
                <a:moveTo>
                  <a:pt x="0" y="32064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727365" y="1620934"/>
            <a:ext cx="0" cy="261734"/>
          </a:xfrm>
          <a:custGeom>
            <a:avLst/>
            <a:gdLst/>
            <a:ahLst/>
            <a:cxnLst/>
            <a:rect l="l" t="t" r="r" b="b"/>
            <a:pathLst>
              <a:path w="0" h="261734">
                <a:moveTo>
                  <a:pt x="0" y="26173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063528" y="1237940"/>
            <a:ext cx="0" cy="441266"/>
          </a:xfrm>
          <a:custGeom>
            <a:avLst/>
            <a:gdLst/>
            <a:ahLst/>
            <a:cxnLst/>
            <a:rect l="l" t="t" r="r" b="b"/>
            <a:pathLst>
              <a:path w="0" h="441266">
                <a:moveTo>
                  <a:pt x="0" y="44126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014800" y="1341560"/>
            <a:ext cx="0" cy="290500"/>
          </a:xfrm>
          <a:custGeom>
            <a:avLst/>
            <a:gdLst/>
            <a:ahLst/>
            <a:cxnLst/>
            <a:rect l="l" t="t" r="r" b="b"/>
            <a:pathLst>
              <a:path w="0" h="290500">
                <a:moveTo>
                  <a:pt x="0" y="29050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198595" y="1125285"/>
            <a:ext cx="0" cy="406569"/>
          </a:xfrm>
          <a:custGeom>
            <a:avLst/>
            <a:gdLst/>
            <a:ahLst/>
            <a:cxnLst/>
            <a:rect l="l" t="t" r="r" b="b"/>
            <a:pathLst>
              <a:path w="0" h="406569">
                <a:moveTo>
                  <a:pt x="0" y="40656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165079" y="1177681"/>
            <a:ext cx="0" cy="378492"/>
          </a:xfrm>
          <a:custGeom>
            <a:avLst/>
            <a:gdLst/>
            <a:ahLst/>
            <a:cxnLst/>
            <a:rect l="l" t="t" r="r" b="b"/>
            <a:pathLst>
              <a:path w="0" h="378492">
                <a:moveTo>
                  <a:pt x="0" y="37849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1238631" y="965693"/>
            <a:ext cx="0" cy="406389"/>
          </a:xfrm>
          <a:custGeom>
            <a:avLst/>
            <a:gdLst/>
            <a:ahLst/>
            <a:cxnLst/>
            <a:rect l="l" t="t" r="r" b="b"/>
            <a:pathLst>
              <a:path w="0" h="406389">
                <a:moveTo>
                  <a:pt x="0" y="40638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461040" y="642565"/>
            <a:ext cx="0" cy="521918"/>
          </a:xfrm>
          <a:custGeom>
            <a:avLst/>
            <a:gdLst/>
            <a:ahLst/>
            <a:cxnLst/>
            <a:rect l="l" t="t" r="r" b="b"/>
            <a:pathLst>
              <a:path w="0" h="521918">
                <a:moveTo>
                  <a:pt x="0" y="52191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979613" y="1241769"/>
            <a:ext cx="0" cy="315994"/>
          </a:xfrm>
          <a:custGeom>
            <a:avLst/>
            <a:gdLst/>
            <a:ahLst/>
            <a:cxnLst/>
            <a:rect l="l" t="t" r="r" b="b"/>
            <a:pathLst>
              <a:path w="0" h="315994">
                <a:moveTo>
                  <a:pt x="0" y="31599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826826" y="1554406"/>
            <a:ext cx="0" cy="290664"/>
          </a:xfrm>
          <a:custGeom>
            <a:avLst/>
            <a:gdLst/>
            <a:ahLst/>
            <a:cxnLst/>
            <a:rect l="l" t="t" r="r" b="b"/>
            <a:pathLst>
              <a:path w="0" h="290664">
                <a:moveTo>
                  <a:pt x="0" y="29066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973093" y="1260964"/>
            <a:ext cx="0" cy="304756"/>
          </a:xfrm>
          <a:custGeom>
            <a:avLst/>
            <a:gdLst/>
            <a:ahLst/>
            <a:cxnLst/>
            <a:rect l="l" t="t" r="r" b="b"/>
            <a:pathLst>
              <a:path w="0" h="304756">
                <a:moveTo>
                  <a:pt x="0" y="30475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730541" y="1559590"/>
            <a:ext cx="0" cy="304428"/>
          </a:xfrm>
          <a:custGeom>
            <a:avLst/>
            <a:gdLst/>
            <a:ahLst/>
            <a:cxnLst/>
            <a:rect l="l" t="t" r="r" b="b"/>
            <a:pathLst>
              <a:path w="0" h="304428">
                <a:moveTo>
                  <a:pt x="0" y="30442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878479" y="1472084"/>
            <a:ext cx="0" cy="305131"/>
          </a:xfrm>
          <a:custGeom>
            <a:avLst/>
            <a:gdLst/>
            <a:ahLst/>
            <a:cxnLst/>
            <a:rect l="l" t="t" r="r" b="b"/>
            <a:pathLst>
              <a:path w="0" h="305131">
                <a:moveTo>
                  <a:pt x="0" y="30513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520049" y="754236"/>
            <a:ext cx="0" cy="372728"/>
          </a:xfrm>
          <a:custGeom>
            <a:avLst/>
            <a:gdLst/>
            <a:ahLst/>
            <a:cxnLst/>
            <a:rect l="l" t="t" r="r" b="b"/>
            <a:pathLst>
              <a:path w="0" h="372728">
                <a:moveTo>
                  <a:pt x="0" y="37272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979278" y="1213038"/>
            <a:ext cx="0" cy="342275"/>
          </a:xfrm>
          <a:custGeom>
            <a:avLst/>
            <a:gdLst/>
            <a:ahLst/>
            <a:cxnLst/>
            <a:rect l="l" t="t" r="r" b="b"/>
            <a:pathLst>
              <a:path w="0" h="342275">
                <a:moveTo>
                  <a:pt x="0" y="34227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981702" y="1462297"/>
            <a:ext cx="0" cy="317987"/>
          </a:xfrm>
          <a:custGeom>
            <a:avLst/>
            <a:gdLst/>
            <a:ahLst/>
            <a:cxnLst/>
            <a:rect l="l" t="t" r="r" b="b"/>
            <a:pathLst>
              <a:path w="0" h="317987">
                <a:moveTo>
                  <a:pt x="0" y="31798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854659" y="1286977"/>
            <a:ext cx="0" cy="316000"/>
          </a:xfrm>
          <a:custGeom>
            <a:avLst/>
            <a:gdLst/>
            <a:ahLst/>
            <a:cxnLst/>
            <a:rect l="l" t="t" r="r" b="b"/>
            <a:pathLst>
              <a:path w="0" h="316000">
                <a:moveTo>
                  <a:pt x="0" y="31600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998836" y="1451188"/>
            <a:ext cx="0" cy="308669"/>
          </a:xfrm>
          <a:custGeom>
            <a:avLst/>
            <a:gdLst/>
            <a:ahLst/>
            <a:cxnLst/>
            <a:rect l="l" t="t" r="r" b="b"/>
            <a:pathLst>
              <a:path w="0" h="308669">
                <a:moveTo>
                  <a:pt x="0" y="30866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900545" y="1323894"/>
            <a:ext cx="0" cy="293366"/>
          </a:xfrm>
          <a:custGeom>
            <a:avLst/>
            <a:gdLst/>
            <a:ahLst/>
            <a:cxnLst/>
            <a:rect l="l" t="t" r="r" b="b"/>
            <a:pathLst>
              <a:path w="0" h="293366">
                <a:moveTo>
                  <a:pt x="0" y="29336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924700" y="1311820"/>
            <a:ext cx="0" cy="283524"/>
          </a:xfrm>
          <a:custGeom>
            <a:avLst/>
            <a:gdLst/>
            <a:ahLst/>
            <a:cxnLst/>
            <a:rect l="l" t="t" r="r" b="b"/>
            <a:pathLst>
              <a:path w="0" h="283524">
                <a:moveTo>
                  <a:pt x="0" y="28352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328648" y="885284"/>
            <a:ext cx="0" cy="430158"/>
          </a:xfrm>
          <a:custGeom>
            <a:avLst/>
            <a:gdLst/>
            <a:ahLst/>
            <a:cxnLst/>
            <a:rect l="l" t="t" r="r" b="b"/>
            <a:pathLst>
              <a:path w="0" h="430158">
                <a:moveTo>
                  <a:pt x="0" y="43015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1017224" y="1375881"/>
            <a:ext cx="0" cy="350997"/>
          </a:xfrm>
          <a:custGeom>
            <a:avLst/>
            <a:gdLst/>
            <a:ahLst/>
            <a:cxnLst/>
            <a:rect l="l" t="t" r="r" b="b"/>
            <a:pathLst>
              <a:path w="0" h="350997">
                <a:moveTo>
                  <a:pt x="0" y="35099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1340767" y="945874"/>
            <a:ext cx="0" cy="365642"/>
          </a:xfrm>
          <a:custGeom>
            <a:avLst/>
            <a:gdLst/>
            <a:ahLst/>
            <a:cxnLst/>
            <a:rect l="l" t="t" r="r" b="b"/>
            <a:pathLst>
              <a:path w="0" h="365642">
                <a:moveTo>
                  <a:pt x="0" y="36564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1189736" y="1214235"/>
            <a:ext cx="0" cy="326228"/>
          </a:xfrm>
          <a:custGeom>
            <a:avLst/>
            <a:gdLst/>
            <a:ahLst/>
            <a:cxnLst/>
            <a:rect l="l" t="t" r="r" b="b"/>
            <a:pathLst>
              <a:path w="0" h="326228">
                <a:moveTo>
                  <a:pt x="0" y="32622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1167838" y="1235652"/>
            <a:ext cx="0" cy="328582"/>
          </a:xfrm>
          <a:custGeom>
            <a:avLst/>
            <a:gdLst/>
            <a:ahLst/>
            <a:cxnLst/>
            <a:rect l="l" t="t" r="r" b="b"/>
            <a:pathLst>
              <a:path w="0" h="328582">
                <a:moveTo>
                  <a:pt x="0" y="32858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1215730" y="1128669"/>
            <a:ext cx="0" cy="328570"/>
          </a:xfrm>
          <a:custGeom>
            <a:avLst/>
            <a:gdLst/>
            <a:ahLst/>
            <a:cxnLst/>
            <a:rect l="l" t="t" r="r" b="b"/>
            <a:pathLst>
              <a:path w="0" h="328570">
                <a:moveTo>
                  <a:pt x="0" y="32857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972341" y="1221482"/>
            <a:ext cx="0" cy="357660"/>
          </a:xfrm>
          <a:custGeom>
            <a:avLst/>
            <a:gdLst/>
            <a:ahLst/>
            <a:cxnLst/>
            <a:rect l="l" t="t" r="r" b="b"/>
            <a:pathLst>
              <a:path w="0" h="357660">
                <a:moveTo>
                  <a:pt x="0" y="35766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110668" y="1231453"/>
            <a:ext cx="0" cy="334210"/>
          </a:xfrm>
          <a:custGeom>
            <a:avLst/>
            <a:gdLst/>
            <a:ahLst/>
            <a:cxnLst/>
            <a:rect l="l" t="t" r="r" b="b"/>
            <a:pathLst>
              <a:path w="0" h="334210">
                <a:moveTo>
                  <a:pt x="0" y="3342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153796" y="1061616"/>
            <a:ext cx="0" cy="343495"/>
          </a:xfrm>
          <a:custGeom>
            <a:avLst/>
            <a:gdLst/>
            <a:ahLst/>
            <a:cxnLst/>
            <a:rect l="l" t="t" r="r" b="b"/>
            <a:pathLst>
              <a:path w="0" h="343495">
                <a:moveTo>
                  <a:pt x="0" y="34349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747340" y="1573728"/>
            <a:ext cx="0" cy="280148"/>
          </a:xfrm>
          <a:custGeom>
            <a:avLst/>
            <a:gdLst/>
            <a:ahLst/>
            <a:cxnLst/>
            <a:rect l="l" t="t" r="r" b="b"/>
            <a:pathLst>
              <a:path w="0" h="280148">
                <a:moveTo>
                  <a:pt x="0" y="28014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1351967" y="844704"/>
            <a:ext cx="0" cy="400533"/>
          </a:xfrm>
          <a:custGeom>
            <a:avLst/>
            <a:gdLst/>
            <a:ahLst/>
            <a:cxnLst/>
            <a:rect l="l" t="t" r="r" b="b"/>
            <a:pathLst>
              <a:path w="0" h="400533">
                <a:moveTo>
                  <a:pt x="0" y="40053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1333245" y="1002768"/>
            <a:ext cx="0" cy="319977"/>
          </a:xfrm>
          <a:custGeom>
            <a:avLst/>
            <a:gdLst/>
            <a:ahLst/>
            <a:cxnLst/>
            <a:rect l="l" t="t" r="r" b="b"/>
            <a:pathLst>
              <a:path w="0" h="319977">
                <a:moveTo>
                  <a:pt x="0" y="31997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1290284" y="1040208"/>
            <a:ext cx="0" cy="297732"/>
          </a:xfrm>
          <a:custGeom>
            <a:avLst/>
            <a:gdLst/>
            <a:ahLst/>
            <a:cxnLst/>
            <a:rect l="l" t="t" r="r" b="b"/>
            <a:pathLst>
              <a:path w="0" h="297732">
                <a:moveTo>
                  <a:pt x="0" y="29773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655903" y="1584208"/>
            <a:ext cx="0" cy="361617"/>
          </a:xfrm>
          <a:custGeom>
            <a:avLst/>
            <a:gdLst/>
            <a:ahLst/>
            <a:cxnLst/>
            <a:rect l="l" t="t" r="r" b="b"/>
            <a:pathLst>
              <a:path w="0" h="361617">
                <a:moveTo>
                  <a:pt x="0" y="36161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821811" y="1451540"/>
            <a:ext cx="0" cy="365790"/>
          </a:xfrm>
          <a:custGeom>
            <a:avLst/>
            <a:gdLst/>
            <a:ahLst/>
            <a:cxnLst/>
            <a:rect l="l" t="t" r="r" b="b"/>
            <a:pathLst>
              <a:path w="0" h="365790">
                <a:moveTo>
                  <a:pt x="0" y="36579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761800" y="1461547"/>
            <a:ext cx="0" cy="276813"/>
          </a:xfrm>
          <a:custGeom>
            <a:avLst/>
            <a:gdLst/>
            <a:ahLst/>
            <a:cxnLst/>
            <a:rect l="l" t="t" r="r" b="b"/>
            <a:pathLst>
              <a:path w="0" h="276813">
                <a:moveTo>
                  <a:pt x="0" y="27681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988639" y="1382239"/>
            <a:ext cx="0" cy="307989"/>
          </a:xfrm>
          <a:custGeom>
            <a:avLst/>
            <a:gdLst/>
            <a:ahLst/>
            <a:cxnLst/>
            <a:rect l="l" t="t" r="r" b="b"/>
            <a:pathLst>
              <a:path w="0" h="307989">
                <a:moveTo>
                  <a:pt x="0" y="30798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1573792" y="601610"/>
            <a:ext cx="0" cy="443014"/>
          </a:xfrm>
          <a:custGeom>
            <a:avLst/>
            <a:gdLst/>
            <a:ahLst/>
            <a:cxnLst/>
            <a:rect l="l" t="t" r="r" b="b"/>
            <a:pathLst>
              <a:path w="0" h="443014">
                <a:moveTo>
                  <a:pt x="0" y="44301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1057427" y="1293998"/>
            <a:ext cx="0" cy="373693"/>
          </a:xfrm>
          <a:custGeom>
            <a:avLst/>
            <a:gdLst/>
            <a:ahLst/>
            <a:cxnLst/>
            <a:rect l="l" t="t" r="r" b="b"/>
            <a:pathLst>
              <a:path w="0" h="373693">
                <a:moveTo>
                  <a:pt x="0" y="37369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1236625" y="1014751"/>
            <a:ext cx="0" cy="400126"/>
          </a:xfrm>
          <a:custGeom>
            <a:avLst/>
            <a:gdLst/>
            <a:ahLst/>
            <a:cxnLst/>
            <a:rect l="l" t="t" r="r" b="b"/>
            <a:pathLst>
              <a:path w="0" h="400126">
                <a:moveTo>
                  <a:pt x="0" y="40012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083003" y="1257781"/>
            <a:ext cx="0" cy="297013"/>
          </a:xfrm>
          <a:custGeom>
            <a:avLst/>
            <a:gdLst/>
            <a:ahLst/>
            <a:cxnLst/>
            <a:rect l="l" t="t" r="r" b="b"/>
            <a:pathLst>
              <a:path w="0" h="297013">
                <a:moveTo>
                  <a:pt x="0" y="29701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898622" y="1411334"/>
            <a:ext cx="0" cy="314913"/>
          </a:xfrm>
          <a:custGeom>
            <a:avLst/>
            <a:gdLst/>
            <a:ahLst/>
            <a:cxnLst/>
            <a:rect l="l" t="t" r="r" b="b"/>
            <a:pathLst>
              <a:path w="0" h="314913">
                <a:moveTo>
                  <a:pt x="0" y="31491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1255180" y="1046597"/>
            <a:ext cx="0" cy="374062"/>
          </a:xfrm>
          <a:custGeom>
            <a:avLst/>
            <a:gdLst/>
            <a:ahLst/>
            <a:cxnLst/>
            <a:rect l="l" t="t" r="r" b="b"/>
            <a:pathLst>
              <a:path w="0" h="374062">
                <a:moveTo>
                  <a:pt x="0" y="37406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1427859" y="750369"/>
            <a:ext cx="0" cy="408984"/>
          </a:xfrm>
          <a:custGeom>
            <a:avLst/>
            <a:gdLst/>
            <a:ahLst/>
            <a:cxnLst/>
            <a:rect l="l" t="t" r="r" b="b"/>
            <a:pathLst>
              <a:path w="0" h="408984">
                <a:moveTo>
                  <a:pt x="0" y="40898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900628" y="1398021"/>
            <a:ext cx="0" cy="264246"/>
          </a:xfrm>
          <a:custGeom>
            <a:avLst/>
            <a:gdLst/>
            <a:ahLst/>
            <a:cxnLst/>
            <a:rect l="l" t="t" r="r" b="b"/>
            <a:pathLst>
              <a:path w="0" h="264246">
                <a:moveTo>
                  <a:pt x="0" y="26424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005356" y="1302029"/>
            <a:ext cx="0" cy="262374"/>
          </a:xfrm>
          <a:custGeom>
            <a:avLst/>
            <a:gdLst/>
            <a:ahLst/>
            <a:cxnLst/>
            <a:rect l="l" t="t" r="r" b="b"/>
            <a:pathLst>
              <a:path w="0" h="262374">
                <a:moveTo>
                  <a:pt x="0" y="26237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034776" y="1341253"/>
            <a:ext cx="0" cy="294603"/>
          </a:xfrm>
          <a:custGeom>
            <a:avLst/>
            <a:gdLst/>
            <a:ahLst/>
            <a:cxnLst/>
            <a:rect l="l" t="t" r="r" b="b"/>
            <a:pathLst>
              <a:path w="0" h="294603">
                <a:moveTo>
                  <a:pt x="0" y="29460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1066370" y="1280477"/>
            <a:ext cx="0" cy="330138"/>
          </a:xfrm>
          <a:custGeom>
            <a:avLst/>
            <a:gdLst/>
            <a:ahLst/>
            <a:cxnLst/>
            <a:rect l="l" t="t" r="r" b="b"/>
            <a:pathLst>
              <a:path w="0" h="330138">
                <a:moveTo>
                  <a:pt x="0" y="33013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1160984" y="1125301"/>
            <a:ext cx="0" cy="310523"/>
          </a:xfrm>
          <a:custGeom>
            <a:avLst/>
            <a:gdLst/>
            <a:ahLst/>
            <a:cxnLst/>
            <a:rect l="l" t="t" r="r" b="b"/>
            <a:pathLst>
              <a:path w="0" h="310523">
                <a:moveTo>
                  <a:pt x="0" y="31052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910240" y="1510931"/>
            <a:ext cx="0" cy="340709"/>
          </a:xfrm>
          <a:custGeom>
            <a:avLst/>
            <a:gdLst/>
            <a:ahLst/>
            <a:cxnLst/>
            <a:rect l="l" t="t" r="r" b="b"/>
            <a:pathLst>
              <a:path w="0" h="340709">
                <a:moveTo>
                  <a:pt x="0" y="34070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237962" y="1140622"/>
            <a:ext cx="0" cy="283318"/>
          </a:xfrm>
          <a:custGeom>
            <a:avLst/>
            <a:gdLst/>
            <a:ahLst/>
            <a:cxnLst/>
            <a:rect l="l" t="t" r="r" b="b"/>
            <a:pathLst>
              <a:path w="0" h="283318">
                <a:moveTo>
                  <a:pt x="0" y="28331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1053833" y="1166641"/>
            <a:ext cx="0" cy="283778"/>
          </a:xfrm>
          <a:custGeom>
            <a:avLst/>
            <a:gdLst/>
            <a:ahLst/>
            <a:cxnLst/>
            <a:rect l="l" t="t" r="r" b="b"/>
            <a:pathLst>
              <a:path w="0" h="283778">
                <a:moveTo>
                  <a:pt x="0" y="28377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1216231" y="1119975"/>
            <a:ext cx="0" cy="303721"/>
          </a:xfrm>
          <a:custGeom>
            <a:avLst/>
            <a:gdLst/>
            <a:ahLst/>
            <a:cxnLst/>
            <a:rect l="l" t="t" r="r" b="b"/>
            <a:pathLst>
              <a:path w="0" h="303721">
                <a:moveTo>
                  <a:pt x="0" y="30372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748427" y="1577093"/>
            <a:ext cx="0" cy="285744"/>
          </a:xfrm>
          <a:custGeom>
            <a:avLst/>
            <a:gdLst/>
            <a:ahLst/>
            <a:cxnLst/>
            <a:rect l="l" t="t" r="r" b="b"/>
            <a:pathLst>
              <a:path w="0" h="285744">
                <a:moveTo>
                  <a:pt x="0" y="28574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1010120" y="1236765"/>
            <a:ext cx="0" cy="429703"/>
          </a:xfrm>
          <a:custGeom>
            <a:avLst/>
            <a:gdLst/>
            <a:ahLst/>
            <a:cxnLst/>
            <a:rect l="l" t="t" r="r" b="b"/>
            <a:pathLst>
              <a:path w="0" h="429703">
                <a:moveTo>
                  <a:pt x="0" y="42970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1237210" y="1104147"/>
            <a:ext cx="0" cy="301037"/>
          </a:xfrm>
          <a:custGeom>
            <a:avLst/>
            <a:gdLst/>
            <a:ahLst/>
            <a:cxnLst/>
            <a:rect l="l" t="t" r="r" b="b"/>
            <a:pathLst>
              <a:path w="0" h="301037">
                <a:moveTo>
                  <a:pt x="0" y="30103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102477" y="1162360"/>
            <a:ext cx="0" cy="467420"/>
          </a:xfrm>
          <a:custGeom>
            <a:avLst/>
            <a:gdLst/>
            <a:ahLst/>
            <a:cxnLst/>
            <a:rect l="l" t="t" r="r" b="b"/>
            <a:pathLst>
              <a:path w="0" h="467420">
                <a:moveTo>
                  <a:pt x="0" y="46742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1182715" y="1191372"/>
            <a:ext cx="0" cy="270770"/>
          </a:xfrm>
          <a:custGeom>
            <a:avLst/>
            <a:gdLst/>
            <a:ahLst/>
            <a:cxnLst/>
            <a:rect l="l" t="t" r="r" b="b"/>
            <a:pathLst>
              <a:path w="0" h="270770">
                <a:moveTo>
                  <a:pt x="0" y="27077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1256266" y="1024976"/>
            <a:ext cx="0" cy="454422"/>
          </a:xfrm>
          <a:custGeom>
            <a:avLst/>
            <a:gdLst/>
            <a:ahLst/>
            <a:cxnLst/>
            <a:rect l="l" t="t" r="r" b="b"/>
            <a:pathLst>
              <a:path w="0" h="454422">
                <a:moveTo>
                  <a:pt x="0" y="45442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1395095" y="820964"/>
            <a:ext cx="0" cy="412721"/>
          </a:xfrm>
          <a:custGeom>
            <a:avLst/>
            <a:gdLst/>
            <a:ahLst/>
            <a:cxnLst/>
            <a:rect l="l" t="t" r="r" b="b"/>
            <a:pathLst>
              <a:path w="0" h="412721">
                <a:moveTo>
                  <a:pt x="0" y="41272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1287442" y="1019226"/>
            <a:ext cx="0" cy="327058"/>
          </a:xfrm>
          <a:custGeom>
            <a:avLst/>
            <a:gdLst/>
            <a:ahLst/>
            <a:cxnLst/>
            <a:rect l="l" t="t" r="r" b="b"/>
            <a:pathLst>
              <a:path w="0" h="327058">
                <a:moveTo>
                  <a:pt x="0" y="32705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857500" y="1422229"/>
            <a:ext cx="0" cy="260551"/>
          </a:xfrm>
          <a:custGeom>
            <a:avLst/>
            <a:gdLst/>
            <a:ahLst/>
            <a:cxnLst/>
            <a:rect l="l" t="t" r="r" b="b"/>
            <a:pathLst>
              <a:path w="0" h="260551">
                <a:moveTo>
                  <a:pt x="0" y="26055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1001177" y="1269057"/>
            <a:ext cx="0" cy="301409"/>
          </a:xfrm>
          <a:custGeom>
            <a:avLst/>
            <a:gdLst/>
            <a:ahLst/>
            <a:cxnLst/>
            <a:rect l="l" t="t" r="r" b="b"/>
            <a:pathLst>
              <a:path w="0" h="301409">
                <a:moveTo>
                  <a:pt x="0" y="30140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891184" y="1385794"/>
            <a:ext cx="0" cy="311919"/>
          </a:xfrm>
          <a:custGeom>
            <a:avLst/>
            <a:gdLst/>
            <a:ahLst/>
            <a:cxnLst/>
            <a:rect l="l" t="t" r="r" b="b"/>
            <a:pathLst>
              <a:path w="0" h="311919">
                <a:moveTo>
                  <a:pt x="0" y="31191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479178" y="624804"/>
            <a:ext cx="0" cy="592588"/>
          </a:xfrm>
          <a:custGeom>
            <a:avLst/>
            <a:gdLst/>
            <a:ahLst/>
            <a:cxnLst/>
            <a:rect l="l" t="t" r="r" b="b"/>
            <a:pathLst>
              <a:path w="0" h="592588">
                <a:moveTo>
                  <a:pt x="0" y="59258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413065" y="802532"/>
            <a:ext cx="0" cy="436646"/>
          </a:xfrm>
          <a:custGeom>
            <a:avLst/>
            <a:gdLst/>
            <a:ahLst/>
            <a:cxnLst/>
            <a:rect l="l" t="t" r="r" b="b"/>
            <a:pathLst>
              <a:path w="0" h="436646">
                <a:moveTo>
                  <a:pt x="0" y="43664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903052" y="1437513"/>
            <a:ext cx="0" cy="326986"/>
          </a:xfrm>
          <a:custGeom>
            <a:avLst/>
            <a:gdLst/>
            <a:ahLst/>
            <a:cxnLst/>
            <a:rect l="l" t="t" r="r" b="b"/>
            <a:pathLst>
              <a:path w="0" h="326986">
                <a:moveTo>
                  <a:pt x="0" y="32698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124041" y="1246353"/>
            <a:ext cx="0" cy="282371"/>
          </a:xfrm>
          <a:custGeom>
            <a:avLst/>
            <a:gdLst/>
            <a:ahLst/>
            <a:cxnLst/>
            <a:rect l="l" t="t" r="r" b="b"/>
            <a:pathLst>
              <a:path w="0" h="282371">
                <a:moveTo>
                  <a:pt x="0" y="28237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088770" y="1329008"/>
            <a:ext cx="0" cy="270649"/>
          </a:xfrm>
          <a:custGeom>
            <a:avLst/>
            <a:gdLst/>
            <a:ahLst/>
            <a:cxnLst/>
            <a:rect l="l" t="t" r="r" b="b"/>
            <a:pathLst>
              <a:path w="0" h="270649">
                <a:moveTo>
                  <a:pt x="0" y="27064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914503" y="1322576"/>
            <a:ext cx="0" cy="319343"/>
          </a:xfrm>
          <a:custGeom>
            <a:avLst/>
            <a:gdLst/>
            <a:ahLst/>
            <a:cxnLst/>
            <a:rect l="l" t="t" r="r" b="b"/>
            <a:pathLst>
              <a:path w="0" h="319343">
                <a:moveTo>
                  <a:pt x="0" y="31934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742041" y="532123"/>
            <a:ext cx="0" cy="520226"/>
          </a:xfrm>
          <a:custGeom>
            <a:avLst/>
            <a:gdLst/>
            <a:ahLst/>
            <a:cxnLst/>
            <a:rect l="l" t="t" r="r" b="b"/>
            <a:pathLst>
              <a:path w="0" h="520226">
                <a:moveTo>
                  <a:pt x="0" y="52022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942419" y="1404674"/>
            <a:ext cx="0" cy="287514"/>
          </a:xfrm>
          <a:custGeom>
            <a:avLst/>
            <a:gdLst/>
            <a:ahLst/>
            <a:cxnLst/>
            <a:rect l="l" t="t" r="r" b="b"/>
            <a:pathLst>
              <a:path w="0" h="287514">
                <a:moveTo>
                  <a:pt x="0" y="28751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038454" y="1246266"/>
            <a:ext cx="0" cy="356185"/>
          </a:xfrm>
          <a:custGeom>
            <a:avLst/>
            <a:gdLst/>
            <a:ahLst/>
            <a:cxnLst/>
            <a:rect l="l" t="t" r="r" b="b"/>
            <a:pathLst>
              <a:path w="0" h="356185">
                <a:moveTo>
                  <a:pt x="0" y="35618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1189569" y="1187814"/>
            <a:ext cx="0" cy="304485"/>
          </a:xfrm>
          <a:custGeom>
            <a:avLst/>
            <a:gdLst/>
            <a:ahLst/>
            <a:cxnLst/>
            <a:rect l="l" t="t" r="r" b="b"/>
            <a:pathLst>
              <a:path w="0" h="304485">
                <a:moveTo>
                  <a:pt x="0" y="30448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767901" y="1431680"/>
            <a:ext cx="0" cy="348168"/>
          </a:xfrm>
          <a:custGeom>
            <a:avLst/>
            <a:gdLst/>
            <a:ahLst/>
            <a:cxnLst/>
            <a:rect l="l" t="t" r="r" b="b"/>
            <a:pathLst>
              <a:path w="0" h="348168">
                <a:moveTo>
                  <a:pt x="0" y="34816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025164" y="1321130"/>
            <a:ext cx="0" cy="304172"/>
          </a:xfrm>
          <a:custGeom>
            <a:avLst/>
            <a:gdLst/>
            <a:ahLst/>
            <a:cxnLst/>
            <a:rect l="l" t="t" r="r" b="b"/>
            <a:pathLst>
              <a:path w="0" h="304172">
                <a:moveTo>
                  <a:pt x="0" y="30417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1039791" y="1233056"/>
            <a:ext cx="0" cy="279350"/>
          </a:xfrm>
          <a:custGeom>
            <a:avLst/>
            <a:gdLst/>
            <a:ahLst/>
            <a:cxnLst/>
            <a:rect l="l" t="t" r="r" b="b"/>
            <a:pathLst>
              <a:path w="0" h="279350">
                <a:moveTo>
                  <a:pt x="0" y="27935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948019" y="1388609"/>
            <a:ext cx="0" cy="327755"/>
          </a:xfrm>
          <a:custGeom>
            <a:avLst/>
            <a:gdLst/>
            <a:ahLst/>
            <a:cxnLst/>
            <a:rect l="l" t="t" r="r" b="b"/>
            <a:pathLst>
              <a:path w="0" h="327755">
                <a:moveTo>
                  <a:pt x="0" y="32775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1222416" y="1028423"/>
            <a:ext cx="0" cy="392998"/>
          </a:xfrm>
          <a:custGeom>
            <a:avLst/>
            <a:gdLst/>
            <a:ahLst/>
            <a:cxnLst/>
            <a:rect l="l" t="t" r="r" b="b"/>
            <a:pathLst>
              <a:path w="0" h="392998">
                <a:moveTo>
                  <a:pt x="0" y="39299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1723736" y="518260"/>
            <a:ext cx="0" cy="570692"/>
          </a:xfrm>
          <a:custGeom>
            <a:avLst/>
            <a:gdLst/>
            <a:ahLst/>
            <a:cxnLst/>
            <a:rect l="l" t="t" r="r" b="b"/>
            <a:pathLst>
              <a:path w="0" h="570692">
                <a:moveTo>
                  <a:pt x="0" y="57069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108662" y="1164771"/>
            <a:ext cx="0" cy="278002"/>
          </a:xfrm>
          <a:custGeom>
            <a:avLst/>
            <a:gdLst/>
            <a:ahLst/>
            <a:cxnLst/>
            <a:rect l="l" t="t" r="r" b="b"/>
            <a:pathLst>
              <a:path w="0" h="278002">
                <a:moveTo>
                  <a:pt x="0" y="27800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865023" y="1463655"/>
            <a:ext cx="0" cy="306971"/>
          </a:xfrm>
          <a:custGeom>
            <a:avLst/>
            <a:gdLst/>
            <a:ahLst/>
            <a:cxnLst/>
            <a:rect l="l" t="t" r="r" b="b"/>
            <a:pathLst>
              <a:path w="0" h="306971">
                <a:moveTo>
                  <a:pt x="0" y="30697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146023" y="1155252"/>
            <a:ext cx="0" cy="269138"/>
          </a:xfrm>
          <a:custGeom>
            <a:avLst/>
            <a:gdLst/>
            <a:ahLst/>
            <a:cxnLst/>
            <a:rect l="l" t="t" r="r" b="b"/>
            <a:pathLst>
              <a:path w="0" h="269138">
                <a:moveTo>
                  <a:pt x="0" y="26913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965487" y="1367526"/>
            <a:ext cx="0" cy="307446"/>
          </a:xfrm>
          <a:custGeom>
            <a:avLst/>
            <a:gdLst/>
            <a:ahLst/>
            <a:cxnLst/>
            <a:rect l="l" t="t" r="r" b="b"/>
            <a:pathLst>
              <a:path w="0" h="307446">
                <a:moveTo>
                  <a:pt x="0" y="30744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343107" y="1032154"/>
            <a:ext cx="0" cy="314528"/>
          </a:xfrm>
          <a:custGeom>
            <a:avLst/>
            <a:gdLst/>
            <a:ahLst/>
            <a:cxnLst/>
            <a:rect l="l" t="t" r="r" b="b"/>
            <a:pathLst>
              <a:path w="0" h="314528">
                <a:moveTo>
                  <a:pt x="0" y="31452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265377" y="1162827"/>
            <a:ext cx="0" cy="315800"/>
          </a:xfrm>
          <a:custGeom>
            <a:avLst/>
            <a:gdLst/>
            <a:ahLst/>
            <a:cxnLst/>
            <a:rect l="l" t="t" r="r" b="b"/>
            <a:pathLst>
              <a:path w="0" h="315800">
                <a:moveTo>
                  <a:pt x="0" y="31580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316612" y="931130"/>
            <a:ext cx="0" cy="420154"/>
          </a:xfrm>
          <a:custGeom>
            <a:avLst/>
            <a:gdLst/>
            <a:ahLst/>
            <a:cxnLst/>
            <a:rect l="l" t="t" r="r" b="b"/>
            <a:pathLst>
              <a:path w="0" h="420154">
                <a:moveTo>
                  <a:pt x="0" y="42015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985965" y="1396811"/>
            <a:ext cx="0" cy="337192"/>
          </a:xfrm>
          <a:custGeom>
            <a:avLst/>
            <a:gdLst/>
            <a:ahLst/>
            <a:cxnLst/>
            <a:rect l="l" t="t" r="r" b="b"/>
            <a:pathLst>
              <a:path w="0" h="337192">
                <a:moveTo>
                  <a:pt x="0" y="33719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262619" y="1001289"/>
            <a:ext cx="0" cy="322076"/>
          </a:xfrm>
          <a:custGeom>
            <a:avLst/>
            <a:gdLst/>
            <a:ahLst/>
            <a:cxnLst/>
            <a:rect l="l" t="t" r="r" b="b"/>
            <a:pathLst>
              <a:path w="0" h="322076">
                <a:moveTo>
                  <a:pt x="0" y="32207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331907" y="867223"/>
            <a:ext cx="0" cy="406823"/>
          </a:xfrm>
          <a:custGeom>
            <a:avLst/>
            <a:gdLst/>
            <a:ahLst/>
            <a:cxnLst/>
            <a:rect l="l" t="t" r="r" b="b"/>
            <a:pathLst>
              <a:path w="0" h="406823">
                <a:moveTo>
                  <a:pt x="0" y="40682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386904" y="800756"/>
            <a:ext cx="0" cy="430004"/>
          </a:xfrm>
          <a:custGeom>
            <a:avLst/>
            <a:gdLst/>
            <a:ahLst/>
            <a:cxnLst/>
            <a:rect l="l" t="t" r="r" b="b"/>
            <a:pathLst>
              <a:path w="0" h="430004">
                <a:moveTo>
                  <a:pt x="0" y="43000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810611" y="1423994"/>
            <a:ext cx="0" cy="280595"/>
          </a:xfrm>
          <a:custGeom>
            <a:avLst/>
            <a:gdLst/>
            <a:ahLst/>
            <a:cxnLst/>
            <a:rect l="l" t="t" r="r" b="b"/>
            <a:pathLst>
              <a:path w="0" h="280595">
                <a:moveTo>
                  <a:pt x="0" y="28059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660416" y="1425354"/>
            <a:ext cx="0" cy="416077"/>
          </a:xfrm>
          <a:custGeom>
            <a:avLst/>
            <a:gdLst/>
            <a:ahLst/>
            <a:cxnLst/>
            <a:rect l="l" t="t" r="r" b="b"/>
            <a:pathLst>
              <a:path w="0" h="416077">
                <a:moveTo>
                  <a:pt x="0" y="41607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664094" y="1396228"/>
            <a:ext cx="0" cy="442636"/>
          </a:xfrm>
          <a:custGeom>
            <a:avLst/>
            <a:gdLst/>
            <a:ahLst/>
            <a:cxnLst/>
            <a:rect l="l" t="t" r="r" b="b"/>
            <a:pathLst>
              <a:path w="0" h="442636">
                <a:moveTo>
                  <a:pt x="0" y="44263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899709" y="1400732"/>
            <a:ext cx="0" cy="294583"/>
          </a:xfrm>
          <a:custGeom>
            <a:avLst/>
            <a:gdLst/>
            <a:ahLst/>
            <a:cxnLst/>
            <a:rect l="l" t="t" r="r" b="b"/>
            <a:pathLst>
              <a:path w="0" h="294583">
                <a:moveTo>
                  <a:pt x="0" y="29458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895279" y="1483165"/>
            <a:ext cx="0" cy="368487"/>
          </a:xfrm>
          <a:custGeom>
            <a:avLst/>
            <a:gdLst/>
            <a:ahLst/>
            <a:cxnLst/>
            <a:rect l="l" t="t" r="r" b="b"/>
            <a:pathLst>
              <a:path w="0" h="368487">
                <a:moveTo>
                  <a:pt x="0" y="36848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247073" y="835792"/>
            <a:ext cx="0" cy="495042"/>
          </a:xfrm>
          <a:custGeom>
            <a:avLst/>
            <a:gdLst/>
            <a:ahLst/>
            <a:cxnLst/>
            <a:rect l="l" t="t" r="r" b="b"/>
            <a:pathLst>
              <a:path w="0" h="495042">
                <a:moveTo>
                  <a:pt x="0" y="49504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472367" y="326339"/>
            <a:ext cx="0" cy="1665757"/>
          </a:xfrm>
          <a:custGeom>
            <a:avLst/>
            <a:gdLst/>
            <a:ahLst/>
            <a:cxnLst/>
            <a:rect l="l" t="t" r="r" b="b"/>
            <a:pathLst>
              <a:path w="0" h="1665757">
                <a:moveTo>
                  <a:pt x="0" y="1665757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472367" y="1992096"/>
            <a:ext cx="1665757" cy="0"/>
          </a:xfrm>
          <a:custGeom>
            <a:avLst/>
            <a:gdLst/>
            <a:ahLst/>
            <a:cxnLst/>
            <a:rect l="l" t="t" r="r" b="b"/>
            <a:pathLst>
              <a:path w="1665757" h="0">
                <a:moveTo>
                  <a:pt x="0" y="0"/>
                </a:moveTo>
                <a:lnTo>
                  <a:pt x="1665757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606380" y="79455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821720" y="149046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336496" y="106893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676037" y="178341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1531491" y="88229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807845" y="150797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1313177" y="104849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1310001" y="106461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911904" y="149886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572564" y="186987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929539" y="145519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572146" y="188183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971915" y="146165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861003" y="165449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944082" y="147288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962220" y="147093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864680" y="155623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355887" y="115071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416066" y="106293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083496" y="132791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930877" y="149773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790293" y="162906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403946" y="107648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132892" y="128080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318108" y="103301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876883" y="146071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843367" y="152948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1744958" y="87500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800657" y="161628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285345" y="113713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1441558" y="99608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987294" y="133678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875044" y="150134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1248402" y="120339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962470" y="135807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1419827" y="103112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1219399" y="122632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1076809" y="137020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700025" y="171436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907140" y="142057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1328389" y="123945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839773" y="157353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1366502" y="88611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1310168" y="113139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1397343" y="99898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1409296" y="113391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1358729" y="104477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677040" y="173964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915665" y="145084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791296" y="171697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1078983" y="136754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942160" y="143618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927533" y="145928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045299" y="139124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1065359" y="137142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357141" y="115705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302061" y="116470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934220" y="144216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982028" y="148110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1135149" y="131072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926614" y="147742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802914" y="154219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1069538" y="137181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993228" y="144456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981610" y="149352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1307410" y="127632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1265536" y="115421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1334323" y="122869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1905099" y="55694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978351" y="146990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1135567" y="132819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1083747" y="135208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1123949" y="129434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1137072" y="120687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1443731" y="115612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578415" y="184053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1169585" y="117007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1067783" y="14883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1000918" y="143088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1277655" y="111430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1229679" y="115230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849469" y="164370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1355386" y="128140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1170838" y="133464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1337834" y="107142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817123" y="163793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696097" y="175775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1219483" y="119740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812776" y="157600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1281751" y="112761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1100379" y="133774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1144845" y="122496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912322" y="145379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1318694" y="124874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1173596" y="124874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846376" y="154003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605662" y="179087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1230348" y="126011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990972" y="142740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951187" y="141305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679799" y="172461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893182" y="153409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1022231" y="137029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1412722" y="102544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1206945" y="134090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856824" y="168939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1203602" y="118080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1092021" y="139370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749422" y="168257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1133478" y="128309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1736683" y="74403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1072045" y="140305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1118767" y="142503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862006" y="16676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033598" y="143617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645029" y="185799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781350" y="164024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1214551" y="112482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1142170" y="118798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947008" y="138342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953026" y="148142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541890" y="185870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1154456" y="119796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1042290" y="133116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710807" y="174481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1291195" y="103886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1384806" y="92217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1404197" y="91868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1191650" y="112543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1108320" y="138395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1162480" y="144010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1153955" y="130749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1181370" y="140544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957121" y="140267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1352210" y="101025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900202" y="151220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1039783" y="146702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837516" y="157564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1297798" y="130361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956954" y="140953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786532" y="169625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1008106" y="134663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845791" y="154586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862424" y="153487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1504327" y="92466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1337583" y="110425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1457020" y="92504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633077" y="179409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656563" y="175717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1045801" y="142689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655226" y="175198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793553" y="165841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1067448" y="130696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826567" y="154329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1017132" y="132349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851809" y="149505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736383" y="154940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928536" y="146559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1025574" y="139918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1244975" y="123526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1060010" y="129443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1135818" y="121819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1195328" y="129410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726437" y="163005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972500" y="150863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2046853" y="43269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834424" y="153946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1187053" y="118785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1299470" y="114861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783857" y="163231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1378872" y="107859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862674" y="152051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1041204" y="145673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1371935" y="100996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532529" y="179557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1046135" y="141118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1667144" y="105177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1074302" y="137666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1061598" y="133245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797565" y="158480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997157" y="135014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1409296" y="107936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928286" y="142158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1060595" y="132665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1347278" y="104014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1027246" y="137052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1088260" y="130818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1834306" y="83429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1062350" y="141212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1217393" y="137978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1145931" y="143303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1170420" y="141420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1095281" y="148942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915498" y="152330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1055580" y="137544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929874" y="140131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1169334" y="140922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1529736" y="94891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1400937" y="109098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1063854" y="132474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1085669" y="125194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1053490" y="136506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1226754" y="117148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1184964" y="126893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1158468" y="138158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1308998" y="123911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1351457" y="111539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929038" y="142452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1014625" y="147736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1300807" y="116130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819630" y="158088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817541" y="160114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727691" y="168015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1254921" y="124397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1049060" y="141420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1136152" y="138325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913492" y="158870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1271052" y="117804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940823" y="144749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833505" y="154725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1185465" y="117284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1307744" y="122507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1363075" y="117407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840693" y="154467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1418824" y="109575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792633" y="162334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1159137" y="127182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1172008" y="126492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1375863" y="101150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1143340" y="128839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1449498" y="100514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924608" y="146708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901456" y="163149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721589" y="168267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986458" y="141245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1141167" y="126818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1189728" y="126818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1375696" y="106014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1224915" y="123267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1064857" y="138319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1174432" y="120927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1396090" y="102096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589782" y="185602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596050" y="185048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596217" y="184769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1318359" y="106356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1424674" y="95443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822973" y="161375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961885" y="144334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1137072" y="131732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1247733" y="112153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962052" y="143051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1039532" y="145871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1147937" y="127565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1175937" y="123493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1277488" y="11429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1297130" y="120936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861337" y="153693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1047556" y="135740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1191232" y="137958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932465" y="145167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1324962" y="114589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1447409" y="96293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812526" y="162555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962387" y="144074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1169000" y="124449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1291613" y="120649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1124701" y="130223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818376" y="161277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909981" y="145513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839857" y="160398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Freeform 439"/>
          <p:cNvSpPr/>
          <p:nvPr/>
        </p:nvSpPr>
        <p:spPr>
          <a:xfrm>
            <a:off x="789206" y="164446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Freeform 440"/>
          <p:cNvSpPr/>
          <p:nvPr/>
        </p:nvSpPr>
        <p:spPr>
          <a:xfrm>
            <a:off x="824728" y="160894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Freeform 441"/>
          <p:cNvSpPr/>
          <p:nvPr/>
        </p:nvSpPr>
        <p:spPr>
          <a:xfrm>
            <a:off x="1278825" y="124881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Freeform 442"/>
          <p:cNvSpPr/>
          <p:nvPr/>
        </p:nvSpPr>
        <p:spPr>
          <a:xfrm>
            <a:off x="1194157" y="117280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Freeform 443"/>
          <p:cNvSpPr/>
          <p:nvPr/>
        </p:nvSpPr>
        <p:spPr>
          <a:xfrm>
            <a:off x="1009861" y="151717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Freeform 444"/>
          <p:cNvSpPr/>
          <p:nvPr/>
        </p:nvSpPr>
        <p:spPr>
          <a:xfrm>
            <a:off x="785529" y="166109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xfrm>
            <a:off x="822388" y="160260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Freeform 446"/>
          <p:cNvSpPr/>
          <p:nvPr/>
        </p:nvSpPr>
        <p:spPr>
          <a:xfrm>
            <a:off x="916417" y="149157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Freeform 447"/>
          <p:cNvSpPr/>
          <p:nvPr/>
        </p:nvSpPr>
        <p:spPr>
          <a:xfrm>
            <a:off x="783690" y="166946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Freeform 448"/>
          <p:cNvSpPr/>
          <p:nvPr/>
        </p:nvSpPr>
        <p:spPr>
          <a:xfrm>
            <a:off x="901540" y="153566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Freeform 449"/>
          <p:cNvSpPr/>
          <p:nvPr/>
        </p:nvSpPr>
        <p:spPr>
          <a:xfrm>
            <a:off x="981193" y="157004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Freeform 450"/>
          <p:cNvSpPr/>
          <p:nvPr/>
        </p:nvSpPr>
        <p:spPr>
          <a:xfrm>
            <a:off x="830412" y="158626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Freeform 451"/>
          <p:cNvSpPr/>
          <p:nvPr/>
        </p:nvSpPr>
        <p:spPr>
          <a:xfrm>
            <a:off x="838436" y="155676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Freeform 452"/>
          <p:cNvSpPr/>
          <p:nvPr/>
        </p:nvSpPr>
        <p:spPr>
          <a:xfrm>
            <a:off x="586522" y="181614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Freeform 453"/>
          <p:cNvSpPr/>
          <p:nvPr/>
        </p:nvSpPr>
        <p:spPr>
          <a:xfrm>
            <a:off x="1474527" y="1687206"/>
            <a:ext cx="636484" cy="277777"/>
          </a:xfrm>
          <a:custGeom>
            <a:avLst/>
            <a:gdLst/>
            <a:ahLst/>
            <a:cxnLst/>
            <a:rect l="l" t="t" r="r" b="b"/>
            <a:pathLst>
              <a:path w="636484" h="277777">
                <a:moveTo>
                  <a:pt x="22860" y="277777"/>
                </a:moveTo>
                <a:lnTo>
                  <a:pt x="613624" y="277777"/>
                </a:lnTo>
                <a:close/>
                <a:lnTo>
                  <a:pt x="630769" y="272062"/>
                </a:lnTo>
                <a:close/>
                <a:lnTo>
                  <a:pt x="636484" y="254917"/>
                </a:lnTo>
                <a:close/>
                <a:lnTo>
                  <a:pt x="636484" y="22860"/>
                </a:lnTo>
                <a:close/>
                <a:lnTo>
                  <a:pt x="630769" y="5715"/>
                </a:lnTo>
                <a:close/>
                <a:lnTo>
                  <a:pt x="613624" y="0"/>
                </a:lnTo>
                <a:close/>
                <a:lnTo>
                  <a:pt x="22860" y="0"/>
                </a:lnTo>
                <a:close/>
                <a:lnTo>
                  <a:pt x="5715" y="5715"/>
                </a:lnTo>
                <a:close/>
                <a:lnTo>
                  <a:pt x="0" y="22860"/>
                </a:lnTo>
                <a:close/>
                <a:lnTo>
                  <a:pt x="0" y="254917"/>
                </a:lnTo>
                <a:close/>
                <a:lnTo>
                  <a:pt x="5715" y="272062"/>
                </a:lnTo>
                <a:close/>
                <a:lnTo>
                  <a:pt x="22860" y="277777"/>
                </a:lnTo>
                <a:close/>
                <a:lnTo>
                  <a:pt x="22860" y="277777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6350">
            <a:solidFill>
              <a:srgbClr val="CCCCCC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Freeform 454"/>
          <p:cNvSpPr/>
          <p:nvPr/>
        </p:nvSpPr>
        <p:spPr>
          <a:xfrm>
            <a:off x="747249" y="156255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Freeform 455"/>
          <p:cNvSpPr/>
          <p:nvPr/>
        </p:nvSpPr>
        <p:spPr>
          <a:xfrm>
            <a:off x="1329392" y="109499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Freeform 456"/>
          <p:cNvSpPr/>
          <p:nvPr/>
        </p:nvSpPr>
        <p:spPr>
          <a:xfrm>
            <a:off x="1401021" y="98342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Freeform 457"/>
          <p:cNvSpPr/>
          <p:nvPr/>
        </p:nvSpPr>
        <p:spPr>
          <a:xfrm>
            <a:off x="1007688" y="142521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Freeform 458"/>
          <p:cNvSpPr/>
          <p:nvPr/>
        </p:nvSpPr>
        <p:spPr>
          <a:xfrm>
            <a:off x="824728" y="160070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Freeform 459"/>
          <p:cNvSpPr/>
          <p:nvPr/>
        </p:nvSpPr>
        <p:spPr>
          <a:xfrm>
            <a:off x="774162" y="160070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Freeform 460"/>
          <p:cNvSpPr/>
          <p:nvPr/>
        </p:nvSpPr>
        <p:spPr>
          <a:xfrm>
            <a:off x="819045" y="16459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Freeform 461"/>
          <p:cNvSpPr/>
          <p:nvPr/>
        </p:nvSpPr>
        <p:spPr>
          <a:xfrm>
            <a:off x="854818" y="162829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Freeform 462"/>
          <p:cNvSpPr/>
          <p:nvPr/>
        </p:nvSpPr>
        <p:spPr>
          <a:xfrm>
            <a:off x="1507838" y="110942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Freeform 463"/>
          <p:cNvSpPr/>
          <p:nvPr/>
        </p:nvSpPr>
        <p:spPr>
          <a:xfrm>
            <a:off x="985622" y="145106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Freeform 464"/>
          <p:cNvSpPr/>
          <p:nvPr/>
        </p:nvSpPr>
        <p:spPr>
          <a:xfrm>
            <a:off x="1359147" y="123068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Freeform 465"/>
          <p:cNvSpPr/>
          <p:nvPr/>
        </p:nvSpPr>
        <p:spPr>
          <a:xfrm>
            <a:off x="1277906" y="133107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Freeform 466"/>
          <p:cNvSpPr/>
          <p:nvPr/>
        </p:nvSpPr>
        <p:spPr>
          <a:xfrm>
            <a:off x="1213883" y="123929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936727" y="148618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Freeform 468"/>
          <p:cNvSpPr/>
          <p:nvPr/>
        </p:nvSpPr>
        <p:spPr>
          <a:xfrm>
            <a:off x="1440973" y="95722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Freeform 469"/>
          <p:cNvSpPr/>
          <p:nvPr/>
        </p:nvSpPr>
        <p:spPr>
          <a:xfrm>
            <a:off x="846543" y="156813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Freeform 470"/>
          <p:cNvSpPr/>
          <p:nvPr/>
        </p:nvSpPr>
        <p:spPr>
          <a:xfrm>
            <a:off x="1057669" y="143976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Freeform 471"/>
          <p:cNvSpPr/>
          <p:nvPr/>
        </p:nvSpPr>
        <p:spPr>
          <a:xfrm>
            <a:off x="1424173" y="113299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Freeform 472"/>
          <p:cNvSpPr/>
          <p:nvPr/>
        </p:nvSpPr>
        <p:spPr>
          <a:xfrm>
            <a:off x="721506" y="171205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1291362" y="108425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855737" y="159093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Freeform 475"/>
          <p:cNvSpPr/>
          <p:nvPr/>
        </p:nvSpPr>
        <p:spPr>
          <a:xfrm>
            <a:off x="1332150" y="104649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Freeform 476"/>
          <p:cNvSpPr/>
          <p:nvPr/>
        </p:nvSpPr>
        <p:spPr>
          <a:xfrm>
            <a:off x="1129298" y="131658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Freeform 477"/>
          <p:cNvSpPr/>
          <p:nvPr/>
        </p:nvSpPr>
        <p:spPr>
          <a:xfrm>
            <a:off x="1094612" y="144512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Freeform 478"/>
          <p:cNvSpPr/>
          <p:nvPr/>
        </p:nvSpPr>
        <p:spPr>
          <a:xfrm>
            <a:off x="689410" y="168829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Freeform 479"/>
          <p:cNvSpPr/>
          <p:nvPr/>
        </p:nvSpPr>
        <p:spPr>
          <a:xfrm>
            <a:off x="978351" y="143081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Freeform 480"/>
          <p:cNvSpPr/>
          <p:nvPr/>
        </p:nvSpPr>
        <p:spPr>
          <a:xfrm>
            <a:off x="1563001" y="106032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Freeform 481"/>
          <p:cNvSpPr/>
          <p:nvPr/>
        </p:nvSpPr>
        <p:spPr>
          <a:xfrm>
            <a:off x="1367003" y="102387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Freeform 482"/>
          <p:cNvSpPr/>
          <p:nvPr/>
        </p:nvSpPr>
        <p:spPr>
          <a:xfrm>
            <a:off x="1296544" y="123195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Freeform 483"/>
          <p:cNvSpPr/>
          <p:nvPr/>
        </p:nvSpPr>
        <p:spPr>
          <a:xfrm>
            <a:off x="644193" y="181524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Freeform 484"/>
          <p:cNvSpPr/>
          <p:nvPr/>
        </p:nvSpPr>
        <p:spPr>
          <a:xfrm>
            <a:off x="1310670" y="109779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Freeform 485"/>
          <p:cNvSpPr/>
          <p:nvPr/>
        </p:nvSpPr>
        <p:spPr>
          <a:xfrm>
            <a:off x="655811" y="179505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Freeform 486"/>
          <p:cNvSpPr/>
          <p:nvPr/>
        </p:nvSpPr>
        <p:spPr>
          <a:xfrm>
            <a:off x="1204689" y="117264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Freeform 487"/>
          <p:cNvSpPr/>
          <p:nvPr/>
        </p:nvSpPr>
        <p:spPr>
          <a:xfrm>
            <a:off x="1458943" y="114183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Freeform 488"/>
          <p:cNvSpPr/>
          <p:nvPr/>
        </p:nvSpPr>
        <p:spPr>
          <a:xfrm>
            <a:off x="985037" y="139340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Freeform 489"/>
          <p:cNvSpPr/>
          <p:nvPr/>
        </p:nvSpPr>
        <p:spPr>
          <a:xfrm>
            <a:off x="1102720" y="128599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Freeform 490"/>
          <p:cNvSpPr/>
          <p:nvPr/>
        </p:nvSpPr>
        <p:spPr>
          <a:xfrm>
            <a:off x="1097788" y="134251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reeform 491"/>
          <p:cNvSpPr/>
          <p:nvPr/>
        </p:nvSpPr>
        <p:spPr>
          <a:xfrm>
            <a:off x="1223996" y="127767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Freeform 492"/>
          <p:cNvSpPr/>
          <p:nvPr/>
        </p:nvSpPr>
        <p:spPr>
          <a:xfrm>
            <a:off x="1502238" y="95040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Freeform 493"/>
          <p:cNvSpPr/>
          <p:nvPr/>
        </p:nvSpPr>
        <p:spPr>
          <a:xfrm>
            <a:off x="577746" y="184080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Freeform 494"/>
          <p:cNvSpPr/>
          <p:nvPr/>
        </p:nvSpPr>
        <p:spPr>
          <a:xfrm>
            <a:off x="1336413" y="109361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Freeform 495"/>
          <p:cNvSpPr/>
          <p:nvPr/>
        </p:nvSpPr>
        <p:spPr>
          <a:xfrm>
            <a:off x="1085502" y="135605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Freeform 496"/>
          <p:cNvSpPr/>
          <p:nvPr/>
        </p:nvSpPr>
        <p:spPr>
          <a:xfrm>
            <a:off x="1029085" y="143287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Freeform 497"/>
          <p:cNvSpPr/>
          <p:nvPr/>
        </p:nvSpPr>
        <p:spPr>
          <a:xfrm>
            <a:off x="1120857" y="136372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Freeform 498"/>
          <p:cNvSpPr/>
          <p:nvPr/>
        </p:nvSpPr>
        <p:spPr>
          <a:xfrm>
            <a:off x="1174349" y="124655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1176020" y="122894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Freeform 500"/>
          <p:cNvSpPr/>
          <p:nvPr/>
        </p:nvSpPr>
        <p:spPr>
          <a:xfrm>
            <a:off x="1032010" y="150616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Freeform 501"/>
          <p:cNvSpPr/>
          <p:nvPr/>
        </p:nvSpPr>
        <p:spPr>
          <a:xfrm>
            <a:off x="1165406" y="128986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Freeform 502"/>
          <p:cNvSpPr/>
          <p:nvPr/>
        </p:nvSpPr>
        <p:spPr>
          <a:xfrm>
            <a:off x="874626" y="158860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Freeform 503"/>
          <p:cNvSpPr/>
          <p:nvPr/>
        </p:nvSpPr>
        <p:spPr>
          <a:xfrm>
            <a:off x="960214" y="141900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Freeform 504"/>
          <p:cNvSpPr/>
          <p:nvPr/>
        </p:nvSpPr>
        <p:spPr>
          <a:xfrm>
            <a:off x="1062851" y="146672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Freeform 505"/>
          <p:cNvSpPr/>
          <p:nvPr/>
        </p:nvSpPr>
        <p:spPr>
          <a:xfrm>
            <a:off x="1102469" y="122715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Freeform 506"/>
          <p:cNvSpPr/>
          <p:nvPr/>
        </p:nvSpPr>
        <p:spPr>
          <a:xfrm>
            <a:off x="1692887" y="79075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Freeform 507"/>
          <p:cNvSpPr/>
          <p:nvPr/>
        </p:nvSpPr>
        <p:spPr>
          <a:xfrm>
            <a:off x="956202" y="136723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Freeform 508"/>
          <p:cNvSpPr/>
          <p:nvPr/>
        </p:nvSpPr>
        <p:spPr>
          <a:xfrm>
            <a:off x="711810" y="173624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Freeform 509"/>
          <p:cNvSpPr/>
          <p:nvPr/>
        </p:nvSpPr>
        <p:spPr>
          <a:xfrm>
            <a:off x="1047974" y="144301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Freeform 510"/>
          <p:cNvSpPr/>
          <p:nvPr/>
        </p:nvSpPr>
        <p:spPr>
          <a:xfrm>
            <a:off x="999246" y="147125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Freeform 511"/>
          <p:cNvSpPr/>
          <p:nvPr/>
        </p:nvSpPr>
        <p:spPr>
          <a:xfrm>
            <a:off x="1183041" y="131301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Freeform 512"/>
          <p:cNvSpPr/>
          <p:nvPr/>
        </p:nvSpPr>
        <p:spPr>
          <a:xfrm>
            <a:off x="1149525" y="135137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Freeform 513"/>
          <p:cNvSpPr/>
          <p:nvPr/>
        </p:nvSpPr>
        <p:spPr>
          <a:xfrm>
            <a:off x="1223077" y="115333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Freeform 514"/>
          <p:cNvSpPr/>
          <p:nvPr/>
        </p:nvSpPr>
        <p:spPr>
          <a:xfrm>
            <a:off x="1445486" y="88796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Freeform 515"/>
          <p:cNvSpPr/>
          <p:nvPr/>
        </p:nvSpPr>
        <p:spPr>
          <a:xfrm>
            <a:off x="964058" y="138421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Freeform 516"/>
          <p:cNvSpPr/>
          <p:nvPr/>
        </p:nvSpPr>
        <p:spPr>
          <a:xfrm>
            <a:off x="811272" y="168418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Freeform 517"/>
          <p:cNvSpPr/>
          <p:nvPr/>
        </p:nvSpPr>
        <p:spPr>
          <a:xfrm>
            <a:off x="957539" y="139778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Freeform 518"/>
          <p:cNvSpPr/>
          <p:nvPr/>
        </p:nvSpPr>
        <p:spPr>
          <a:xfrm>
            <a:off x="714986" y="169625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Freeform 519"/>
          <p:cNvSpPr/>
          <p:nvPr/>
        </p:nvSpPr>
        <p:spPr>
          <a:xfrm>
            <a:off x="862925" y="160909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Freeform 520"/>
          <p:cNvSpPr/>
          <p:nvPr/>
        </p:nvSpPr>
        <p:spPr>
          <a:xfrm>
            <a:off x="1504495" y="92504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Freeform 521"/>
          <p:cNvSpPr/>
          <p:nvPr/>
        </p:nvSpPr>
        <p:spPr>
          <a:xfrm>
            <a:off x="963724" y="136862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Freeform 522"/>
          <p:cNvSpPr/>
          <p:nvPr/>
        </p:nvSpPr>
        <p:spPr>
          <a:xfrm>
            <a:off x="966148" y="160573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Freeform 523"/>
          <p:cNvSpPr/>
          <p:nvPr/>
        </p:nvSpPr>
        <p:spPr>
          <a:xfrm>
            <a:off x="839104" y="142942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Freeform 524"/>
          <p:cNvSpPr/>
          <p:nvPr/>
        </p:nvSpPr>
        <p:spPr>
          <a:xfrm>
            <a:off x="983282" y="158996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xfrm>
            <a:off x="884991" y="145502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Freeform 526"/>
          <p:cNvSpPr/>
          <p:nvPr/>
        </p:nvSpPr>
        <p:spPr>
          <a:xfrm>
            <a:off x="909146" y="143802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Freeform 527"/>
          <p:cNvSpPr/>
          <p:nvPr/>
        </p:nvSpPr>
        <p:spPr>
          <a:xfrm>
            <a:off x="1313094" y="108480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Freeform 528"/>
          <p:cNvSpPr/>
          <p:nvPr/>
        </p:nvSpPr>
        <p:spPr>
          <a:xfrm>
            <a:off x="1001670" y="153582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Freeform 529"/>
          <p:cNvSpPr/>
          <p:nvPr/>
        </p:nvSpPr>
        <p:spPr>
          <a:xfrm>
            <a:off x="1325213" y="111314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Freeform 530"/>
          <p:cNvSpPr/>
          <p:nvPr/>
        </p:nvSpPr>
        <p:spPr>
          <a:xfrm>
            <a:off x="1174182" y="136179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Freeform 531"/>
          <p:cNvSpPr/>
          <p:nvPr/>
        </p:nvSpPr>
        <p:spPr>
          <a:xfrm>
            <a:off x="1152283" y="138438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Freeform 532"/>
          <p:cNvSpPr/>
          <p:nvPr/>
        </p:nvSpPr>
        <p:spPr>
          <a:xfrm>
            <a:off x="1200175" y="127740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Freeform 533"/>
          <p:cNvSpPr/>
          <p:nvPr/>
        </p:nvSpPr>
        <p:spPr>
          <a:xfrm>
            <a:off x="956787" y="138475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Freeform 534"/>
          <p:cNvSpPr/>
          <p:nvPr/>
        </p:nvSpPr>
        <p:spPr>
          <a:xfrm>
            <a:off x="1095114" y="138300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xfrm>
            <a:off x="1138242" y="121780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Freeform 536"/>
          <p:cNvSpPr/>
          <p:nvPr/>
        </p:nvSpPr>
        <p:spPr>
          <a:xfrm>
            <a:off x="731786" y="169824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Freeform 537"/>
          <p:cNvSpPr/>
          <p:nvPr/>
        </p:nvSpPr>
        <p:spPr>
          <a:xfrm>
            <a:off x="1336413" y="102941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Freeform 538"/>
          <p:cNvSpPr/>
          <p:nvPr/>
        </p:nvSpPr>
        <p:spPr>
          <a:xfrm>
            <a:off x="1317691" y="114720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xfrm>
            <a:off x="1274730" y="117352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Freeform 540"/>
          <p:cNvSpPr/>
          <p:nvPr/>
        </p:nvSpPr>
        <p:spPr>
          <a:xfrm>
            <a:off x="640348" y="174946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Freeform 541"/>
          <p:cNvSpPr/>
          <p:nvPr/>
        </p:nvSpPr>
        <p:spPr>
          <a:xfrm>
            <a:off x="806257" y="161888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Freeform 542"/>
          <p:cNvSpPr/>
          <p:nvPr/>
        </p:nvSpPr>
        <p:spPr>
          <a:xfrm>
            <a:off x="746246" y="158439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Freeform 543"/>
          <p:cNvSpPr/>
          <p:nvPr/>
        </p:nvSpPr>
        <p:spPr>
          <a:xfrm>
            <a:off x="973085" y="152067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Freeform 544"/>
          <p:cNvSpPr/>
          <p:nvPr/>
        </p:nvSpPr>
        <p:spPr>
          <a:xfrm>
            <a:off x="1558237" y="80756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Freeform 545"/>
          <p:cNvSpPr/>
          <p:nvPr/>
        </p:nvSpPr>
        <p:spPr>
          <a:xfrm>
            <a:off x="1041872" y="146529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Freeform 546"/>
          <p:cNvSpPr/>
          <p:nvPr/>
        </p:nvSpPr>
        <p:spPr>
          <a:xfrm>
            <a:off x="1221071" y="119926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Freeform 547"/>
          <p:cNvSpPr/>
          <p:nvPr/>
        </p:nvSpPr>
        <p:spPr>
          <a:xfrm>
            <a:off x="1067448" y="139073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Freeform 548"/>
          <p:cNvSpPr/>
          <p:nvPr/>
        </p:nvSpPr>
        <p:spPr>
          <a:xfrm>
            <a:off x="883068" y="155323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Freeform 549"/>
          <p:cNvSpPr/>
          <p:nvPr/>
        </p:nvSpPr>
        <p:spPr>
          <a:xfrm>
            <a:off x="1239626" y="121807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Freeform 550"/>
          <p:cNvSpPr/>
          <p:nvPr/>
        </p:nvSpPr>
        <p:spPr>
          <a:xfrm>
            <a:off x="1412304" y="93930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Freeform 551"/>
          <p:cNvSpPr/>
          <p:nvPr/>
        </p:nvSpPr>
        <p:spPr>
          <a:xfrm>
            <a:off x="885074" y="151459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Freeform 552"/>
          <p:cNvSpPr/>
          <p:nvPr/>
        </p:nvSpPr>
        <p:spPr>
          <a:xfrm>
            <a:off x="989801" y="141766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Freeform 553"/>
          <p:cNvSpPr/>
          <p:nvPr/>
        </p:nvSpPr>
        <p:spPr>
          <a:xfrm>
            <a:off x="1019222" y="147300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Freeform 554"/>
          <p:cNvSpPr/>
          <p:nvPr/>
        </p:nvSpPr>
        <p:spPr>
          <a:xfrm>
            <a:off x="1050816" y="142999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Freeform 555"/>
          <p:cNvSpPr/>
          <p:nvPr/>
        </p:nvSpPr>
        <p:spPr>
          <a:xfrm>
            <a:off x="1145430" y="126500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Freeform 556"/>
          <p:cNvSpPr/>
          <p:nvPr/>
        </p:nvSpPr>
        <p:spPr>
          <a:xfrm>
            <a:off x="894686" y="166573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Freeform 557"/>
          <p:cNvSpPr/>
          <p:nvPr/>
        </p:nvSpPr>
        <p:spPr>
          <a:xfrm>
            <a:off x="1222408" y="126672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Freeform 558"/>
          <p:cNvSpPr/>
          <p:nvPr/>
        </p:nvSpPr>
        <p:spPr>
          <a:xfrm>
            <a:off x="1038279" y="129297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Freeform 559"/>
          <p:cNvSpPr/>
          <p:nvPr/>
        </p:nvSpPr>
        <p:spPr>
          <a:xfrm>
            <a:off x="1200677" y="125628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Freeform 560"/>
          <p:cNvSpPr/>
          <p:nvPr/>
        </p:nvSpPr>
        <p:spPr>
          <a:xfrm>
            <a:off x="732873" y="170441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Freeform 561"/>
          <p:cNvSpPr/>
          <p:nvPr/>
        </p:nvSpPr>
        <p:spPr>
          <a:xfrm>
            <a:off x="994566" y="143606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Freeform 562"/>
          <p:cNvSpPr/>
          <p:nvPr/>
        </p:nvSpPr>
        <p:spPr>
          <a:xfrm>
            <a:off x="1221656" y="123911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Freeform 563"/>
          <p:cNvSpPr/>
          <p:nvPr/>
        </p:nvSpPr>
        <p:spPr>
          <a:xfrm>
            <a:off x="1086923" y="138051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Freeform 564"/>
          <p:cNvSpPr/>
          <p:nvPr/>
        </p:nvSpPr>
        <p:spPr>
          <a:xfrm>
            <a:off x="1167161" y="131120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Freeform 565"/>
          <p:cNvSpPr/>
          <p:nvPr/>
        </p:nvSpPr>
        <p:spPr>
          <a:xfrm>
            <a:off x="1240712" y="123663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Freeform 566"/>
          <p:cNvSpPr/>
          <p:nvPr/>
        </p:nvSpPr>
        <p:spPr>
          <a:xfrm>
            <a:off x="1379541" y="101177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Freeform 567"/>
          <p:cNvSpPr/>
          <p:nvPr/>
        </p:nvSpPr>
        <p:spPr>
          <a:xfrm>
            <a:off x="1271888" y="116720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Freeform 568"/>
          <p:cNvSpPr/>
          <p:nvPr/>
        </p:nvSpPr>
        <p:spPr>
          <a:xfrm>
            <a:off x="841946" y="153695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Freeform 569"/>
          <p:cNvSpPr/>
          <p:nvPr/>
        </p:nvSpPr>
        <p:spPr>
          <a:xfrm>
            <a:off x="985622" y="140420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Freeform 570"/>
          <p:cNvSpPr/>
          <p:nvPr/>
        </p:nvSpPr>
        <p:spPr>
          <a:xfrm>
            <a:off x="875629" y="152620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Freeform 571"/>
          <p:cNvSpPr/>
          <p:nvPr/>
        </p:nvSpPr>
        <p:spPr>
          <a:xfrm>
            <a:off x="1463623" y="90554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Freeform 572"/>
          <p:cNvSpPr/>
          <p:nvPr/>
        </p:nvSpPr>
        <p:spPr>
          <a:xfrm>
            <a:off x="1397511" y="100530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Freeform 573"/>
          <p:cNvSpPr/>
          <p:nvPr/>
        </p:nvSpPr>
        <p:spPr>
          <a:xfrm>
            <a:off x="887498" y="158545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Freeform 574"/>
          <p:cNvSpPr/>
          <p:nvPr/>
        </p:nvSpPr>
        <p:spPr>
          <a:xfrm>
            <a:off x="1108487" y="137198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Freeform 575"/>
          <p:cNvSpPr/>
          <p:nvPr/>
        </p:nvSpPr>
        <p:spPr>
          <a:xfrm>
            <a:off x="1073215" y="144877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Freeform 576"/>
          <p:cNvSpPr/>
          <p:nvPr/>
        </p:nvSpPr>
        <p:spPr>
          <a:xfrm>
            <a:off x="898949" y="146669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Freeform 577"/>
          <p:cNvSpPr/>
          <p:nvPr/>
        </p:nvSpPr>
        <p:spPr>
          <a:xfrm>
            <a:off x="1726486" y="77668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Freeform 578"/>
          <p:cNvSpPr/>
          <p:nvPr/>
        </p:nvSpPr>
        <p:spPr>
          <a:xfrm>
            <a:off x="926865" y="153287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Freeform 579"/>
          <p:cNvSpPr/>
          <p:nvPr/>
        </p:nvSpPr>
        <p:spPr>
          <a:xfrm>
            <a:off x="1022900" y="140880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Freeform 580"/>
          <p:cNvSpPr/>
          <p:nvPr/>
        </p:nvSpPr>
        <p:spPr>
          <a:xfrm>
            <a:off x="1174014" y="132450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Freeform 581"/>
          <p:cNvSpPr/>
          <p:nvPr/>
        </p:nvSpPr>
        <p:spPr>
          <a:xfrm>
            <a:off x="752347" y="159021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Freeform 582"/>
          <p:cNvSpPr/>
          <p:nvPr/>
        </p:nvSpPr>
        <p:spPr>
          <a:xfrm>
            <a:off x="1009610" y="145766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Freeform 583"/>
          <p:cNvSpPr/>
          <p:nvPr/>
        </p:nvSpPr>
        <p:spPr>
          <a:xfrm>
            <a:off x="1024237" y="135717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Freeform 584"/>
          <p:cNvSpPr/>
          <p:nvPr/>
        </p:nvSpPr>
        <p:spPr>
          <a:xfrm>
            <a:off x="932465" y="153693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Freeform 585"/>
          <p:cNvSpPr/>
          <p:nvPr/>
        </p:nvSpPr>
        <p:spPr>
          <a:xfrm>
            <a:off x="1206862" y="120936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Freeform 586"/>
          <p:cNvSpPr/>
          <p:nvPr/>
        </p:nvSpPr>
        <p:spPr>
          <a:xfrm>
            <a:off x="1708182" y="78805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Freeform 587"/>
          <p:cNvSpPr/>
          <p:nvPr/>
        </p:nvSpPr>
        <p:spPr>
          <a:xfrm>
            <a:off x="1093108" y="128821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849469" y="160158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Freeform 589"/>
          <p:cNvSpPr/>
          <p:nvPr/>
        </p:nvSpPr>
        <p:spPr>
          <a:xfrm>
            <a:off x="1130469" y="127426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Freeform 590"/>
          <p:cNvSpPr/>
          <p:nvPr/>
        </p:nvSpPr>
        <p:spPr>
          <a:xfrm>
            <a:off x="949933" y="150569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Freeform 591"/>
          <p:cNvSpPr/>
          <p:nvPr/>
        </p:nvSpPr>
        <p:spPr>
          <a:xfrm>
            <a:off x="1327553" y="117386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Freeform 592"/>
          <p:cNvSpPr/>
          <p:nvPr/>
        </p:nvSpPr>
        <p:spPr>
          <a:xfrm>
            <a:off x="1249823" y="130517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Freeform 593"/>
          <p:cNvSpPr/>
          <p:nvPr/>
        </p:nvSpPr>
        <p:spPr>
          <a:xfrm>
            <a:off x="1301058" y="112565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Freeform 594"/>
          <p:cNvSpPr/>
          <p:nvPr/>
        </p:nvSpPr>
        <p:spPr>
          <a:xfrm>
            <a:off x="970411" y="154985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Freeform 595"/>
          <p:cNvSpPr/>
          <p:nvPr/>
        </p:nvSpPr>
        <p:spPr>
          <a:xfrm>
            <a:off x="1247064" y="114677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Freeform 596"/>
          <p:cNvSpPr/>
          <p:nvPr/>
        </p:nvSpPr>
        <p:spPr>
          <a:xfrm>
            <a:off x="1316353" y="105508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Freeform 597"/>
          <p:cNvSpPr/>
          <p:nvPr/>
        </p:nvSpPr>
        <p:spPr>
          <a:xfrm>
            <a:off x="1371350" y="100020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Freeform 598"/>
          <p:cNvSpPr/>
          <p:nvPr/>
        </p:nvSpPr>
        <p:spPr>
          <a:xfrm>
            <a:off x="795057" y="154873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Freeform 599"/>
          <p:cNvSpPr/>
          <p:nvPr/>
        </p:nvSpPr>
        <p:spPr>
          <a:xfrm>
            <a:off x="644862" y="161783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Freeform 600"/>
          <p:cNvSpPr/>
          <p:nvPr/>
        </p:nvSpPr>
        <p:spPr>
          <a:xfrm>
            <a:off x="648539" y="160199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Freeform 601"/>
          <p:cNvSpPr/>
          <p:nvPr/>
        </p:nvSpPr>
        <p:spPr>
          <a:xfrm>
            <a:off x="884155" y="153247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Freeform 602"/>
          <p:cNvSpPr/>
          <p:nvPr/>
        </p:nvSpPr>
        <p:spPr>
          <a:xfrm>
            <a:off x="879725" y="165185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Freeform 603"/>
          <p:cNvSpPr/>
          <p:nvPr/>
        </p:nvSpPr>
        <p:spPr>
          <a:xfrm>
            <a:off x="1231518" y="106775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Rectangle 604"/>
          <p:cNvSpPr/>
          <p:nvPr/>
        </p:nvSpPr>
        <p:spPr>
          <a:xfrm>
            <a:off x="2669391" y="326339"/>
            <a:ext cx="1665757" cy="16657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Freeform 605"/>
          <p:cNvSpPr/>
          <p:nvPr/>
        </p:nvSpPr>
        <p:spPr>
          <a:xfrm>
            <a:off x="2669391" y="326339"/>
            <a:ext cx="1665757" cy="1665757"/>
          </a:xfrm>
          <a:custGeom>
            <a:avLst/>
            <a:gdLst/>
            <a:ahLst/>
            <a:cxnLst/>
            <a:rect l="l" t="t" r="r" b="b"/>
            <a:pathLst>
              <a:path w="1665757" h="1665757">
                <a:moveTo>
                  <a:pt x="0" y="1665757"/>
                </a:moveTo>
                <a:lnTo>
                  <a:pt x="1665757" y="0"/>
                </a:lnTo>
                <a:close/>
              </a:path>
            </a:pathLst>
          </a:custGeom>
          <a:noFill/>
          <a:ln w="762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Freeform 606"/>
          <p:cNvSpPr/>
          <p:nvPr/>
        </p:nvSpPr>
        <p:spPr>
          <a:xfrm>
            <a:off x="2934354" y="19920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Freeform 607"/>
          <p:cNvSpPr/>
          <p:nvPr/>
        </p:nvSpPr>
        <p:spPr>
          <a:xfrm>
            <a:off x="3299439" y="19920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Freeform 608"/>
          <p:cNvSpPr/>
          <p:nvPr/>
        </p:nvSpPr>
        <p:spPr>
          <a:xfrm>
            <a:off x="3664524" y="19920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Freeform 609"/>
          <p:cNvSpPr/>
          <p:nvPr/>
        </p:nvSpPr>
        <p:spPr>
          <a:xfrm>
            <a:off x="4029609" y="19920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Freeform 610"/>
          <p:cNvSpPr/>
          <p:nvPr/>
        </p:nvSpPr>
        <p:spPr>
          <a:xfrm>
            <a:off x="2624941" y="172713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Freeform 611"/>
          <p:cNvSpPr/>
          <p:nvPr/>
        </p:nvSpPr>
        <p:spPr>
          <a:xfrm>
            <a:off x="2624941" y="136204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Freeform 612"/>
          <p:cNvSpPr/>
          <p:nvPr/>
        </p:nvSpPr>
        <p:spPr>
          <a:xfrm>
            <a:off x="2624941" y="99696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Freeform 613"/>
          <p:cNvSpPr/>
          <p:nvPr/>
        </p:nvSpPr>
        <p:spPr>
          <a:xfrm>
            <a:off x="2624941" y="6318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Freeform 614"/>
          <p:cNvSpPr/>
          <p:nvPr/>
        </p:nvSpPr>
        <p:spPr>
          <a:xfrm>
            <a:off x="3598340" y="856159"/>
            <a:ext cx="0" cy="436614"/>
          </a:xfrm>
          <a:custGeom>
            <a:avLst/>
            <a:gdLst/>
            <a:ahLst/>
            <a:cxnLst/>
            <a:rect l="l" t="t" r="r" b="b"/>
            <a:pathLst>
              <a:path w="0" h="436614">
                <a:moveTo>
                  <a:pt x="0" y="43661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Freeform 615"/>
          <p:cNvSpPr/>
          <p:nvPr/>
        </p:nvSpPr>
        <p:spPr>
          <a:xfrm>
            <a:off x="3261295" y="1109625"/>
            <a:ext cx="0" cy="439386"/>
          </a:xfrm>
          <a:custGeom>
            <a:avLst/>
            <a:gdLst/>
            <a:ahLst/>
            <a:cxnLst/>
            <a:rect l="l" t="t" r="r" b="b"/>
            <a:pathLst>
              <a:path w="0" h="439386">
                <a:moveTo>
                  <a:pt x="0" y="43938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Freeform 616"/>
          <p:cNvSpPr/>
          <p:nvPr/>
        </p:nvSpPr>
        <p:spPr>
          <a:xfrm>
            <a:off x="3519294" y="902263"/>
            <a:ext cx="0" cy="422129"/>
          </a:xfrm>
          <a:custGeom>
            <a:avLst/>
            <a:gdLst/>
            <a:ahLst/>
            <a:cxnLst/>
            <a:rect l="l" t="t" r="r" b="b"/>
            <a:pathLst>
              <a:path w="0" h="422129">
                <a:moveTo>
                  <a:pt x="0" y="42212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Freeform 617"/>
          <p:cNvSpPr/>
          <p:nvPr/>
        </p:nvSpPr>
        <p:spPr>
          <a:xfrm>
            <a:off x="3818459" y="560651"/>
            <a:ext cx="0" cy="510741"/>
          </a:xfrm>
          <a:custGeom>
            <a:avLst/>
            <a:gdLst/>
            <a:ahLst/>
            <a:cxnLst/>
            <a:rect l="l" t="t" r="r" b="b"/>
            <a:pathLst>
              <a:path w="0" h="510741">
                <a:moveTo>
                  <a:pt x="0" y="51074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Freeform 618"/>
          <p:cNvSpPr/>
          <p:nvPr/>
        </p:nvSpPr>
        <p:spPr>
          <a:xfrm>
            <a:off x="3613149" y="946232"/>
            <a:ext cx="0" cy="466267"/>
          </a:xfrm>
          <a:custGeom>
            <a:avLst/>
            <a:gdLst/>
            <a:ahLst/>
            <a:cxnLst/>
            <a:rect l="l" t="t" r="r" b="b"/>
            <a:pathLst>
              <a:path w="0" h="466267">
                <a:moveTo>
                  <a:pt x="0" y="46626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Freeform 619"/>
          <p:cNvSpPr/>
          <p:nvPr/>
        </p:nvSpPr>
        <p:spPr>
          <a:xfrm>
            <a:off x="3536574" y="946232"/>
            <a:ext cx="0" cy="466267"/>
          </a:xfrm>
          <a:custGeom>
            <a:avLst/>
            <a:gdLst/>
            <a:ahLst/>
            <a:cxnLst/>
            <a:rect l="l" t="t" r="r" b="b"/>
            <a:pathLst>
              <a:path w="0" h="466267">
                <a:moveTo>
                  <a:pt x="0" y="46626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Freeform 620"/>
          <p:cNvSpPr/>
          <p:nvPr/>
        </p:nvSpPr>
        <p:spPr>
          <a:xfrm>
            <a:off x="3432901" y="817649"/>
            <a:ext cx="0" cy="791432"/>
          </a:xfrm>
          <a:custGeom>
            <a:avLst/>
            <a:gdLst/>
            <a:ahLst/>
            <a:cxnLst/>
            <a:rect l="l" t="t" r="r" b="b"/>
            <a:pathLst>
              <a:path w="0" h="791432">
                <a:moveTo>
                  <a:pt x="0" y="79143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Freeform 621"/>
          <p:cNvSpPr/>
          <p:nvPr/>
        </p:nvSpPr>
        <p:spPr>
          <a:xfrm>
            <a:off x="3840367" y="588327"/>
            <a:ext cx="0" cy="449842"/>
          </a:xfrm>
          <a:custGeom>
            <a:avLst/>
            <a:gdLst/>
            <a:ahLst/>
            <a:cxnLst/>
            <a:rect l="l" t="t" r="r" b="b"/>
            <a:pathLst>
              <a:path w="0" h="449842">
                <a:moveTo>
                  <a:pt x="0" y="44984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Freeform 622"/>
          <p:cNvSpPr/>
          <p:nvPr/>
        </p:nvSpPr>
        <p:spPr>
          <a:xfrm>
            <a:off x="3188172" y="1034557"/>
            <a:ext cx="0" cy="532574"/>
          </a:xfrm>
          <a:custGeom>
            <a:avLst/>
            <a:gdLst/>
            <a:ahLst/>
            <a:cxnLst/>
            <a:rect l="l" t="t" r="r" b="b"/>
            <a:pathLst>
              <a:path w="0" h="532574">
                <a:moveTo>
                  <a:pt x="0" y="53257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Freeform 623"/>
          <p:cNvSpPr/>
          <p:nvPr/>
        </p:nvSpPr>
        <p:spPr>
          <a:xfrm>
            <a:off x="3457062" y="896657"/>
            <a:ext cx="0" cy="401155"/>
          </a:xfrm>
          <a:custGeom>
            <a:avLst/>
            <a:gdLst/>
            <a:ahLst/>
            <a:cxnLst/>
            <a:rect l="l" t="t" r="r" b="b"/>
            <a:pathLst>
              <a:path w="0" h="401155">
                <a:moveTo>
                  <a:pt x="0" y="40115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Freeform 624"/>
          <p:cNvSpPr/>
          <p:nvPr/>
        </p:nvSpPr>
        <p:spPr>
          <a:xfrm>
            <a:off x="3425423" y="1039905"/>
            <a:ext cx="0" cy="501539"/>
          </a:xfrm>
          <a:custGeom>
            <a:avLst/>
            <a:gdLst/>
            <a:ahLst/>
            <a:cxnLst/>
            <a:rect l="l" t="t" r="r" b="b"/>
            <a:pathLst>
              <a:path w="0" h="501539">
                <a:moveTo>
                  <a:pt x="0" y="50153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Freeform 625"/>
          <p:cNvSpPr/>
          <p:nvPr/>
        </p:nvSpPr>
        <p:spPr>
          <a:xfrm>
            <a:off x="3481565" y="1011801"/>
            <a:ext cx="0" cy="402069"/>
          </a:xfrm>
          <a:custGeom>
            <a:avLst/>
            <a:gdLst/>
            <a:ahLst/>
            <a:cxnLst/>
            <a:rect l="l" t="t" r="r" b="b"/>
            <a:pathLst>
              <a:path w="0" h="402069">
                <a:moveTo>
                  <a:pt x="0" y="40206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Freeform 626"/>
          <p:cNvSpPr/>
          <p:nvPr/>
        </p:nvSpPr>
        <p:spPr>
          <a:xfrm>
            <a:off x="3558417" y="671819"/>
            <a:ext cx="0" cy="624918"/>
          </a:xfrm>
          <a:custGeom>
            <a:avLst/>
            <a:gdLst/>
            <a:ahLst/>
            <a:cxnLst/>
            <a:rect l="l" t="t" r="r" b="b"/>
            <a:pathLst>
              <a:path w="0" h="624918">
                <a:moveTo>
                  <a:pt x="0" y="62491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Freeform 627"/>
          <p:cNvSpPr/>
          <p:nvPr/>
        </p:nvSpPr>
        <p:spPr>
          <a:xfrm>
            <a:off x="3248736" y="1056568"/>
            <a:ext cx="0" cy="702005"/>
          </a:xfrm>
          <a:custGeom>
            <a:avLst/>
            <a:gdLst/>
            <a:ahLst/>
            <a:cxnLst/>
            <a:rect l="l" t="t" r="r" b="b"/>
            <a:pathLst>
              <a:path w="0" h="702005">
                <a:moveTo>
                  <a:pt x="0" y="70200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Freeform 628"/>
          <p:cNvSpPr/>
          <p:nvPr/>
        </p:nvSpPr>
        <p:spPr>
          <a:xfrm>
            <a:off x="3677749" y="787250"/>
            <a:ext cx="0" cy="668380"/>
          </a:xfrm>
          <a:custGeom>
            <a:avLst/>
            <a:gdLst/>
            <a:ahLst/>
            <a:cxnLst/>
            <a:rect l="l" t="t" r="r" b="b"/>
            <a:pathLst>
              <a:path w="0" h="668380">
                <a:moveTo>
                  <a:pt x="0" y="66838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Freeform 629"/>
          <p:cNvSpPr/>
          <p:nvPr/>
        </p:nvSpPr>
        <p:spPr>
          <a:xfrm>
            <a:off x="3372794" y="918414"/>
            <a:ext cx="0" cy="405083"/>
          </a:xfrm>
          <a:custGeom>
            <a:avLst/>
            <a:gdLst/>
            <a:ahLst/>
            <a:cxnLst/>
            <a:rect l="l" t="t" r="r" b="b"/>
            <a:pathLst>
              <a:path w="0" h="405083">
                <a:moveTo>
                  <a:pt x="0" y="40508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Freeform 630"/>
          <p:cNvSpPr/>
          <p:nvPr/>
        </p:nvSpPr>
        <p:spPr>
          <a:xfrm>
            <a:off x="3683362" y="801642"/>
            <a:ext cx="0" cy="610412"/>
          </a:xfrm>
          <a:custGeom>
            <a:avLst/>
            <a:gdLst/>
            <a:ahLst/>
            <a:cxnLst/>
            <a:rect l="l" t="t" r="r" b="b"/>
            <a:pathLst>
              <a:path w="0" h="610412">
                <a:moveTo>
                  <a:pt x="0" y="61041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Freeform 631"/>
          <p:cNvSpPr/>
          <p:nvPr/>
        </p:nvSpPr>
        <p:spPr>
          <a:xfrm>
            <a:off x="3214744" y="1148773"/>
            <a:ext cx="0" cy="408364"/>
          </a:xfrm>
          <a:custGeom>
            <a:avLst/>
            <a:gdLst/>
            <a:ahLst/>
            <a:cxnLst/>
            <a:rect l="l" t="t" r="r" b="b"/>
            <a:pathLst>
              <a:path w="0" h="408364">
                <a:moveTo>
                  <a:pt x="0" y="40836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Freeform 632"/>
          <p:cNvSpPr/>
          <p:nvPr/>
        </p:nvSpPr>
        <p:spPr>
          <a:xfrm>
            <a:off x="3653211" y="700446"/>
            <a:ext cx="0" cy="467629"/>
          </a:xfrm>
          <a:custGeom>
            <a:avLst/>
            <a:gdLst/>
            <a:ahLst/>
            <a:cxnLst/>
            <a:rect l="l" t="t" r="r" b="b"/>
            <a:pathLst>
              <a:path w="0" h="467629">
                <a:moveTo>
                  <a:pt x="0" y="46762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Freeform 633"/>
          <p:cNvSpPr/>
          <p:nvPr/>
        </p:nvSpPr>
        <p:spPr>
          <a:xfrm>
            <a:off x="3562123" y="1095152"/>
            <a:ext cx="0" cy="465833"/>
          </a:xfrm>
          <a:custGeom>
            <a:avLst/>
            <a:gdLst/>
            <a:ahLst/>
            <a:cxnLst/>
            <a:rect l="l" t="t" r="r" b="b"/>
            <a:pathLst>
              <a:path w="0" h="465833">
                <a:moveTo>
                  <a:pt x="0" y="46583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Freeform 634"/>
          <p:cNvSpPr/>
          <p:nvPr/>
        </p:nvSpPr>
        <p:spPr>
          <a:xfrm>
            <a:off x="3271971" y="1093376"/>
            <a:ext cx="0" cy="634503"/>
          </a:xfrm>
          <a:custGeom>
            <a:avLst/>
            <a:gdLst/>
            <a:ahLst/>
            <a:cxnLst/>
            <a:rect l="l" t="t" r="r" b="b"/>
            <a:pathLst>
              <a:path w="0" h="634503">
                <a:moveTo>
                  <a:pt x="0" y="63450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Freeform 635"/>
          <p:cNvSpPr/>
          <p:nvPr/>
        </p:nvSpPr>
        <p:spPr>
          <a:xfrm>
            <a:off x="3406242" y="1052061"/>
            <a:ext cx="0" cy="443425"/>
          </a:xfrm>
          <a:custGeom>
            <a:avLst/>
            <a:gdLst/>
            <a:ahLst/>
            <a:cxnLst/>
            <a:rect l="l" t="t" r="r" b="b"/>
            <a:pathLst>
              <a:path w="0" h="443425">
                <a:moveTo>
                  <a:pt x="0" y="44342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Freeform 636"/>
          <p:cNvSpPr/>
          <p:nvPr/>
        </p:nvSpPr>
        <p:spPr>
          <a:xfrm>
            <a:off x="3215788" y="1226628"/>
            <a:ext cx="0" cy="554799"/>
          </a:xfrm>
          <a:custGeom>
            <a:avLst/>
            <a:gdLst/>
            <a:ahLst/>
            <a:cxnLst/>
            <a:rect l="l" t="t" r="r" b="b"/>
            <a:pathLst>
              <a:path w="0" h="554799">
                <a:moveTo>
                  <a:pt x="0" y="55479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Freeform 637"/>
          <p:cNvSpPr/>
          <p:nvPr/>
        </p:nvSpPr>
        <p:spPr>
          <a:xfrm>
            <a:off x="4173864" y="431360"/>
            <a:ext cx="0" cy="608319"/>
          </a:xfrm>
          <a:custGeom>
            <a:avLst/>
            <a:gdLst/>
            <a:ahLst/>
            <a:cxnLst/>
            <a:rect l="l" t="t" r="r" b="b"/>
            <a:pathLst>
              <a:path w="0" h="608319">
                <a:moveTo>
                  <a:pt x="0" y="60831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Freeform 638"/>
          <p:cNvSpPr/>
          <p:nvPr/>
        </p:nvSpPr>
        <p:spPr>
          <a:xfrm>
            <a:off x="3266800" y="1136320"/>
            <a:ext cx="0" cy="500842"/>
          </a:xfrm>
          <a:custGeom>
            <a:avLst/>
            <a:gdLst/>
            <a:ahLst/>
            <a:cxnLst/>
            <a:rect l="l" t="t" r="r" b="b"/>
            <a:pathLst>
              <a:path w="0" h="500842">
                <a:moveTo>
                  <a:pt x="0" y="50084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Freeform 639"/>
          <p:cNvSpPr/>
          <p:nvPr/>
        </p:nvSpPr>
        <p:spPr>
          <a:xfrm>
            <a:off x="3804145" y="796980"/>
            <a:ext cx="0" cy="457449"/>
          </a:xfrm>
          <a:custGeom>
            <a:avLst/>
            <a:gdLst/>
            <a:ahLst/>
            <a:cxnLst/>
            <a:rect l="l" t="t" r="r" b="b"/>
            <a:pathLst>
              <a:path w="0" h="457449">
                <a:moveTo>
                  <a:pt x="0" y="45744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Freeform 640"/>
          <p:cNvSpPr/>
          <p:nvPr/>
        </p:nvSpPr>
        <p:spPr>
          <a:xfrm>
            <a:off x="3199705" y="1166512"/>
            <a:ext cx="0" cy="516221"/>
          </a:xfrm>
          <a:custGeom>
            <a:avLst/>
            <a:gdLst/>
            <a:ahLst/>
            <a:cxnLst/>
            <a:rect l="l" t="t" r="r" b="b"/>
            <a:pathLst>
              <a:path w="0" h="516221">
                <a:moveTo>
                  <a:pt x="0" y="51622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Freeform 641"/>
          <p:cNvSpPr/>
          <p:nvPr/>
        </p:nvSpPr>
        <p:spPr>
          <a:xfrm>
            <a:off x="3494754" y="1034491"/>
            <a:ext cx="0" cy="428531"/>
          </a:xfrm>
          <a:custGeom>
            <a:avLst/>
            <a:gdLst/>
            <a:ahLst/>
            <a:cxnLst/>
            <a:rect l="l" t="t" r="r" b="b"/>
            <a:pathLst>
              <a:path w="0" h="428531">
                <a:moveTo>
                  <a:pt x="0" y="42853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Freeform 642"/>
          <p:cNvSpPr/>
          <p:nvPr/>
        </p:nvSpPr>
        <p:spPr>
          <a:xfrm>
            <a:off x="3298443" y="1027105"/>
            <a:ext cx="0" cy="394493"/>
          </a:xfrm>
          <a:custGeom>
            <a:avLst/>
            <a:gdLst/>
            <a:ahLst/>
            <a:cxnLst/>
            <a:rect l="l" t="t" r="r" b="b"/>
            <a:pathLst>
              <a:path w="0" h="394493">
                <a:moveTo>
                  <a:pt x="0" y="39449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Freeform 643"/>
          <p:cNvSpPr/>
          <p:nvPr/>
        </p:nvSpPr>
        <p:spPr>
          <a:xfrm>
            <a:off x="3872325" y="605673"/>
            <a:ext cx="0" cy="519767"/>
          </a:xfrm>
          <a:custGeom>
            <a:avLst/>
            <a:gdLst/>
            <a:ahLst/>
            <a:cxnLst/>
            <a:rect l="l" t="t" r="r" b="b"/>
            <a:pathLst>
              <a:path w="0" h="519767">
                <a:moveTo>
                  <a:pt x="0" y="51976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Freeform 644"/>
          <p:cNvSpPr/>
          <p:nvPr/>
        </p:nvSpPr>
        <p:spPr>
          <a:xfrm>
            <a:off x="2864013" y="1358052"/>
            <a:ext cx="0" cy="626470"/>
          </a:xfrm>
          <a:custGeom>
            <a:avLst/>
            <a:gdLst/>
            <a:ahLst/>
            <a:cxnLst/>
            <a:rect l="l" t="t" r="r" b="b"/>
            <a:pathLst>
              <a:path w="0" h="626470">
                <a:moveTo>
                  <a:pt x="0" y="62647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Freeform 645"/>
          <p:cNvSpPr/>
          <p:nvPr/>
        </p:nvSpPr>
        <p:spPr>
          <a:xfrm>
            <a:off x="3797475" y="594855"/>
            <a:ext cx="0" cy="510500"/>
          </a:xfrm>
          <a:custGeom>
            <a:avLst/>
            <a:gdLst/>
            <a:ahLst/>
            <a:cxnLst/>
            <a:rect l="l" t="t" r="r" b="b"/>
            <a:pathLst>
              <a:path w="0" h="510500">
                <a:moveTo>
                  <a:pt x="0" y="51050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Freeform 646"/>
          <p:cNvSpPr/>
          <p:nvPr/>
        </p:nvSpPr>
        <p:spPr>
          <a:xfrm>
            <a:off x="3272085" y="1061158"/>
            <a:ext cx="0" cy="395111"/>
          </a:xfrm>
          <a:custGeom>
            <a:avLst/>
            <a:gdLst/>
            <a:ahLst/>
            <a:cxnLst/>
            <a:rect l="l" t="t" r="r" b="b"/>
            <a:pathLst>
              <a:path w="0" h="395111">
                <a:moveTo>
                  <a:pt x="0" y="39511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Freeform 647"/>
          <p:cNvSpPr/>
          <p:nvPr/>
        </p:nvSpPr>
        <p:spPr>
          <a:xfrm>
            <a:off x="3600775" y="601430"/>
            <a:ext cx="0" cy="539034"/>
          </a:xfrm>
          <a:custGeom>
            <a:avLst/>
            <a:gdLst/>
            <a:ahLst/>
            <a:cxnLst/>
            <a:rect l="l" t="t" r="r" b="b"/>
            <a:pathLst>
              <a:path w="0" h="539034">
                <a:moveTo>
                  <a:pt x="0" y="53903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Freeform 648"/>
          <p:cNvSpPr/>
          <p:nvPr/>
        </p:nvSpPr>
        <p:spPr>
          <a:xfrm>
            <a:off x="3268477" y="1034411"/>
            <a:ext cx="0" cy="411613"/>
          </a:xfrm>
          <a:custGeom>
            <a:avLst/>
            <a:gdLst/>
            <a:ahLst/>
            <a:cxnLst/>
            <a:rect l="l" t="t" r="r" b="b"/>
            <a:pathLst>
              <a:path w="0" h="411613">
                <a:moveTo>
                  <a:pt x="0" y="41161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Freeform 649"/>
          <p:cNvSpPr/>
          <p:nvPr/>
        </p:nvSpPr>
        <p:spPr>
          <a:xfrm>
            <a:off x="3392867" y="1001831"/>
            <a:ext cx="0" cy="642731"/>
          </a:xfrm>
          <a:custGeom>
            <a:avLst/>
            <a:gdLst/>
            <a:ahLst/>
            <a:cxnLst/>
            <a:rect l="l" t="t" r="r" b="b"/>
            <a:pathLst>
              <a:path w="0" h="642731">
                <a:moveTo>
                  <a:pt x="0" y="64273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Freeform 650"/>
          <p:cNvSpPr/>
          <p:nvPr/>
        </p:nvSpPr>
        <p:spPr>
          <a:xfrm>
            <a:off x="3459674" y="935584"/>
            <a:ext cx="0" cy="454278"/>
          </a:xfrm>
          <a:custGeom>
            <a:avLst/>
            <a:gdLst/>
            <a:ahLst/>
            <a:cxnLst/>
            <a:rect l="l" t="t" r="r" b="b"/>
            <a:pathLst>
              <a:path w="0" h="454278">
                <a:moveTo>
                  <a:pt x="0" y="45427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Freeform 651"/>
          <p:cNvSpPr/>
          <p:nvPr/>
        </p:nvSpPr>
        <p:spPr>
          <a:xfrm>
            <a:off x="3514813" y="868599"/>
            <a:ext cx="0" cy="521468"/>
          </a:xfrm>
          <a:custGeom>
            <a:avLst/>
            <a:gdLst/>
            <a:ahLst/>
            <a:cxnLst/>
            <a:rect l="l" t="t" r="r" b="b"/>
            <a:pathLst>
              <a:path w="0" h="521468">
                <a:moveTo>
                  <a:pt x="0" y="52146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Freeform 652"/>
          <p:cNvSpPr/>
          <p:nvPr/>
        </p:nvSpPr>
        <p:spPr>
          <a:xfrm>
            <a:off x="3021548" y="1248826"/>
            <a:ext cx="0" cy="792764"/>
          </a:xfrm>
          <a:custGeom>
            <a:avLst/>
            <a:gdLst/>
            <a:ahLst/>
            <a:cxnLst/>
            <a:rect l="l" t="t" r="r" b="b"/>
            <a:pathLst>
              <a:path w="0" h="792764">
                <a:moveTo>
                  <a:pt x="0" y="79276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Freeform 653"/>
          <p:cNvSpPr/>
          <p:nvPr/>
        </p:nvSpPr>
        <p:spPr>
          <a:xfrm>
            <a:off x="3971056" y="480250"/>
            <a:ext cx="0" cy="579497"/>
          </a:xfrm>
          <a:custGeom>
            <a:avLst/>
            <a:gdLst/>
            <a:ahLst/>
            <a:cxnLst/>
            <a:rect l="l" t="t" r="r" b="b"/>
            <a:pathLst>
              <a:path w="0" h="579497">
                <a:moveTo>
                  <a:pt x="0" y="57949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Freeform 654"/>
          <p:cNvSpPr/>
          <p:nvPr/>
        </p:nvSpPr>
        <p:spPr>
          <a:xfrm>
            <a:off x="3411249" y="1036347"/>
            <a:ext cx="0" cy="426885"/>
          </a:xfrm>
          <a:custGeom>
            <a:avLst/>
            <a:gdLst/>
            <a:ahLst/>
            <a:cxnLst/>
            <a:rect l="l" t="t" r="r" b="b"/>
            <a:pathLst>
              <a:path w="0" h="426885">
                <a:moveTo>
                  <a:pt x="0" y="42688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Freeform 655"/>
          <p:cNvSpPr/>
          <p:nvPr/>
        </p:nvSpPr>
        <p:spPr>
          <a:xfrm>
            <a:off x="3443249" y="1001887"/>
            <a:ext cx="0" cy="435574"/>
          </a:xfrm>
          <a:custGeom>
            <a:avLst/>
            <a:gdLst/>
            <a:ahLst/>
            <a:cxnLst/>
            <a:rect l="l" t="t" r="r" b="b"/>
            <a:pathLst>
              <a:path w="0" h="435574">
                <a:moveTo>
                  <a:pt x="0" y="43557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Freeform 656"/>
          <p:cNvSpPr/>
          <p:nvPr/>
        </p:nvSpPr>
        <p:spPr>
          <a:xfrm>
            <a:off x="3358714" y="992280"/>
            <a:ext cx="0" cy="463242"/>
          </a:xfrm>
          <a:custGeom>
            <a:avLst/>
            <a:gdLst/>
            <a:ahLst/>
            <a:cxnLst/>
            <a:rect l="l" t="t" r="r" b="b"/>
            <a:pathLst>
              <a:path w="0" h="463242">
                <a:moveTo>
                  <a:pt x="0" y="46324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Freeform 657"/>
          <p:cNvSpPr/>
          <p:nvPr/>
        </p:nvSpPr>
        <p:spPr>
          <a:xfrm>
            <a:off x="3845714" y="549200"/>
            <a:ext cx="0" cy="493543"/>
          </a:xfrm>
          <a:custGeom>
            <a:avLst/>
            <a:gdLst/>
            <a:ahLst/>
            <a:cxnLst/>
            <a:rect l="l" t="t" r="r" b="b"/>
            <a:pathLst>
              <a:path w="0" h="493543">
                <a:moveTo>
                  <a:pt x="0" y="49354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Freeform 658"/>
          <p:cNvSpPr/>
          <p:nvPr/>
        </p:nvSpPr>
        <p:spPr>
          <a:xfrm>
            <a:off x="3528657" y="1007293"/>
            <a:ext cx="0" cy="406959"/>
          </a:xfrm>
          <a:custGeom>
            <a:avLst/>
            <a:gdLst/>
            <a:ahLst/>
            <a:cxnLst/>
            <a:rect l="l" t="t" r="r" b="b"/>
            <a:pathLst>
              <a:path w="0" h="406959">
                <a:moveTo>
                  <a:pt x="0" y="40695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Freeform 659"/>
          <p:cNvSpPr/>
          <p:nvPr/>
        </p:nvSpPr>
        <p:spPr>
          <a:xfrm>
            <a:off x="3390431" y="939263"/>
            <a:ext cx="0" cy="631659"/>
          </a:xfrm>
          <a:custGeom>
            <a:avLst/>
            <a:gdLst/>
            <a:ahLst/>
            <a:cxnLst/>
            <a:rect l="l" t="t" r="r" b="b"/>
            <a:pathLst>
              <a:path w="0" h="631659">
                <a:moveTo>
                  <a:pt x="0" y="63165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Freeform 660"/>
          <p:cNvSpPr/>
          <p:nvPr/>
        </p:nvSpPr>
        <p:spPr>
          <a:xfrm>
            <a:off x="3530291" y="973507"/>
            <a:ext cx="0" cy="444267"/>
          </a:xfrm>
          <a:custGeom>
            <a:avLst/>
            <a:gdLst/>
            <a:ahLst/>
            <a:cxnLst/>
            <a:rect l="l" t="t" r="r" b="b"/>
            <a:pathLst>
              <a:path w="0" h="444267">
                <a:moveTo>
                  <a:pt x="0" y="44426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Freeform 661"/>
          <p:cNvSpPr/>
          <p:nvPr/>
        </p:nvSpPr>
        <p:spPr>
          <a:xfrm>
            <a:off x="3751673" y="643297"/>
            <a:ext cx="0" cy="439248"/>
          </a:xfrm>
          <a:custGeom>
            <a:avLst/>
            <a:gdLst/>
            <a:ahLst/>
            <a:cxnLst/>
            <a:rect l="l" t="t" r="r" b="b"/>
            <a:pathLst>
              <a:path w="0" h="439248">
                <a:moveTo>
                  <a:pt x="0" y="43924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Freeform 662"/>
          <p:cNvSpPr/>
          <p:nvPr/>
        </p:nvSpPr>
        <p:spPr>
          <a:xfrm>
            <a:off x="3465480" y="757833"/>
            <a:ext cx="0" cy="606651"/>
          </a:xfrm>
          <a:custGeom>
            <a:avLst/>
            <a:gdLst/>
            <a:ahLst/>
            <a:cxnLst/>
            <a:rect l="l" t="t" r="r" b="b"/>
            <a:pathLst>
              <a:path w="0" h="606651">
                <a:moveTo>
                  <a:pt x="0" y="60665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Freeform 663"/>
          <p:cNvSpPr/>
          <p:nvPr/>
        </p:nvSpPr>
        <p:spPr>
          <a:xfrm>
            <a:off x="3258158" y="1156715"/>
            <a:ext cx="0" cy="456109"/>
          </a:xfrm>
          <a:custGeom>
            <a:avLst/>
            <a:gdLst/>
            <a:ahLst/>
            <a:cxnLst/>
            <a:rect l="l" t="t" r="r" b="b"/>
            <a:pathLst>
              <a:path w="0" h="456109">
                <a:moveTo>
                  <a:pt x="0" y="45610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Freeform 664"/>
          <p:cNvSpPr/>
          <p:nvPr/>
        </p:nvSpPr>
        <p:spPr>
          <a:xfrm>
            <a:off x="3114810" y="1043415"/>
            <a:ext cx="0" cy="458447"/>
          </a:xfrm>
          <a:custGeom>
            <a:avLst/>
            <a:gdLst/>
            <a:ahLst/>
            <a:cxnLst/>
            <a:rect l="l" t="t" r="r" b="b"/>
            <a:pathLst>
              <a:path w="0" h="458447">
                <a:moveTo>
                  <a:pt x="0" y="45844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Freeform 665"/>
          <p:cNvSpPr/>
          <p:nvPr/>
        </p:nvSpPr>
        <p:spPr>
          <a:xfrm>
            <a:off x="3190755" y="1070138"/>
            <a:ext cx="0" cy="614302"/>
          </a:xfrm>
          <a:custGeom>
            <a:avLst/>
            <a:gdLst/>
            <a:ahLst/>
            <a:cxnLst/>
            <a:rect l="l" t="t" r="r" b="b"/>
            <a:pathLst>
              <a:path w="0" h="614302">
                <a:moveTo>
                  <a:pt x="0" y="61430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Freeform 666"/>
          <p:cNvSpPr/>
          <p:nvPr/>
        </p:nvSpPr>
        <p:spPr>
          <a:xfrm>
            <a:off x="3258716" y="965597"/>
            <a:ext cx="0" cy="893149"/>
          </a:xfrm>
          <a:custGeom>
            <a:avLst/>
            <a:gdLst/>
            <a:ahLst/>
            <a:cxnLst/>
            <a:rect l="l" t="t" r="r" b="b"/>
            <a:pathLst>
              <a:path w="0" h="893149">
                <a:moveTo>
                  <a:pt x="0" y="89314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Freeform 667"/>
          <p:cNvSpPr/>
          <p:nvPr/>
        </p:nvSpPr>
        <p:spPr>
          <a:xfrm>
            <a:off x="3393412" y="987833"/>
            <a:ext cx="0" cy="451377"/>
          </a:xfrm>
          <a:custGeom>
            <a:avLst/>
            <a:gdLst/>
            <a:ahLst/>
            <a:cxnLst/>
            <a:rect l="l" t="t" r="r" b="b"/>
            <a:pathLst>
              <a:path w="0" h="451377">
                <a:moveTo>
                  <a:pt x="0" y="45137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Freeform 668"/>
          <p:cNvSpPr/>
          <p:nvPr/>
        </p:nvSpPr>
        <p:spPr>
          <a:xfrm>
            <a:off x="3579291" y="861054"/>
            <a:ext cx="0" cy="485532"/>
          </a:xfrm>
          <a:custGeom>
            <a:avLst/>
            <a:gdLst/>
            <a:ahLst/>
            <a:cxnLst/>
            <a:rect l="l" t="t" r="r" b="b"/>
            <a:pathLst>
              <a:path w="0" h="485532">
                <a:moveTo>
                  <a:pt x="0" y="48553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Freeform 669"/>
          <p:cNvSpPr/>
          <p:nvPr/>
        </p:nvSpPr>
        <p:spPr>
          <a:xfrm>
            <a:off x="4014725" y="499830"/>
            <a:ext cx="0" cy="522723"/>
          </a:xfrm>
          <a:custGeom>
            <a:avLst/>
            <a:gdLst/>
            <a:ahLst/>
            <a:cxnLst/>
            <a:rect l="l" t="t" r="r" b="b"/>
            <a:pathLst>
              <a:path w="0" h="522723">
                <a:moveTo>
                  <a:pt x="0" y="52272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Freeform 670"/>
          <p:cNvSpPr/>
          <p:nvPr/>
        </p:nvSpPr>
        <p:spPr>
          <a:xfrm>
            <a:off x="3455812" y="824982"/>
            <a:ext cx="0" cy="471190"/>
          </a:xfrm>
          <a:custGeom>
            <a:avLst/>
            <a:gdLst/>
            <a:ahLst/>
            <a:cxnLst/>
            <a:rect l="l" t="t" r="r" b="b"/>
            <a:pathLst>
              <a:path w="0" h="471190">
                <a:moveTo>
                  <a:pt x="0" y="47119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Freeform 671"/>
          <p:cNvSpPr/>
          <p:nvPr/>
        </p:nvSpPr>
        <p:spPr>
          <a:xfrm>
            <a:off x="3542981" y="800958"/>
            <a:ext cx="0" cy="510624"/>
          </a:xfrm>
          <a:custGeom>
            <a:avLst/>
            <a:gdLst/>
            <a:ahLst/>
            <a:cxnLst/>
            <a:rect l="l" t="t" r="r" b="b"/>
            <a:pathLst>
              <a:path w="0" h="510624">
                <a:moveTo>
                  <a:pt x="0" y="51062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Freeform 672"/>
          <p:cNvSpPr/>
          <p:nvPr/>
        </p:nvSpPr>
        <p:spPr>
          <a:xfrm>
            <a:off x="3526807" y="775563"/>
            <a:ext cx="0" cy="502237"/>
          </a:xfrm>
          <a:custGeom>
            <a:avLst/>
            <a:gdLst/>
            <a:ahLst/>
            <a:cxnLst/>
            <a:rect l="l" t="t" r="r" b="b"/>
            <a:pathLst>
              <a:path w="0" h="502237">
                <a:moveTo>
                  <a:pt x="0" y="50223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Freeform 673"/>
          <p:cNvSpPr/>
          <p:nvPr/>
        </p:nvSpPr>
        <p:spPr>
          <a:xfrm>
            <a:off x="3165374" y="1160703"/>
            <a:ext cx="0" cy="475173"/>
          </a:xfrm>
          <a:custGeom>
            <a:avLst/>
            <a:gdLst/>
            <a:ahLst/>
            <a:cxnLst/>
            <a:rect l="l" t="t" r="r" b="b"/>
            <a:pathLst>
              <a:path w="0" h="475173">
                <a:moveTo>
                  <a:pt x="0" y="47517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Freeform 674"/>
          <p:cNvSpPr/>
          <p:nvPr/>
        </p:nvSpPr>
        <p:spPr>
          <a:xfrm>
            <a:off x="3463487" y="915825"/>
            <a:ext cx="0" cy="645349"/>
          </a:xfrm>
          <a:custGeom>
            <a:avLst/>
            <a:gdLst/>
            <a:ahLst/>
            <a:cxnLst/>
            <a:rect l="l" t="t" r="r" b="b"/>
            <a:pathLst>
              <a:path w="0" h="645349">
                <a:moveTo>
                  <a:pt x="0" y="64534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Freeform 675"/>
          <p:cNvSpPr/>
          <p:nvPr/>
        </p:nvSpPr>
        <p:spPr>
          <a:xfrm>
            <a:off x="3347582" y="1085229"/>
            <a:ext cx="0" cy="432790"/>
          </a:xfrm>
          <a:custGeom>
            <a:avLst/>
            <a:gdLst/>
            <a:ahLst/>
            <a:cxnLst/>
            <a:rect l="l" t="t" r="r" b="b"/>
            <a:pathLst>
              <a:path w="0" h="432790">
                <a:moveTo>
                  <a:pt x="0" y="43279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Freeform 676"/>
          <p:cNvSpPr/>
          <p:nvPr/>
        </p:nvSpPr>
        <p:spPr>
          <a:xfrm>
            <a:off x="3450611" y="879218"/>
            <a:ext cx="0" cy="498916"/>
          </a:xfrm>
          <a:custGeom>
            <a:avLst/>
            <a:gdLst/>
            <a:ahLst/>
            <a:cxnLst/>
            <a:rect l="l" t="t" r="r" b="b"/>
            <a:pathLst>
              <a:path w="0" h="498916">
                <a:moveTo>
                  <a:pt x="0" y="49891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Freeform 677"/>
          <p:cNvSpPr/>
          <p:nvPr/>
        </p:nvSpPr>
        <p:spPr>
          <a:xfrm>
            <a:off x="3311583" y="1036606"/>
            <a:ext cx="0" cy="429138"/>
          </a:xfrm>
          <a:custGeom>
            <a:avLst/>
            <a:gdLst/>
            <a:ahLst/>
            <a:cxnLst/>
            <a:rect l="l" t="t" r="r" b="b"/>
            <a:pathLst>
              <a:path w="0" h="429138">
                <a:moveTo>
                  <a:pt x="0" y="42913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Freeform 678"/>
          <p:cNvSpPr/>
          <p:nvPr/>
        </p:nvSpPr>
        <p:spPr>
          <a:xfrm>
            <a:off x="3604689" y="874225"/>
            <a:ext cx="0" cy="506832"/>
          </a:xfrm>
          <a:custGeom>
            <a:avLst/>
            <a:gdLst/>
            <a:ahLst/>
            <a:cxnLst/>
            <a:rect l="l" t="t" r="r" b="b"/>
            <a:pathLst>
              <a:path w="0" h="506832">
                <a:moveTo>
                  <a:pt x="0" y="50683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Freeform 679"/>
          <p:cNvSpPr/>
          <p:nvPr/>
        </p:nvSpPr>
        <p:spPr>
          <a:xfrm>
            <a:off x="3851391" y="610098"/>
            <a:ext cx="0" cy="524698"/>
          </a:xfrm>
          <a:custGeom>
            <a:avLst/>
            <a:gdLst/>
            <a:ahLst/>
            <a:cxnLst/>
            <a:rect l="l" t="t" r="r" b="b"/>
            <a:pathLst>
              <a:path w="0" h="524698">
                <a:moveTo>
                  <a:pt x="0" y="52469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Freeform 680"/>
          <p:cNvSpPr/>
          <p:nvPr/>
        </p:nvSpPr>
        <p:spPr>
          <a:xfrm>
            <a:off x="3366660" y="1024856"/>
            <a:ext cx="0" cy="448555"/>
          </a:xfrm>
          <a:custGeom>
            <a:avLst/>
            <a:gdLst/>
            <a:ahLst/>
            <a:cxnLst/>
            <a:rect l="l" t="t" r="r" b="b"/>
            <a:pathLst>
              <a:path w="0" h="448555">
                <a:moveTo>
                  <a:pt x="0" y="44855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Freeform 681"/>
          <p:cNvSpPr/>
          <p:nvPr/>
        </p:nvSpPr>
        <p:spPr>
          <a:xfrm>
            <a:off x="3043079" y="1243681"/>
            <a:ext cx="0" cy="485296"/>
          </a:xfrm>
          <a:custGeom>
            <a:avLst/>
            <a:gdLst/>
            <a:ahLst/>
            <a:cxnLst/>
            <a:rect l="l" t="t" r="r" b="b"/>
            <a:pathLst>
              <a:path w="0" h="485296">
                <a:moveTo>
                  <a:pt x="0" y="48529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Freeform 682"/>
          <p:cNvSpPr/>
          <p:nvPr/>
        </p:nvSpPr>
        <p:spPr>
          <a:xfrm>
            <a:off x="3887176" y="558110"/>
            <a:ext cx="0" cy="551915"/>
          </a:xfrm>
          <a:custGeom>
            <a:avLst/>
            <a:gdLst/>
            <a:ahLst/>
            <a:cxnLst/>
            <a:rect l="l" t="t" r="r" b="b"/>
            <a:pathLst>
              <a:path w="0" h="551915">
                <a:moveTo>
                  <a:pt x="0" y="55191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Freeform 683"/>
          <p:cNvSpPr/>
          <p:nvPr/>
        </p:nvSpPr>
        <p:spPr>
          <a:xfrm>
            <a:off x="3174547" y="1149945"/>
            <a:ext cx="0" cy="444323"/>
          </a:xfrm>
          <a:custGeom>
            <a:avLst/>
            <a:gdLst/>
            <a:ahLst/>
            <a:cxnLst/>
            <a:rect l="l" t="t" r="r" b="b"/>
            <a:pathLst>
              <a:path w="0" h="444323">
                <a:moveTo>
                  <a:pt x="0" y="44432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Freeform 684"/>
          <p:cNvSpPr/>
          <p:nvPr/>
        </p:nvSpPr>
        <p:spPr>
          <a:xfrm>
            <a:off x="3802186" y="601512"/>
            <a:ext cx="0" cy="531848"/>
          </a:xfrm>
          <a:custGeom>
            <a:avLst/>
            <a:gdLst/>
            <a:ahLst/>
            <a:cxnLst/>
            <a:rect l="l" t="t" r="r" b="b"/>
            <a:pathLst>
              <a:path w="0" h="531848">
                <a:moveTo>
                  <a:pt x="0" y="53184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Freeform 685"/>
          <p:cNvSpPr/>
          <p:nvPr/>
        </p:nvSpPr>
        <p:spPr>
          <a:xfrm>
            <a:off x="3380111" y="1146892"/>
            <a:ext cx="0" cy="432470"/>
          </a:xfrm>
          <a:custGeom>
            <a:avLst/>
            <a:gdLst/>
            <a:ahLst/>
            <a:cxnLst/>
            <a:rect l="l" t="t" r="r" b="b"/>
            <a:pathLst>
              <a:path w="0" h="432470">
                <a:moveTo>
                  <a:pt x="0" y="43247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Freeform 686"/>
          <p:cNvSpPr/>
          <p:nvPr/>
        </p:nvSpPr>
        <p:spPr>
          <a:xfrm>
            <a:off x="3789995" y="798732"/>
            <a:ext cx="0" cy="433554"/>
          </a:xfrm>
          <a:custGeom>
            <a:avLst/>
            <a:gdLst/>
            <a:ahLst/>
            <a:cxnLst/>
            <a:rect l="l" t="t" r="r" b="b"/>
            <a:pathLst>
              <a:path w="0" h="433554">
                <a:moveTo>
                  <a:pt x="0" y="43355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Freeform 687"/>
          <p:cNvSpPr/>
          <p:nvPr/>
        </p:nvSpPr>
        <p:spPr>
          <a:xfrm>
            <a:off x="3211343" y="1178450"/>
            <a:ext cx="0" cy="511578"/>
          </a:xfrm>
          <a:custGeom>
            <a:avLst/>
            <a:gdLst/>
            <a:ahLst/>
            <a:cxnLst/>
            <a:rect l="l" t="t" r="r" b="b"/>
            <a:pathLst>
              <a:path w="0" h="511578">
                <a:moveTo>
                  <a:pt x="0" y="51157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Freeform 688"/>
          <p:cNvSpPr/>
          <p:nvPr/>
        </p:nvSpPr>
        <p:spPr>
          <a:xfrm>
            <a:off x="3975057" y="481855"/>
            <a:ext cx="0" cy="578013"/>
          </a:xfrm>
          <a:custGeom>
            <a:avLst/>
            <a:gdLst/>
            <a:ahLst/>
            <a:cxnLst/>
            <a:rect l="l" t="t" r="r" b="b"/>
            <a:pathLst>
              <a:path w="0" h="578013">
                <a:moveTo>
                  <a:pt x="0" y="57801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Freeform 689"/>
          <p:cNvSpPr/>
          <p:nvPr/>
        </p:nvSpPr>
        <p:spPr>
          <a:xfrm>
            <a:off x="3689708" y="841352"/>
            <a:ext cx="0" cy="431180"/>
          </a:xfrm>
          <a:custGeom>
            <a:avLst/>
            <a:gdLst/>
            <a:ahLst/>
            <a:cxnLst/>
            <a:rect l="l" t="t" r="r" b="b"/>
            <a:pathLst>
              <a:path w="0" h="431180">
                <a:moveTo>
                  <a:pt x="0" y="43118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Freeform 690"/>
          <p:cNvSpPr/>
          <p:nvPr/>
        </p:nvSpPr>
        <p:spPr>
          <a:xfrm>
            <a:off x="3902110" y="594767"/>
            <a:ext cx="0" cy="489095"/>
          </a:xfrm>
          <a:custGeom>
            <a:avLst/>
            <a:gdLst/>
            <a:ahLst/>
            <a:cxnLst/>
            <a:rect l="l" t="t" r="r" b="b"/>
            <a:pathLst>
              <a:path w="0" h="489095">
                <a:moveTo>
                  <a:pt x="0" y="48909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Freeform 691"/>
          <p:cNvSpPr/>
          <p:nvPr/>
        </p:nvSpPr>
        <p:spPr>
          <a:xfrm>
            <a:off x="3883736" y="561166"/>
            <a:ext cx="0" cy="498455"/>
          </a:xfrm>
          <a:custGeom>
            <a:avLst/>
            <a:gdLst/>
            <a:ahLst/>
            <a:cxnLst/>
            <a:rect l="l" t="t" r="r" b="b"/>
            <a:pathLst>
              <a:path w="0" h="498455">
                <a:moveTo>
                  <a:pt x="0" y="49845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Freeform 692"/>
          <p:cNvSpPr/>
          <p:nvPr/>
        </p:nvSpPr>
        <p:spPr>
          <a:xfrm>
            <a:off x="3774178" y="652440"/>
            <a:ext cx="0" cy="488571"/>
          </a:xfrm>
          <a:custGeom>
            <a:avLst/>
            <a:gdLst/>
            <a:ahLst/>
            <a:cxnLst/>
            <a:rect l="l" t="t" r="r" b="b"/>
            <a:pathLst>
              <a:path w="0" h="488571">
                <a:moveTo>
                  <a:pt x="0" y="48857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Freeform 693"/>
          <p:cNvSpPr/>
          <p:nvPr/>
        </p:nvSpPr>
        <p:spPr>
          <a:xfrm>
            <a:off x="3344388" y="883720"/>
            <a:ext cx="0" cy="837713"/>
          </a:xfrm>
          <a:custGeom>
            <a:avLst/>
            <a:gdLst/>
            <a:ahLst/>
            <a:cxnLst/>
            <a:rect l="l" t="t" r="r" b="b"/>
            <a:pathLst>
              <a:path w="0" h="837713">
                <a:moveTo>
                  <a:pt x="0" y="83771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Freeform 694"/>
          <p:cNvSpPr/>
          <p:nvPr/>
        </p:nvSpPr>
        <p:spPr>
          <a:xfrm>
            <a:off x="3054264" y="1210432"/>
            <a:ext cx="0" cy="460390"/>
          </a:xfrm>
          <a:custGeom>
            <a:avLst/>
            <a:gdLst/>
            <a:ahLst/>
            <a:cxnLst/>
            <a:rect l="l" t="t" r="r" b="b"/>
            <a:pathLst>
              <a:path w="0" h="460390">
                <a:moveTo>
                  <a:pt x="0" y="46039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Freeform 695"/>
          <p:cNvSpPr/>
          <p:nvPr/>
        </p:nvSpPr>
        <p:spPr>
          <a:xfrm>
            <a:off x="3483686" y="1001841"/>
            <a:ext cx="0" cy="487183"/>
          </a:xfrm>
          <a:custGeom>
            <a:avLst/>
            <a:gdLst/>
            <a:ahLst/>
            <a:cxnLst/>
            <a:rect l="l" t="t" r="r" b="b"/>
            <a:pathLst>
              <a:path w="0" h="487183">
                <a:moveTo>
                  <a:pt x="0" y="48718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Freeform 696"/>
          <p:cNvSpPr/>
          <p:nvPr/>
        </p:nvSpPr>
        <p:spPr>
          <a:xfrm>
            <a:off x="3418594" y="845347"/>
            <a:ext cx="0" cy="451799"/>
          </a:xfrm>
          <a:custGeom>
            <a:avLst/>
            <a:gdLst/>
            <a:ahLst/>
            <a:cxnLst/>
            <a:rect l="l" t="t" r="r" b="b"/>
            <a:pathLst>
              <a:path w="0" h="451799">
                <a:moveTo>
                  <a:pt x="0" y="45179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Freeform 697"/>
          <p:cNvSpPr/>
          <p:nvPr/>
        </p:nvSpPr>
        <p:spPr>
          <a:xfrm>
            <a:off x="3103055" y="1278861"/>
            <a:ext cx="0" cy="528827"/>
          </a:xfrm>
          <a:custGeom>
            <a:avLst/>
            <a:gdLst/>
            <a:ahLst/>
            <a:cxnLst/>
            <a:rect l="l" t="t" r="r" b="b"/>
            <a:pathLst>
              <a:path w="0" h="528827">
                <a:moveTo>
                  <a:pt x="0" y="52882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Freeform 698"/>
          <p:cNvSpPr/>
          <p:nvPr/>
        </p:nvSpPr>
        <p:spPr>
          <a:xfrm>
            <a:off x="3374955" y="1045723"/>
            <a:ext cx="0" cy="429825"/>
          </a:xfrm>
          <a:custGeom>
            <a:avLst/>
            <a:gdLst/>
            <a:ahLst/>
            <a:cxnLst/>
            <a:rect l="l" t="t" r="r" b="b"/>
            <a:pathLst>
              <a:path w="0" h="429825">
                <a:moveTo>
                  <a:pt x="0" y="42982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Freeform 699"/>
          <p:cNvSpPr/>
          <p:nvPr/>
        </p:nvSpPr>
        <p:spPr>
          <a:xfrm>
            <a:off x="3322033" y="1048566"/>
            <a:ext cx="0" cy="409539"/>
          </a:xfrm>
          <a:custGeom>
            <a:avLst/>
            <a:gdLst/>
            <a:ahLst/>
            <a:cxnLst/>
            <a:rect l="l" t="t" r="r" b="b"/>
            <a:pathLst>
              <a:path w="0" h="409539">
                <a:moveTo>
                  <a:pt x="0" y="40953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Freeform 700"/>
          <p:cNvSpPr/>
          <p:nvPr/>
        </p:nvSpPr>
        <p:spPr>
          <a:xfrm>
            <a:off x="3482819" y="958535"/>
            <a:ext cx="0" cy="545590"/>
          </a:xfrm>
          <a:custGeom>
            <a:avLst/>
            <a:gdLst/>
            <a:ahLst/>
            <a:cxnLst/>
            <a:rect l="l" t="t" r="r" b="b"/>
            <a:pathLst>
              <a:path w="0" h="545590">
                <a:moveTo>
                  <a:pt x="0" y="54559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Freeform 701"/>
          <p:cNvSpPr/>
          <p:nvPr/>
        </p:nvSpPr>
        <p:spPr>
          <a:xfrm>
            <a:off x="4013112" y="382222"/>
            <a:ext cx="0" cy="584677"/>
          </a:xfrm>
          <a:custGeom>
            <a:avLst/>
            <a:gdLst/>
            <a:ahLst/>
            <a:cxnLst/>
            <a:rect l="l" t="t" r="r" b="b"/>
            <a:pathLst>
              <a:path w="0" h="584677">
                <a:moveTo>
                  <a:pt x="0" y="58467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Freeform 702"/>
          <p:cNvSpPr/>
          <p:nvPr/>
        </p:nvSpPr>
        <p:spPr>
          <a:xfrm>
            <a:off x="3687086" y="892477"/>
            <a:ext cx="0" cy="450932"/>
          </a:xfrm>
          <a:custGeom>
            <a:avLst/>
            <a:gdLst/>
            <a:ahLst/>
            <a:cxnLst/>
            <a:rect l="l" t="t" r="r" b="b"/>
            <a:pathLst>
              <a:path w="0" h="450932">
                <a:moveTo>
                  <a:pt x="0" y="45093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Freeform 703"/>
          <p:cNvSpPr/>
          <p:nvPr/>
        </p:nvSpPr>
        <p:spPr>
          <a:xfrm>
            <a:off x="3772975" y="520848"/>
            <a:ext cx="0" cy="538990"/>
          </a:xfrm>
          <a:custGeom>
            <a:avLst/>
            <a:gdLst/>
            <a:ahLst/>
            <a:cxnLst/>
            <a:rect l="l" t="t" r="r" b="b"/>
            <a:pathLst>
              <a:path w="0" h="538990">
                <a:moveTo>
                  <a:pt x="0" y="53899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Freeform 704"/>
          <p:cNvSpPr/>
          <p:nvPr/>
        </p:nvSpPr>
        <p:spPr>
          <a:xfrm>
            <a:off x="3302053" y="1117351"/>
            <a:ext cx="0" cy="521513"/>
          </a:xfrm>
          <a:custGeom>
            <a:avLst/>
            <a:gdLst/>
            <a:ahLst/>
            <a:cxnLst/>
            <a:rect l="l" t="t" r="r" b="b"/>
            <a:pathLst>
              <a:path w="0" h="521513">
                <a:moveTo>
                  <a:pt x="0" y="52151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Freeform 705"/>
          <p:cNvSpPr/>
          <p:nvPr/>
        </p:nvSpPr>
        <p:spPr>
          <a:xfrm>
            <a:off x="3081699" y="1139962"/>
            <a:ext cx="0" cy="490114"/>
          </a:xfrm>
          <a:custGeom>
            <a:avLst/>
            <a:gdLst/>
            <a:ahLst/>
            <a:cxnLst/>
            <a:rect l="l" t="t" r="r" b="b"/>
            <a:pathLst>
              <a:path w="0" h="490114">
                <a:moveTo>
                  <a:pt x="0" y="49011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Freeform 706"/>
          <p:cNvSpPr/>
          <p:nvPr/>
        </p:nvSpPr>
        <p:spPr>
          <a:xfrm>
            <a:off x="3156780" y="1183193"/>
            <a:ext cx="0" cy="466031"/>
          </a:xfrm>
          <a:custGeom>
            <a:avLst/>
            <a:gdLst/>
            <a:ahLst/>
            <a:cxnLst/>
            <a:rect l="l" t="t" r="r" b="b"/>
            <a:pathLst>
              <a:path w="0" h="466031">
                <a:moveTo>
                  <a:pt x="0" y="46603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Freeform 707"/>
          <p:cNvSpPr/>
          <p:nvPr/>
        </p:nvSpPr>
        <p:spPr>
          <a:xfrm>
            <a:off x="3481131" y="823642"/>
            <a:ext cx="0" cy="445780"/>
          </a:xfrm>
          <a:custGeom>
            <a:avLst/>
            <a:gdLst/>
            <a:ahLst/>
            <a:cxnLst/>
            <a:rect l="l" t="t" r="r" b="b"/>
            <a:pathLst>
              <a:path w="0" h="445780">
                <a:moveTo>
                  <a:pt x="0" y="44578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Freeform 708"/>
          <p:cNvSpPr/>
          <p:nvPr/>
        </p:nvSpPr>
        <p:spPr>
          <a:xfrm>
            <a:off x="3384304" y="913223"/>
            <a:ext cx="0" cy="668318"/>
          </a:xfrm>
          <a:custGeom>
            <a:avLst/>
            <a:gdLst/>
            <a:ahLst/>
            <a:cxnLst/>
            <a:rect l="l" t="t" r="r" b="b"/>
            <a:pathLst>
              <a:path w="0" h="668318">
                <a:moveTo>
                  <a:pt x="0" y="66831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Freeform 709"/>
          <p:cNvSpPr/>
          <p:nvPr/>
        </p:nvSpPr>
        <p:spPr>
          <a:xfrm>
            <a:off x="3359389" y="853155"/>
            <a:ext cx="0" cy="793659"/>
          </a:xfrm>
          <a:custGeom>
            <a:avLst/>
            <a:gdLst/>
            <a:ahLst/>
            <a:cxnLst/>
            <a:rect l="l" t="t" r="r" b="b"/>
            <a:pathLst>
              <a:path w="0" h="793659">
                <a:moveTo>
                  <a:pt x="0" y="79365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Freeform 710"/>
          <p:cNvSpPr/>
          <p:nvPr/>
        </p:nvSpPr>
        <p:spPr>
          <a:xfrm>
            <a:off x="3052395" y="1277232"/>
            <a:ext cx="0" cy="488208"/>
          </a:xfrm>
          <a:custGeom>
            <a:avLst/>
            <a:gdLst/>
            <a:ahLst/>
            <a:cxnLst/>
            <a:rect l="l" t="t" r="r" b="b"/>
            <a:pathLst>
              <a:path w="0" h="488208">
                <a:moveTo>
                  <a:pt x="0" y="48820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Freeform 711"/>
          <p:cNvSpPr/>
          <p:nvPr/>
        </p:nvSpPr>
        <p:spPr>
          <a:xfrm>
            <a:off x="3485722" y="964174"/>
            <a:ext cx="0" cy="442303"/>
          </a:xfrm>
          <a:custGeom>
            <a:avLst/>
            <a:gdLst/>
            <a:ahLst/>
            <a:cxnLst/>
            <a:rect l="l" t="t" r="r" b="b"/>
            <a:pathLst>
              <a:path w="0" h="442303">
                <a:moveTo>
                  <a:pt x="0" y="44230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Freeform 712"/>
          <p:cNvSpPr/>
          <p:nvPr/>
        </p:nvSpPr>
        <p:spPr>
          <a:xfrm>
            <a:off x="3566342" y="949011"/>
            <a:ext cx="0" cy="395838"/>
          </a:xfrm>
          <a:custGeom>
            <a:avLst/>
            <a:gdLst/>
            <a:ahLst/>
            <a:cxnLst/>
            <a:rect l="l" t="t" r="r" b="b"/>
            <a:pathLst>
              <a:path w="0" h="395838">
                <a:moveTo>
                  <a:pt x="0" y="39583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Freeform 713"/>
          <p:cNvSpPr/>
          <p:nvPr/>
        </p:nvSpPr>
        <p:spPr>
          <a:xfrm>
            <a:off x="3856067" y="654119"/>
            <a:ext cx="0" cy="477527"/>
          </a:xfrm>
          <a:custGeom>
            <a:avLst/>
            <a:gdLst/>
            <a:ahLst/>
            <a:cxnLst/>
            <a:rect l="l" t="t" r="r" b="b"/>
            <a:pathLst>
              <a:path w="0" h="477527">
                <a:moveTo>
                  <a:pt x="0" y="47752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Freeform 714"/>
          <p:cNvSpPr/>
          <p:nvPr/>
        </p:nvSpPr>
        <p:spPr>
          <a:xfrm>
            <a:off x="3583008" y="702740"/>
            <a:ext cx="0" cy="445800"/>
          </a:xfrm>
          <a:custGeom>
            <a:avLst/>
            <a:gdLst/>
            <a:ahLst/>
            <a:cxnLst/>
            <a:rect l="l" t="t" r="r" b="b"/>
            <a:pathLst>
              <a:path w="0" h="445800">
                <a:moveTo>
                  <a:pt x="0" y="44580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Freeform 715"/>
          <p:cNvSpPr/>
          <p:nvPr/>
        </p:nvSpPr>
        <p:spPr>
          <a:xfrm>
            <a:off x="3754277" y="799399"/>
            <a:ext cx="0" cy="434943"/>
          </a:xfrm>
          <a:custGeom>
            <a:avLst/>
            <a:gdLst/>
            <a:ahLst/>
            <a:cxnLst/>
            <a:rect l="l" t="t" r="r" b="b"/>
            <a:pathLst>
              <a:path w="0" h="434943">
                <a:moveTo>
                  <a:pt x="0" y="43494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Freeform 716"/>
          <p:cNvSpPr/>
          <p:nvPr/>
        </p:nvSpPr>
        <p:spPr>
          <a:xfrm>
            <a:off x="3925489" y="491254"/>
            <a:ext cx="0" cy="507375"/>
          </a:xfrm>
          <a:custGeom>
            <a:avLst/>
            <a:gdLst/>
            <a:ahLst/>
            <a:cxnLst/>
            <a:rect l="l" t="t" r="r" b="b"/>
            <a:pathLst>
              <a:path w="0" h="507375">
                <a:moveTo>
                  <a:pt x="0" y="50737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Freeform 717"/>
          <p:cNvSpPr/>
          <p:nvPr/>
        </p:nvSpPr>
        <p:spPr>
          <a:xfrm>
            <a:off x="3546199" y="852838"/>
            <a:ext cx="0" cy="400098"/>
          </a:xfrm>
          <a:custGeom>
            <a:avLst/>
            <a:gdLst/>
            <a:ahLst/>
            <a:cxnLst/>
            <a:rect l="l" t="t" r="r" b="b"/>
            <a:pathLst>
              <a:path w="0" h="400098">
                <a:moveTo>
                  <a:pt x="0" y="40009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Freeform 718"/>
          <p:cNvSpPr/>
          <p:nvPr/>
        </p:nvSpPr>
        <p:spPr>
          <a:xfrm>
            <a:off x="3459708" y="988987"/>
            <a:ext cx="0" cy="408786"/>
          </a:xfrm>
          <a:custGeom>
            <a:avLst/>
            <a:gdLst/>
            <a:ahLst/>
            <a:cxnLst/>
            <a:rect l="l" t="t" r="r" b="b"/>
            <a:pathLst>
              <a:path w="0" h="408786">
                <a:moveTo>
                  <a:pt x="0" y="40878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Freeform 719"/>
          <p:cNvSpPr/>
          <p:nvPr/>
        </p:nvSpPr>
        <p:spPr>
          <a:xfrm>
            <a:off x="3392607" y="1111137"/>
            <a:ext cx="0" cy="409953"/>
          </a:xfrm>
          <a:custGeom>
            <a:avLst/>
            <a:gdLst/>
            <a:ahLst/>
            <a:cxnLst/>
            <a:rect l="l" t="t" r="r" b="b"/>
            <a:pathLst>
              <a:path w="0" h="409953">
                <a:moveTo>
                  <a:pt x="0" y="40995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Freeform 720"/>
          <p:cNvSpPr/>
          <p:nvPr/>
        </p:nvSpPr>
        <p:spPr>
          <a:xfrm>
            <a:off x="3796053" y="640176"/>
            <a:ext cx="0" cy="484805"/>
          </a:xfrm>
          <a:custGeom>
            <a:avLst/>
            <a:gdLst/>
            <a:ahLst/>
            <a:cxnLst/>
            <a:rect l="l" t="t" r="r" b="b"/>
            <a:pathLst>
              <a:path w="0" h="484805">
                <a:moveTo>
                  <a:pt x="0" y="48480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Freeform 721"/>
          <p:cNvSpPr/>
          <p:nvPr/>
        </p:nvSpPr>
        <p:spPr>
          <a:xfrm>
            <a:off x="3544814" y="848068"/>
            <a:ext cx="0" cy="607572"/>
          </a:xfrm>
          <a:custGeom>
            <a:avLst/>
            <a:gdLst/>
            <a:ahLst/>
            <a:cxnLst/>
            <a:rect l="l" t="t" r="r" b="b"/>
            <a:pathLst>
              <a:path w="0" h="607572">
                <a:moveTo>
                  <a:pt x="0" y="60757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Freeform 722"/>
          <p:cNvSpPr/>
          <p:nvPr/>
        </p:nvSpPr>
        <p:spPr>
          <a:xfrm>
            <a:off x="3240898" y="1114354"/>
            <a:ext cx="0" cy="404382"/>
          </a:xfrm>
          <a:custGeom>
            <a:avLst/>
            <a:gdLst/>
            <a:ahLst/>
            <a:cxnLst/>
            <a:rect l="l" t="t" r="r" b="b"/>
            <a:pathLst>
              <a:path w="0" h="404382">
                <a:moveTo>
                  <a:pt x="0" y="40438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Freeform 723"/>
          <p:cNvSpPr/>
          <p:nvPr/>
        </p:nvSpPr>
        <p:spPr>
          <a:xfrm>
            <a:off x="3849846" y="676523"/>
            <a:ext cx="0" cy="607875"/>
          </a:xfrm>
          <a:custGeom>
            <a:avLst/>
            <a:gdLst/>
            <a:ahLst/>
            <a:cxnLst/>
            <a:rect l="l" t="t" r="r" b="b"/>
            <a:pathLst>
              <a:path w="0" h="607875">
                <a:moveTo>
                  <a:pt x="0" y="60787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Freeform 724"/>
          <p:cNvSpPr/>
          <p:nvPr/>
        </p:nvSpPr>
        <p:spPr>
          <a:xfrm>
            <a:off x="3417438" y="994159"/>
            <a:ext cx="0" cy="393681"/>
          </a:xfrm>
          <a:custGeom>
            <a:avLst/>
            <a:gdLst/>
            <a:ahLst/>
            <a:cxnLst/>
            <a:rect l="l" t="t" r="r" b="b"/>
            <a:pathLst>
              <a:path w="0" h="393681">
                <a:moveTo>
                  <a:pt x="0" y="39368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Freeform 725"/>
          <p:cNvSpPr/>
          <p:nvPr/>
        </p:nvSpPr>
        <p:spPr>
          <a:xfrm>
            <a:off x="3942417" y="461537"/>
            <a:ext cx="0" cy="565304"/>
          </a:xfrm>
          <a:custGeom>
            <a:avLst/>
            <a:gdLst/>
            <a:ahLst/>
            <a:cxnLst/>
            <a:rect l="l" t="t" r="r" b="b"/>
            <a:pathLst>
              <a:path w="0" h="565304">
                <a:moveTo>
                  <a:pt x="0" y="56530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Freeform 726"/>
          <p:cNvSpPr/>
          <p:nvPr/>
        </p:nvSpPr>
        <p:spPr>
          <a:xfrm>
            <a:off x="3045364" y="1174014"/>
            <a:ext cx="0" cy="559518"/>
          </a:xfrm>
          <a:custGeom>
            <a:avLst/>
            <a:gdLst/>
            <a:ahLst/>
            <a:cxnLst/>
            <a:rect l="l" t="t" r="r" b="b"/>
            <a:pathLst>
              <a:path w="0" h="559518">
                <a:moveTo>
                  <a:pt x="0" y="55951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Freeform 727"/>
          <p:cNvSpPr/>
          <p:nvPr/>
        </p:nvSpPr>
        <p:spPr>
          <a:xfrm>
            <a:off x="3168762" y="1200724"/>
            <a:ext cx="0" cy="420902"/>
          </a:xfrm>
          <a:custGeom>
            <a:avLst/>
            <a:gdLst/>
            <a:ahLst/>
            <a:cxnLst/>
            <a:rect l="l" t="t" r="r" b="b"/>
            <a:pathLst>
              <a:path w="0" h="420902">
                <a:moveTo>
                  <a:pt x="0" y="42090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Freeform 728"/>
          <p:cNvSpPr/>
          <p:nvPr/>
        </p:nvSpPr>
        <p:spPr>
          <a:xfrm>
            <a:off x="3637011" y="743562"/>
            <a:ext cx="0" cy="427173"/>
          </a:xfrm>
          <a:custGeom>
            <a:avLst/>
            <a:gdLst/>
            <a:ahLst/>
            <a:cxnLst/>
            <a:rect l="l" t="t" r="r" b="b"/>
            <a:pathLst>
              <a:path w="0" h="427173">
                <a:moveTo>
                  <a:pt x="0" y="42717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Freeform 729"/>
          <p:cNvSpPr/>
          <p:nvPr/>
        </p:nvSpPr>
        <p:spPr>
          <a:xfrm>
            <a:off x="3558730" y="878463"/>
            <a:ext cx="0" cy="438780"/>
          </a:xfrm>
          <a:custGeom>
            <a:avLst/>
            <a:gdLst/>
            <a:ahLst/>
            <a:cxnLst/>
            <a:rect l="l" t="t" r="r" b="b"/>
            <a:pathLst>
              <a:path w="0" h="438780">
                <a:moveTo>
                  <a:pt x="0" y="43878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Freeform 730"/>
          <p:cNvSpPr/>
          <p:nvPr/>
        </p:nvSpPr>
        <p:spPr>
          <a:xfrm>
            <a:off x="3661335" y="657731"/>
            <a:ext cx="0" cy="507551"/>
          </a:xfrm>
          <a:custGeom>
            <a:avLst/>
            <a:gdLst/>
            <a:ahLst/>
            <a:cxnLst/>
            <a:rect l="l" t="t" r="r" b="b"/>
            <a:pathLst>
              <a:path w="0" h="507551">
                <a:moveTo>
                  <a:pt x="0" y="50755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Freeform 731"/>
          <p:cNvSpPr/>
          <p:nvPr/>
        </p:nvSpPr>
        <p:spPr>
          <a:xfrm>
            <a:off x="2973739" y="1062653"/>
            <a:ext cx="0" cy="1091085"/>
          </a:xfrm>
          <a:custGeom>
            <a:avLst/>
            <a:gdLst/>
            <a:ahLst/>
            <a:cxnLst/>
            <a:rect l="l" t="t" r="r" b="b"/>
            <a:pathLst>
              <a:path w="0" h="1091085">
                <a:moveTo>
                  <a:pt x="0" y="109108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Freeform 732"/>
          <p:cNvSpPr/>
          <p:nvPr/>
        </p:nvSpPr>
        <p:spPr>
          <a:xfrm>
            <a:off x="2977209" y="1280379"/>
            <a:ext cx="0" cy="518853"/>
          </a:xfrm>
          <a:custGeom>
            <a:avLst/>
            <a:gdLst/>
            <a:ahLst/>
            <a:cxnLst/>
            <a:rect l="l" t="t" r="r" b="b"/>
            <a:pathLst>
              <a:path w="0" h="518853">
                <a:moveTo>
                  <a:pt x="0" y="51885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Freeform 733"/>
          <p:cNvSpPr/>
          <p:nvPr/>
        </p:nvSpPr>
        <p:spPr>
          <a:xfrm>
            <a:off x="3930899" y="507027"/>
            <a:ext cx="0" cy="603424"/>
          </a:xfrm>
          <a:custGeom>
            <a:avLst/>
            <a:gdLst/>
            <a:ahLst/>
            <a:cxnLst/>
            <a:rect l="l" t="t" r="r" b="b"/>
            <a:pathLst>
              <a:path w="0" h="603424">
                <a:moveTo>
                  <a:pt x="0" y="60342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Freeform 734"/>
          <p:cNvSpPr/>
          <p:nvPr/>
        </p:nvSpPr>
        <p:spPr>
          <a:xfrm>
            <a:off x="3675411" y="789679"/>
            <a:ext cx="0" cy="429712"/>
          </a:xfrm>
          <a:custGeom>
            <a:avLst/>
            <a:gdLst/>
            <a:ahLst/>
            <a:cxnLst/>
            <a:rect l="l" t="t" r="r" b="b"/>
            <a:pathLst>
              <a:path w="0" h="429712">
                <a:moveTo>
                  <a:pt x="0" y="42971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Freeform 735"/>
          <p:cNvSpPr/>
          <p:nvPr/>
        </p:nvSpPr>
        <p:spPr>
          <a:xfrm>
            <a:off x="3506089" y="959809"/>
            <a:ext cx="0" cy="416001"/>
          </a:xfrm>
          <a:custGeom>
            <a:avLst/>
            <a:gdLst/>
            <a:ahLst/>
            <a:cxnLst/>
            <a:rect l="l" t="t" r="r" b="b"/>
            <a:pathLst>
              <a:path w="0" h="416001">
                <a:moveTo>
                  <a:pt x="0" y="41600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Freeform 736"/>
          <p:cNvSpPr/>
          <p:nvPr/>
        </p:nvSpPr>
        <p:spPr>
          <a:xfrm>
            <a:off x="3330661" y="1074315"/>
            <a:ext cx="0" cy="428724"/>
          </a:xfrm>
          <a:custGeom>
            <a:avLst/>
            <a:gdLst/>
            <a:ahLst/>
            <a:cxnLst/>
            <a:rect l="l" t="t" r="r" b="b"/>
            <a:pathLst>
              <a:path w="0" h="428724">
                <a:moveTo>
                  <a:pt x="0" y="42872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Freeform 737"/>
          <p:cNvSpPr/>
          <p:nvPr/>
        </p:nvSpPr>
        <p:spPr>
          <a:xfrm>
            <a:off x="3209583" y="1049656"/>
            <a:ext cx="0" cy="623975"/>
          </a:xfrm>
          <a:custGeom>
            <a:avLst/>
            <a:gdLst/>
            <a:ahLst/>
            <a:cxnLst/>
            <a:rect l="l" t="t" r="r" b="b"/>
            <a:pathLst>
              <a:path w="0" h="623975">
                <a:moveTo>
                  <a:pt x="0" y="62397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Freeform 738"/>
          <p:cNvSpPr/>
          <p:nvPr/>
        </p:nvSpPr>
        <p:spPr>
          <a:xfrm>
            <a:off x="3643442" y="816028"/>
            <a:ext cx="0" cy="472011"/>
          </a:xfrm>
          <a:custGeom>
            <a:avLst/>
            <a:gdLst/>
            <a:ahLst/>
            <a:cxnLst/>
            <a:rect l="l" t="t" r="r" b="b"/>
            <a:pathLst>
              <a:path w="0" h="472011">
                <a:moveTo>
                  <a:pt x="0" y="47201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Freeform 739"/>
          <p:cNvSpPr/>
          <p:nvPr/>
        </p:nvSpPr>
        <p:spPr>
          <a:xfrm>
            <a:off x="3452481" y="798239"/>
            <a:ext cx="0" cy="524837"/>
          </a:xfrm>
          <a:custGeom>
            <a:avLst/>
            <a:gdLst/>
            <a:ahLst/>
            <a:cxnLst/>
            <a:rect l="l" t="t" r="r" b="b"/>
            <a:pathLst>
              <a:path w="0" h="524837">
                <a:moveTo>
                  <a:pt x="0" y="52483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Freeform 740"/>
          <p:cNvSpPr/>
          <p:nvPr/>
        </p:nvSpPr>
        <p:spPr>
          <a:xfrm>
            <a:off x="3456689" y="954817"/>
            <a:ext cx="0" cy="433228"/>
          </a:xfrm>
          <a:custGeom>
            <a:avLst/>
            <a:gdLst/>
            <a:ahLst/>
            <a:cxnLst/>
            <a:rect l="l" t="t" r="r" b="b"/>
            <a:pathLst>
              <a:path w="0" h="433228">
                <a:moveTo>
                  <a:pt x="0" y="43322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Freeform 741"/>
          <p:cNvSpPr/>
          <p:nvPr/>
        </p:nvSpPr>
        <p:spPr>
          <a:xfrm>
            <a:off x="3306487" y="1025988"/>
            <a:ext cx="0" cy="487611"/>
          </a:xfrm>
          <a:custGeom>
            <a:avLst/>
            <a:gdLst/>
            <a:ahLst/>
            <a:cxnLst/>
            <a:rect l="l" t="t" r="r" b="b"/>
            <a:pathLst>
              <a:path w="0" h="487611">
                <a:moveTo>
                  <a:pt x="0" y="48761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Freeform 742"/>
          <p:cNvSpPr/>
          <p:nvPr/>
        </p:nvSpPr>
        <p:spPr>
          <a:xfrm>
            <a:off x="3747786" y="691283"/>
            <a:ext cx="0" cy="470726"/>
          </a:xfrm>
          <a:custGeom>
            <a:avLst/>
            <a:gdLst/>
            <a:ahLst/>
            <a:cxnLst/>
            <a:rect l="l" t="t" r="r" b="b"/>
            <a:pathLst>
              <a:path w="0" h="470726">
                <a:moveTo>
                  <a:pt x="0" y="47072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Freeform 743"/>
          <p:cNvSpPr/>
          <p:nvPr/>
        </p:nvSpPr>
        <p:spPr>
          <a:xfrm>
            <a:off x="3402588" y="991440"/>
            <a:ext cx="0" cy="403878"/>
          </a:xfrm>
          <a:custGeom>
            <a:avLst/>
            <a:gdLst/>
            <a:ahLst/>
            <a:cxnLst/>
            <a:rect l="l" t="t" r="r" b="b"/>
            <a:pathLst>
              <a:path w="0" h="403878">
                <a:moveTo>
                  <a:pt x="0" y="40387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Freeform 744"/>
          <p:cNvSpPr/>
          <p:nvPr/>
        </p:nvSpPr>
        <p:spPr>
          <a:xfrm>
            <a:off x="3290199" y="1066035"/>
            <a:ext cx="0" cy="511390"/>
          </a:xfrm>
          <a:custGeom>
            <a:avLst/>
            <a:gdLst/>
            <a:ahLst/>
            <a:cxnLst/>
            <a:rect l="l" t="t" r="r" b="b"/>
            <a:pathLst>
              <a:path w="0" h="511390">
                <a:moveTo>
                  <a:pt x="0" y="51139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Freeform 745"/>
          <p:cNvSpPr/>
          <p:nvPr/>
        </p:nvSpPr>
        <p:spPr>
          <a:xfrm>
            <a:off x="3429288" y="874269"/>
            <a:ext cx="0" cy="687278"/>
          </a:xfrm>
          <a:custGeom>
            <a:avLst/>
            <a:gdLst/>
            <a:ahLst/>
            <a:cxnLst/>
            <a:rect l="l" t="t" r="r" b="b"/>
            <a:pathLst>
              <a:path w="0" h="687278">
                <a:moveTo>
                  <a:pt x="0" y="68727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Freeform 746"/>
          <p:cNvSpPr/>
          <p:nvPr/>
        </p:nvSpPr>
        <p:spPr>
          <a:xfrm>
            <a:off x="3204677" y="1111735"/>
            <a:ext cx="0" cy="824062"/>
          </a:xfrm>
          <a:custGeom>
            <a:avLst/>
            <a:gdLst/>
            <a:ahLst/>
            <a:cxnLst/>
            <a:rect l="l" t="t" r="r" b="b"/>
            <a:pathLst>
              <a:path w="0" h="824062">
                <a:moveTo>
                  <a:pt x="0" y="82406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Freeform 747"/>
          <p:cNvSpPr/>
          <p:nvPr/>
        </p:nvSpPr>
        <p:spPr>
          <a:xfrm>
            <a:off x="3487049" y="1004323"/>
            <a:ext cx="0" cy="384069"/>
          </a:xfrm>
          <a:custGeom>
            <a:avLst/>
            <a:gdLst/>
            <a:ahLst/>
            <a:cxnLst/>
            <a:rect l="l" t="t" r="r" b="b"/>
            <a:pathLst>
              <a:path w="0" h="384069">
                <a:moveTo>
                  <a:pt x="0" y="38406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Freeform 748"/>
          <p:cNvSpPr/>
          <p:nvPr/>
        </p:nvSpPr>
        <p:spPr>
          <a:xfrm>
            <a:off x="3622935" y="698001"/>
            <a:ext cx="0" cy="467829"/>
          </a:xfrm>
          <a:custGeom>
            <a:avLst/>
            <a:gdLst/>
            <a:ahLst/>
            <a:cxnLst/>
            <a:rect l="l" t="t" r="r" b="b"/>
            <a:pathLst>
              <a:path w="0" h="467829">
                <a:moveTo>
                  <a:pt x="0" y="46782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Freeform 749"/>
          <p:cNvSpPr/>
          <p:nvPr/>
        </p:nvSpPr>
        <p:spPr>
          <a:xfrm>
            <a:off x="3427248" y="907019"/>
            <a:ext cx="0" cy="378735"/>
          </a:xfrm>
          <a:custGeom>
            <a:avLst/>
            <a:gdLst/>
            <a:ahLst/>
            <a:cxnLst/>
            <a:rect l="l" t="t" r="r" b="b"/>
            <a:pathLst>
              <a:path w="0" h="378735">
                <a:moveTo>
                  <a:pt x="0" y="37873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Freeform 750"/>
          <p:cNvSpPr/>
          <p:nvPr/>
        </p:nvSpPr>
        <p:spPr>
          <a:xfrm>
            <a:off x="3159227" y="1144842"/>
            <a:ext cx="0" cy="514991"/>
          </a:xfrm>
          <a:custGeom>
            <a:avLst/>
            <a:gdLst/>
            <a:ahLst/>
            <a:cxnLst/>
            <a:rect l="l" t="t" r="r" b="b"/>
            <a:pathLst>
              <a:path w="0" h="514991">
                <a:moveTo>
                  <a:pt x="0" y="51499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Freeform 751"/>
          <p:cNvSpPr/>
          <p:nvPr/>
        </p:nvSpPr>
        <p:spPr>
          <a:xfrm>
            <a:off x="3548315" y="993355"/>
            <a:ext cx="0" cy="391121"/>
          </a:xfrm>
          <a:custGeom>
            <a:avLst/>
            <a:gdLst/>
            <a:ahLst/>
            <a:cxnLst/>
            <a:rect l="l" t="t" r="r" b="b"/>
            <a:pathLst>
              <a:path w="0" h="391121">
                <a:moveTo>
                  <a:pt x="0" y="39112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Freeform 752"/>
          <p:cNvSpPr/>
          <p:nvPr/>
        </p:nvSpPr>
        <p:spPr>
          <a:xfrm>
            <a:off x="3505099" y="868631"/>
            <a:ext cx="0" cy="430883"/>
          </a:xfrm>
          <a:custGeom>
            <a:avLst/>
            <a:gdLst/>
            <a:ahLst/>
            <a:cxnLst/>
            <a:rect l="l" t="t" r="r" b="b"/>
            <a:pathLst>
              <a:path w="0" h="430883">
                <a:moveTo>
                  <a:pt x="0" y="43088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3649284" y="721832"/>
            <a:ext cx="0" cy="696819"/>
          </a:xfrm>
          <a:custGeom>
            <a:avLst/>
            <a:gdLst/>
            <a:ahLst/>
            <a:cxnLst/>
            <a:rect l="l" t="t" r="r" b="b"/>
            <a:pathLst>
              <a:path w="0" h="696819">
                <a:moveTo>
                  <a:pt x="0" y="69681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Freeform 754"/>
          <p:cNvSpPr/>
          <p:nvPr/>
        </p:nvSpPr>
        <p:spPr>
          <a:xfrm>
            <a:off x="3866319" y="494894"/>
            <a:ext cx="0" cy="564713"/>
          </a:xfrm>
          <a:custGeom>
            <a:avLst/>
            <a:gdLst/>
            <a:ahLst/>
            <a:cxnLst/>
            <a:rect l="l" t="t" r="r" b="b"/>
            <a:pathLst>
              <a:path w="0" h="564713">
                <a:moveTo>
                  <a:pt x="0" y="56471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Freeform 755"/>
          <p:cNvSpPr/>
          <p:nvPr/>
        </p:nvSpPr>
        <p:spPr>
          <a:xfrm>
            <a:off x="3334297" y="1041718"/>
            <a:ext cx="0" cy="461061"/>
          </a:xfrm>
          <a:custGeom>
            <a:avLst/>
            <a:gdLst/>
            <a:ahLst/>
            <a:cxnLst/>
            <a:rect l="l" t="t" r="r" b="b"/>
            <a:pathLst>
              <a:path w="0" h="461061">
                <a:moveTo>
                  <a:pt x="0" y="46106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Freeform 756"/>
          <p:cNvSpPr/>
          <p:nvPr/>
        </p:nvSpPr>
        <p:spPr>
          <a:xfrm>
            <a:off x="3383751" y="1057460"/>
            <a:ext cx="0" cy="487441"/>
          </a:xfrm>
          <a:custGeom>
            <a:avLst/>
            <a:gdLst/>
            <a:ahLst/>
            <a:cxnLst/>
            <a:rect l="l" t="t" r="r" b="b"/>
            <a:pathLst>
              <a:path w="0" h="487441">
                <a:moveTo>
                  <a:pt x="0" y="48744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Freeform 757"/>
          <p:cNvSpPr/>
          <p:nvPr/>
        </p:nvSpPr>
        <p:spPr>
          <a:xfrm>
            <a:off x="3324865" y="1056733"/>
            <a:ext cx="0" cy="503740"/>
          </a:xfrm>
          <a:custGeom>
            <a:avLst/>
            <a:gdLst/>
            <a:ahLst/>
            <a:cxnLst/>
            <a:rect l="l" t="t" r="r" b="b"/>
            <a:pathLst>
              <a:path w="0" h="503740">
                <a:moveTo>
                  <a:pt x="0" y="50374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Freeform 758"/>
          <p:cNvSpPr/>
          <p:nvPr/>
        </p:nvSpPr>
        <p:spPr>
          <a:xfrm>
            <a:off x="3246124" y="1037585"/>
            <a:ext cx="0" cy="417645"/>
          </a:xfrm>
          <a:custGeom>
            <a:avLst/>
            <a:gdLst/>
            <a:ahLst/>
            <a:cxnLst/>
            <a:rect l="l" t="t" r="r" b="b"/>
            <a:pathLst>
              <a:path w="0" h="417645">
                <a:moveTo>
                  <a:pt x="0" y="41764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Freeform 759"/>
          <p:cNvSpPr/>
          <p:nvPr/>
        </p:nvSpPr>
        <p:spPr>
          <a:xfrm>
            <a:off x="3024561" y="1281890"/>
            <a:ext cx="0" cy="599556"/>
          </a:xfrm>
          <a:custGeom>
            <a:avLst/>
            <a:gdLst/>
            <a:ahLst/>
            <a:cxnLst/>
            <a:rect l="l" t="t" r="r" b="b"/>
            <a:pathLst>
              <a:path w="0" h="599556">
                <a:moveTo>
                  <a:pt x="0" y="59955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Freeform 760"/>
          <p:cNvSpPr/>
          <p:nvPr/>
        </p:nvSpPr>
        <p:spPr>
          <a:xfrm>
            <a:off x="2951964" y="1321189"/>
            <a:ext cx="0" cy="643835"/>
          </a:xfrm>
          <a:custGeom>
            <a:avLst/>
            <a:gdLst/>
            <a:ahLst/>
            <a:cxnLst/>
            <a:rect l="l" t="t" r="r" b="b"/>
            <a:pathLst>
              <a:path w="0" h="643835">
                <a:moveTo>
                  <a:pt x="0" y="64383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Freeform 761"/>
          <p:cNvSpPr/>
          <p:nvPr/>
        </p:nvSpPr>
        <p:spPr>
          <a:xfrm>
            <a:off x="3602369" y="755342"/>
            <a:ext cx="0" cy="487832"/>
          </a:xfrm>
          <a:custGeom>
            <a:avLst/>
            <a:gdLst/>
            <a:ahLst/>
            <a:cxnLst/>
            <a:rect l="l" t="t" r="r" b="b"/>
            <a:pathLst>
              <a:path w="0" h="487832">
                <a:moveTo>
                  <a:pt x="0" y="48783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Freeform 762"/>
          <p:cNvSpPr/>
          <p:nvPr/>
        </p:nvSpPr>
        <p:spPr>
          <a:xfrm>
            <a:off x="3773485" y="605200"/>
            <a:ext cx="0" cy="677447"/>
          </a:xfrm>
          <a:custGeom>
            <a:avLst/>
            <a:gdLst/>
            <a:ahLst/>
            <a:cxnLst/>
            <a:rect l="l" t="t" r="r" b="b"/>
            <a:pathLst>
              <a:path w="0" h="677447">
                <a:moveTo>
                  <a:pt x="0" y="67744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Freeform 763"/>
          <p:cNvSpPr/>
          <p:nvPr/>
        </p:nvSpPr>
        <p:spPr>
          <a:xfrm>
            <a:off x="2934105" y="1344362"/>
            <a:ext cx="0" cy="630239"/>
          </a:xfrm>
          <a:custGeom>
            <a:avLst/>
            <a:gdLst/>
            <a:ahLst/>
            <a:cxnLst/>
            <a:rect l="l" t="t" r="r" b="b"/>
            <a:pathLst>
              <a:path w="0" h="630239">
                <a:moveTo>
                  <a:pt x="0" y="63023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Freeform 764"/>
          <p:cNvSpPr/>
          <p:nvPr/>
        </p:nvSpPr>
        <p:spPr>
          <a:xfrm>
            <a:off x="2669391" y="326339"/>
            <a:ext cx="0" cy="1665757"/>
          </a:xfrm>
          <a:custGeom>
            <a:avLst/>
            <a:gdLst/>
            <a:ahLst/>
            <a:cxnLst/>
            <a:rect l="l" t="t" r="r" b="b"/>
            <a:pathLst>
              <a:path w="0" h="1665757">
                <a:moveTo>
                  <a:pt x="0" y="1665757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Freeform 765"/>
          <p:cNvSpPr/>
          <p:nvPr/>
        </p:nvSpPr>
        <p:spPr>
          <a:xfrm>
            <a:off x="2669391" y="1992096"/>
            <a:ext cx="1665757" cy="0"/>
          </a:xfrm>
          <a:custGeom>
            <a:avLst/>
            <a:gdLst/>
            <a:ahLst/>
            <a:cxnLst/>
            <a:rect l="l" t="t" r="r" b="b"/>
            <a:pathLst>
              <a:path w="1665757" h="0">
                <a:moveTo>
                  <a:pt x="0" y="0"/>
                </a:moveTo>
                <a:lnTo>
                  <a:pt x="1665757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Freeform 766"/>
          <p:cNvSpPr/>
          <p:nvPr/>
        </p:nvSpPr>
        <p:spPr>
          <a:xfrm>
            <a:off x="2936848" y="151449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Freeform 767"/>
          <p:cNvSpPr/>
          <p:nvPr/>
        </p:nvSpPr>
        <p:spPr>
          <a:xfrm>
            <a:off x="3438145" y="105484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Freeform 768"/>
          <p:cNvSpPr/>
          <p:nvPr/>
        </p:nvSpPr>
        <p:spPr>
          <a:xfrm>
            <a:off x="3387084" y="128012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Freeform 769"/>
          <p:cNvSpPr/>
          <p:nvPr/>
        </p:nvSpPr>
        <p:spPr>
          <a:xfrm>
            <a:off x="3723583" y="86751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Freeform 770"/>
          <p:cNvSpPr/>
          <p:nvPr/>
        </p:nvSpPr>
        <p:spPr>
          <a:xfrm>
            <a:off x="3018911" y="150292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Freeform 771"/>
          <p:cNvSpPr/>
          <p:nvPr/>
        </p:nvSpPr>
        <p:spPr>
          <a:xfrm>
            <a:off x="3620038" y="102045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Freeform 772"/>
          <p:cNvSpPr/>
          <p:nvPr/>
        </p:nvSpPr>
        <p:spPr>
          <a:xfrm>
            <a:off x="3077839" y="161726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Freeform 773"/>
          <p:cNvSpPr/>
          <p:nvPr/>
        </p:nvSpPr>
        <p:spPr>
          <a:xfrm>
            <a:off x="2768410" y="165648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Freeform 774"/>
          <p:cNvSpPr/>
          <p:nvPr/>
        </p:nvSpPr>
        <p:spPr>
          <a:xfrm>
            <a:off x="3764117" y="88860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Freeform 775"/>
          <p:cNvSpPr/>
          <p:nvPr/>
        </p:nvSpPr>
        <p:spPr>
          <a:xfrm>
            <a:off x="3804303" y="67543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Freeform 776"/>
          <p:cNvSpPr/>
          <p:nvPr/>
        </p:nvSpPr>
        <p:spPr>
          <a:xfrm>
            <a:off x="3347325" y="116741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Freeform 777"/>
          <p:cNvSpPr/>
          <p:nvPr/>
        </p:nvSpPr>
        <p:spPr>
          <a:xfrm>
            <a:off x="4063449" y="58468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Freeform 778"/>
          <p:cNvSpPr/>
          <p:nvPr/>
        </p:nvSpPr>
        <p:spPr>
          <a:xfrm>
            <a:off x="3363721" y="115172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Freeform 779"/>
          <p:cNvSpPr/>
          <p:nvPr/>
        </p:nvSpPr>
        <p:spPr>
          <a:xfrm>
            <a:off x="3528316" y="95144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Freeform 780"/>
          <p:cNvSpPr/>
          <p:nvPr/>
        </p:nvSpPr>
        <p:spPr>
          <a:xfrm>
            <a:off x="3515532" y="104222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Freeform 781"/>
          <p:cNvSpPr/>
          <p:nvPr/>
        </p:nvSpPr>
        <p:spPr>
          <a:xfrm>
            <a:off x="3521471" y="115283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Freeform 782"/>
          <p:cNvSpPr/>
          <p:nvPr/>
        </p:nvSpPr>
        <p:spPr>
          <a:xfrm>
            <a:off x="3584347" y="95134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Freeform 783"/>
          <p:cNvSpPr/>
          <p:nvPr/>
        </p:nvSpPr>
        <p:spPr>
          <a:xfrm>
            <a:off x="3402596" y="124109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Freeform 784"/>
          <p:cNvSpPr/>
          <p:nvPr/>
        </p:nvSpPr>
        <p:spPr>
          <a:xfrm>
            <a:off x="3461533" y="128054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Freeform 785"/>
          <p:cNvSpPr/>
          <p:nvPr/>
        </p:nvSpPr>
        <p:spPr>
          <a:xfrm>
            <a:off x="3527511" y="115636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Freeform 786"/>
          <p:cNvSpPr/>
          <p:nvPr/>
        </p:nvSpPr>
        <p:spPr>
          <a:xfrm>
            <a:off x="3842565" y="79676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Freeform 787"/>
          <p:cNvSpPr/>
          <p:nvPr/>
        </p:nvSpPr>
        <p:spPr>
          <a:xfrm>
            <a:off x="3396615" y="116774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Freeform 788"/>
          <p:cNvSpPr/>
          <p:nvPr/>
        </p:nvSpPr>
        <p:spPr>
          <a:xfrm>
            <a:off x="3386507" y="127718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Freeform 789"/>
          <p:cNvSpPr/>
          <p:nvPr/>
        </p:nvSpPr>
        <p:spPr>
          <a:xfrm>
            <a:off x="3199041" y="146361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Freeform 790"/>
          <p:cNvSpPr/>
          <p:nvPr/>
        </p:nvSpPr>
        <p:spPr>
          <a:xfrm>
            <a:off x="3581754" y="105935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Freeform 791"/>
          <p:cNvSpPr/>
          <p:nvPr/>
        </p:nvSpPr>
        <p:spPr>
          <a:xfrm>
            <a:off x="3384618" y="133422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Freeform 792"/>
          <p:cNvSpPr/>
          <p:nvPr/>
        </p:nvSpPr>
        <p:spPr>
          <a:xfrm>
            <a:off x="3340449" y="126907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Freeform 793"/>
          <p:cNvSpPr/>
          <p:nvPr/>
        </p:nvSpPr>
        <p:spPr>
          <a:xfrm>
            <a:off x="3459510" y="125923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Freeform 794"/>
          <p:cNvSpPr/>
          <p:nvPr/>
        </p:nvSpPr>
        <p:spPr>
          <a:xfrm>
            <a:off x="3784707" y="74303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Freeform 795"/>
          <p:cNvSpPr/>
          <p:nvPr/>
        </p:nvSpPr>
        <p:spPr>
          <a:xfrm>
            <a:off x="3657088" y="109803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Freeform 796"/>
          <p:cNvSpPr/>
          <p:nvPr/>
        </p:nvSpPr>
        <p:spPr>
          <a:xfrm>
            <a:off x="3409149" y="114570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Freeform 797"/>
          <p:cNvSpPr/>
          <p:nvPr/>
        </p:nvSpPr>
        <p:spPr>
          <a:xfrm>
            <a:off x="3846030" y="101190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Freeform 798"/>
          <p:cNvSpPr/>
          <p:nvPr/>
        </p:nvSpPr>
        <p:spPr>
          <a:xfrm>
            <a:off x="3406004" y="115862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Freeform 799"/>
          <p:cNvSpPr/>
          <p:nvPr/>
        </p:nvSpPr>
        <p:spPr>
          <a:xfrm>
            <a:off x="3406933" y="114644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Freeform 800"/>
          <p:cNvSpPr/>
          <p:nvPr/>
        </p:nvSpPr>
        <p:spPr>
          <a:xfrm>
            <a:off x="3072480" y="135965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Freeform 801"/>
          <p:cNvSpPr/>
          <p:nvPr/>
        </p:nvSpPr>
        <p:spPr>
          <a:xfrm>
            <a:off x="3530240" y="107109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Freeform 802"/>
          <p:cNvSpPr/>
          <p:nvPr/>
        </p:nvSpPr>
        <p:spPr>
          <a:xfrm>
            <a:off x="3453050" y="113803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Freeform 803"/>
          <p:cNvSpPr/>
          <p:nvPr/>
        </p:nvSpPr>
        <p:spPr>
          <a:xfrm>
            <a:off x="3197018" y="135923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Freeform 804"/>
          <p:cNvSpPr/>
          <p:nvPr/>
        </p:nvSpPr>
        <p:spPr>
          <a:xfrm>
            <a:off x="3468814" y="100510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Freeform 805"/>
          <p:cNvSpPr/>
          <p:nvPr/>
        </p:nvSpPr>
        <p:spPr>
          <a:xfrm>
            <a:off x="3421592" y="133791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Freeform 806"/>
          <p:cNvSpPr/>
          <p:nvPr/>
        </p:nvSpPr>
        <p:spPr>
          <a:xfrm>
            <a:off x="3345555" y="114366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Freeform 807"/>
          <p:cNvSpPr/>
          <p:nvPr/>
        </p:nvSpPr>
        <p:spPr>
          <a:xfrm>
            <a:off x="3486867" y="110464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Freeform 808"/>
          <p:cNvSpPr/>
          <p:nvPr/>
        </p:nvSpPr>
        <p:spPr>
          <a:xfrm>
            <a:off x="3482820" y="139746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Freeform 809"/>
          <p:cNvSpPr/>
          <p:nvPr/>
        </p:nvSpPr>
        <p:spPr>
          <a:xfrm>
            <a:off x="3652818" y="93551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Freeform 810"/>
          <p:cNvSpPr/>
          <p:nvPr/>
        </p:nvSpPr>
        <p:spPr>
          <a:xfrm>
            <a:off x="3209943" y="151829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Freeform 811"/>
          <p:cNvSpPr/>
          <p:nvPr/>
        </p:nvSpPr>
        <p:spPr>
          <a:xfrm>
            <a:off x="3548166" y="110060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Freeform 812"/>
          <p:cNvSpPr/>
          <p:nvPr/>
        </p:nvSpPr>
        <p:spPr>
          <a:xfrm>
            <a:off x="3578149" y="97145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Freeform 813"/>
          <p:cNvSpPr/>
          <p:nvPr/>
        </p:nvSpPr>
        <p:spPr>
          <a:xfrm>
            <a:off x="3599724" y="90890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Freeform 814"/>
          <p:cNvSpPr/>
          <p:nvPr/>
        </p:nvSpPr>
        <p:spPr>
          <a:xfrm>
            <a:off x="3404879" y="123637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Freeform 815"/>
          <p:cNvSpPr/>
          <p:nvPr/>
        </p:nvSpPr>
        <p:spPr>
          <a:xfrm>
            <a:off x="3990567" y="55203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Freeform 816"/>
          <p:cNvSpPr/>
          <p:nvPr/>
        </p:nvSpPr>
        <p:spPr>
          <a:xfrm>
            <a:off x="3509203" y="109086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Freeform 817"/>
          <p:cNvSpPr/>
          <p:nvPr/>
        </p:nvSpPr>
        <p:spPr>
          <a:xfrm>
            <a:off x="3263090" y="136155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Freeform 818"/>
          <p:cNvSpPr/>
          <p:nvPr/>
        </p:nvSpPr>
        <p:spPr>
          <a:xfrm>
            <a:off x="3126994" y="131177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Freeform 819"/>
          <p:cNvSpPr/>
          <p:nvPr/>
        </p:nvSpPr>
        <p:spPr>
          <a:xfrm>
            <a:off x="3286012" y="122581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Freeform 820"/>
          <p:cNvSpPr/>
          <p:nvPr/>
        </p:nvSpPr>
        <p:spPr>
          <a:xfrm>
            <a:off x="3357131" y="122867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Freeform 821"/>
          <p:cNvSpPr/>
          <p:nvPr/>
        </p:nvSpPr>
        <p:spPr>
          <a:xfrm>
            <a:off x="3451835" y="120772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Freeform 822"/>
          <p:cNvSpPr/>
          <p:nvPr/>
        </p:nvSpPr>
        <p:spPr>
          <a:xfrm>
            <a:off x="3302421" y="108940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Freeform 823"/>
          <p:cNvSpPr/>
          <p:nvPr/>
        </p:nvSpPr>
        <p:spPr>
          <a:xfrm>
            <a:off x="3259045" y="130134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Freeform 824"/>
          <p:cNvSpPr/>
          <p:nvPr/>
        </p:nvSpPr>
        <p:spPr>
          <a:xfrm>
            <a:off x="3643540" y="102295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Freeform 825"/>
          <p:cNvSpPr/>
          <p:nvPr/>
        </p:nvSpPr>
        <p:spPr>
          <a:xfrm>
            <a:off x="3460118" y="122370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Freeform 826"/>
          <p:cNvSpPr/>
          <p:nvPr/>
        </p:nvSpPr>
        <p:spPr>
          <a:xfrm>
            <a:off x="3651949" y="94086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Freeform 827"/>
          <p:cNvSpPr/>
          <p:nvPr/>
        </p:nvSpPr>
        <p:spPr>
          <a:xfrm>
            <a:off x="3757457" y="93470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Freeform 828"/>
          <p:cNvSpPr/>
          <p:nvPr/>
        </p:nvSpPr>
        <p:spPr>
          <a:xfrm>
            <a:off x="3387207" y="132548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Freeform 829"/>
          <p:cNvSpPr/>
          <p:nvPr/>
        </p:nvSpPr>
        <p:spPr>
          <a:xfrm>
            <a:off x="3366831" y="133386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Freeform 830"/>
          <p:cNvSpPr/>
          <p:nvPr/>
        </p:nvSpPr>
        <p:spPr>
          <a:xfrm>
            <a:off x="3469496" y="114151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Freeform 831"/>
          <p:cNvSpPr/>
          <p:nvPr/>
        </p:nvSpPr>
        <p:spPr>
          <a:xfrm>
            <a:off x="3905664" y="74991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Freeform 832"/>
          <p:cNvSpPr/>
          <p:nvPr/>
        </p:nvSpPr>
        <p:spPr>
          <a:xfrm>
            <a:off x="3507422" y="114565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Freeform 833"/>
          <p:cNvSpPr/>
          <p:nvPr/>
        </p:nvSpPr>
        <p:spPr>
          <a:xfrm>
            <a:off x="3843955" y="91579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Freeform 834"/>
          <p:cNvSpPr/>
          <p:nvPr/>
        </p:nvSpPr>
        <p:spPr>
          <a:xfrm>
            <a:off x="3237008" y="136277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Freeform 835"/>
          <p:cNvSpPr/>
          <p:nvPr/>
        </p:nvSpPr>
        <p:spPr>
          <a:xfrm>
            <a:off x="3217274" y="129354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Freeform 836"/>
          <p:cNvSpPr/>
          <p:nvPr/>
        </p:nvSpPr>
        <p:spPr>
          <a:xfrm>
            <a:off x="3133838" y="132866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Freeform 837"/>
          <p:cNvSpPr/>
          <p:nvPr/>
        </p:nvSpPr>
        <p:spPr>
          <a:xfrm>
            <a:off x="3193548" y="148166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Freeform 838"/>
          <p:cNvSpPr/>
          <p:nvPr/>
        </p:nvSpPr>
        <p:spPr>
          <a:xfrm>
            <a:off x="3453363" y="135667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Freeform 839"/>
          <p:cNvSpPr/>
          <p:nvPr/>
        </p:nvSpPr>
        <p:spPr>
          <a:xfrm>
            <a:off x="3359178" y="136327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Freeform 840"/>
          <p:cNvSpPr/>
          <p:nvPr/>
        </p:nvSpPr>
        <p:spPr>
          <a:xfrm>
            <a:off x="3588807" y="97575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Freeform 841"/>
          <p:cNvSpPr/>
          <p:nvPr/>
        </p:nvSpPr>
        <p:spPr>
          <a:xfrm>
            <a:off x="3646031" y="100477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Freeform 842"/>
          <p:cNvSpPr/>
          <p:nvPr/>
        </p:nvSpPr>
        <p:spPr>
          <a:xfrm>
            <a:off x="3228486" y="138159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Freeform 843"/>
          <p:cNvSpPr/>
          <p:nvPr/>
        </p:nvSpPr>
        <p:spPr>
          <a:xfrm>
            <a:off x="3750741" y="95319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Freeform 844"/>
          <p:cNvSpPr/>
          <p:nvPr/>
        </p:nvSpPr>
        <p:spPr>
          <a:xfrm>
            <a:off x="3612671" y="106328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Freeform 845"/>
          <p:cNvSpPr/>
          <p:nvPr/>
        </p:nvSpPr>
        <p:spPr>
          <a:xfrm>
            <a:off x="3183600" y="138413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Freeform 846"/>
          <p:cNvSpPr/>
          <p:nvPr/>
        </p:nvSpPr>
        <p:spPr>
          <a:xfrm>
            <a:off x="3144794" y="138931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Freeform 847"/>
          <p:cNvSpPr/>
          <p:nvPr/>
        </p:nvSpPr>
        <p:spPr>
          <a:xfrm>
            <a:off x="3401974" y="105417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Freeform 848"/>
          <p:cNvSpPr/>
          <p:nvPr/>
        </p:nvSpPr>
        <p:spPr>
          <a:xfrm>
            <a:off x="3236473" y="127378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Freeform 849"/>
          <p:cNvSpPr/>
          <p:nvPr/>
        </p:nvSpPr>
        <p:spPr>
          <a:xfrm>
            <a:off x="3936778" y="82805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Freeform 850"/>
          <p:cNvSpPr/>
          <p:nvPr/>
        </p:nvSpPr>
        <p:spPr>
          <a:xfrm>
            <a:off x="3390492" y="124670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Freeform 851"/>
          <p:cNvSpPr/>
          <p:nvPr/>
        </p:nvSpPr>
        <p:spPr>
          <a:xfrm>
            <a:off x="3340284" y="117226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Freeform 852"/>
          <p:cNvSpPr/>
          <p:nvPr/>
        </p:nvSpPr>
        <p:spPr>
          <a:xfrm>
            <a:off x="3770945" y="85374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Freeform 853"/>
          <p:cNvSpPr/>
          <p:nvPr/>
        </p:nvSpPr>
        <p:spPr>
          <a:xfrm>
            <a:off x="3122118" y="157370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Freeform 854"/>
          <p:cNvSpPr/>
          <p:nvPr/>
        </p:nvSpPr>
        <p:spPr>
          <a:xfrm>
            <a:off x="3745230" y="90104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Freeform 855"/>
          <p:cNvSpPr/>
          <p:nvPr/>
        </p:nvSpPr>
        <p:spPr>
          <a:xfrm>
            <a:off x="3200254" y="136817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Freeform 856"/>
          <p:cNvSpPr/>
          <p:nvPr/>
        </p:nvSpPr>
        <p:spPr>
          <a:xfrm>
            <a:off x="3269189" y="131794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Freeform 857"/>
          <p:cNvSpPr/>
          <p:nvPr/>
        </p:nvSpPr>
        <p:spPr>
          <a:xfrm>
            <a:off x="3208158" y="141378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Freeform 858"/>
          <p:cNvSpPr/>
          <p:nvPr/>
        </p:nvSpPr>
        <p:spPr>
          <a:xfrm>
            <a:off x="3722769" y="92858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Freeform 859"/>
          <p:cNvSpPr/>
          <p:nvPr/>
        </p:nvSpPr>
        <p:spPr>
          <a:xfrm>
            <a:off x="3430268" y="113024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Freeform 860"/>
          <p:cNvSpPr/>
          <p:nvPr/>
        </p:nvSpPr>
        <p:spPr>
          <a:xfrm>
            <a:off x="3388359" y="113024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Freeform 861"/>
          <p:cNvSpPr/>
          <p:nvPr/>
        </p:nvSpPr>
        <p:spPr>
          <a:xfrm>
            <a:off x="3599432" y="99007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Freeform 862"/>
          <p:cNvSpPr/>
          <p:nvPr/>
        </p:nvSpPr>
        <p:spPr>
          <a:xfrm>
            <a:off x="3178007" y="128217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Freeform 863"/>
          <p:cNvSpPr/>
          <p:nvPr/>
        </p:nvSpPr>
        <p:spPr>
          <a:xfrm>
            <a:off x="3369463" y="110431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Freeform 864"/>
          <p:cNvSpPr/>
          <p:nvPr/>
        </p:nvSpPr>
        <p:spPr>
          <a:xfrm>
            <a:off x="3648184" y="108747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Freeform 865"/>
          <p:cNvSpPr/>
          <p:nvPr/>
        </p:nvSpPr>
        <p:spPr>
          <a:xfrm>
            <a:off x="3610126" y="97620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Freeform 866"/>
          <p:cNvSpPr/>
          <p:nvPr/>
        </p:nvSpPr>
        <p:spPr>
          <a:xfrm>
            <a:off x="3374891" y="128123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Freeform 867"/>
          <p:cNvSpPr/>
          <p:nvPr/>
        </p:nvSpPr>
        <p:spPr>
          <a:xfrm>
            <a:off x="3522053" y="109699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Freeform 868"/>
          <p:cNvSpPr/>
          <p:nvPr/>
        </p:nvSpPr>
        <p:spPr>
          <a:xfrm>
            <a:off x="3526733" y="100422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Freeform 869"/>
          <p:cNvSpPr/>
          <p:nvPr/>
        </p:nvSpPr>
        <p:spPr>
          <a:xfrm>
            <a:off x="3429582" y="126592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Freeform 870"/>
          <p:cNvSpPr/>
          <p:nvPr/>
        </p:nvSpPr>
        <p:spPr>
          <a:xfrm>
            <a:off x="3347974" y="123242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Freeform 871"/>
          <p:cNvSpPr/>
          <p:nvPr/>
        </p:nvSpPr>
        <p:spPr>
          <a:xfrm>
            <a:off x="3792084" y="77928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Freeform 872"/>
          <p:cNvSpPr/>
          <p:nvPr/>
        </p:nvSpPr>
        <p:spPr>
          <a:xfrm>
            <a:off x="3410367" y="127007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Freeform 873"/>
          <p:cNvSpPr/>
          <p:nvPr/>
        </p:nvSpPr>
        <p:spPr>
          <a:xfrm>
            <a:off x="3876631" y="77781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Freeform 874"/>
          <p:cNvSpPr/>
          <p:nvPr/>
        </p:nvSpPr>
        <p:spPr>
          <a:xfrm>
            <a:off x="3640568" y="91249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Freeform 875"/>
          <p:cNvSpPr/>
          <p:nvPr/>
        </p:nvSpPr>
        <p:spPr>
          <a:xfrm>
            <a:off x="3616588" y="115736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Freeform 876"/>
          <p:cNvSpPr/>
          <p:nvPr/>
        </p:nvSpPr>
        <p:spPr>
          <a:xfrm>
            <a:off x="3090289" y="134374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Freeform 877"/>
          <p:cNvSpPr/>
          <p:nvPr/>
        </p:nvSpPr>
        <p:spPr>
          <a:xfrm>
            <a:off x="3392481" y="106229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Freeform 878"/>
          <p:cNvSpPr/>
          <p:nvPr/>
        </p:nvSpPr>
        <p:spPr>
          <a:xfrm>
            <a:off x="3319684" y="125155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Freeform 879"/>
          <p:cNvSpPr/>
          <p:nvPr/>
        </p:nvSpPr>
        <p:spPr>
          <a:xfrm>
            <a:off x="3911211" y="66310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Freeform 880"/>
          <p:cNvSpPr/>
          <p:nvPr/>
        </p:nvSpPr>
        <p:spPr>
          <a:xfrm>
            <a:off x="3546632" y="123851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Freeform 881"/>
          <p:cNvSpPr/>
          <p:nvPr/>
        </p:nvSpPr>
        <p:spPr>
          <a:xfrm>
            <a:off x="3998138" y="64806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Freeform 882"/>
          <p:cNvSpPr/>
          <p:nvPr/>
        </p:nvSpPr>
        <p:spPr>
          <a:xfrm>
            <a:off x="3649308" y="112229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Freeform 883"/>
          <p:cNvSpPr/>
          <p:nvPr/>
        </p:nvSpPr>
        <p:spPr>
          <a:xfrm>
            <a:off x="3244729" y="132020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Freeform 884"/>
          <p:cNvSpPr/>
          <p:nvPr/>
        </p:nvSpPr>
        <p:spPr>
          <a:xfrm>
            <a:off x="3141970" y="132973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Freeform 885"/>
          <p:cNvSpPr/>
          <p:nvPr/>
        </p:nvSpPr>
        <p:spPr>
          <a:xfrm>
            <a:off x="3532767" y="120093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Freeform 886"/>
          <p:cNvSpPr/>
          <p:nvPr/>
        </p:nvSpPr>
        <p:spPr>
          <a:xfrm>
            <a:off x="3339997" y="125240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Freeform 887"/>
          <p:cNvSpPr/>
          <p:nvPr/>
        </p:nvSpPr>
        <p:spPr>
          <a:xfrm>
            <a:off x="3257601" y="127202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Freeform 888"/>
          <p:cNvSpPr/>
          <p:nvPr/>
        </p:nvSpPr>
        <p:spPr>
          <a:xfrm>
            <a:off x="3201377" y="148155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Freeform 889"/>
          <p:cNvSpPr/>
          <p:nvPr/>
        </p:nvSpPr>
        <p:spPr>
          <a:xfrm>
            <a:off x="3547024" y="119751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Freeform 890"/>
          <p:cNvSpPr/>
          <p:nvPr/>
        </p:nvSpPr>
        <p:spPr>
          <a:xfrm>
            <a:off x="3502786" y="111058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Freeform 891"/>
          <p:cNvSpPr/>
          <p:nvPr/>
        </p:nvSpPr>
        <p:spPr>
          <a:xfrm>
            <a:off x="3010781" y="156462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Freeform 892"/>
          <p:cNvSpPr/>
          <p:nvPr/>
        </p:nvSpPr>
        <p:spPr>
          <a:xfrm>
            <a:off x="2883998" y="173367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Freeform 893"/>
          <p:cNvSpPr/>
          <p:nvPr/>
        </p:nvSpPr>
        <p:spPr>
          <a:xfrm>
            <a:off x="2940309" y="172675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Freeform 894"/>
          <p:cNvSpPr/>
          <p:nvPr/>
        </p:nvSpPr>
        <p:spPr>
          <a:xfrm>
            <a:off x="3517048" y="119762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Freeform 895"/>
          <p:cNvSpPr/>
          <p:nvPr/>
        </p:nvSpPr>
        <p:spPr>
          <a:xfrm>
            <a:off x="3687311" y="102121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Freeform 896"/>
          <p:cNvSpPr/>
          <p:nvPr/>
        </p:nvSpPr>
        <p:spPr>
          <a:xfrm>
            <a:off x="3765762" y="85427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Freeform 897"/>
          <p:cNvSpPr/>
          <p:nvPr/>
        </p:nvSpPr>
        <p:spPr>
          <a:xfrm>
            <a:off x="3404057" y="126038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Freeform 898"/>
          <p:cNvSpPr/>
          <p:nvPr/>
        </p:nvSpPr>
        <p:spPr>
          <a:xfrm>
            <a:off x="3720919" y="83410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Freeform 899"/>
          <p:cNvSpPr/>
          <p:nvPr/>
        </p:nvSpPr>
        <p:spPr>
          <a:xfrm>
            <a:off x="3456094" y="118235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Freeform 900"/>
          <p:cNvSpPr/>
          <p:nvPr/>
        </p:nvSpPr>
        <p:spPr>
          <a:xfrm>
            <a:off x="3724012" y="103547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Freeform 901"/>
          <p:cNvSpPr/>
          <p:nvPr/>
        </p:nvSpPr>
        <p:spPr>
          <a:xfrm>
            <a:off x="3539364" y="122532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Freeform 902"/>
          <p:cNvSpPr/>
          <p:nvPr/>
        </p:nvSpPr>
        <p:spPr>
          <a:xfrm>
            <a:off x="3571815" y="106944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Freeform 903"/>
          <p:cNvSpPr/>
          <p:nvPr/>
        </p:nvSpPr>
        <p:spPr>
          <a:xfrm>
            <a:off x="3267259" y="134517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Freeform 904"/>
          <p:cNvSpPr/>
          <p:nvPr/>
        </p:nvSpPr>
        <p:spPr>
          <a:xfrm>
            <a:off x="3736549" y="83485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Freeform 905"/>
          <p:cNvSpPr/>
          <p:nvPr/>
        </p:nvSpPr>
        <p:spPr>
          <a:xfrm>
            <a:off x="3413495" y="107876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Freeform 906"/>
          <p:cNvSpPr/>
          <p:nvPr/>
        </p:nvSpPr>
        <p:spPr>
          <a:xfrm>
            <a:off x="3608210" y="111208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Freeform 907"/>
          <p:cNvSpPr/>
          <p:nvPr/>
        </p:nvSpPr>
        <p:spPr>
          <a:xfrm>
            <a:off x="3444245" y="124451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Freeform 908"/>
          <p:cNvSpPr/>
          <p:nvPr/>
        </p:nvSpPr>
        <p:spPr>
          <a:xfrm>
            <a:off x="3764778" y="85941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Freeform 909"/>
          <p:cNvSpPr/>
          <p:nvPr/>
        </p:nvSpPr>
        <p:spPr>
          <a:xfrm>
            <a:off x="3762523" y="86247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Freeform 910"/>
          <p:cNvSpPr/>
          <p:nvPr/>
        </p:nvSpPr>
        <p:spPr>
          <a:xfrm>
            <a:off x="3277311" y="123372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Freeform 911"/>
          <p:cNvSpPr/>
          <p:nvPr/>
        </p:nvSpPr>
        <p:spPr>
          <a:xfrm>
            <a:off x="3065329" y="150936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Freeform 912"/>
          <p:cNvSpPr/>
          <p:nvPr/>
        </p:nvSpPr>
        <p:spPr>
          <a:xfrm>
            <a:off x="3459158" y="123357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Freeform 913"/>
          <p:cNvSpPr/>
          <p:nvPr/>
        </p:nvSpPr>
        <p:spPr>
          <a:xfrm>
            <a:off x="3453256" y="104489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Freeform 914"/>
          <p:cNvSpPr/>
          <p:nvPr/>
        </p:nvSpPr>
        <p:spPr>
          <a:xfrm>
            <a:off x="3406279" y="113405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Freeform 915"/>
          <p:cNvSpPr/>
          <p:nvPr/>
        </p:nvSpPr>
        <p:spPr>
          <a:xfrm>
            <a:off x="3796913" y="87190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Freeform 916"/>
          <p:cNvSpPr/>
          <p:nvPr/>
        </p:nvSpPr>
        <p:spPr>
          <a:xfrm>
            <a:off x="4243877" y="63734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Freeform 917"/>
          <p:cNvSpPr/>
          <p:nvPr/>
        </p:nvSpPr>
        <p:spPr>
          <a:xfrm>
            <a:off x="3409746" y="112291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Freeform 918"/>
          <p:cNvSpPr/>
          <p:nvPr/>
        </p:nvSpPr>
        <p:spPr>
          <a:xfrm>
            <a:off x="3238689" y="133982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Freeform 919"/>
          <p:cNvSpPr/>
          <p:nvPr/>
        </p:nvSpPr>
        <p:spPr>
          <a:xfrm>
            <a:off x="3544800" y="116496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Freeform 920"/>
          <p:cNvSpPr/>
          <p:nvPr/>
        </p:nvSpPr>
        <p:spPr>
          <a:xfrm>
            <a:off x="3193012" y="141044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Freeform 921"/>
          <p:cNvSpPr/>
          <p:nvPr/>
        </p:nvSpPr>
        <p:spPr>
          <a:xfrm>
            <a:off x="3178806" y="132092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Freeform 922"/>
          <p:cNvSpPr/>
          <p:nvPr/>
        </p:nvSpPr>
        <p:spPr>
          <a:xfrm>
            <a:off x="3510620" y="121724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Freeform 923"/>
          <p:cNvSpPr/>
          <p:nvPr/>
        </p:nvSpPr>
        <p:spPr>
          <a:xfrm>
            <a:off x="3148453" y="140756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Freeform 924"/>
          <p:cNvSpPr/>
          <p:nvPr/>
        </p:nvSpPr>
        <p:spPr>
          <a:xfrm>
            <a:off x="3488963" y="117685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Freeform 925"/>
          <p:cNvSpPr/>
          <p:nvPr/>
        </p:nvSpPr>
        <p:spPr>
          <a:xfrm>
            <a:off x="3665203" y="89365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Freeform 926"/>
          <p:cNvSpPr/>
          <p:nvPr/>
        </p:nvSpPr>
        <p:spPr>
          <a:xfrm>
            <a:off x="3424647" y="120098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Freeform 927"/>
          <p:cNvSpPr/>
          <p:nvPr/>
        </p:nvSpPr>
        <p:spPr>
          <a:xfrm>
            <a:off x="3398495" y="122985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Freeform 928"/>
          <p:cNvSpPr/>
          <p:nvPr/>
        </p:nvSpPr>
        <p:spPr>
          <a:xfrm>
            <a:off x="3187796" y="142928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Freeform 929"/>
          <p:cNvSpPr/>
          <p:nvPr/>
        </p:nvSpPr>
        <p:spPr>
          <a:xfrm>
            <a:off x="3252720" y="121459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Freeform 930"/>
          <p:cNvSpPr/>
          <p:nvPr/>
        </p:nvSpPr>
        <p:spPr>
          <a:xfrm>
            <a:off x="3743569" y="102173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Freeform 931"/>
          <p:cNvSpPr/>
          <p:nvPr/>
        </p:nvSpPr>
        <p:spPr>
          <a:xfrm>
            <a:off x="3135239" y="156448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Freeform 932"/>
          <p:cNvSpPr/>
          <p:nvPr/>
        </p:nvSpPr>
        <p:spPr>
          <a:xfrm>
            <a:off x="3539838" y="108001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Freeform 933"/>
          <p:cNvSpPr/>
          <p:nvPr/>
        </p:nvSpPr>
        <p:spPr>
          <a:xfrm>
            <a:off x="3431178" y="135814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Freeform 934"/>
          <p:cNvSpPr/>
          <p:nvPr/>
        </p:nvSpPr>
        <p:spPr>
          <a:xfrm>
            <a:off x="3370594" y="123826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Freeform 935"/>
          <p:cNvSpPr/>
          <p:nvPr/>
        </p:nvSpPr>
        <p:spPr>
          <a:xfrm>
            <a:off x="4088081" y="66188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Freeform 936"/>
          <p:cNvSpPr/>
          <p:nvPr/>
        </p:nvSpPr>
        <p:spPr>
          <a:xfrm>
            <a:off x="3389086" y="125680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Freeform 937"/>
          <p:cNvSpPr/>
          <p:nvPr/>
        </p:nvSpPr>
        <p:spPr>
          <a:xfrm>
            <a:off x="3303959" y="137722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Freeform 938"/>
          <p:cNvSpPr/>
          <p:nvPr/>
        </p:nvSpPr>
        <p:spPr>
          <a:xfrm>
            <a:off x="3425301" y="117587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Freeform 939"/>
          <p:cNvSpPr/>
          <p:nvPr/>
        </p:nvSpPr>
        <p:spPr>
          <a:xfrm>
            <a:off x="3348652" y="126993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Freeform 940"/>
          <p:cNvSpPr/>
          <p:nvPr/>
        </p:nvSpPr>
        <p:spPr>
          <a:xfrm>
            <a:off x="3899988" y="63817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Freeform 941"/>
          <p:cNvSpPr/>
          <p:nvPr/>
        </p:nvSpPr>
        <p:spPr>
          <a:xfrm>
            <a:off x="3735446" y="103014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Freeform 942"/>
          <p:cNvSpPr/>
          <p:nvPr/>
        </p:nvSpPr>
        <p:spPr>
          <a:xfrm>
            <a:off x="3412928" y="117563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Freeform 943"/>
          <p:cNvSpPr/>
          <p:nvPr/>
        </p:nvSpPr>
        <p:spPr>
          <a:xfrm>
            <a:off x="3200102" y="130202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Freeform 944"/>
          <p:cNvSpPr/>
          <p:nvPr/>
        </p:nvSpPr>
        <p:spPr>
          <a:xfrm>
            <a:off x="3373727" y="140242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Freeform 945"/>
          <p:cNvSpPr/>
          <p:nvPr/>
        </p:nvSpPr>
        <p:spPr>
          <a:xfrm>
            <a:off x="3262568" y="140639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Freeform 946"/>
          <p:cNvSpPr/>
          <p:nvPr/>
        </p:nvSpPr>
        <p:spPr>
          <a:xfrm>
            <a:off x="3116712" y="158519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Freeform 947"/>
          <p:cNvSpPr/>
          <p:nvPr/>
        </p:nvSpPr>
        <p:spPr>
          <a:xfrm>
            <a:off x="3483144" y="115960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Freeform 948"/>
          <p:cNvSpPr/>
          <p:nvPr/>
        </p:nvSpPr>
        <p:spPr>
          <a:xfrm>
            <a:off x="3159064" y="156008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Freeform 949"/>
          <p:cNvSpPr/>
          <p:nvPr/>
        </p:nvSpPr>
        <p:spPr>
          <a:xfrm>
            <a:off x="3794226" y="97496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Freeform 950"/>
          <p:cNvSpPr/>
          <p:nvPr/>
        </p:nvSpPr>
        <p:spPr>
          <a:xfrm>
            <a:off x="2883375" y="158266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Freeform 951"/>
          <p:cNvSpPr/>
          <p:nvPr/>
        </p:nvSpPr>
        <p:spPr>
          <a:xfrm>
            <a:off x="3636476" y="90000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Freeform 952"/>
          <p:cNvSpPr/>
          <p:nvPr/>
        </p:nvSpPr>
        <p:spPr>
          <a:xfrm>
            <a:off x="3731367" y="92199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Freeform 953"/>
          <p:cNvSpPr/>
          <p:nvPr/>
        </p:nvSpPr>
        <p:spPr>
          <a:xfrm>
            <a:off x="3221370" y="128780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Freeform 954"/>
          <p:cNvSpPr/>
          <p:nvPr/>
        </p:nvSpPr>
        <p:spPr>
          <a:xfrm>
            <a:off x="3785018" y="91545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Freeform 955"/>
          <p:cNvSpPr/>
          <p:nvPr/>
        </p:nvSpPr>
        <p:spPr>
          <a:xfrm>
            <a:off x="3353726" y="124702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Freeform 956"/>
          <p:cNvSpPr/>
          <p:nvPr/>
        </p:nvSpPr>
        <p:spPr>
          <a:xfrm>
            <a:off x="3874249" y="74142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Freeform 957"/>
          <p:cNvSpPr/>
          <p:nvPr/>
        </p:nvSpPr>
        <p:spPr>
          <a:xfrm>
            <a:off x="3871240" y="73918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Freeform 958"/>
          <p:cNvSpPr/>
          <p:nvPr/>
        </p:nvSpPr>
        <p:spPr>
          <a:xfrm>
            <a:off x="3749180" y="73716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Freeform 959"/>
          <p:cNvSpPr/>
          <p:nvPr/>
        </p:nvSpPr>
        <p:spPr>
          <a:xfrm>
            <a:off x="3523619" y="121559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Freeform 960"/>
          <p:cNvSpPr/>
          <p:nvPr/>
        </p:nvSpPr>
        <p:spPr>
          <a:xfrm>
            <a:off x="3294662" y="129184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Freeform 961"/>
          <p:cNvSpPr/>
          <p:nvPr/>
        </p:nvSpPr>
        <p:spPr>
          <a:xfrm>
            <a:off x="3036186" y="158187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Freeform 962"/>
          <p:cNvSpPr/>
          <p:nvPr/>
        </p:nvSpPr>
        <p:spPr>
          <a:xfrm>
            <a:off x="3787650" y="75369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Freeform 963"/>
          <p:cNvSpPr/>
          <p:nvPr/>
        </p:nvSpPr>
        <p:spPr>
          <a:xfrm>
            <a:off x="3444491" y="113685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Freeform 964"/>
          <p:cNvSpPr/>
          <p:nvPr/>
        </p:nvSpPr>
        <p:spPr>
          <a:xfrm>
            <a:off x="3511456" y="105042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Freeform 965"/>
          <p:cNvSpPr/>
          <p:nvPr/>
        </p:nvSpPr>
        <p:spPr>
          <a:xfrm>
            <a:off x="3812693" y="97095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Freeform 966"/>
          <p:cNvSpPr/>
          <p:nvPr/>
        </p:nvSpPr>
        <p:spPr>
          <a:xfrm>
            <a:off x="3478627" y="117040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Freeform 967"/>
          <p:cNvSpPr/>
          <p:nvPr/>
        </p:nvSpPr>
        <p:spPr>
          <a:xfrm>
            <a:off x="3166676" y="147956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Freeform 968"/>
          <p:cNvSpPr/>
          <p:nvPr/>
        </p:nvSpPr>
        <p:spPr>
          <a:xfrm>
            <a:off x="2977687" y="152698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Freeform 969"/>
          <p:cNvSpPr/>
          <p:nvPr/>
        </p:nvSpPr>
        <p:spPr>
          <a:xfrm>
            <a:off x="3332808" y="130242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Freeform 970"/>
          <p:cNvSpPr/>
          <p:nvPr/>
        </p:nvSpPr>
        <p:spPr>
          <a:xfrm>
            <a:off x="3465850" y="126028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Freeform 971"/>
          <p:cNvSpPr/>
          <p:nvPr/>
        </p:nvSpPr>
        <p:spPr>
          <a:xfrm>
            <a:off x="3229119" y="130099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Freeform 972"/>
          <p:cNvSpPr/>
          <p:nvPr/>
        </p:nvSpPr>
        <p:spPr>
          <a:xfrm>
            <a:off x="3887241" y="77227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Freeform 973"/>
          <p:cNvSpPr/>
          <p:nvPr/>
        </p:nvSpPr>
        <p:spPr>
          <a:xfrm>
            <a:off x="3166096" y="154468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Freeform 974"/>
          <p:cNvSpPr/>
          <p:nvPr/>
        </p:nvSpPr>
        <p:spPr>
          <a:xfrm>
            <a:off x="3317863" y="112192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Freeform 975"/>
          <p:cNvSpPr/>
          <p:nvPr/>
        </p:nvSpPr>
        <p:spPr>
          <a:xfrm>
            <a:off x="3636145" y="95085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Freeform 976"/>
          <p:cNvSpPr/>
          <p:nvPr/>
        </p:nvSpPr>
        <p:spPr>
          <a:xfrm>
            <a:off x="3626754" y="122676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Freeform 977"/>
          <p:cNvSpPr/>
          <p:nvPr/>
        </p:nvSpPr>
        <p:spPr>
          <a:xfrm>
            <a:off x="3498584" y="113289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Freeform 978"/>
          <p:cNvSpPr/>
          <p:nvPr/>
        </p:nvSpPr>
        <p:spPr>
          <a:xfrm>
            <a:off x="3385292" y="121055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Freeform 979"/>
          <p:cNvSpPr/>
          <p:nvPr/>
        </p:nvSpPr>
        <p:spPr>
          <a:xfrm>
            <a:off x="3417025" y="115423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Freeform 980"/>
          <p:cNvSpPr/>
          <p:nvPr/>
        </p:nvSpPr>
        <p:spPr>
          <a:xfrm>
            <a:off x="3896194" y="68399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Freeform 981"/>
          <p:cNvSpPr/>
          <p:nvPr/>
        </p:nvSpPr>
        <p:spPr>
          <a:xfrm>
            <a:off x="3577293" y="79507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Freeform 982"/>
          <p:cNvSpPr/>
          <p:nvPr/>
        </p:nvSpPr>
        <p:spPr>
          <a:xfrm>
            <a:off x="3822919" y="78268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Freeform 983"/>
          <p:cNvSpPr/>
          <p:nvPr/>
        </p:nvSpPr>
        <p:spPr>
          <a:xfrm>
            <a:off x="3243680" y="146909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Freeform 984"/>
          <p:cNvSpPr/>
          <p:nvPr/>
        </p:nvSpPr>
        <p:spPr>
          <a:xfrm>
            <a:off x="3523101" y="106555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Freeform 985"/>
          <p:cNvSpPr/>
          <p:nvPr/>
        </p:nvSpPr>
        <p:spPr>
          <a:xfrm>
            <a:off x="3716234" y="90358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Freeform 986"/>
          <p:cNvSpPr/>
          <p:nvPr/>
        </p:nvSpPr>
        <p:spPr>
          <a:xfrm>
            <a:off x="3761824" y="93415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Freeform 987"/>
          <p:cNvSpPr/>
          <p:nvPr/>
        </p:nvSpPr>
        <p:spPr>
          <a:xfrm>
            <a:off x="3486406" y="108886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Freeform 988"/>
          <p:cNvSpPr/>
          <p:nvPr/>
        </p:nvSpPr>
        <p:spPr>
          <a:xfrm>
            <a:off x="3524095" y="111102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Freeform 989"/>
          <p:cNvSpPr/>
          <p:nvPr/>
        </p:nvSpPr>
        <p:spPr>
          <a:xfrm>
            <a:off x="3474551" y="122694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Freeform 990"/>
          <p:cNvSpPr/>
          <p:nvPr/>
        </p:nvSpPr>
        <p:spPr>
          <a:xfrm>
            <a:off x="3188654" y="130779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Freeform 991"/>
          <p:cNvSpPr/>
          <p:nvPr/>
        </p:nvSpPr>
        <p:spPr>
          <a:xfrm>
            <a:off x="3908882" y="80693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Freeform 992"/>
          <p:cNvSpPr/>
          <p:nvPr/>
        </p:nvSpPr>
        <p:spPr>
          <a:xfrm>
            <a:off x="3250074" y="128263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Freeform 993"/>
          <p:cNvSpPr/>
          <p:nvPr/>
        </p:nvSpPr>
        <p:spPr>
          <a:xfrm>
            <a:off x="3295227" y="133715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Freeform 994"/>
          <p:cNvSpPr/>
          <p:nvPr/>
        </p:nvSpPr>
        <p:spPr>
          <a:xfrm>
            <a:off x="3294644" y="126193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Freeform 995"/>
          <p:cNvSpPr/>
          <p:nvPr/>
        </p:nvSpPr>
        <p:spPr>
          <a:xfrm>
            <a:off x="3389088" y="129617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Freeform 996"/>
          <p:cNvSpPr/>
          <p:nvPr/>
        </p:nvSpPr>
        <p:spPr>
          <a:xfrm>
            <a:off x="3269174" y="130539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Freeform 997"/>
          <p:cNvSpPr/>
          <p:nvPr/>
        </p:nvSpPr>
        <p:spPr>
          <a:xfrm>
            <a:off x="3342146" y="120847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Freeform 998"/>
          <p:cNvSpPr/>
          <p:nvPr/>
        </p:nvSpPr>
        <p:spPr>
          <a:xfrm>
            <a:off x="3920054" y="72902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Freeform 999"/>
          <p:cNvSpPr/>
          <p:nvPr/>
        </p:nvSpPr>
        <p:spPr>
          <a:xfrm>
            <a:off x="3825818" y="88889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Freeform 1000"/>
          <p:cNvSpPr/>
          <p:nvPr/>
        </p:nvSpPr>
        <p:spPr>
          <a:xfrm>
            <a:off x="3713103" y="89004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Freeform 1001"/>
          <p:cNvSpPr/>
          <p:nvPr/>
        </p:nvSpPr>
        <p:spPr>
          <a:xfrm>
            <a:off x="3109128" y="130487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Freeform 1002"/>
          <p:cNvSpPr/>
          <p:nvPr/>
        </p:nvSpPr>
        <p:spPr>
          <a:xfrm>
            <a:off x="3327692" y="130487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Freeform 1003"/>
          <p:cNvSpPr/>
          <p:nvPr/>
        </p:nvSpPr>
        <p:spPr>
          <a:xfrm>
            <a:off x="3266605" y="127167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Freeform 1004"/>
          <p:cNvSpPr/>
          <p:nvPr/>
        </p:nvSpPr>
        <p:spPr>
          <a:xfrm>
            <a:off x="3610593" y="108355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Freeform 1005"/>
          <p:cNvSpPr/>
          <p:nvPr/>
        </p:nvSpPr>
        <p:spPr>
          <a:xfrm>
            <a:off x="3450267" y="108149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Freeform 1006"/>
          <p:cNvSpPr/>
          <p:nvPr/>
        </p:nvSpPr>
        <p:spPr>
          <a:xfrm>
            <a:off x="2864967" y="153635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Freeform 1007"/>
          <p:cNvSpPr/>
          <p:nvPr/>
        </p:nvSpPr>
        <p:spPr>
          <a:xfrm>
            <a:off x="3146321" y="135534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Freeform 1008"/>
          <p:cNvSpPr/>
          <p:nvPr/>
        </p:nvSpPr>
        <p:spPr>
          <a:xfrm>
            <a:off x="3946992" y="68108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Freeform 1009"/>
          <p:cNvSpPr/>
          <p:nvPr/>
        </p:nvSpPr>
        <p:spPr>
          <a:xfrm>
            <a:off x="4016390" y="68446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Freeform 1010"/>
          <p:cNvSpPr/>
          <p:nvPr/>
        </p:nvSpPr>
        <p:spPr>
          <a:xfrm>
            <a:off x="3833665" y="70244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Freeform 1011"/>
          <p:cNvSpPr/>
          <p:nvPr/>
        </p:nvSpPr>
        <p:spPr>
          <a:xfrm>
            <a:off x="3713785" y="98722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Freeform 1012"/>
          <p:cNvSpPr/>
          <p:nvPr/>
        </p:nvSpPr>
        <p:spPr>
          <a:xfrm>
            <a:off x="3016592" y="164919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Freeform 1013"/>
          <p:cNvSpPr/>
          <p:nvPr/>
        </p:nvSpPr>
        <p:spPr>
          <a:xfrm>
            <a:off x="3387046" y="130797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Freeform 1014"/>
          <p:cNvSpPr/>
          <p:nvPr/>
        </p:nvSpPr>
        <p:spPr>
          <a:xfrm>
            <a:off x="3468142" y="120915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Freeform 1015"/>
          <p:cNvSpPr/>
          <p:nvPr/>
        </p:nvSpPr>
        <p:spPr>
          <a:xfrm>
            <a:off x="3592849" y="108107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Freeform 1016"/>
          <p:cNvSpPr/>
          <p:nvPr/>
        </p:nvSpPr>
        <p:spPr>
          <a:xfrm>
            <a:off x="3215709" y="131608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Freeform 1017"/>
          <p:cNvSpPr/>
          <p:nvPr/>
        </p:nvSpPr>
        <p:spPr>
          <a:xfrm>
            <a:off x="3351188" y="122449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Freeform 1018"/>
          <p:cNvSpPr/>
          <p:nvPr/>
        </p:nvSpPr>
        <p:spPr>
          <a:xfrm>
            <a:off x="3551313" y="116513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Freeform 1019"/>
          <p:cNvSpPr/>
          <p:nvPr/>
        </p:nvSpPr>
        <p:spPr>
          <a:xfrm>
            <a:off x="3625155" y="105775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Freeform 1020"/>
          <p:cNvSpPr/>
          <p:nvPr/>
        </p:nvSpPr>
        <p:spPr>
          <a:xfrm>
            <a:off x="3565355" y="114922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Freeform 1021"/>
          <p:cNvSpPr/>
          <p:nvPr/>
        </p:nvSpPr>
        <p:spPr>
          <a:xfrm>
            <a:off x="3643202" y="111283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Freeform 1022"/>
          <p:cNvSpPr/>
          <p:nvPr/>
        </p:nvSpPr>
        <p:spPr>
          <a:xfrm>
            <a:off x="3365410" y="120235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Freeform 1023"/>
          <p:cNvSpPr/>
          <p:nvPr/>
        </p:nvSpPr>
        <p:spPr>
          <a:xfrm>
            <a:off x="3279837" y="130617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Freeform 1024"/>
          <p:cNvSpPr/>
          <p:nvPr/>
        </p:nvSpPr>
        <p:spPr>
          <a:xfrm>
            <a:off x="3233406" y="132272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Freeform 1025"/>
          <p:cNvSpPr/>
          <p:nvPr/>
        </p:nvSpPr>
        <p:spPr>
          <a:xfrm>
            <a:off x="3712273" y="97711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Freeform 1026"/>
          <p:cNvSpPr/>
          <p:nvPr/>
        </p:nvSpPr>
        <p:spPr>
          <a:xfrm>
            <a:off x="3437507" y="125122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Freeform 1027"/>
          <p:cNvSpPr/>
          <p:nvPr/>
        </p:nvSpPr>
        <p:spPr>
          <a:xfrm>
            <a:off x="3402994" y="129799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Freeform 1028"/>
          <p:cNvSpPr/>
          <p:nvPr/>
        </p:nvSpPr>
        <p:spPr>
          <a:xfrm>
            <a:off x="2729552" y="169143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Freeform 1029"/>
          <p:cNvSpPr/>
          <p:nvPr/>
        </p:nvSpPr>
        <p:spPr>
          <a:xfrm>
            <a:off x="3840248" y="93639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Freeform 1030"/>
          <p:cNvSpPr/>
          <p:nvPr/>
        </p:nvSpPr>
        <p:spPr>
          <a:xfrm>
            <a:off x="3651194" y="93652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Freeform 1031"/>
          <p:cNvSpPr/>
          <p:nvPr/>
        </p:nvSpPr>
        <p:spPr>
          <a:xfrm>
            <a:off x="3454009" y="117878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Freeform 1032"/>
          <p:cNvSpPr/>
          <p:nvPr/>
        </p:nvSpPr>
        <p:spPr>
          <a:xfrm>
            <a:off x="3448446" y="117333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Freeform 1033"/>
          <p:cNvSpPr/>
          <p:nvPr/>
        </p:nvSpPr>
        <p:spPr>
          <a:xfrm>
            <a:off x="3497827" y="106955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Freeform 1034"/>
          <p:cNvSpPr/>
          <p:nvPr/>
        </p:nvSpPr>
        <p:spPr>
          <a:xfrm>
            <a:off x="3222154" y="140488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Freeform 1035"/>
          <p:cNvSpPr/>
          <p:nvPr/>
        </p:nvSpPr>
        <p:spPr>
          <a:xfrm>
            <a:off x="3788083" y="81385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Freeform 1036"/>
          <p:cNvSpPr/>
          <p:nvPr/>
        </p:nvSpPr>
        <p:spPr>
          <a:xfrm>
            <a:off x="3902068" y="71644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Freeform 1037"/>
          <p:cNvSpPr/>
          <p:nvPr/>
        </p:nvSpPr>
        <p:spPr>
          <a:xfrm>
            <a:off x="3926125" y="70547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Freeform 1038"/>
          <p:cNvSpPr/>
          <p:nvPr/>
        </p:nvSpPr>
        <p:spPr>
          <a:xfrm>
            <a:off x="3855525" y="72244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Freeform 1039"/>
          <p:cNvSpPr/>
          <p:nvPr/>
        </p:nvSpPr>
        <p:spPr>
          <a:xfrm>
            <a:off x="3423578" y="122838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Freeform 1040"/>
          <p:cNvSpPr/>
          <p:nvPr/>
        </p:nvSpPr>
        <p:spPr>
          <a:xfrm>
            <a:off x="3110926" y="127284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Freeform 1041"/>
          <p:cNvSpPr/>
          <p:nvPr/>
        </p:nvSpPr>
        <p:spPr>
          <a:xfrm>
            <a:off x="3902679" y="76001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Freeform 1042"/>
          <p:cNvSpPr/>
          <p:nvPr/>
        </p:nvSpPr>
        <p:spPr>
          <a:xfrm>
            <a:off x="3539060" y="109170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Freeform 1043"/>
          <p:cNvSpPr/>
          <p:nvPr/>
        </p:nvSpPr>
        <p:spPr>
          <a:xfrm>
            <a:off x="3946832" y="71953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Freeform 1044"/>
          <p:cNvSpPr/>
          <p:nvPr/>
        </p:nvSpPr>
        <p:spPr>
          <a:xfrm>
            <a:off x="3979536" y="71690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Freeform 1045"/>
          <p:cNvSpPr/>
          <p:nvPr/>
        </p:nvSpPr>
        <p:spPr>
          <a:xfrm>
            <a:off x="3650561" y="101818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Freeform 1046"/>
          <p:cNvSpPr/>
          <p:nvPr/>
        </p:nvSpPr>
        <p:spPr>
          <a:xfrm>
            <a:off x="3824461" y="98623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Freeform 1047"/>
          <p:cNvSpPr/>
          <p:nvPr/>
        </p:nvSpPr>
        <p:spPr>
          <a:xfrm>
            <a:off x="3642007" y="91220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Freeform 1048"/>
          <p:cNvSpPr/>
          <p:nvPr/>
        </p:nvSpPr>
        <p:spPr>
          <a:xfrm>
            <a:off x="3633569" y="99500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Freeform 1049"/>
          <p:cNvSpPr/>
          <p:nvPr/>
        </p:nvSpPr>
        <p:spPr>
          <a:xfrm>
            <a:off x="3629152" y="101332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Freeform 1050"/>
          <p:cNvSpPr/>
          <p:nvPr/>
        </p:nvSpPr>
        <p:spPr>
          <a:xfrm>
            <a:off x="3824158" y="67023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Freeform 1051"/>
          <p:cNvSpPr/>
          <p:nvPr/>
        </p:nvSpPr>
        <p:spPr>
          <a:xfrm>
            <a:off x="3654525" y="1687206"/>
            <a:ext cx="653510" cy="277777"/>
          </a:xfrm>
          <a:custGeom>
            <a:avLst/>
            <a:gdLst/>
            <a:ahLst/>
            <a:cxnLst/>
            <a:rect l="l" t="t" r="r" b="b"/>
            <a:pathLst>
              <a:path w="653510" h="277777">
                <a:moveTo>
                  <a:pt x="22860" y="277777"/>
                </a:moveTo>
                <a:lnTo>
                  <a:pt x="630650" y="277777"/>
                </a:lnTo>
                <a:close/>
                <a:lnTo>
                  <a:pt x="647795" y="272062"/>
                </a:lnTo>
                <a:close/>
                <a:lnTo>
                  <a:pt x="653510" y="254917"/>
                </a:lnTo>
                <a:close/>
                <a:lnTo>
                  <a:pt x="653510" y="22860"/>
                </a:lnTo>
                <a:close/>
                <a:lnTo>
                  <a:pt x="647795" y="5715"/>
                </a:lnTo>
                <a:close/>
                <a:lnTo>
                  <a:pt x="630650" y="0"/>
                </a:lnTo>
                <a:close/>
                <a:lnTo>
                  <a:pt x="22860" y="0"/>
                </a:lnTo>
                <a:close/>
                <a:lnTo>
                  <a:pt x="5715" y="5715"/>
                </a:lnTo>
                <a:close/>
                <a:lnTo>
                  <a:pt x="0" y="22860"/>
                </a:lnTo>
                <a:close/>
                <a:lnTo>
                  <a:pt x="0" y="254917"/>
                </a:lnTo>
                <a:close/>
                <a:lnTo>
                  <a:pt x="5715" y="272062"/>
                </a:lnTo>
                <a:close/>
                <a:lnTo>
                  <a:pt x="22860" y="277777"/>
                </a:lnTo>
                <a:close/>
                <a:lnTo>
                  <a:pt x="22860" y="277777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6350">
            <a:solidFill>
              <a:srgbClr val="CCCCCC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Freeform 1052"/>
          <p:cNvSpPr/>
          <p:nvPr/>
        </p:nvSpPr>
        <p:spPr>
          <a:xfrm>
            <a:off x="3582786" y="105891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Freeform 1053"/>
          <p:cNvSpPr/>
          <p:nvPr/>
        </p:nvSpPr>
        <p:spPr>
          <a:xfrm>
            <a:off x="3245740" y="131376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Freeform 1054"/>
          <p:cNvSpPr/>
          <p:nvPr/>
        </p:nvSpPr>
        <p:spPr>
          <a:xfrm>
            <a:off x="3503740" y="109777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Freeform 1055"/>
          <p:cNvSpPr/>
          <p:nvPr/>
        </p:nvSpPr>
        <p:spPr>
          <a:xfrm>
            <a:off x="3802905" y="80046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Freeform 1056"/>
          <p:cNvSpPr/>
          <p:nvPr/>
        </p:nvSpPr>
        <p:spPr>
          <a:xfrm>
            <a:off x="3597595" y="116381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Freeform 1057"/>
          <p:cNvSpPr/>
          <p:nvPr/>
        </p:nvSpPr>
        <p:spPr>
          <a:xfrm>
            <a:off x="3521020" y="116381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Freeform 1058"/>
          <p:cNvSpPr/>
          <p:nvPr/>
        </p:nvSpPr>
        <p:spPr>
          <a:xfrm>
            <a:off x="3417346" y="119781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Freeform 1059"/>
          <p:cNvSpPr/>
          <p:nvPr/>
        </p:nvSpPr>
        <p:spPr>
          <a:xfrm>
            <a:off x="3824813" y="79769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Freeform 1060"/>
          <p:cNvSpPr/>
          <p:nvPr/>
        </p:nvSpPr>
        <p:spPr>
          <a:xfrm>
            <a:off x="3172618" y="128529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Freeform 1061"/>
          <p:cNvSpPr/>
          <p:nvPr/>
        </p:nvSpPr>
        <p:spPr>
          <a:xfrm>
            <a:off x="3441508" y="108168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Freeform 1062"/>
          <p:cNvSpPr/>
          <p:nvPr/>
        </p:nvSpPr>
        <p:spPr>
          <a:xfrm>
            <a:off x="3409868" y="127512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Freeform 1063"/>
          <p:cNvSpPr/>
          <p:nvPr/>
        </p:nvSpPr>
        <p:spPr>
          <a:xfrm>
            <a:off x="3466011" y="119728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Freeform 1064"/>
          <p:cNvSpPr/>
          <p:nvPr/>
        </p:nvSpPr>
        <p:spPr>
          <a:xfrm>
            <a:off x="3542863" y="96872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Freeform 1065"/>
          <p:cNvSpPr/>
          <p:nvPr/>
        </p:nvSpPr>
        <p:spPr>
          <a:xfrm>
            <a:off x="3233182" y="139201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Freeform 1066"/>
          <p:cNvSpPr/>
          <p:nvPr/>
        </p:nvSpPr>
        <p:spPr>
          <a:xfrm>
            <a:off x="3662195" y="110588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Freeform 1067"/>
          <p:cNvSpPr/>
          <p:nvPr/>
        </p:nvSpPr>
        <p:spPr>
          <a:xfrm>
            <a:off x="3357240" y="110540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Freeform 1068"/>
          <p:cNvSpPr/>
          <p:nvPr/>
        </p:nvSpPr>
        <p:spPr>
          <a:xfrm>
            <a:off x="3667808" y="109129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Freeform 1069"/>
          <p:cNvSpPr/>
          <p:nvPr/>
        </p:nvSpPr>
        <p:spPr>
          <a:xfrm>
            <a:off x="3199190" y="133740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Freeform 1070"/>
          <p:cNvSpPr/>
          <p:nvPr/>
        </p:nvSpPr>
        <p:spPr>
          <a:xfrm>
            <a:off x="3637656" y="91870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Freeform 1071"/>
          <p:cNvSpPr/>
          <p:nvPr/>
        </p:nvSpPr>
        <p:spPr>
          <a:xfrm>
            <a:off x="3546569" y="131251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Freeform 1072"/>
          <p:cNvSpPr/>
          <p:nvPr/>
        </p:nvSpPr>
        <p:spPr>
          <a:xfrm>
            <a:off x="3256417" y="139507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Freeform 1073"/>
          <p:cNvSpPr/>
          <p:nvPr/>
        </p:nvSpPr>
        <p:spPr>
          <a:xfrm>
            <a:off x="3390688" y="125822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Freeform 1074"/>
          <p:cNvSpPr/>
          <p:nvPr/>
        </p:nvSpPr>
        <p:spPr>
          <a:xfrm>
            <a:off x="3200233" y="148847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Freeform 1075"/>
          <p:cNvSpPr/>
          <p:nvPr/>
        </p:nvSpPr>
        <p:spPr>
          <a:xfrm>
            <a:off x="4158310" y="71996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Freeform 1076"/>
          <p:cNvSpPr/>
          <p:nvPr/>
        </p:nvSpPr>
        <p:spPr>
          <a:xfrm>
            <a:off x="3251246" y="137118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Freeform 1077"/>
          <p:cNvSpPr/>
          <p:nvPr/>
        </p:nvSpPr>
        <p:spPr>
          <a:xfrm>
            <a:off x="3788591" y="101015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Freeform 1078"/>
          <p:cNvSpPr/>
          <p:nvPr/>
        </p:nvSpPr>
        <p:spPr>
          <a:xfrm>
            <a:off x="3184151" y="140906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Freeform 1079"/>
          <p:cNvSpPr/>
          <p:nvPr/>
        </p:nvSpPr>
        <p:spPr>
          <a:xfrm>
            <a:off x="3479200" y="123320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Freeform 1080"/>
          <p:cNvSpPr/>
          <p:nvPr/>
        </p:nvSpPr>
        <p:spPr>
          <a:xfrm>
            <a:off x="3282888" y="120879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Freeform 1081"/>
          <p:cNvSpPr/>
          <p:nvPr/>
        </p:nvSpPr>
        <p:spPr>
          <a:xfrm>
            <a:off x="3856771" y="85000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Freeform 1082"/>
          <p:cNvSpPr/>
          <p:nvPr/>
        </p:nvSpPr>
        <p:spPr>
          <a:xfrm>
            <a:off x="2848459" y="165573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Freeform 1083"/>
          <p:cNvSpPr/>
          <p:nvPr/>
        </p:nvSpPr>
        <p:spPr>
          <a:xfrm>
            <a:off x="3781921" y="83455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Freeform 1084"/>
          <p:cNvSpPr/>
          <p:nvPr/>
        </p:nvSpPr>
        <p:spPr>
          <a:xfrm>
            <a:off x="3256531" y="124315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Freeform 1085"/>
          <p:cNvSpPr/>
          <p:nvPr/>
        </p:nvSpPr>
        <p:spPr>
          <a:xfrm>
            <a:off x="3585221" y="85539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Freeform 1086"/>
          <p:cNvSpPr/>
          <p:nvPr/>
        </p:nvSpPr>
        <p:spPr>
          <a:xfrm>
            <a:off x="3252923" y="122466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Freeform 1087"/>
          <p:cNvSpPr/>
          <p:nvPr/>
        </p:nvSpPr>
        <p:spPr>
          <a:xfrm>
            <a:off x="3377313" y="130764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Freeform 1088"/>
          <p:cNvSpPr/>
          <p:nvPr/>
        </p:nvSpPr>
        <p:spPr>
          <a:xfrm>
            <a:off x="3444120" y="114716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Freeform 1089"/>
          <p:cNvSpPr/>
          <p:nvPr/>
        </p:nvSpPr>
        <p:spPr>
          <a:xfrm>
            <a:off x="3499259" y="111377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Freeform 1090"/>
          <p:cNvSpPr/>
          <p:nvPr/>
        </p:nvSpPr>
        <p:spPr>
          <a:xfrm>
            <a:off x="3005994" y="162965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Freeform 1091"/>
          <p:cNvSpPr/>
          <p:nvPr/>
        </p:nvSpPr>
        <p:spPr>
          <a:xfrm>
            <a:off x="3955502" y="75444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Freeform 1092"/>
          <p:cNvSpPr/>
          <p:nvPr/>
        </p:nvSpPr>
        <p:spPr>
          <a:xfrm>
            <a:off x="3395694" y="123423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Freeform 1093"/>
          <p:cNvSpPr/>
          <p:nvPr/>
        </p:nvSpPr>
        <p:spPr>
          <a:xfrm>
            <a:off x="3427695" y="120411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Freeform 1094"/>
          <p:cNvSpPr/>
          <p:nvPr/>
        </p:nvSpPr>
        <p:spPr>
          <a:xfrm>
            <a:off x="3343160" y="120834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Freeform 1095"/>
          <p:cNvSpPr/>
          <p:nvPr/>
        </p:nvSpPr>
        <p:spPr>
          <a:xfrm>
            <a:off x="3830159" y="78041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Freeform 1096"/>
          <p:cNvSpPr/>
          <p:nvPr/>
        </p:nvSpPr>
        <p:spPr>
          <a:xfrm>
            <a:off x="3513103" y="119521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Freeform 1097"/>
          <p:cNvSpPr/>
          <p:nvPr/>
        </p:nvSpPr>
        <p:spPr>
          <a:xfrm>
            <a:off x="3374877" y="123953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Freeform 1098"/>
          <p:cNvSpPr/>
          <p:nvPr/>
        </p:nvSpPr>
        <p:spPr>
          <a:xfrm>
            <a:off x="3514737" y="118008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Freeform 1099"/>
          <p:cNvSpPr/>
          <p:nvPr/>
        </p:nvSpPr>
        <p:spPr>
          <a:xfrm>
            <a:off x="3736119" y="84736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Freeform 1100"/>
          <p:cNvSpPr/>
          <p:nvPr/>
        </p:nvSpPr>
        <p:spPr>
          <a:xfrm>
            <a:off x="3449926" y="104560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Freeform 1101"/>
          <p:cNvSpPr/>
          <p:nvPr/>
        </p:nvSpPr>
        <p:spPr>
          <a:xfrm>
            <a:off x="3242604" y="136921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Freeform 1102"/>
          <p:cNvSpPr/>
          <p:nvPr/>
        </p:nvSpPr>
        <p:spPr>
          <a:xfrm>
            <a:off x="3099256" y="125708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Freeform 1103"/>
          <p:cNvSpPr/>
          <p:nvPr/>
        </p:nvSpPr>
        <p:spPr>
          <a:xfrm>
            <a:off x="3175200" y="136173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Freeform 1104"/>
          <p:cNvSpPr/>
          <p:nvPr/>
        </p:nvSpPr>
        <p:spPr>
          <a:xfrm>
            <a:off x="3243162" y="139661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Freeform 1105"/>
          <p:cNvSpPr/>
          <p:nvPr/>
        </p:nvSpPr>
        <p:spPr>
          <a:xfrm>
            <a:off x="3377858" y="119796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Freeform 1106"/>
          <p:cNvSpPr/>
          <p:nvPr/>
        </p:nvSpPr>
        <p:spPr>
          <a:xfrm>
            <a:off x="3563737" y="108826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Freeform 1107"/>
          <p:cNvSpPr/>
          <p:nvPr/>
        </p:nvSpPr>
        <p:spPr>
          <a:xfrm>
            <a:off x="3999170" y="74563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Freeform 1108"/>
          <p:cNvSpPr/>
          <p:nvPr/>
        </p:nvSpPr>
        <p:spPr>
          <a:xfrm>
            <a:off x="3440257" y="104502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Freeform 1109"/>
          <p:cNvSpPr/>
          <p:nvPr/>
        </p:nvSpPr>
        <p:spPr>
          <a:xfrm>
            <a:off x="3527427" y="104071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Freeform 1110"/>
          <p:cNvSpPr/>
          <p:nvPr/>
        </p:nvSpPr>
        <p:spPr>
          <a:xfrm>
            <a:off x="3511253" y="101112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Freeform 1111"/>
          <p:cNvSpPr/>
          <p:nvPr/>
        </p:nvSpPr>
        <p:spPr>
          <a:xfrm>
            <a:off x="3149820" y="138273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Freeform 1112"/>
          <p:cNvSpPr/>
          <p:nvPr/>
        </p:nvSpPr>
        <p:spPr>
          <a:xfrm>
            <a:off x="3447933" y="122294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Freeform 1113"/>
          <p:cNvSpPr/>
          <p:nvPr/>
        </p:nvSpPr>
        <p:spPr>
          <a:xfrm>
            <a:off x="3332028" y="128607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Freeform 1114"/>
          <p:cNvSpPr/>
          <p:nvPr/>
        </p:nvSpPr>
        <p:spPr>
          <a:xfrm>
            <a:off x="3435057" y="111312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Freeform 1115"/>
          <p:cNvSpPr/>
          <p:nvPr/>
        </p:nvSpPr>
        <p:spPr>
          <a:xfrm>
            <a:off x="3296029" y="123562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Freeform 1116"/>
          <p:cNvSpPr/>
          <p:nvPr/>
        </p:nvSpPr>
        <p:spPr>
          <a:xfrm>
            <a:off x="3589135" y="111208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Freeform 1117"/>
          <p:cNvSpPr/>
          <p:nvPr/>
        </p:nvSpPr>
        <p:spPr>
          <a:xfrm>
            <a:off x="3835837" y="85689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Freeform 1118"/>
          <p:cNvSpPr/>
          <p:nvPr/>
        </p:nvSpPr>
        <p:spPr>
          <a:xfrm>
            <a:off x="3351106" y="123357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Freeform 1119"/>
          <p:cNvSpPr/>
          <p:nvPr/>
        </p:nvSpPr>
        <p:spPr>
          <a:xfrm>
            <a:off x="3027525" y="147077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Freeform 1120"/>
          <p:cNvSpPr/>
          <p:nvPr/>
        </p:nvSpPr>
        <p:spPr>
          <a:xfrm>
            <a:off x="3871622" y="81851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Freeform 1121"/>
          <p:cNvSpPr/>
          <p:nvPr/>
        </p:nvSpPr>
        <p:spPr>
          <a:xfrm>
            <a:off x="3158993" y="135655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Freeform 1122"/>
          <p:cNvSpPr/>
          <p:nvPr/>
        </p:nvSpPr>
        <p:spPr>
          <a:xfrm>
            <a:off x="3786631" y="85188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Freeform 1123"/>
          <p:cNvSpPr/>
          <p:nvPr/>
        </p:nvSpPr>
        <p:spPr>
          <a:xfrm>
            <a:off x="3364556" y="134757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Freeform 1124"/>
          <p:cNvSpPr/>
          <p:nvPr/>
        </p:nvSpPr>
        <p:spPr>
          <a:xfrm>
            <a:off x="3774441" y="99995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Freeform 1125"/>
          <p:cNvSpPr/>
          <p:nvPr/>
        </p:nvSpPr>
        <p:spPr>
          <a:xfrm>
            <a:off x="3195788" y="141868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Freeform 1126"/>
          <p:cNvSpPr/>
          <p:nvPr/>
        </p:nvSpPr>
        <p:spPr>
          <a:xfrm>
            <a:off x="3959503" y="75530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Freeform 1127"/>
          <p:cNvSpPr/>
          <p:nvPr/>
        </p:nvSpPr>
        <p:spPr>
          <a:xfrm>
            <a:off x="3674154" y="104138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Freeform 1128"/>
          <p:cNvSpPr/>
          <p:nvPr/>
        </p:nvSpPr>
        <p:spPr>
          <a:xfrm>
            <a:off x="3886556" y="82376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Freeform 1129"/>
          <p:cNvSpPr/>
          <p:nvPr/>
        </p:nvSpPr>
        <p:spPr>
          <a:xfrm>
            <a:off x="3868182" y="79483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Freeform 1130"/>
          <p:cNvSpPr/>
          <p:nvPr/>
        </p:nvSpPr>
        <p:spPr>
          <a:xfrm>
            <a:off x="3758624" y="88117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Freeform 1131"/>
          <p:cNvSpPr/>
          <p:nvPr/>
        </p:nvSpPr>
        <p:spPr>
          <a:xfrm>
            <a:off x="3328834" y="128702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Freeform 1132"/>
          <p:cNvSpPr/>
          <p:nvPr/>
        </p:nvSpPr>
        <p:spPr>
          <a:xfrm>
            <a:off x="3038709" y="142507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Freeform 1133"/>
          <p:cNvSpPr/>
          <p:nvPr/>
        </p:nvSpPr>
        <p:spPr>
          <a:xfrm>
            <a:off x="3468131" y="122987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Freeform 1134"/>
          <p:cNvSpPr/>
          <p:nvPr/>
        </p:nvSpPr>
        <p:spPr>
          <a:xfrm>
            <a:off x="3403039" y="105569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Freeform 1135"/>
          <p:cNvSpPr/>
          <p:nvPr/>
        </p:nvSpPr>
        <p:spPr>
          <a:xfrm>
            <a:off x="3087500" y="152772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Freeform 1136"/>
          <p:cNvSpPr/>
          <p:nvPr/>
        </p:nvSpPr>
        <p:spPr>
          <a:xfrm>
            <a:off x="3359401" y="124508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Freeform 1137"/>
          <p:cNvSpPr/>
          <p:nvPr/>
        </p:nvSpPr>
        <p:spPr>
          <a:xfrm>
            <a:off x="3306479" y="123778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Freeform 1138"/>
          <p:cNvSpPr/>
          <p:nvPr/>
        </p:nvSpPr>
        <p:spPr>
          <a:xfrm>
            <a:off x="3467265" y="121577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Freeform 1139"/>
          <p:cNvSpPr/>
          <p:nvPr/>
        </p:nvSpPr>
        <p:spPr>
          <a:xfrm>
            <a:off x="3997558" y="65900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Freeform 1140"/>
          <p:cNvSpPr/>
          <p:nvPr/>
        </p:nvSpPr>
        <p:spPr>
          <a:xfrm>
            <a:off x="3671532" y="110238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Freeform 1141"/>
          <p:cNvSpPr/>
          <p:nvPr/>
        </p:nvSpPr>
        <p:spPr>
          <a:xfrm>
            <a:off x="3757421" y="77478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Freeform 1142"/>
          <p:cNvSpPr/>
          <p:nvPr/>
        </p:nvSpPr>
        <p:spPr>
          <a:xfrm>
            <a:off x="3286499" y="136255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Freeform 1143"/>
          <p:cNvSpPr/>
          <p:nvPr/>
        </p:nvSpPr>
        <p:spPr>
          <a:xfrm>
            <a:off x="3066145" y="136946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Freeform 1144"/>
          <p:cNvSpPr/>
          <p:nvPr/>
        </p:nvSpPr>
        <p:spPr>
          <a:xfrm>
            <a:off x="3141225" y="140065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Freeform 1145"/>
          <p:cNvSpPr/>
          <p:nvPr/>
        </p:nvSpPr>
        <p:spPr>
          <a:xfrm>
            <a:off x="3465576" y="103097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Freeform 1146"/>
          <p:cNvSpPr/>
          <p:nvPr/>
        </p:nvSpPr>
        <p:spPr>
          <a:xfrm>
            <a:off x="3368750" y="123182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Freeform 1147"/>
          <p:cNvSpPr/>
          <p:nvPr/>
        </p:nvSpPr>
        <p:spPr>
          <a:xfrm>
            <a:off x="3343835" y="123443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Freeform 1148"/>
          <p:cNvSpPr/>
          <p:nvPr/>
        </p:nvSpPr>
        <p:spPr>
          <a:xfrm>
            <a:off x="3036841" y="150578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Freeform 1149"/>
          <p:cNvSpPr/>
          <p:nvPr/>
        </p:nvSpPr>
        <p:spPr>
          <a:xfrm>
            <a:off x="3470168" y="116977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Freeform 1150"/>
          <p:cNvSpPr/>
          <p:nvPr/>
        </p:nvSpPr>
        <p:spPr>
          <a:xfrm>
            <a:off x="3550788" y="113137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Freeform 1151"/>
          <p:cNvSpPr/>
          <p:nvPr/>
        </p:nvSpPr>
        <p:spPr>
          <a:xfrm>
            <a:off x="3840513" y="87732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Freeform 1152"/>
          <p:cNvSpPr/>
          <p:nvPr/>
        </p:nvSpPr>
        <p:spPr>
          <a:xfrm>
            <a:off x="3567453" y="91008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Freeform 1153"/>
          <p:cNvSpPr/>
          <p:nvPr/>
        </p:nvSpPr>
        <p:spPr>
          <a:xfrm>
            <a:off x="3738722" y="100131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Freeform 1154"/>
          <p:cNvSpPr/>
          <p:nvPr/>
        </p:nvSpPr>
        <p:spPr>
          <a:xfrm>
            <a:off x="3909935" y="72938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Freeform 1155"/>
          <p:cNvSpPr/>
          <p:nvPr/>
        </p:nvSpPr>
        <p:spPr>
          <a:xfrm>
            <a:off x="3530644" y="103733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Freeform 1156"/>
          <p:cNvSpPr/>
          <p:nvPr/>
        </p:nvSpPr>
        <p:spPr>
          <a:xfrm>
            <a:off x="3444154" y="117782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Freeform 1157"/>
          <p:cNvSpPr/>
          <p:nvPr/>
        </p:nvSpPr>
        <p:spPr>
          <a:xfrm>
            <a:off x="3377053" y="130055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Freeform 1158"/>
          <p:cNvSpPr/>
          <p:nvPr/>
        </p:nvSpPr>
        <p:spPr>
          <a:xfrm>
            <a:off x="3780499" y="86702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Freeform 1159"/>
          <p:cNvSpPr/>
          <p:nvPr/>
        </p:nvSpPr>
        <p:spPr>
          <a:xfrm>
            <a:off x="3529260" y="113630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Freeform 1160"/>
          <p:cNvSpPr/>
          <p:nvPr/>
        </p:nvSpPr>
        <p:spPr>
          <a:xfrm>
            <a:off x="3225344" y="130099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Freeform 1161"/>
          <p:cNvSpPr/>
          <p:nvPr/>
        </p:nvSpPr>
        <p:spPr>
          <a:xfrm>
            <a:off x="3834291" y="96490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Freeform 1162"/>
          <p:cNvSpPr/>
          <p:nvPr/>
        </p:nvSpPr>
        <p:spPr>
          <a:xfrm>
            <a:off x="3401884" y="117544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Freeform 1163"/>
          <p:cNvSpPr/>
          <p:nvPr/>
        </p:nvSpPr>
        <p:spPr>
          <a:xfrm>
            <a:off x="3926863" y="72863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Freeform 1164"/>
          <p:cNvSpPr/>
          <p:nvPr/>
        </p:nvSpPr>
        <p:spPr>
          <a:xfrm>
            <a:off x="3029810" y="143821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Freeform 1165"/>
          <p:cNvSpPr/>
          <p:nvPr/>
        </p:nvSpPr>
        <p:spPr>
          <a:xfrm>
            <a:off x="3153207" y="139562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Freeform 1166"/>
          <p:cNvSpPr/>
          <p:nvPr/>
        </p:nvSpPr>
        <p:spPr>
          <a:xfrm>
            <a:off x="3621457" y="94159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Freeform 1167"/>
          <p:cNvSpPr/>
          <p:nvPr/>
        </p:nvSpPr>
        <p:spPr>
          <a:xfrm>
            <a:off x="3543176" y="108229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Freeform 1168"/>
          <p:cNvSpPr/>
          <p:nvPr/>
        </p:nvSpPr>
        <p:spPr>
          <a:xfrm>
            <a:off x="3645781" y="89595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Freeform 1169"/>
          <p:cNvSpPr/>
          <p:nvPr/>
        </p:nvSpPr>
        <p:spPr>
          <a:xfrm>
            <a:off x="2958184" y="159264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Freeform 1170"/>
          <p:cNvSpPr/>
          <p:nvPr/>
        </p:nvSpPr>
        <p:spPr>
          <a:xfrm>
            <a:off x="2961654" y="152425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Freeform 1171"/>
          <p:cNvSpPr/>
          <p:nvPr/>
        </p:nvSpPr>
        <p:spPr>
          <a:xfrm>
            <a:off x="3915345" y="79318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Freeform 1172"/>
          <p:cNvSpPr/>
          <p:nvPr/>
        </p:nvSpPr>
        <p:spPr>
          <a:xfrm>
            <a:off x="3659857" y="98898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Freeform 1173"/>
          <p:cNvSpPr/>
          <p:nvPr/>
        </p:nvSpPr>
        <p:spPr>
          <a:xfrm>
            <a:off x="3490535" y="115225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Freeform 1174"/>
          <p:cNvSpPr/>
          <p:nvPr/>
        </p:nvSpPr>
        <p:spPr>
          <a:xfrm>
            <a:off x="3315107" y="127312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Freeform 1175"/>
          <p:cNvSpPr/>
          <p:nvPr/>
        </p:nvSpPr>
        <p:spPr>
          <a:xfrm>
            <a:off x="3194029" y="134608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Freeform 1176"/>
          <p:cNvSpPr/>
          <p:nvPr/>
        </p:nvSpPr>
        <p:spPr>
          <a:xfrm>
            <a:off x="3627888" y="103647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Freeform 1177"/>
          <p:cNvSpPr/>
          <p:nvPr/>
        </p:nvSpPr>
        <p:spPr>
          <a:xfrm>
            <a:off x="3436927" y="104510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Freeform 1178"/>
          <p:cNvSpPr/>
          <p:nvPr/>
        </p:nvSpPr>
        <p:spPr>
          <a:xfrm>
            <a:off x="3441135" y="115587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Freeform 1179"/>
          <p:cNvSpPr/>
          <p:nvPr/>
        </p:nvSpPr>
        <p:spPr>
          <a:xfrm>
            <a:off x="3290933" y="125423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Freeform 1180"/>
          <p:cNvSpPr/>
          <p:nvPr/>
        </p:nvSpPr>
        <p:spPr>
          <a:xfrm>
            <a:off x="3732232" y="91109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Freeform 1181"/>
          <p:cNvSpPr/>
          <p:nvPr/>
        </p:nvSpPr>
        <p:spPr>
          <a:xfrm>
            <a:off x="3387034" y="117782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Freeform 1182"/>
          <p:cNvSpPr/>
          <p:nvPr/>
        </p:nvSpPr>
        <p:spPr>
          <a:xfrm>
            <a:off x="3274645" y="130617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Freeform 1183"/>
          <p:cNvSpPr/>
          <p:nvPr/>
        </p:nvSpPr>
        <p:spPr>
          <a:xfrm>
            <a:off x="3413734" y="120235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Freeform 1184"/>
          <p:cNvSpPr/>
          <p:nvPr/>
        </p:nvSpPr>
        <p:spPr>
          <a:xfrm>
            <a:off x="3189122" y="150821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Freeform 1185"/>
          <p:cNvSpPr/>
          <p:nvPr/>
        </p:nvSpPr>
        <p:spPr>
          <a:xfrm>
            <a:off x="3471495" y="118080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Freeform 1186"/>
          <p:cNvSpPr/>
          <p:nvPr/>
        </p:nvSpPr>
        <p:spPr>
          <a:xfrm>
            <a:off x="3607381" y="91636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Freeform 1187"/>
          <p:cNvSpPr/>
          <p:nvPr/>
        </p:nvSpPr>
        <p:spPr>
          <a:xfrm>
            <a:off x="3411693" y="108083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Freeform 1188"/>
          <p:cNvSpPr/>
          <p:nvPr/>
        </p:nvSpPr>
        <p:spPr>
          <a:xfrm>
            <a:off x="3143673" y="138678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Freeform 1189"/>
          <p:cNvSpPr/>
          <p:nvPr/>
        </p:nvSpPr>
        <p:spPr>
          <a:xfrm>
            <a:off x="3532761" y="117336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Freeform 1190"/>
          <p:cNvSpPr/>
          <p:nvPr/>
        </p:nvSpPr>
        <p:spPr>
          <a:xfrm>
            <a:off x="3489545" y="106851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Freeform 1191"/>
          <p:cNvSpPr/>
          <p:nvPr/>
        </p:nvSpPr>
        <p:spPr>
          <a:xfrm>
            <a:off x="3633730" y="105468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Freeform 1192"/>
          <p:cNvSpPr/>
          <p:nvPr/>
        </p:nvSpPr>
        <p:spPr>
          <a:xfrm>
            <a:off x="3850765" y="76169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Freeform 1193"/>
          <p:cNvSpPr/>
          <p:nvPr/>
        </p:nvSpPr>
        <p:spPr>
          <a:xfrm>
            <a:off x="3318742" y="125669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Freeform 1194"/>
          <p:cNvSpPr/>
          <p:nvPr/>
        </p:nvSpPr>
        <p:spPr>
          <a:xfrm>
            <a:off x="3368197" y="128562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Freeform 1195"/>
          <p:cNvSpPr/>
          <p:nvPr/>
        </p:nvSpPr>
        <p:spPr>
          <a:xfrm>
            <a:off x="3309311" y="129304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Freeform 1196"/>
          <p:cNvSpPr/>
          <p:nvPr/>
        </p:nvSpPr>
        <p:spPr>
          <a:xfrm>
            <a:off x="3230570" y="123085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Freeform 1197"/>
          <p:cNvSpPr/>
          <p:nvPr/>
        </p:nvSpPr>
        <p:spPr>
          <a:xfrm>
            <a:off x="3009007" y="156611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Freeform 1198"/>
          <p:cNvSpPr/>
          <p:nvPr/>
        </p:nvSpPr>
        <p:spPr>
          <a:xfrm>
            <a:off x="2936410" y="162755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Freeform 1199"/>
          <p:cNvSpPr/>
          <p:nvPr/>
        </p:nvSpPr>
        <p:spPr>
          <a:xfrm>
            <a:off x="3586815" y="98370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Freeform 1200"/>
          <p:cNvSpPr/>
          <p:nvPr/>
        </p:nvSpPr>
        <p:spPr>
          <a:xfrm>
            <a:off x="3757931" y="92836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Freeform 1201"/>
          <p:cNvSpPr/>
          <p:nvPr/>
        </p:nvSpPr>
        <p:spPr>
          <a:xfrm>
            <a:off x="2918551" y="164392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Rectangle 1202"/>
          <p:cNvSpPr/>
          <p:nvPr/>
        </p:nvSpPr>
        <p:spPr>
          <a:xfrm>
            <a:off x="4841717" y="326339"/>
            <a:ext cx="1665757" cy="16657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Freeform 1203"/>
          <p:cNvSpPr/>
          <p:nvPr/>
        </p:nvSpPr>
        <p:spPr>
          <a:xfrm>
            <a:off x="4841717" y="326339"/>
            <a:ext cx="1665757" cy="1665757"/>
          </a:xfrm>
          <a:custGeom>
            <a:avLst/>
            <a:gdLst/>
            <a:ahLst/>
            <a:cxnLst/>
            <a:rect l="l" t="t" r="r" b="b"/>
            <a:pathLst>
              <a:path w="1665757" h="1665757">
                <a:moveTo>
                  <a:pt x="0" y="1665757"/>
                </a:moveTo>
                <a:lnTo>
                  <a:pt x="1665757" y="0"/>
                </a:lnTo>
                <a:close/>
              </a:path>
            </a:pathLst>
          </a:custGeom>
          <a:noFill/>
          <a:ln w="762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Freeform 1204"/>
          <p:cNvSpPr/>
          <p:nvPr/>
        </p:nvSpPr>
        <p:spPr>
          <a:xfrm>
            <a:off x="4979670" y="19920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Freeform 1205"/>
          <p:cNvSpPr/>
          <p:nvPr/>
        </p:nvSpPr>
        <p:spPr>
          <a:xfrm>
            <a:off x="5323522" y="19920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Freeform 1206"/>
          <p:cNvSpPr/>
          <p:nvPr/>
        </p:nvSpPr>
        <p:spPr>
          <a:xfrm>
            <a:off x="5667375" y="19920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Freeform 1207"/>
          <p:cNvSpPr/>
          <p:nvPr/>
        </p:nvSpPr>
        <p:spPr>
          <a:xfrm>
            <a:off x="6011227" y="19920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Freeform 1208"/>
          <p:cNvSpPr/>
          <p:nvPr/>
        </p:nvSpPr>
        <p:spPr>
          <a:xfrm>
            <a:off x="6355079" y="199209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Freeform 1209"/>
          <p:cNvSpPr/>
          <p:nvPr/>
        </p:nvSpPr>
        <p:spPr>
          <a:xfrm>
            <a:off x="4797267" y="185414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Freeform 1210"/>
          <p:cNvSpPr/>
          <p:nvPr/>
        </p:nvSpPr>
        <p:spPr>
          <a:xfrm>
            <a:off x="4797267" y="151029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Freeform 1211"/>
          <p:cNvSpPr/>
          <p:nvPr/>
        </p:nvSpPr>
        <p:spPr>
          <a:xfrm>
            <a:off x="4797267" y="116643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Freeform 1212"/>
          <p:cNvSpPr/>
          <p:nvPr/>
        </p:nvSpPr>
        <p:spPr>
          <a:xfrm>
            <a:off x="4797267" y="82258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Freeform 1213"/>
          <p:cNvSpPr/>
          <p:nvPr/>
        </p:nvSpPr>
        <p:spPr>
          <a:xfrm>
            <a:off x="4797267" y="47873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Freeform 1214"/>
          <p:cNvSpPr/>
          <p:nvPr/>
        </p:nvSpPr>
        <p:spPr>
          <a:xfrm>
            <a:off x="4934626" y="1366752"/>
            <a:ext cx="0" cy="453313"/>
          </a:xfrm>
          <a:custGeom>
            <a:avLst/>
            <a:gdLst/>
            <a:ahLst/>
            <a:cxnLst/>
            <a:rect l="l" t="t" r="r" b="b"/>
            <a:pathLst>
              <a:path w="0" h="453313">
                <a:moveTo>
                  <a:pt x="0" y="45331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Freeform 1215"/>
          <p:cNvSpPr/>
          <p:nvPr/>
        </p:nvSpPr>
        <p:spPr>
          <a:xfrm>
            <a:off x="5591383" y="921337"/>
            <a:ext cx="0" cy="605761"/>
          </a:xfrm>
          <a:custGeom>
            <a:avLst/>
            <a:gdLst/>
            <a:ahLst/>
            <a:cxnLst/>
            <a:rect l="l" t="t" r="r" b="b"/>
            <a:pathLst>
              <a:path w="0" h="605761">
                <a:moveTo>
                  <a:pt x="0" y="60576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Freeform 1216"/>
          <p:cNvSpPr/>
          <p:nvPr/>
        </p:nvSpPr>
        <p:spPr>
          <a:xfrm>
            <a:off x="5332463" y="1050033"/>
            <a:ext cx="0" cy="569072"/>
          </a:xfrm>
          <a:custGeom>
            <a:avLst/>
            <a:gdLst/>
            <a:ahLst/>
            <a:cxnLst/>
            <a:rect l="l" t="t" r="r" b="b"/>
            <a:pathLst>
              <a:path w="0" h="569072">
                <a:moveTo>
                  <a:pt x="0" y="56907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Freeform 1217"/>
          <p:cNvSpPr/>
          <p:nvPr/>
        </p:nvSpPr>
        <p:spPr>
          <a:xfrm>
            <a:off x="5267131" y="1223885"/>
            <a:ext cx="0" cy="514612"/>
          </a:xfrm>
          <a:custGeom>
            <a:avLst/>
            <a:gdLst/>
            <a:ahLst/>
            <a:cxnLst/>
            <a:rect l="l" t="t" r="r" b="b"/>
            <a:pathLst>
              <a:path w="0" h="514612">
                <a:moveTo>
                  <a:pt x="0" y="51461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Freeform 1218"/>
          <p:cNvSpPr/>
          <p:nvPr/>
        </p:nvSpPr>
        <p:spPr>
          <a:xfrm>
            <a:off x="5203174" y="1380526"/>
            <a:ext cx="0" cy="449795"/>
          </a:xfrm>
          <a:custGeom>
            <a:avLst/>
            <a:gdLst/>
            <a:ahLst/>
            <a:cxnLst/>
            <a:rect l="l" t="t" r="r" b="b"/>
            <a:pathLst>
              <a:path w="0" h="449795">
                <a:moveTo>
                  <a:pt x="0" y="44979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Freeform 1219"/>
          <p:cNvSpPr/>
          <p:nvPr/>
        </p:nvSpPr>
        <p:spPr>
          <a:xfrm>
            <a:off x="5065633" y="1380526"/>
            <a:ext cx="0" cy="449795"/>
          </a:xfrm>
          <a:custGeom>
            <a:avLst/>
            <a:gdLst/>
            <a:ahLst/>
            <a:cxnLst/>
            <a:rect l="l" t="t" r="r" b="b"/>
            <a:pathLst>
              <a:path w="0" h="449795">
                <a:moveTo>
                  <a:pt x="0" y="44979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Freeform 1220"/>
          <p:cNvSpPr/>
          <p:nvPr/>
        </p:nvSpPr>
        <p:spPr>
          <a:xfrm>
            <a:off x="5190108" y="1463476"/>
            <a:ext cx="0" cy="494327"/>
          </a:xfrm>
          <a:custGeom>
            <a:avLst/>
            <a:gdLst/>
            <a:ahLst/>
            <a:cxnLst/>
            <a:rect l="l" t="t" r="r" b="b"/>
            <a:pathLst>
              <a:path w="0" h="494327">
                <a:moveTo>
                  <a:pt x="0" y="49432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Freeform 1221"/>
          <p:cNvSpPr/>
          <p:nvPr/>
        </p:nvSpPr>
        <p:spPr>
          <a:xfrm>
            <a:off x="5441464" y="1200513"/>
            <a:ext cx="0" cy="499339"/>
          </a:xfrm>
          <a:custGeom>
            <a:avLst/>
            <a:gdLst/>
            <a:ahLst/>
            <a:cxnLst/>
            <a:rect l="l" t="t" r="r" b="b"/>
            <a:pathLst>
              <a:path w="0" h="499339">
                <a:moveTo>
                  <a:pt x="0" y="49933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Freeform 1222"/>
          <p:cNvSpPr/>
          <p:nvPr/>
        </p:nvSpPr>
        <p:spPr>
          <a:xfrm>
            <a:off x="5880563" y="1050911"/>
            <a:ext cx="0" cy="587505"/>
          </a:xfrm>
          <a:custGeom>
            <a:avLst/>
            <a:gdLst/>
            <a:ahLst/>
            <a:cxnLst/>
            <a:rect l="l" t="t" r="r" b="b"/>
            <a:pathLst>
              <a:path w="0" h="587505">
                <a:moveTo>
                  <a:pt x="0" y="58750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Freeform 1223"/>
          <p:cNvSpPr/>
          <p:nvPr/>
        </p:nvSpPr>
        <p:spPr>
          <a:xfrm>
            <a:off x="5298077" y="1273120"/>
            <a:ext cx="0" cy="466789"/>
          </a:xfrm>
          <a:custGeom>
            <a:avLst/>
            <a:gdLst/>
            <a:ahLst/>
            <a:cxnLst/>
            <a:rect l="l" t="t" r="r" b="b"/>
            <a:pathLst>
              <a:path w="0" h="466789">
                <a:moveTo>
                  <a:pt x="0" y="46678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Freeform 1224"/>
          <p:cNvSpPr/>
          <p:nvPr/>
        </p:nvSpPr>
        <p:spPr>
          <a:xfrm>
            <a:off x="5880219" y="1057816"/>
            <a:ext cx="0" cy="558565"/>
          </a:xfrm>
          <a:custGeom>
            <a:avLst/>
            <a:gdLst/>
            <a:ahLst/>
            <a:cxnLst/>
            <a:rect l="l" t="t" r="r" b="b"/>
            <a:pathLst>
              <a:path w="0" h="558565">
                <a:moveTo>
                  <a:pt x="0" y="55856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Freeform 1225"/>
          <p:cNvSpPr/>
          <p:nvPr/>
        </p:nvSpPr>
        <p:spPr>
          <a:xfrm>
            <a:off x="5744741" y="1242685"/>
            <a:ext cx="0" cy="479614"/>
          </a:xfrm>
          <a:custGeom>
            <a:avLst/>
            <a:gdLst/>
            <a:ahLst/>
            <a:cxnLst/>
            <a:rect l="l" t="t" r="r" b="b"/>
            <a:pathLst>
              <a:path w="0" h="479614">
                <a:moveTo>
                  <a:pt x="0" y="47961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Freeform 1226"/>
          <p:cNvSpPr/>
          <p:nvPr/>
        </p:nvSpPr>
        <p:spPr>
          <a:xfrm>
            <a:off x="5798726" y="523403"/>
            <a:ext cx="0" cy="770486"/>
          </a:xfrm>
          <a:custGeom>
            <a:avLst/>
            <a:gdLst/>
            <a:ahLst/>
            <a:cxnLst/>
            <a:rect l="l" t="t" r="r" b="b"/>
            <a:pathLst>
              <a:path w="0" h="770486">
                <a:moveTo>
                  <a:pt x="0" y="77048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Freeform 1227"/>
          <p:cNvSpPr/>
          <p:nvPr/>
        </p:nvSpPr>
        <p:spPr>
          <a:xfrm>
            <a:off x="5400545" y="1305021"/>
            <a:ext cx="0" cy="467849"/>
          </a:xfrm>
          <a:custGeom>
            <a:avLst/>
            <a:gdLst/>
            <a:ahLst/>
            <a:cxnLst/>
            <a:rect l="l" t="t" r="r" b="b"/>
            <a:pathLst>
              <a:path w="0" h="467849">
                <a:moveTo>
                  <a:pt x="0" y="46784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Freeform 1228"/>
          <p:cNvSpPr/>
          <p:nvPr/>
        </p:nvSpPr>
        <p:spPr>
          <a:xfrm>
            <a:off x="6213068" y="-12700"/>
            <a:ext cx="0" cy="1102409"/>
          </a:xfrm>
          <a:custGeom>
            <a:avLst/>
            <a:gdLst/>
            <a:ahLst/>
            <a:cxnLst/>
            <a:rect l="l" t="t" r="r" b="b"/>
            <a:pathLst>
              <a:path w="0" h="1102409">
                <a:moveTo>
                  <a:pt x="0" y="110240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Freeform 1229"/>
          <p:cNvSpPr/>
          <p:nvPr/>
        </p:nvSpPr>
        <p:spPr>
          <a:xfrm>
            <a:off x="5273664" y="1263525"/>
            <a:ext cx="0" cy="455511"/>
          </a:xfrm>
          <a:custGeom>
            <a:avLst/>
            <a:gdLst/>
            <a:ahLst/>
            <a:cxnLst/>
            <a:rect l="l" t="t" r="r" b="b"/>
            <a:pathLst>
              <a:path w="0" h="455511">
                <a:moveTo>
                  <a:pt x="0" y="45551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Freeform 1230"/>
          <p:cNvSpPr/>
          <p:nvPr/>
        </p:nvSpPr>
        <p:spPr>
          <a:xfrm>
            <a:off x="5828985" y="880266"/>
            <a:ext cx="0" cy="621933"/>
          </a:xfrm>
          <a:custGeom>
            <a:avLst/>
            <a:gdLst/>
            <a:ahLst/>
            <a:cxnLst/>
            <a:rect l="l" t="t" r="r" b="b"/>
            <a:pathLst>
              <a:path w="0" h="621933">
                <a:moveTo>
                  <a:pt x="0" y="62193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Freeform 1231"/>
          <p:cNvSpPr/>
          <p:nvPr/>
        </p:nvSpPr>
        <p:spPr>
          <a:xfrm>
            <a:off x="5713451" y="1158160"/>
            <a:ext cx="0" cy="494592"/>
          </a:xfrm>
          <a:custGeom>
            <a:avLst/>
            <a:gdLst/>
            <a:ahLst/>
            <a:cxnLst/>
            <a:rect l="l" t="t" r="r" b="b"/>
            <a:pathLst>
              <a:path w="0" h="494592">
                <a:moveTo>
                  <a:pt x="0" y="49459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Freeform 1232"/>
          <p:cNvSpPr/>
          <p:nvPr/>
        </p:nvSpPr>
        <p:spPr>
          <a:xfrm>
            <a:off x="5390917" y="1140156"/>
            <a:ext cx="0" cy="506501"/>
          </a:xfrm>
          <a:custGeom>
            <a:avLst/>
            <a:gdLst/>
            <a:ahLst/>
            <a:cxnLst/>
            <a:rect l="l" t="t" r="r" b="b"/>
            <a:pathLst>
              <a:path w="0" h="506501">
                <a:moveTo>
                  <a:pt x="0" y="50650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Freeform 1233"/>
          <p:cNvSpPr/>
          <p:nvPr/>
        </p:nvSpPr>
        <p:spPr>
          <a:xfrm>
            <a:off x="5438369" y="1010347"/>
            <a:ext cx="0" cy="573617"/>
          </a:xfrm>
          <a:custGeom>
            <a:avLst/>
            <a:gdLst/>
            <a:ahLst/>
            <a:cxnLst/>
            <a:rect l="l" t="t" r="r" b="b"/>
            <a:pathLst>
              <a:path w="0" h="573617">
                <a:moveTo>
                  <a:pt x="0" y="57361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Freeform 1234"/>
          <p:cNvSpPr/>
          <p:nvPr/>
        </p:nvSpPr>
        <p:spPr>
          <a:xfrm>
            <a:off x="5631614" y="1089014"/>
            <a:ext cx="0" cy="552151"/>
          </a:xfrm>
          <a:custGeom>
            <a:avLst/>
            <a:gdLst/>
            <a:ahLst/>
            <a:cxnLst/>
            <a:rect l="l" t="t" r="r" b="b"/>
            <a:pathLst>
              <a:path w="0" h="552151">
                <a:moveTo>
                  <a:pt x="0" y="55215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Freeform 1235"/>
          <p:cNvSpPr/>
          <p:nvPr/>
        </p:nvSpPr>
        <p:spPr>
          <a:xfrm>
            <a:off x="5489259" y="906362"/>
            <a:ext cx="0" cy="595484"/>
          </a:xfrm>
          <a:custGeom>
            <a:avLst/>
            <a:gdLst/>
            <a:ahLst/>
            <a:cxnLst/>
            <a:rect l="l" t="t" r="r" b="b"/>
            <a:pathLst>
              <a:path w="0" h="595484">
                <a:moveTo>
                  <a:pt x="0" y="59548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Freeform 1236"/>
          <p:cNvSpPr/>
          <p:nvPr/>
        </p:nvSpPr>
        <p:spPr>
          <a:xfrm>
            <a:off x="5445934" y="1249279"/>
            <a:ext cx="0" cy="488970"/>
          </a:xfrm>
          <a:custGeom>
            <a:avLst/>
            <a:gdLst/>
            <a:ahLst/>
            <a:cxnLst/>
            <a:rect l="l" t="t" r="r" b="b"/>
            <a:pathLst>
              <a:path w="0" h="488970">
                <a:moveTo>
                  <a:pt x="0" y="48897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Freeform 1237"/>
          <p:cNvSpPr/>
          <p:nvPr/>
        </p:nvSpPr>
        <p:spPr>
          <a:xfrm>
            <a:off x="5939018" y="707652"/>
            <a:ext cx="0" cy="688418"/>
          </a:xfrm>
          <a:custGeom>
            <a:avLst/>
            <a:gdLst/>
            <a:ahLst/>
            <a:cxnLst/>
            <a:rect l="l" t="t" r="r" b="b"/>
            <a:pathLst>
              <a:path w="0" h="688418">
                <a:moveTo>
                  <a:pt x="0" y="68841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Freeform 1238"/>
          <p:cNvSpPr/>
          <p:nvPr/>
        </p:nvSpPr>
        <p:spPr>
          <a:xfrm>
            <a:off x="5371318" y="1168142"/>
            <a:ext cx="0" cy="481018"/>
          </a:xfrm>
          <a:custGeom>
            <a:avLst/>
            <a:gdLst/>
            <a:ahLst/>
            <a:cxnLst/>
            <a:rect l="l" t="t" r="r" b="b"/>
            <a:pathLst>
              <a:path w="0" h="481018">
                <a:moveTo>
                  <a:pt x="0" y="48101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Freeform 1239"/>
          <p:cNvSpPr/>
          <p:nvPr/>
        </p:nvSpPr>
        <p:spPr>
          <a:xfrm>
            <a:off x="5088671" y="1391853"/>
            <a:ext cx="0" cy="493964"/>
          </a:xfrm>
          <a:custGeom>
            <a:avLst/>
            <a:gdLst/>
            <a:ahLst/>
            <a:cxnLst/>
            <a:rect l="l" t="t" r="r" b="b"/>
            <a:pathLst>
              <a:path w="0" h="493964">
                <a:moveTo>
                  <a:pt x="0" y="49396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Freeform 1240"/>
          <p:cNvSpPr/>
          <p:nvPr/>
        </p:nvSpPr>
        <p:spPr>
          <a:xfrm>
            <a:off x="6149799" y="859114"/>
            <a:ext cx="0" cy="639620"/>
          </a:xfrm>
          <a:custGeom>
            <a:avLst/>
            <a:gdLst/>
            <a:ahLst/>
            <a:cxnLst/>
            <a:rect l="l" t="t" r="r" b="b"/>
            <a:pathLst>
              <a:path w="0" h="639620">
                <a:moveTo>
                  <a:pt x="0" y="63962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Freeform 1241"/>
          <p:cNvSpPr/>
          <p:nvPr/>
        </p:nvSpPr>
        <p:spPr>
          <a:xfrm>
            <a:off x="5561468" y="853396"/>
            <a:ext cx="0" cy="627017"/>
          </a:xfrm>
          <a:custGeom>
            <a:avLst/>
            <a:gdLst/>
            <a:ahLst/>
            <a:cxnLst/>
            <a:rect l="l" t="t" r="r" b="b"/>
            <a:pathLst>
              <a:path w="0" h="627017">
                <a:moveTo>
                  <a:pt x="0" y="62701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Freeform 1242"/>
          <p:cNvSpPr/>
          <p:nvPr/>
        </p:nvSpPr>
        <p:spPr>
          <a:xfrm>
            <a:off x="5923888" y="857390"/>
            <a:ext cx="0" cy="591990"/>
          </a:xfrm>
          <a:custGeom>
            <a:avLst/>
            <a:gdLst/>
            <a:ahLst/>
            <a:cxnLst/>
            <a:rect l="l" t="t" r="r" b="b"/>
            <a:pathLst>
              <a:path w="0" h="591990">
                <a:moveTo>
                  <a:pt x="0" y="59199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Freeform 1243"/>
          <p:cNvSpPr/>
          <p:nvPr/>
        </p:nvSpPr>
        <p:spPr>
          <a:xfrm>
            <a:off x="5228963" y="1358518"/>
            <a:ext cx="0" cy="497715"/>
          </a:xfrm>
          <a:custGeom>
            <a:avLst/>
            <a:gdLst/>
            <a:ahLst/>
            <a:cxnLst/>
            <a:rect l="l" t="t" r="r" b="b"/>
            <a:pathLst>
              <a:path w="0" h="497715">
                <a:moveTo>
                  <a:pt x="0" y="49771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Freeform 1244"/>
          <p:cNvSpPr/>
          <p:nvPr/>
        </p:nvSpPr>
        <p:spPr>
          <a:xfrm>
            <a:off x="5721359" y="882591"/>
            <a:ext cx="0" cy="616076"/>
          </a:xfrm>
          <a:custGeom>
            <a:avLst/>
            <a:gdLst/>
            <a:ahLst/>
            <a:cxnLst/>
            <a:rect l="l" t="t" r="r" b="b"/>
            <a:pathLst>
              <a:path w="0" h="616076">
                <a:moveTo>
                  <a:pt x="0" y="61607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Freeform 1245"/>
          <p:cNvSpPr/>
          <p:nvPr/>
        </p:nvSpPr>
        <p:spPr>
          <a:xfrm>
            <a:off x="5378539" y="1164626"/>
            <a:ext cx="0" cy="523888"/>
          </a:xfrm>
          <a:custGeom>
            <a:avLst/>
            <a:gdLst/>
            <a:ahLst/>
            <a:cxnLst/>
            <a:rect l="l" t="t" r="r" b="b"/>
            <a:pathLst>
              <a:path w="0" h="523888">
                <a:moveTo>
                  <a:pt x="0" y="52388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Freeform 1246"/>
          <p:cNvSpPr/>
          <p:nvPr/>
        </p:nvSpPr>
        <p:spPr>
          <a:xfrm>
            <a:off x="5400889" y="1051243"/>
            <a:ext cx="0" cy="535249"/>
          </a:xfrm>
          <a:custGeom>
            <a:avLst/>
            <a:gdLst/>
            <a:ahLst/>
            <a:cxnLst/>
            <a:rect l="l" t="t" r="r" b="b"/>
            <a:pathLst>
              <a:path w="0" h="535249">
                <a:moveTo>
                  <a:pt x="0" y="53524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Freeform 1247"/>
          <p:cNvSpPr/>
          <p:nvPr/>
        </p:nvSpPr>
        <p:spPr>
          <a:xfrm>
            <a:off x="5669781" y="1105277"/>
            <a:ext cx="0" cy="587159"/>
          </a:xfrm>
          <a:custGeom>
            <a:avLst/>
            <a:gdLst/>
            <a:ahLst/>
            <a:cxnLst/>
            <a:rect l="l" t="t" r="r" b="b"/>
            <a:pathLst>
              <a:path w="0" h="587159">
                <a:moveTo>
                  <a:pt x="0" y="58715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Freeform 1248"/>
          <p:cNvSpPr/>
          <p:nvPr/>
        </p:nvSpPr>
        <p:spPr>
          <a:xfrm>
            <a:off x="5174291" y="1308468"/>
            <a:ext cx="0" cy="456470"/>
          </a:xfrm>
          <a:custGeom>
            <a:avLst/>
            <a:gdLst/>
            <a:ahLst/>
            <a:cxnLst/>
            <a:rect l="l" t="t" r="r" b="b"/>
            <a:pathLst>
              <a:path w="0" h="456470">
                <a:moveTo>
                  <a:pt x="0" y="45647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Freeform 1249"/>
          <p:cNvSpPr/>
          <p:nvPr/>
        </p:nvSpPr>
        <p:spPr>
          <a:xfrm>
            <a:off x="5509546" y="927654"/>
            <a:ext cx="0" cy="634493"/>
          </a:xfrm>
          <a:custGeom>
            <a:avLst/>
            <a:gdLst/>
            <a:ahLst/>
            <a:cxnLst/>
            <a:rect l="l" t="t" r="r" b="b"/>
            <a:pathLst>
              <a:path w="0" h="634493">
                <a:moveTo>
                  <a:pt x="0" y="63449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Freeform 1250"/>
          <p:cNvSpPr/>
          <p:nvPr/>
        </p:nvSpPr>
        <p:spPr>
          <a:xfrm>
            <a:off x="5799070" y="692377"/>
            <a:ext cx="0" cy="644545"/>
          </a:xfrm>
          <a:custGeom>
            <a:avLst/>
            <a:gdLst/>
            <a:ahLst/>
            <a:cxnLst/>
            <a:rect l="l" t="t" r="r" b="b"/>
            <a:pathLst>
              <a:path w="0" h="644545">
                <a:moveTo>
                  <a:pt x="0" y="64454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Freeform 1251"/>
          <p:cNvSpPr/>
          <p:nvPr/>
        </p:nvSpPr>
        <p:spPr>
          <a:xfrm>
            <a:off x="5339340" y="1374524"/>
            <a:ext cx="0" cy="487951"/>
          </a:xfrm>
          <a:custGeom>
            <a:avLst/>
            <a:gdLst/>
            <a:ahLst/>
            <a:cxnLst/>
            <a:rect l="l" t="t" r="r" b="b"/>
            <a:pathLst>
              <a:path w="0" h="487951">
                <a:moveTo>
                  <a:pt x="0" y="48795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Freeform 1252"/>
          <p:cNvSpPr/>
          <p:nvPr/>
        </p:nvSpPr>
        <p:spPr>
          <a:xfrm>
            <a:off x="5326961" y="1303499"/>
            <a:ext cx="0" cy="530434"/>
          </a:xfrm>
          <a:custGeom>
            <a:avLst/>
            <a:gdLst/>
            <a:ahLst/>
            <a:cxnLst/>
            <a:rect l="l" t="t" r="r" b="b"/>
            <a:pathLst>
              <a:path w="0" h="530434">
                <a:moveTo>
                  <a:pt x="0" y="53043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Freeform 1253"/>
          <p:cNvSpPr/>
          <p:nvPr/>
        </p:nvSpPr>
        <p:spPr>
          <a:xfrm>
            <a:off x="5471035" y="884345"/>
            <a:ext cx="0" cy="614825"/>
          </a:xfrm>
          <a:custGeom>
            <a:avLst/>
            <a:gdLst/>
            <a:ahLst/>
            <a:cxnLst/>
            <a:rect l="l" t="t" r="r" b="b"/>
            <a:pathLst>
              <a:path w="0" h="614825">
                <a:moveTo>
                  <a:pt x="0" y="61482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Freeform 1254"/>
          <p:cNvSpPr/>
          <p:nvPr/>
        </p:nvSpPr>
        <p:spPr>
          <a:xfrm>
            <a:off x="5396419" y="1156573"/>
            <a:ext cx="0" cy="529765"/>
          </a:xfrm>
          <a:custGeom>
            <a:avLst/>
            <a:gdLst/>
            <a:ahLst/>
            <a:cxnLst/>
            <a:rect l="l" t="t" r="r" b="b"/>
            <a:pathLst>
              <a:path w="0" h="529765">
                <a:moveTo>
                  <a:pt x="0" y="52976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Freeform 1255"/>
          <p:cNvSpPr/>
          <p:nvPr/>
        </p:nvSpPr>
        <p:spPr>
          <a:xfrm>
            <a:off x="5300828" y="1331037"/>
            <a:ext cx="0" cy="456052"/>
          </a:xfrm>
          <a:custGeom>
            <a:avLst/>
            <a:gdLst/>
            <a:ahLst/>
            <a:cxnLst/>
            <a:rect l="l" t="t" r="r" b="b"/>
            <a:pathLst>
              <a:path w="0" h="456052">
                <a:moveTo>
                  <a:pt x="0" y="45605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Freeform 1256"/>
          <p:cNvSpPr/>
          <p:nvPr/>
        </p:nvSpPr>
        <p:spPr>
          <a:xfrm>
            <a:off x="5301860" y="1351424"/>
            <a:ext cx="0" cy="455681"/>
          </a:xfrm>
          <a:custGeom>
            <a:avLst/>
            <a:gdLst/>
            <a:ahLst/>
            <a:cxnLst/>
            <a:rect l="l" t="t" r="r" b="b"/>
            <a:pathLst>
              <a:path w="0" h="455681">
                <a:moveTo>
                  <a:pt x="0" y="45568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Freeform 1257"/>
          <p:cNvSpPr/>
          <p:nvPr/>
        </p:nvSpPr>
        <p:spPr>
          <a:xfrm>
            <a:off x="5564907" y="1025639"/>
            <a:ext cx="0" cy="571809"/>
          </a:xfrm>
          <a:custGeom>
            <a:avLst/>
            <a:gdLst/>
            <a:ahLst/>
            <a:cxnLst/>
            <a:rect l="l" t="t" r="r" b="b"/>
            <a:pathLst>
              <a:path w="0" h="571809">
                <a:moveTo>
                  <a:pt x="0" y="57180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Freeform 1258"/>
          <p:cNvSpPr/>
          <p:nvPr/>
        </p:nvSpPr>
        <p:spPr>
          <a:xfrm>
            <a:off x="5456593" y="1086583"/>
            <a:ext cx="0" cy="523340"/>
          </a:xfrm>
          <a:custGeom>
            <a:avLst/>
            <a:gdLst/>
            <a:ahLst/>
            <a:cxnLst/>
            <a:rect l="l" t="t" r="r" b="b"/>
            <a:pathLst>
              <a:path w="0" h="523340">
                <a:moveTo>
                  <a:pt x="0" y="52334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Freeform 1259"/>
          <p:cNvSpPr/>
          <p:nvPr/>
        </p:nvSpPr>
        <p:spPr>
          <a:xfrm>
            <a:off x="5441808" y="1020618"/>
            <a:ext cx="0" cy="623128"/>
          </a:xfrm>
          <a:custGeom>
            <a:avLst/>
            <a:gdLst/>
            <a:ahLst/>
            <a:cxnLst/>
            <a:rect l="l" t="t" r="r" b="b"/>
            <a:pathLst>
              <a:path w="0" h="623128">
                <a:moveTo>
                  <a:pt x="0" y="62312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Freeform 1260"/>
          <p:cNvSpPr/>
          <p:nvPr/>
        </p:nvSpPr>
        <p:spPr>
          <a:xfrm>
            <a:off x="5646743" y="1257641"/>
            <a:ext cx="0" cy="471715"/>
          </a:xfrm>
          <a:custGeom>
            <a:avLst/>
            <a:gdLst/>
            <a:ahLst/>
            <a:cxnLst/>
            <a:rect l="l" t="t" r="r" b="b"/>
            <a:pathLst>
              <a:path w="0" h="471715">
                <a:moveTo>
                  <a:pt x="0" y="47171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Freeform 1261"/>
          <p:cNvSpPr/>
          <p:nvPr/>
        </p:nvSpPr>
        <p:spPr>
          <a:xfrm>
            <a:off x="5536023" y="973389"/>
            <a:ext cx="0" cy="596505"/>
          </a:xfrm>
          <a:custGeom>
            <a:avLst/>
            <a:gdLst/>
            <a:ahLst/>
            <a:cxnLst/>
            <a:rect l="l" t="t" r="r" b="b"/>
            <a:pathLst>
              <a:path w="0" h="596505">
                <a:moveTo>
                  <a:pt x="0" y="59650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Freeform 1262"/>
          <p:cNvSpPr/>
          <p:nvPr/>
        </p:nvSpPr>
        <p:spPr>
          <a:xfrm>
            <a:off x="5621642" y="1000764"/>
            <a:ext cx="0" cy="557110"/>
          </a:xfrm>
          <a:custGeom>
            <a:avLst/>
            <a:gdLst/>
            <a:ahLst/>
            <a:cxnLst/>
            <a:rect l="l" t="t" r="r" b="b"/>
            <a:pathLst>
              <a:path w="0" h="557110">
                <a:moveTo>
                  <a:pt x="0" y="5571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Freeform 1263"/>
          <p:cNvSpPr/>
          <p:nvPr/>
        </p:nvSpPr>
        <p:spPr>
          <a:xfrm>
            <a:off x="5327993" y="1170908"/>
            <a:ext cx="0" cy="492871"/>
          </a:xfrm>
          <a:custGeom>
            <a:avLst/>
            <a:gdLst/>
            <a:ahLst/>
            <a:cxnLst/>
            <a:rect l="l" t="t" r="r" b="b"/>
            <a:pathLst>
              <a:path w="0" h="492871">
                <a:moveTo>
                  <a:pt x="0" y="49287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Freeform 1264"/>
          <p:cNvSpPr/>
          <p:nvPr/>
        </p:nvSpPr>
        <p:spPr>
          <a:xfrm>
            <a:off x="5648119" y="1253386"/>
            <a:ext cx="0" cy="475023"/>
          </a:xfrm>
          <a:custGeom>
            <a:avLst/>
            <a:gdLst/>
            <a:ahLst/>
            <a:cxnLst/>
            <a:rect l="l" t="t" r="r" b="b"/>
            <a:pathLst>
              <a:path w="0" h="475023">
                <a:moveTo>
                  <a:pt x="0" y="47502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Freeform 1265"/>
          <p:cNvSpPr/>
          <p:nvPr/>
        </p:nvSpPr>
        <p:spPr>
          <a:xfrm>
            <a:off x="5283292" y="1021314"/>
            <a:ext cx="0" cy="603896"/>
          </a:xfrm>
          <a:custGeom>
            <a:avLst/>
            <a:gdLst/>
            <a:ahLst/>
            <a:cxnLst/>
            <a:rect l="l" t="t" r="r" b="b"/>
            <a:pathLst>
              <a:path w="0" h="603896">
                <a:moveTo>
                  <a:pt x="0" y="60389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Freeform 1266"/>
          <p:cNvSpPr/>
          <p:nvPr/>
        </p:nvSpPr>
        <p:spPr>
          <a:xfrm>
            <a:off x="5673908" y="826364"/>
            <a:ext cx="0" cy="793284"/>
          </a:xfrm>
          <a:custGeom>
            <a:avLst/>
            <a:gdLst/>
            <a:ahLst/>
            <a:cxnLst/>
            <a:rect l="l" t="t" r="r" b="b"/>
            <a:pathLst>
              <a:path w="0" h="793284">
                <a:moveTo>
                  <a:pt x="0" y="79328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Freeform 1267"/>
          <p:cNvSpPr/>
          <p:nvPr/>
        </p:nvSpPr>
        <p:spPr>
          <a:xfrm>
            <a:off x="5017150" y="1319181"/>
            <a:ext cx="0" cy="486969"/>
          </a:xfrm>
          <a:custGeom>
            <a:avLst/>
            <a:gdLst/>
            <a:ahLst/>
            <a:cxnLst/>
            <a:rect l="l" t="t" r="r" b="b"/>
            <a:pathLst>
              <a:path w="0" h="486969">
                <a:moveTo>
                  <a:pt x="0" y="48696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Freeform 1268"/>
          <p:cNvSpPr/>
          <p:nvPr/>
        </p:nvSpPr>
        <p:spPr>
          <a:xfrm>
            <a:off x="5554591" y="1146263"/>
            <a:ext cx="0" cy="475315"/>
          </a:xfrm>
          <a:custGeom>
            <a:avLst/>
            <a:gdLst/>
            <a:ahLst/>
            <a:cxnLst/>
            <a:rect l="l" t="t" r="r" b="b"/>
            <a:pathLst>
              <a:path w="0" h="475315">
                <a:moveTo>
                  <a:pt x="0" y="47531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Freeform 1269"/>
          <p:cNvSpPr/>
          <p:nvPr/>
        </p:nvSpPr>
        <p:spPr>
          <a:xfrm>
            <a:off x="5826234" y="684417"/>
            <a:ext cx="0" cy="727008"/>
          </a:xfrm>
          <a:custGeom>
            <a:avLst/>
            <a:gdLst/>
            <a:ahLst/>
            <a:cxnLst/>
            <a:rect l="l" t="t" r="r" b="b"/>
            <a:pathLst>
              <a:path w="0" h="727008">
                <a:moveTo>
                  <a:pt x="0" y="72700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Freeform 1270"/>
          <p:cNvSpPr/>
          <p:nvPr/>
        </p:nvSpPr>
        <p:spPr>
          <a:xfrm>
            <a:off x="5367536" y="1263375"/>
            <a:ext cx="0" cy="480100"/>
          </a:xfrm>
          <a:custGeom>
            <a:avLst/>
            <a:gdLst/>
            <a:ahLst/>
            <a:cxnLst/>
            <a:rect l="l" t="t" r="r" b="b"/>
            <a:pathLst>
              <a:path w="0" h="480100">
                <a:moveTo>
                  <a:pt x="0" y="48010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Freeform 1271"/>
          <p:cNvSpPr/>
          <p:nvPr/>
        </p:nvSpPr>
        <p:spPr>
          <a:xfrm>
            <a:off x="6027044" y="505473"/>
            <a:ext cx="0" cy="795534"/>
          </a:xfrm>
          <a:custGeom>
            <a:avLst/>
            <a:gdLst/>
            <a:ahLst/>
            <a:cxnLst/>
            <a:rect l="l" t="t" r="r" b="b"/>
            <a:pathLst>
              <a:path w="0" h="795534">
                <a:moveTo>
                  <a:pt x="0" y="79553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Freeform 1272"/>
          <p:cNvSpPr/>
          <p:nvPr/>
        </p:nvSpPr>
        <p:spPr>
          <a:xfrm>
            <a:off x="6034265" y="540783"/>
            <a:ext cx="0" cy="747829"/>
          </a:xfrm>
          <a:custGeom>
            <a:avLst/>
            <a:gdLst/>
            <a:ahLst/>
            <a:cxnLst/>
            <a:rect l="l" t="t" r="r" b="b"/>
            <a:pathLst>
              <a:path w="0" h="747829">
                <a:moveTo>
                  <a:pt x="0" y="74782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Freeform 1273"/>
          <p:cNvSpPr/>
          <p:nvPr/>
        </p:nvSpPr>
        <p:spPr>
          <a:xfrm>
            <a:off x="5391949" y="1069173"/>
            <a:ext cx="0" cy="561207"/>
          </a:xfrm>
          <a:custGeom>
            <a:avLst/>
            <a:gdLst/>
            <a:ahLst/>
            <a:cxnLst/>
            <a:rect l="l" t="t" r="r" b="b"/>
            <a:pathLst>
              <a:path w="0" h="561207">
                <a:moveTo>
                  <a:pt x="0" y="56120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Freeform 1274"/>
          <p:cNvSpPr/>
          <p:nvPr/>
        </p:nvSpPr>
        <p:spPr>
          <a:xfrm>
            <a:off x="5541181" y="605691"/>
            <a:ext cx="0" cy="864868"/>
          </a:xfrm>
          <a:custGeom>
            <a:avLst/>
            <a:gdLst/>
            <a:ahLst/>
            <a:cxnLst/>
            <a:rect l="l" t="t" r="r" b="b"/>
            <a:pathLst>
              <a:path w="0" h="864868">
                <a:moveTo>
                  <a:pt x="0" y="86486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Freeform 1275"/>
          <p:cNvSpPr/>
          <p:nvPr/>
        </p:nvSpPr>
        <p:spPr>
          <a:xfrm>
            <a:off x="5229307" y="1206993"/>
            <a:ext cx="0" cy="466463"/>
          </a:xfrm>
          <a:custGeom>
            <a:avLst/>
            <a:gdLst/>
            <a:ahLst/>
            <a:cxnLst/>
            <a:rect l="l" t="t" r="r" b="b"/>
            <a:pathLst>
              <a:path w="0" h="466463">
                <a:moveTo>
                  <a:pt x="0" y="46646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Freeform 1276"/>
          <p:cNvSpPr/>
          <p:nvPr/>
        </p:nvSpPr>
        <p:spPr>
          <a:xfrm>
            <a:off x="5509546" y="1313819"/>
            <a:ext cx="0" cy="460774"/>
          </a:xfrm>
          <a:custGeom>
            <a:avLst/>
            <a:gdLst/>
            <a:ahLst/>
            <a:cxnLst/>
            <a:rect l="l" t="t" r="r" b="b"/>
            <a:pathLst>
              <a:path w="0" h="460774">
                <a:moveTo>
                  <a:pt x="0" y="46077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Freeform 1277"/>
          <p:cNvSpPr/>
          <p:nvPr/>
        </p:nvSpPr>
        <p:spPr>
          <a:xfrm>
            <a:off x="5241342" y="1206980"/>
            <a:ext cx="0" cy="465447"/>
          </a:xfrm>
          <a:custGeom>
            <a:avLst/>
            <a:gdLst/>
            <a:ahLst/>
            <a:cxnLst/>
            <a:rect l="l" t="t" r="r" b="b"/>
            <a:pathLst>
              <a:path w="0" h="465447">
                <a:moveTo>
                  <a:pt x="0" y="46544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Freeform 1278"/>
          <p:cNvSpPr/>
          <p:nvPr/>
        </p:nvSpPr>
        <p:spPr>
          <a:xfrm>
            <a:off x="5220023" y="1370486"/>
            <a:ext cx="0" cy="455411"/>
          </a:xfrm>
          <a:custGeom>
            <a:avLst/>
            <a:gdLst/>
            <a:ahLst/>
            <a:cxnLst/>
            <a:rect l="l" t="t" r="r" b="b"/>
            <a:pathLst>
              <a:path w="0" h="455411">
                <a:moveTo>
                  <a:pt x="0" y="45541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Freeform 1279"/>
          <p:cNvSpPr/>
          <p:nvPr/>
        </p:nvSpPr>
        <p:spPr>
          <a:xfrm>
            <a:off x="5713107" y="849322"/>
            <a:ext cx="0" cy="593575"/>
          </a:xfrm>
          <a:custGeom>
            <a:avLst/>
            <a:gdLst/>
            <a:ahLst/>
            <a:cxnLst/>
            <a:rect l="l" t="t" r="r" b="b"/>
            <a:pathLst>
              <a:path w="0" h="593575">
                <a:moveTo>
                  <a:pt x="0" y="59357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Freeform 1280"/>
          <p:cNvSpPr/>
          <p:nvPr/>
        </p:nvSpPr>
        <p:spPr>
          <a:xfrm>
            <a:off x="5486164" y="1028239"/>
            <a:ext cx="0" cy="600104"/>
          </a:xfrm>
          <a:custGeom>
            <a:avLst/>
            <a:gdLst/>
            <a:ahLst/>
            <a:cxnLst/>
            <a:rect l="l" t="t" r="r" b="b"/>
            <a:pathLst>
              <a:path w="0" h="600104">
                <a:moveTo>
                  <a:pt x="0" y="60010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Freeform 1281"/>
          <p:cNvSpPr/>
          <p:nvPr/>
        </p:nvSpPr>
        <p:spPr>
          <a:xfrm>
            <a:off x="5274352" y="1200782"/>
            <a:ext cx="0" cy="466976"/>
          </a:xfrm>
          <a:custGeom>
            <a:avLst/>
            <a:gdLst/>
            <a:ahLst/>
            <a:cxnLst/>
            <a:rect l="l" t="t" r="r" b="b"/>
            <a:pathLst>
              <a:path w="0" h="466976">
                <a:moveTo>
                  <a:pt x="0" y="46697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Freeform 1282"/>
          <p:cNvSpPr/>
          <p:nvPr/>
        </p:nvSpPr>
        <p:spPr>
          <a:xfrm>
            <a:off x="6073464" y="801939"/>
            <a:ext cx="0" cy="609767"/>
          </a:xfrm>
          <a:custGeom>
            <a:avLst/>
            <a:gdLst/>
            <a:ahLst/>
            <a:cxnLst/>
            <a:rect l="l" t="t" r="r" b="b"/>
            <a:pathLst>
              <a:path w="0" h="609767">
                <a:moveTo>
                  <a:pt x="0" y="60976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Freeform 1283"/>
          <p:cNvSpPr/>
          <p:nvPr/>
        </p:nvSpPr>
        <p:spPr>
          <a:xfrm>
            <a:off x="5082138" y="1204843"/>
            <a:ext cx="0" cy="460984"/>
          </a:xfrm>
          <a:custGeom>
            <a:avLst/>
            <a:gdLst/>
            <a:ahLst/>
            <a:cxnLst/>
            <a:rect l="l" t="t" r="r" b="b"/>
            <a:pathLst>
              <a:path w="0" h="460984">
                <a:moveTo>
                  <a:pt x="0" y="46098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Freeform 1284"/>
          <p:cNvSpPr/>
          <p:nvPr/>
        </p:nvSpPr>
        <p:spPr>
          <a:xfrm>
            <a:off x="6086874" y="803465"/>
            <a:ext cx="0" cy="605737"/>
          </a:xfrm>
          <a:custGeom>
            <a:avLst/>
            <a:gdLst/>
            <a:ahLst/>
            <a:cxnLst/>
            <a:rect l="l" t="t" r="r" b="b"/>
            <a:pathLst>
              <a:path w="0" h="605737">
                <a:moveTo>
                  <a:pt x="0" y="60573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Freeform 1285"/>
          <p:cNvSpPr/>
          <p:nvPr/>
        </p:nvSpPr>
        <p:spPr>
          <a:xfrm>
            <a:off x="5344497" y="1064352"/>
            <a:ext cx="0" cy="505206"/>
          </a:xfrm>
          <a:custGeom>
            <a:avLst/>
            <a:gdLst/>
            <a:ahLst/>
            <a:cxnLst/>
            <a:rect l="l" t="t" r="r" b="b"/>
            <a:pathLst>
              <a:path w="0" h="505206">
                <a:moveTo>
                  <a:pt x="0" y="50520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Freeform 1286"/>
          <p:cNvSpPr/>
          <p:nvPr/>
        </p:nvSpPr>
        <p:spPr>
          <a:xfrm>
            <a:off x="5267131" y="1017927"/>
            <a:ext cx="0" cy="555173"/>
          </a:xfrm>
          <a:custGeom>
            <a:avLst/>
            <a:gdLst/>
            <a:ahLst/>
            <a:cxnLst/>
            <a:rect l="l" t="t" r="r" b="b"/>
            <a:pathLst>
              <a:path w="0" h="555173">
                <a:moveTo>
                  <a:pt x="0" y="55517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Freeform 1287"/>
          <p:cNvSpPr/>
          <p:nvPr/>
        </p:nvSpPr>
        <p:spPr>
          <a:xfrm>
            <a:off x="5225868" y="1274674"/>
            <a:ext cx="0" cy="515049"/>
          </a:xfrm>
          <a:custGeom>
            <a:avLst/>
            <a:gdLst/>
            <a:ahLst/>
            <a:cxnLst/>
            <a:rect l="l" t="t" r="r" b="b"/>
            <a:pathLst>
              <a:path w="0" h="515049">
                <a:moveTo>
                  <a:pt x="0" y="51504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Freeform 1288"/>
          <p:cNvSpPr/>
          <p:nvPr/>
        </p:nvSpPr>
        <p:spPr>
          <a:xfrm>
            <a:off x="5613046" y="1156214"/>
            <a:ext cx="0" cy="537378"/>
          </a:xfrm>
          <a:custGeom>
            <a:avLst/>
            <a:gdLst/>
            <a:ahLst/>
            <a:cxnLst/>
            <a:rect l="l" t="t" r="r" b="b"/>
            <a:pathLst>
              <a:path w="0" h="537378">
                <a:moveTo>
                  <a:pt x="0" y="53737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Freeform 1289"/>
          <p:cNvSpPr/>
          <p:nvPr/>
        </p:nvSpPr>
        <p:spPr>
          <a:xfrm>
            <a:off x="5754369" y="654354"/>
            <a:ext cx="0" cy="710906"/>
          </a:xfrm>
          <a:custGeom>
            <a:avLst/>
            <a:gdLst/>
            <a:ahLst/>
            <a:cxnLst/>
            <a:rect l="l" t="t" r="r" b="b"/>
            <a:pathLst>
              <a:path w="0" h="710906">
                <a:moveTo>
                  <a:pt x="0" y="71090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Freeform 1290"/>
          <p:cNvSpPr/>
          <p:nvPr/>
        </p:nvSpPr>
        <p:spPr>
          <a:xfrm>
            <a:off x="5610639" y="1129060"/>
            <a:ext cx="0" cy="530588"/>
          </a:xfrm>
          <a:custGeom>
            <a:avLst/>
            <a:gdLst/>
            <a:ahLst/>
            <a:cxnLst/>
            <a:rect l="l" t="t" r="r" b="b"/>
            <a:pathLst>
              <a:path w="0" h="530588">
                <a:moveTo>
                  <a:pt x="0" y="53058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Freeform 1291"/>
          <p:cNvSpPr/>
          <p:nvPr/>
        </p:nvSpPr>
        <p:spPr>
          <a:xfrm>
            <a:off x="5601355" y="1128115"/>
            <a:ext cx="0" cy="531025"/>
          </a:xfrm>
          <a:custGeom>
            <a:avLst/>
            <a:gdLst/>
            <a:ahLst/>
            <a:cxnLst/>
            <a:rect l="l" t="t" r="r" b="b"/>
            <a:pathLst>
              <a:path w="0" h="531025">
                <a:moveTo>
                  <a:pt x="0" y="53102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Freeform 1292"/>
          <p:cNvSpPr/>
          <p:nvPr/>
        </p:nvSpPr>
        <p:spPr>
          <a:xfrm>
            <a:off x="5421176" y="1170230"/>
            <a:ext cx="0" cy="525064"/>
          </a:xfrm>
          <a:custGeom>
            <a:avLst/>
            <a:gdLst/>
            <a:ahLst/>
            <a:cxnLst/>
            <a:rect l="l" t="t" r="r" b="b"/>
            <a:pathLst>
              <a:path w="0" h="525064">
                <a:moveTo>
                  <a:pt x="0" y="52506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Freeform 1293"/>
          <p:cNvSpPr/>
          <p:nvPr/>
        </p:nvSpPr>
        <p:spPr>
          <a:xfrm>
            <a:off x="5452811" y="858505"/>
            <a:ext cx="0" cy="656800"/>
          </a:xfrm>
          <a:custGeom>
            <a:avLst/>
            <a:gdLst/>
            <a:ahLst/>
            <a:cxnLst/>
            <a:rect l="l" t="t" r="r" b="b"/>
            <a:pathLst>
              <a:path w="0" h="656800">
                <a:moveTo>
                  <a:pt x="0" y="65680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Freeform 1294"/>
          <p:cNvSpPr/>
          <p:nvPr/>
        </p:nvSpPr>
        <p:spPr>
          <a:xfrm>
            <a:off x="5742334" y="1046898"/>
            <a:ext cx="0" cy="513781"/>
          </a:xfrm>
          <a:custGeom>
            <a:avLst/>
            <a:gdLst/>
            <a:ahLst/>
            <a:cxnLst/>
            <a:rect l="l" t="t" r="r" b="b"/>
            <a:pathLst>
              <a:path w="0" h="513781">
                <a:moveTo>
                  <a:pt x="0" y="51378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Freeform 1295"/>
          <p:cNvSpPr/>
          <p:nvPr/>
        </p:nvSpPr>
        <p:spPr>
          <a:xfrm>
            <a:off x="5065977" y="1369904"/>
            <a:ext cx="0" cy="482710"/>
          </a:xfrm>
          <a:custGeom>
            <a:avLst/>
            <a:gdLst/>
            <a:ahLst/>
            <a:cxnLst/>
            <a:rect l="l" t="t" r="r" b="b"/>
            <a:pathLst>
              <a:path w="0" h="482710">
                <a:moveTo>
                  <a:pt x="0" y="48271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Freeform 1296"/>
          <p:cNvSpPr/>
          <p:nvPr/>
        </p:nvSpPr>
        <p:spPr>
          <a:xfrm>
            <a:off x="5325242" y="1300679"/>
            <a:ext cx="0" cy="456333"/>
          </a:xfrm>
          <a:custGeom>
            <a:avLst/>
            <a:gdLst/>
            <a:ahLst/>
            <a:cxnLst/>
            <a:rect l="l" t="t" r="r" b="b"/>
            <a:pathLst>
              <a:path w="0" h="456333">
                <a:moveTo>
                  <a:pt x="0" y="45633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Freeform 1297"/>
          <p:cNvSpPr/>
          <p:nvPr/>
        </p:nvSpPr>
        <p:spPr>
          <a:xfrm>
            <a:off x="5604450" y="860135"/>
            <a:ext cx="0" cy="628420"/>
          </a:xfrm>
          <a:custGeom>
            <a:avLst/>
            <a:gdLst/>
            <a:ahLst/>
            <a:cxnLst/>
            <a:rect l="l" t="t" r="r" b="b"/>
            <a:pathLst>
              <a:path w="0" h="628420">
                <a:moveTo>
                  <a:pt x="0" y="62842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Freeform 1298"/>
          <p:cNvSpPr/>
          <p:nvPr/>
        </p:nvSpPr>
        <p:spPr>
          <a:xfrm>
            <a:off x="5506108" y="1134278"/>
            <a:ext cx="0" cy="523595"/>
          </a:xfrm>
          <a:custGeom>
            <a:avLst/>
            <a:gdLst/>
            <a:ahLst/>
            <a:cxnLst/>
            <a:rect l="l" t="t" r="r" b="b"/>
            <a:pathLst>
              <a:path w="0" h="523595">
                <a:moveTo>
                  <a:pt x="0" y="52359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Freeform 1299"/>
          <p:cNvSpPr/>
          <p:nvPr/>
        </p:nvSpPr>
        <p:spPr>
          <a:xfrm>
            <a:off x="5362722" y="1229711"/>
            <a:ext cx="0" cy="500438"/>
          </a:xfrm>
          <a:custGeom>
            <a:avLst/>
            <a:gdLst/>
            <a:ahLst/>
            <a:cxnLst/>
            <a:rect l="l" t="t" r="r" b="b"/>
            <a:pathLst>
              <a:path w="0" h="500438">
                <a:moveTo>
                  <a:pt x="0" y="50043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Freeform 1300"/>
          <p:cNvSpPr/>
          <p:nvPr/>
        </p:nvSpPr>
        <p:spPr>
          <a:xfrm>
            <a:off x="5492354" y="1068560"/>
            <a:ext cx="0" cy="520818"/>
          </a:xfrm>
          <a:custGeom>
            <a:avLst/>
            <a:gdLst/>
            <a:ahLst/>
            <a:cxnLst/>
            <a:rect l="l" t="t" r="r" b="b"/>
            <a:pathLst>
              <a:path w="0" h="520818">
                <a:moveTo>
                  <a:pt x="0" y="52081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Freeform 1301"/>
          <p:cNvSpPr/>
          <p:nvPr/>
        </p:nvSpPr>
        <p:spPr>
          <a:xfrm>
            <a:off x="5181855" y="1297845"/>
            <a:ext cx="0" cy="515779"/>
          </a:xfrm>
          <a:custGeom>
            <a:avLst/>
            <a:gdLst/>
            <a:ahLst/>
            <a:cxnLst/>
            <a:rect l="l" t="t" r="r" b="b"/>
            <a:pathLst>
              <a:path w="0" h="515779">
                <a:moveTo>
                  <a:pt x="0" y="51577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Freeform 1302"/>
          <p:cNvSpPr/>
          <p:nvPr/>
        </p:nvSpPr>
        <p:spPr>
          <a:xfrm>
            <a:off x="5054630" y="1245004"/>
            <a:ext cx="0" cy="478660"/>
          </a:xfrm>
          <a:custGeom>
            <a:avLst/>
            <a:gdLst/>
            <a:ahLst/>
            <a:cxnLst/>
            <a:rect l="l" t="t" r="r" b="b"/>
            <a:pathLst>
              <a:path w="0" h="478660">
                <a:moveTo>
                  <a:pt x="0" y="47866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Freeform 1303"/>
          <p:cNvSpPr/>
          <p:nvPr/>
        </p:nvSpPr>
        <p:spPr>
          <a:xfrm>
            <a:off x="5556654" y="1094766"/>
            <a:ext cx="0" cy="515134"/>
          </a:xfrm>
          <a:custGeom>
            <a:avLst/>
            <a:gdLst/>
            <a:ahLst/>
            <a:cxnLst/>
            <a:rect l="l" t="t" r="r" b="b"/>
            <a:pathLst>
              <a:path w="0" h="515134">
                <a:moveTo>
                  <a:pt x="0" y="51513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Freeform 1304"/>
          <p:cNvSpPr/>
          <p:nvPr/>
        </p:nvSpPr>
        <p:spPr>
          <a:xfrm>
            <a:off x="5223118" y="1184063"/>
            <a:ext cx="0" cy="563809"/>
          </a:xfrm>
          <a:custGeom>
            <a:avLst/>
            <a:gdLst/>
            <a:ahLst/>
            <a:cxnLst/>
            <a:rect l="l" t="t" r="r" b="b"/>
            <a:pathLst>
              <a:path w="0" h="563809">
                <a:moveTo>
                  <a:pt x="0" y="56380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Freeform 1305"/>
          <p:cNvSpPr/>
          <p:nvPr/>
        </p:nvSpPr>
        <p:spPr>
          <a:xfrm>
            <a:off x="5556310" y="1295423"/>
            <a:ext cx="0" cy="482955"/>
          </a:xfrm>
          <a:custGeom>
            <a:avLst/>
            <a:gdLst/>
            <a:ahLst/>
            <a:cxnLst/>
            <a:rect l="l" t="t" r="r" b="b"/>
            <a:pathLst>
              <a:path w="0" h="482955">
                <a:moveTo>
                  <a:pt x="0" y="48295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Freeform 1306"/>
          <p:cNvSpPr/>
          <p:nvPr/>
        </p:nvSpPr>
        <p:spPr>
          <a:xfrm>
            <a:off x="5438713" y="1167698"/>
            <a:ext cx="0" cy="499683"/>
          </a:xfrm>
          <a:custGeom>
            <a:avLst/>
            <a:gdLst/>
            <a:ahLst/>
            <a:cxnLst/>
            <a:rect l="l" t="t" r="r" b="b"/>
            <a:pathLst>
              <a:path w="0" h="499683">
                <a:moveTo>
                  <a:pt x="0" y="49968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Freeform 1307"/>
          <p:cNvSpPr/>
          <p:nvPr/>
        </p:nvSpPr>
        <p:spPr>
          <a:xfrm>
            <a:off x="5437337" y="1175802"/>
            <a:ext cx="0" cy="483426"/>
          </a:xfrm>
          <a:custGeom>
            <a:avLst/>
            <a:gdLst/>
            <a:ahLst/>
            <a:cxnLst/>
            <a:rect l="l" t="t" r="r" b="b"/>
            <a:pathLst>
              <a:path w="0" h="483426">
                <a:moveTo>
                  <a:pt x="0" y="48342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Freeform 1308"/>
          <p:cNvSpPr/>
          <p:nvPr/>
        </p:nvSpPr>
        <p:spPr>
          <a:xfrm>
            <a:off x="5291888" y="1359889"/>
            <a:ext cx="0" cy="477741"/>
          </a:xfrm>
          <a:custGeom>
            <a:avLst/>
            <a:gdLst/>
            <a:ahLst/>
            <a:cxnLst/>
            <a:rect l="l" t="t" r="r" b="b"/>
            <a:pathLst>
              <a:path w="0" h="477741">
                <a:moveTo>
                  <a:pt x="0" y="47774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Freeform 1309"/>
          <p:cNvSpPr/>
          <p:nvPr/>
        </p:nvSpPr>
        <p:spPr>
          <a:xfrm>
            <a:off x="5294295" y="1334926"/>
            <a:ext cx="0" cy="528015"/>
          </a:xfrm>
          <a:custGeom>
            <a:avLst/>
            <a:gdLst/>
            <a:ahLst/>
            <a:cxnLst/>
            <a:rect l="l" t="t" r="r" b="b"/>
            <a:pathLst>
              <a:path w="0" h="528015">
                <a:moveTo>
                  <a:pt x="0" y="52801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Freeform 1310"/>
          <p:cNvSpPr/>
          <p:nvPr/>
        </p:nvSpPr>
        <p:spPr>
          <a:xfrm>
            <a:off x="5360315" y="1092567"/>
            <a:ext cx="0" cy="542586"/>
          </a:xfrm>
          <a:custGeom>
            <a:avLst/>
            <a:gdLst/>
            <a:ahLst/>
            <a:cxnLst/>
            <a:rect l="l" t="t" r="r" b="b"/>
            <a:pathLst>
              <a:path w="0" h="542586">
                <a:moveTo>
                  <a:pt x="0" y="54258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Freeform 1311"/>
          <p:cNvSpPr/>
          <p:nvPr/>
        </p:nvSpPr>
        <p:spPr>
          <a:xfrm>
            <a:off x="5342434" y="1196453"/>
            <a:ext cx="0" cy="469971"/>
          </a:xfrm>
          <a:custGeom>
            <a:avLst/>
            <a:gdLst/>
            <a:ahLst/>
            <a:cxnLst/>
            <a:rect l="l" t="t" r="r" b="b"/>
            <a:pathLst>
              <a:path w="0" h="469971">
                <a:moveTo>
                  <a:pt x="0" y="46997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Freeform 1312"/>
          <p:cNvSpPr/>
          <p:nvPr/>
        </p:nvSpPr>
        <p:spPr>
          <a:xfrm>
            <a:off x="5444902" y="1061669"/>
            <a:ext cx="0" cy="505944"/>
          </a:xfrm>
          <a:custGeom>
            <a:avLst/>
            <a:gdLst/>
            <a:ahLst/>
            <a:cxnLst/>
            <a:rect l="l" t="t" r="r" b="b"/>
            <a:pathLst>
              <a:path w="0" h="505944">
                <a:moveTo>
                  <a:pt x="0" y="50594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Freeform 1313"/>
          <p:cNvSpPr/>
          <p:nvPr/>
        </p:nvSpPr>
        <p:spPr>
          <a:xfrm>
            <a:off x="5734426" y="878589"/>
            <a:ext cx="0" cy="576758"/>
          </a:xfrm>
          <a:custGeom>
            <a:avLst/>
            <a:gdLst/>
            <a:ahLst/>
            <a:cxnLst/>
            <a:rect l="l" t="t" r="r" b="b"/>
            <a:pathLst>
              <a:path w="0" h="576758">
                <a:moveTo>
                  <a:pt x="0" y="57675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Freeform 1314"/>
          <p:cNvSpPr/>
          <p:nvPr/>
        </p:nvSpPr>
        <p:spPr>
          <a:xfrm>
            <a:off x="5730643" y="807277"/>
            <a:ext cx="0" cy="644159"/>
          </a:xfrm>
          <a:custGeom>
            <a:avLst/>
            <a:gdLst/>
            <a:ahLst/>
            <a:cxnLst/>
            <a:rect l="l" t="t" r="r" b="b"/>
            <a:pathLst>
              <a:path w="0" h="644159">
                <a:moveTo>
                  <a:pt x="0" y="64415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Freeform 1315"/>
          <p:cNvSpPr/>
          <p:nvPr/>
        </p:nvSpPr>
        <p:spPr>
          <a:xfrm>
            <a:off x="5379226" y="1111379"/>
            <a:ext cx="0" cy="519797"/>
          </a:xfrm>
          <a:custGeom>
            <a:avLst/>
            <a:gdLst/>
            <a:ahLst/>
            <a:cxnLst/>
            <a:rect l="l" t="t" r="r" b="b"/>
            <a:pathLst>
              <a:path w="0" h="519797">
                <a:moveTo>
                  <a:pt x="0" y="51979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Freeform 1316"/>
          <p:cNvSpPr/>
          <p:nvPr/>
        </p:nvSpPr>
        <p:spPr>
          <a:xfrm>
            <a:off x="5837925" y="989488"/>
            <a:ext cx="0" cy="564366"/>
          </a:xfrm>
          <a:custGeom>
            <a:avLst/>
            <a:gdLst/>
            <a:ahLst/>
            <a:cxnLst/>
            <a:rect l="l" t="t" r="r" b="b"/>
            <a:pathLst>
              <a:path w="0" h="564366">
                <a:moveTo>
                  <a:pt x="0" y="56436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Freeform 1317"/>
          <p:cNvSpPr/>
          <p:nvPr/>
        </p:nvSpPr>
        <p:spPr>
          <a:xfrm>
            <a:off x="5462783" y="1203460"/>
            <a:ext cx="0" cy="498561"/>
          </a:xfrm>
          <a:custGeom>
            <a:avLst/>
            <a:gdLst/>
            <a:ahLst/>
            <a:cxnLst/>
            <a:rect l="l" t="t" r="r" b="b"/>
            <a:pathLst>
              <a:path w="0" h="498561">
                <a:moveTo>
                  <a:pt x="0" y="49856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Freeform 1318"/>
          <p:cNvSpPr/>
          <p:nvPr/>
        </p:nvSpPr>
        <p:spPr>
          <a:xfrm>
            <a:off x="5397451" y="906669"/>
            <a:ext cx="0" cy="575160"/>
          </a:xfrm>
          <a:custGeom>
            <a:avLst/>
            <a:gdLst/>
            <a:ahLst/>
            <a:cxnLst/>
            <a:rect l="l" t="t" r="r" b="b"/>
            <a:pathLst>
              <a:path w="0" h="575160">
                <a:moveTo>
                  <a:pt x="0" y="57516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Freeform 1319"/>
          <p:cNvSpPr/>
          <p:nvPr/>
        </p:nvSpPr>
        <p:spPr>
          <a:xfrm>
            <a:off x="5501638" y="1196616"/>
            <a:ext cx="0" cy="472992"/>
          </a:xfrm>
          <a:custGeom>
            <a:avLst/>
            <a:gdLst/>
            <a:ahLst/>
            <a:cxnLst/>
            <a:rect l="l" t="t" r="r" b="b"/>
            <a:pathLst>
              <a:path w="0" h="472992">
                <a:moveTo>
                  <a:pt x="0" y="47299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Freeform 1320"/>
          <p:cNvSpPr/>
          <p:nvPr/>
        </p:nvSpPr>
        <p:spPr>
          <a:xfrm>
            <a:off x="5381290" y="1142388"/>
            <a:ext cx="0" cy="500424"/>
          </a:xfrm>
          <a:custGeom>
            <a:avLst/>
            <a:gdLst/>
            <a:ahLst/>
            <a:cxnLst/>
            <a:rect l="l" t="t" r="r" b="b"/>
            <a:pathLst>
              <a:path w="0" h="500424">
                <a:moveTo>
                  <a:pt x="0" y="50042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Freeform 1321"/>
          <p:cNvSpPr/>
          <p:nvPr/>
        </p:nvSpPr>
        <p:spPr>
          <a:xfrm>
            <a:off x="6223383" y="269677"/>
            <a:ext cx="0" cy="877865"/>
          </a:xfrm>
          <a:custGeom>
            <a:avLst/>
            <a:gdLst/>
            <a:ahLst/>
            <a:cxnLst/>
            <a:rect l="l" t="t" r="r" b="b"/>
            <a:pathLst>
              <a:path w="0" h="877865">
                <a:moveTo>
                  <a:pt x="0" y="87786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Freeform 1322"/>
          <p:cNvSpPr/>
          <p:nvPr/>
        </p:nvSpPr>
        <p:spPr>
          <a:xfrm>
            <a:off x="5535335" y="1154446"/>
            <a:ext cx="0" cy="483351"/>
          </a:xfrm>
          <a:custGeom>
            <a:avLst/>
            <a:gdLst/>
            <a:ahLst/>
            <a:cxnLst/>
            <a:rect l="l" t="t" r="r" b="b"/>
            <a:pathLst>
              <a:path w="0" h="483351">
                <a:moveTo>
                  <a:pt x="0" y="48335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Freeform 1323"/>
          <p:cNvSpPr/>
          <p:nvPr/>
        </p:nvSpPr>
        <p:spPr>
          <a:xfrm>
            <a:off x="6236794" y="246223"/>
            <a:ext cx="0" cy="910569"/>
          </a:xfrm>
          <a:custGeom>
            <a:avLst/>
            <a:gdLst/>
            <a:ahLst/>
            <a:cxnLst/>
            <a:rect l="l" t="t" r="r" b="b"/>
            <a:pathLst>
              <a:path w="0" h="910569">
                <a:moveTo>
                  <a:pt x="0" y="91056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Freeform 1324"/>
          <p:cNvSpPr/>
          <p:nvPr/>
        </p:nvSpPr>
        <p:spPr>
          <a:xfrm>
            <a:off x="5543932" y="1155148"/>
            <a:ext cx="0" cy="478612"/>
          </a:xfrm>
          <a:custGeom>
            <a:avLst/>
            <a:gdLst/>
            <a:ahLst/>
            <a:cxnLst/>
            <a:rect l="l" t="t" r="r" b="b"/>
            <a:pathLst>
              <a:path w="0" h="478612">
                <a:moveTo>
                  <a:pt x="0" y="47861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Freeform 1325"/>
          <p:cNvSpPr/>
          <p:nvPr/>
        </p:nvSpPr>
        <p:spPr>
          <a:xfrm>
            <a:off x="5385072" y="1093426"/>
            <a:ext cx="0" cy="596338"/>
          </a:xfrm>
          <a:custGeom>
            <a:avLst/>
            <a:gdLst/>
            <a:ahLst/>
            <a:cxnLst/>
            <a:rect l="l" t="t" r="r" b="b"/>
            <a:pathLst>
              <a:path w="0" h="596338">
                <a:moveTo>
                  <a:pt x="0" y="59633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Freeform 1326"/>
          <p:cNvSpPr/>
          <p:nvPr/>
        </p:nvSpPr>
        <p:spPr>
          <a:xfrm>
            <a:off x="5689381" y="796191"/>
            <a:ext cx="0" cy="660686"/>
          </a:xfrm>
          <a:custGeom>
            <a:avLst/>
            <a:gdLst/>
            <a:ahLst/>
            <a:cxnLst/>
            <a:rect l="l" t="t" r="r" b="b"/>
            <a:pathLst>
              <a:path w="0" h="660686">
                <a:moveTo>
                  <a:pt x="0" y="66068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Freeform 1327"/>
          <p:cNvSpPr/>
          <p:nvPr/>
        </p:nvSpPr>
        <p:spPr>
          <a:xfrm>
            <a:off x="5461407" y="1176295"/>
            <a:ext cx="0" cy="489958"/>
          </a:xfrm>
          <a:custGeom>
            <a:avLst/>
            <a:gdLst/>
            <a:ahLst/>
            <a:cxnLst/>
            <a:rect l="l" t="t" r="r" b="b"/>
            <a:pathLst>
              <a:path w="0" h="489958">
                <a:moveTo>
                  <a:pt x="0" y="48995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Freeform 1328"/>
          <p:cNvSpPr/>
          <p:nvPr/>
        </p:nvSpPr>
        <p:spPr>
          <a:xfrm>
            <a:off x="5311488" y="1059262"/>
            <a:ext cx="0" cy="508512"/>
          </a:xfrm>
          <a:custGeom>
            <a:avLst/>
            <a:gdLst/>
            <a:ahLst/>
            <a:cxnLst/>
            <a:rect l="l" t="t" r="r" b="b"/>
            <a:pathLst>
              <a:path w="0" h="508512">
                <a:moveTo>
                  <a:pt x="0" y="50851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Freeform 1329"/>
          <p:cNvSpPr/>
          <p:nvPr/>
        </p:nvSpPr>
        <p:spPr>
          <a:xfrm>
            <a:off x="5199736" y="1300983"/>
            <a:ext cx="0" cy="463269"/>
          </a:xfrm>
          <a:custGeom>
            <a:avLst/>
            <a:gdLst/>
            <a:ahLst/>
            <a:cxnLst/>
            <a:rect l="l" t="t" r="r" b="b"/>
            <a:pathLst>
              <a:path w="0" h="463269">
                <a:moveTo>
                  <a:pt x="0" y="46326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Freeform 1330"/>
          <p:cNvSpPr/>
          <p:nvPr/>
        </p:nvSpPr>
        <p:spPr>
          <a:xfrm>
            <a:off x="5203518" y="1276288"/>
            <a:ext cx="0" cy="479369"/>
          </a:xfrm>
          <a:custGeom>
            <a:avLst/>
            <a:gdLst/>
            <a:ahLst/>
            <a:cxnLst/>
            <a:rect l="l" t="t" r="r" b="b"/>
            <a:pathLst>
              <a:path w="0" h="479369">
                <a:moveTo>
                  <a:pt x="0" y="47936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Freeform 1331"/>
          <p:cNvSpPr/>
          <p:nvPr/>
        </p:nvSpPr>
        <p:spPr>
          <a:xfrm>
            <a:off x="5780502" y="601694"/>
            <a:ext cx="0" cy="849455"/>
          </a:xfrm>
          <a:custGeom>
            <a:avLst/>
            <a:gdLst/>
            <a:ahLst/>
            <a:cxnLst/>
            <a:rect l="l" t="t" r="r" b="b"/>
            <a:pathLst>
              <a:path w="0" h="849455">
                <a:moveTo>
                  <a:pt x="0" y="84945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Freeform 1332"/>
          <p:cNvSpPr/>
          <p:nvPr/>
        </p:nvSpPr>
        <p:spPr>
          <a:xfrm>
            <a:off x="5623705" y="933034"/>
            <a:ext cx="0" cy="591972"/>
          </a:xfrm>
          <a:custGeom>
            <a:avLst/>
            <a:gdLst/>
            <a:ahLst/>
            <a:cxnLst/>
            <a:rect l="l" t="t" r="r" b="b"/>
            <a:pathLst>
              <a:path w="0" h="591972">
                <a:moveTo>
                  <a:pt x="0" y="59197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Freeform 1333"/>
          <p:cNvSpPr/>
          <p:nvPr/>
        </p:nvSpPr>
        <p:spPr>
          <a:xfrm>
            <a:off x="5731331" y="809966"/>
            <a:ext cx="0" cy="603762"/>
          </a:xfrm>
          <a:custGeom>
            <a:avLst/>
            <a:gdLst/>
            <a:ahLst/>
            <a:cxnLst/>
            <a:rect l="l" t="t" r="r" b="b"/>
            <a:pathLst>
              <a:path w="0" h="603762">
                <a:moveTo>
                  <a:pt x="0" y="60376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Freeform 1334"/>
          <p:cNvSpPr/>
          <p:nvPr/>
        </p:nvSpPr>
        <p:spPr>
          <a:xfrm>
            <a:off x="5456593" y="1187244"/>
            <a:ext cx="0" cy="483059"/>
          </a:xfrm>
          <a:custGeom>
            <a:avLst/>
            <a:gdLst/>
            <a:ahLst/>
            <a:cxnLst/>
            <a:rect l="l" t="t" r="r" b="b"/>
            <a:pathLst>
              <a:path w="0" h="483059">
                <a:moveTo>
                  <a:pt x="0" y="48305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Freeform 1335"/>
          <p:cNvSpPr/>
          <p:nvPr/>
        </p:nvSpPr>
        <p:spPr>
          <a:xfrm>
            <a:off x="5621642" y="1194230"/>
            <a:ext cx="0" cy="484103"/>
          </a:xfrm>
          <a:custGeom>
            <a:avLst/>
            <a:gdLst/>
            <a:ahLst/>
            <a:cxnLst/>
            <a:rect l="l" t="t" r="r" b="b"/>
            <a:pathLst>
              <a:path w="0" h="484103">
                <a:moveTo>
                  <a:pt x="0" y="48410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Freeform 1336"/>
          <p:cNvSpPr/>
          <p:nvPr/>
        </p:nvSpPr>
        <p:spPr>
          <a:xfrm>
            <a:off x="5400889" y="1039238"/>
            <a:ext cx="0" cy="512577"/>
          </a:xfrm>
          <a:custGeom>
            <a:avLst/>
            <a:gdLst/>
            <a:ahLst/>
            <a:cxnLst/>
            <a:rect l="l" t="t" r="r" b="b"/>
            <a:pathLst>
              <a:path w="0" h="512577">
                <a:moveTo>
                  <a:pt x="0" y="51257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Freeform 1337"/>
          <p:cNvSpPr/>
          <p:nvPr/>
        </p:nvSpPr>
        <p:spPr>
          <a:xfrm>
            <a:off x="5626456" y="957596"/>
            <a:ext cx="0" cy="693166"/>
          </a:xfrm>
          <a:custGeom>
            <a:avLst/>
            <a:gdLst/>
            <a:ahLst/>
            <a:cxnLst/>
            <a:rect l="l" t="t" r="r" b="b"/>
            <a:pathLst>
              <a:path w="0" h="693166">
                <a:moveTo>
                  <a:pt x="0" y="69316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Freeform 1338"/>
          <p:cNvSpPr/>
          <p:nvPr/>
        </p:nvSpPr>
        <p:spPr>
          <a:xfrm>
            <a:off x="5315614" y="1333513"/>
            <a:ext cx="0" cy="470573"/>
          </a:xfrm>
          <a:custGeom>
            <a:avLst/>
            <a:gdLst/>
            <a:ahLst/>
            <a:cxnLst/>
            <a:rect l="l" t="t" r="r" b="b"/>
            <a:pathLst>
              <a:path w="0" h="470573">
                <a:moveTo>
                  <a:pt x="0" y="47057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Freeform 1339"/>
          <p:cNvSpPr/>
          <p:nvPr/>
        </p:nvSpPr>
        <p:spPr>
          <a:xfrm>
            <a:off x="5123744" y="1419654"/>
            <a:ext cx="0" cy="491165"/>
          </a:xfrm>
          <a:custGeom>
            <a:avLst/>
            <a:gdLst/>
            <a:ahLst/>
            <a:cxnLst/>
            <a:rect l="l" t="t" r="r" b="b"/>
            <a:pathLst>
              <a:path w="0" h="491165">
                <a:moveTo>
                  <a:pt x="0" y="49116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Freeform 1340"/>
          <p:cNvSpPr/>
          <p:nvPr/>
        </p:nvSpPr>
        <p:spPr>
          <a:xfrm>
            <a:off x="5501982" y="1242879"/>
            <a:ext cx="0" cy="476123"/>
          </a:xfrm>
          <a:custGeom>
            <a:avLst/>
            <a:gdLst/>
            <a:ahLst/>
            <a:cxnLst/>
            <a:rect l="l" t="t" r="r" b="b"/>
            <a:pathLst>
              <a:path w="0" h="476123">
                <a:moveTo>
                  <a:pt x="0" y="47612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Freeform 1341"/>
          <p:cNvSpPr/>
          <p:nvPr/>
        </p:nvSpPr>
        <p:spPr>
          <a:xfrm>
            <a:off x="5171540" y="1205801"/>
            <a:ext cx="0" cy="469248"/>
          </a:xfrm>
          <a:custGeom>
            <a:avLst/>
            <a:gdLst/>
            <a:ahLst/>
            <a:cxnLst/>
            <a:rect l="l" t="t" r="r" b="b"/>
            <a:pathLst>
              <a:path w="0" h="469248">
                <a:moveTo>
                  <a:pt x="0" y="46924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Freeform 1342"/>
          <p:cNvSpPr/>
          <p:nvPr/>
        </p:nvSpPr>
        <p:spPr>
          <a:xfrm>
            <a:off x="5488915" y="1123187"/>
            <a:ext cx="0" cy="535925"/>
          </a:xfrm>
          <a:custGeom>
            <a:avLst/>
            <a:gdLst/>
            <a:ahLst/>
            <a:cxnLst/>
            <a:rect l="l" t="t" r="r" b="b"/>
            <a:pathLst>
              <a:path w="0" h="535925">
                <a:moveTo>
                  <a:pt x="0" y="53592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Freeform 1343"/>
          <p:cNvSpPr/>
          <p:nvPr/>
        </p:nvSpPr>
        <p:spPr>
          <a:xfrm>
            <a:off x="5370974" y="1082259"/>
            <a:ext cx="0" cy="515489"/>
          </a:xfrm>
          <a:custGeom>
            <a:avLst/>
            <a:gdLst/>
            <a:ahLst/>
            <a:cxnLst/>
            <a:rect l="l" t="t" r="r" b="b"/>
            <a:pathLst>
              <a:path w="0" h="515489">
                <a:moveTo>
                  <a:pt x="0" y="51548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Freeform 1344"/>
          <p:cNvSpPr/>
          <p:nvPr/>
        </p:nvSpPr>
        <p:spPr>
          <a:xfrm>
            <a:off x="5737520" y="967847"/>
            <a:ext cx="0" cy="555806"/>
          </a:xfrm>
          <a:custGeom>
            <a:avLst/>
            <a:gdLst/>
            <a:ahLst/>
            <a:cxnLst/>
            <a:rect l="l" t="t" r="r" b="b"/>
            <a:pathLst>
              <a:path w="0" h="555806">
                <a:moveTo>
                  <a:pt x="0" y="55580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Freeform 1345"/>
          <p:cNvSpPr/>
          <p:nvPr/>
        </p:nvSpPr>
        <p:spPr>
          <a:xfrm>
            <a:off x="5234465" y="1334179"/>
            <a:ext cx="0" cy="513535"/>
          </a:xfrm>
          <a:custGeom>
            <a:avLst/>
            <a:gdLst/>
            <a:ahLst/>
            <a:cxnLst/>
            <a:rect l="l" t="t" r="r" b="b"/>
            <a:pathLst>
              <a:path w="0" h="513535">
                <a:moveTo>
                  <a:pt x="0" y="51353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Freeform 1346"/>
          <p:cNvSpPr/>
          <p:nvPr/>
        </p:nvSpPr>
        <p:spPr>
          <a:xfrm>
            <a:off x="5577629" y="1038060"/>
            <a:ext cx="0" cy="653366"/>
          </a:xfrm>
          <a:custGeom>
            <a:avLst/>
            <a:gdLst/>
            <a:ahLst/>
            <a:cxnLst/>
            <a:rect l="l" t="t" r="r" b="b"/>
            <a:pathLst>
              <a:path w="0" h="653366">
                <a:moveTo>
                  <a:pt x="0" y="65336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Freeform 1347"/>
          <p:cNvSpPr/>
          <p:nvPr/>
        </p:nvSpPr>
        <p:spPr>
          <a:xfrm>
            <a:off x="5437337" y="998456"/>
            <a:ext cx="0" cy="535777"/>
          </a:xfrm>
          <a:custGeom>
            <a:avLst/>
            <a:gdLst/>
            <a:ahLst/>
            <a:cxnLst/>
            <a:rect l="l" t="t" r="r" b="b"/>
            <a:pathLst>
              <a:path w="0" h="535777">
                <a:moveTo>
                  <a:pt x="0" y="535777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Freeform 1348"/>
          <p:cNvSpPr/>
          <p:nvPr/>
        </p:nvSpPr>
        <p:spPr>
          <a:xfrm>
            <a:off x="5291888" y="1299380"/>
            <a:ext cx="0" cy="481768"/>
          </a:xfrm>
          <a:custGeom>
            <a:avLst/>
            <a:gdLst/>
            <a:ahLst/>
            <a:cxnLst/>
            <a:rect l="l" t="t" r="r" b="b"/>
            <a:pathLst>
              <a:path w="0" h="481768">
                <a:moveTo>
                  <a:pt x="0" y="48176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Freeform 1349"/>
          <p:cNvSpPr/>
          <p:nvPr/>
        </p:nvSpPr>
        <p:spPr>
          <a:xfrm>
            <a:off x="5379570" y="1112459"/>
            <a:ext cx="0" cy="506232"/>
          </a:xfrm>
          <a:custGeom>
            <a:avLst/>
            <a:gdLst/>
            <a:ahLst/>
            <a:cxnLst/>
            <a:rect l="l" t="t" r="r" b="b"/>
            <a:pathLst>
              <a:path w="0" h="506232">
                <a:moveTo>
                  <a:pt x="0" y="50623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Freeform 1350"/>
          <p:cNvSpPr/>
          <p:nvPr/>
        </p:nvSpPr>
        <p:spPr>
          <a:xfrm>
            <a:off x="5755744" y="994746"/>
            <a:ext cx="0" cy="545899"/>
          </a:xfrm>
          <a:custGeom>
            <a:avLst/>
            <a:gdLst/>
            <a:ahLst/>
            <a:cxnLst/>
            <a:rect l="l" t="t" r="r" b="b"/>
            <a:pathLst>
              <a:path w="0" h="545899">
                <a:moveTo>
                  <a:pt x="0" y="54589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Freeform 1351"/>
          <p:cNvSpPr/>
          <p:nvPr/>
        </p:nvSpPr>
        <p:spPr>
          <a:xfrm>
            <a:off x="5475161" y="1203373"/>
            <a:ext cx="0" cy="501626"/>
          </a:xfrm>
          <a:custGeom>
            <a:avLst/>
            <a:gdLst/>
            <a:ahLst/>
            <a:cxnLst/>
            <a:rect l="l" t="t" r="r" b="b"/>
            <a:pathLst>
              <a:path w="0" h="501626">
                <a:moveTo>
                  <a:pt x="0" y="501626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Freeform 1352"/>
          <p:cNvSpPr/>
          <p:nvPr/>
        </p:nvSpPr>
        <p:spPr>
          <a:xfrm>
            <a:off x="5472754" y="1352666"/>
            <a:ext cx="0" cy="473739"/>
          </a:xfrm>
          <a:custGeom>
            <a:avLst/>
            <a:gdLst/>
            <a:ahLst/>
            <a:cxnLst/>
            <a:rect l="l" t="t" r="r" b="b"/>
            <a:pathLst>
              <a:path w="0" h="473739">
                <a:moveTo>
                  <a:pt x="0" y="47373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Freeform 1353"/>
          <p:cNvSpPr/>
          <p:nvPr/>
        </p:nvSpPr>
        <p:spPr>
          <a:xfrm>
            <a:off x="5556310" y="918712"/>
            <a:ext cx="0" cy="683391"/>
          </a:xfrm>
          <a:custGeom>
            <a:avLst/>
            <a:gdLst/>
            <a:ahLst/>
            <a:cxnLst/>
            <a:rect l="l" t="t" r="r" b="b"/>
            <a:pathLst>
              <a:path w="0" h="683391">
                <a:moveTo>
                  <a:pt x="0" y="68339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Freeform 1354"/>
          <p:cNvSpPr/>
          <p:nvPr/>
        </p:nvSpPr>
        <p:spPr>
          <a:xfrm>
            <a:off x="5555279" y="1163396"/>
            <a:ext cx="0" cy="525780"/>
          </a:xfrm>
          <a:custGeom>
            <a:avLst/>
            <a:gdLst/>
            <a:ahLst/>
            <a:cxnLst/>
            <a:rect l="l" t="t" r="r" b="b"/>
            <a:pathLst>
              <a:path w="0" h="525780">
                <a:moveTo>
                  <a:pt x="0" y="52578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Freeform 1355"/>
          <p:cNvSpPr/>
          <p:nvPr/>
        </p:nvSpPr>
        <p:spPr>
          <a:xfrm>
            <a:off x="5396419" y="1066977"/>
            <a:ext cx="0" cy="558780"/>
          </a:xfrm>
          <a:custGeom>
            <a:avLst/>
            <a:gdLst/>
            <a:ahLst/>
            <a:cxnLst/>
            <a:rect l="l" t="t" r="r" b="b"/>
            <a:pathLst>
              <a:path w="0" h="558780">
                <a:moveTo>
                  <a:pt x="0" y="55878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Freeform 1356"/>
          <p:cNvSpPr/>
          <p:nvPr/>
        </p:nvSpPr>
        <p:spPr>
          <a:xfrm>
            <a:off x="5651213" y="649356"/>
            <a:ext cx="0" cy="731442"/>
          </a:xfrm>
          <a:custGeom>
            <a:avLst/>
            <a:gdLst/>
            <a:ahLst/>
            <a:cxnLst/>
            <a:rect l="l" t="t" r="r" b="b"/>
            <a:pathLst>
              <a:path w="0" h="731442">
                <a:moveTo>
                  <a:pt x="0" y="731442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Freeform 1357"/>
          <p:cNvSpPr/>
          <p:nvPr/>
        </p:nvSpPr>
        <p:spPr>
          <a:xfrm>
            <a:off x="5644680" y="635351"/>
            <a:ext cx="0" cy="754174"/>
          </a:xfrm>
          <a:custGeom>
            <a:avLst/>
            <a:gdLst/>
            <a:ahLst/>
            <a:cxnLst/>
            <a:rect l="l" t="t" r="r" b="b"/>
            <a:pathLst>
              <a:path w="0" h="754174">
                <a:moveTo>
                  <a:pt x="0" y="754174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Freeform 1358"/>
          <p:cNvSpPr/>
          <p:nvPr/>
        </p:nvSpPr>
        <p:spPr>
          <a:xfrm>
            <a:off x="5224493" y="1158123"/>
            <a:ext cx="0" cy="468698"/>
          </a:xfrm>
          <a:custGeom>
            <a:avLst/>
            <a:gdLst/>
            <a:ahLst/>
            <a:cxnLst/>
            <a:rect l="l" t="t" r="r" b="b"/>
            <a:pathLst>
              <a:path w="0" h="468698">
                <a:moveTo>
                  <a:pt x="0" y="46869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Freeform 1359"/>
          <p:cNvSpPr/>
          <p:nvPr/>
        </p:nvSpPr>
        <p:spPr>
          <a:xfrm>
            <a:off x="5262661" y="1141218"/>
            <a:ext cx="0" cy="505289"/>
          </a:xfrm>
          <a:custGeom>
            <a:avLst/>
            <a:gdLst/>
            <a:ahLst/>
            <a:cxnLst/>
            <a:rect l="l" t="t" r="r" b="b"/>
            <a:pathLst>
              <a:path w="0" h="505289">
                <a:moveTo>
                  <a:pt x="0" y="505289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Freeform 1360"/>
          <p:cNvSpPr/>
          <p:nvPr/>
        </p:nvSpPr>
        <p:spPr>
          <a:xfrm>
            <a:off x="5252689" y="1139522"/>
            <a:ext cx="0" cy="510241"/>
          </a:xfrm>
          <a:custGeom>
            <a:avLst/>
            <a:gdLst/>
            <a:ahLst/>
            <a:cxnLst/>
            <a:rect l="l" t="t" r="r" b="b"/>
            <a:pathLst>
              <a:path w="0" h="510241">
                <a:moveTo>
                  <a:pt x="0" y="510241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Freeform 1361"/>
          <p:cNvSpPr/>
          <p:nvPr/>
        </p:nvSpPr>
        <p:spPr>
          <a:xfrm>
            <a:off x="5328336" y="1189218"/>
            <a:ext cx="0" cy="491535"/>
          </a:xfrm>
          <a:custGeom>
            <a:avLst/>
            <a:gdLst/>
            <a:ahLst/>
            <a:cxnLst/>
            <a:rect l="l" t="t" r="r" b="b"/>
            <a:pathLst>
              <a:path w="0" h="491535">
                <a:moveTo>
                  <a:pt x="0" y="491535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Freeform 1362"/>
          <p:cNvSpPr/>
          <p:nvPr/>
        </p:nvSpPr>
        <p:spPr>
          <a:xfrm>
            <a:off x="5495448" y="1260098"/>
            <a:ext cx="0" cy="559640"/>
          </a:xfrm>
          <a:custGeom>
            <a:avLst/>
            <a:gdLst/>
            <a:ahLst/>
            <a:cxnLst/>
            <a:rect l="l" t="t" r="r" b="b"/>
            <a:pathLst>
              <a:path w="0" h="559640">
                <a:moveTo>
                  <a:pt x="0" y="55964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Freeform 1363"/>
          <p:cNvSpPr/>
          <p:nvPr/>
        </p:nvSpPr>
        <p:spPr>
          <a:xfrm>
            <a:off x="5250626" y="1148094"/>
            <a:ext cx="0" cy="539558"/>
          </a:xfrm>
          <a:custGeom>
            <a:avLst/>
            <a:gdLst/>
            <a:ahLst/>
            <a:cxnLst/>
            <a:rect l="l" t="t" r="r" b="b"/>
            <a:pathLst>
              <a:path w="0" h="539558">
                <a:moveTo>
                  <a:pt x="0" y="539558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1F3B7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Freeform 1364"/>
          <p:cNvSpPr/>
          <p:nvPr/>
        </p:nvSpPr>
        <p:spPr>
          <a:xfrm>
            <a:off x="4841717" y="326339"/>
            <a:ext cx="0" cy="1665757"/>
          </a:xfrm>
          <a:custGeom>
            <a:avLst/>
            <a:gdLst/>
            <a:ahLst/>
            <a:cxnLst/>
            <a:rect l="l" t="t" r="r" b="b"/>
            <a:pathLst>
              <a:path w="0" h="1665757">
                <a:moveTo>
                  <a:pt x="0" y="1665757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Freeform 1365"/>
          <p:cNvSpPr/>
          <p:nvPr/>
        </p:nvSpPr>
        <p:spPr>
          <a:xfrm>
            <a:off x="4841717" y="1992096"/>
            <a:ext cx="1665757" cy="0"/>
          </a:xfrm>
          <a:custGeom>
            <a:avLst/>
            <a:gdLst/>
            <a:ahLst/>
            <a:cxnLst/>
            <a:rect l="l" t="t" r="r" b="b"/>
            <a:pathLst>
              <a:path w="1665757" h="0">
                <a:moveTo>
                  <a:pt x="0" y="0"/>
                </a:moveTo>
                <a:lnTo>
                  <a:pt x="1665757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Freeform 1366"/>
          <p:cNvSpPr/>
          <p:nvPr/>
        </p:nvSpPr>
        <p:spPr>
          <a:xfrm>
            <a:off x="5523907" y="119819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Freeform 1367"/>
          <p:cNvSpPr/>
          <p:nvPr/>
        </p:nvSpPr>
        <p:spPr>
          <a:xfrm>
            <a:off x="5105439" y="134428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Freeform 1368"/>
          <p:cNvSpPr/>
          <p:nvPr/>
        </p:nvSpPr>
        <p:spPr>
          <a:xfrm>
            <a:off x="5382584" y="137091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Freeform 1369"/>
          <p:cNvSpPr/>
          <p:nvPr/>
        </p:nvSpPr>
        <p:spPr>
          <a:xfrm>
            <a:off x="5568264" y="130289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Freeform 1370"/>
          <p:cNvSpPr/>
          <p:nvPr/>
        </p:nvSpPr>
        <p:spPr>
          <a:xfrm>
            <a:off x="5370205" y="137740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Freeform 1371"/>
          <p:cNvSpPr/>
          <p:nvPr/>
        </p:nvSpPr>
        <p:spPr>
          <a:xfrm>
            <a:off x="5092029" y="134324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Freeform 1372"/>
          <p:cNvSpPr/>
          <p:nvPr/>
        </p:nvSpPr>
        <p:spPr>
          <a:xfrm>
            <a:off x="5174554" y="153960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Freeform 1373"/>
          <p:cNvSpPr/>
          <p:nvPr/>
        </p:nvSpPr>
        <p:spPr>
          <a:xfrm>
            <a:off x="5164582" y="157194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Freeform 1374"/>
          <p:cNvSpPr/>
          <p:nvPr/>
        </p:nvSpPr>
        <p:spPr>
          <a:xfrm>
            <a:off x="5431067" y="124012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Freeform 1375"/>
          <p:cNvSpPr/>
          <p:nvPr/>
        </p:nvSpPr>
        <p:spPr>
          <a:xfrm>
            <a:off x="5426597" y="138872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Freeform 1376"/>
          <p:cNvSpPr/>
          <p:nvPr/>
        </p:nvSpPr>
        <p:spPr>
          <a:xfrm>
            <a:off x="5392900" y="127555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Freeform 1377"/>
          <p:cNvSpPr/>
          <p:nvPr/>
        </p:nvSpPr>
        <p:spPr>
          <a:xfrm>
            <a:off x="5432443" y="139621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Freeform 1378"/>
          <p:cNvSpPr/>
          <p:nvPr/>
        </p:nvSpPr>
        <p:spPr>
          <a:xfrm>
            <a:off x="5206188" y="155468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Freeform 1379"/>
          <p:cNvSpPr/>
          <p:nvPr/>
        </p:nvSpPr>
        <p:spPr>
          <a:xfrm>
            <a:off x="5570671" y="141188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Freeform 1380"/>
          <p:cNvSpPr/>
          <p:nvPr/>
        </p:nvSpPr>
        <p:spPr>
          <a:xfrm>
            <a:off x="5339603" y="140680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Freeform 1381"/>
          <p:cNvSpPr/>
          <p:nvPr/>
        </p:nvSpPr>
        <p:spPr>
          <a:xfrm>
            <a:off x="5215128" y="155414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Freeform 1382"/>
          <p:cNvSpPr/>
          <p:nvPr/>
        </p:nvSpPr>
        <p:spPr>
          <a:xfrm>
            <a:off x="5222005" y="152026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Freeform 1383"/>
          <p:cNvSpPr/>
          <p:nvPr/>
        </p:nvSpPr>
        <p:spPr>
          <a:xfrm>
            <a:off x="5722654" y="119748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Freeform 1384"/>
          <p:cNvSpPr/>
          <p:nvPr/>
        </p:nvSpPr>
        <p:spPr>
          <a:xfrm>
            <a:off x="5870166" y="100899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Freeform 1385"/>
          <p:cNvSpPr/>
          <p:nvPr/>
        </p:nvSpPr>
        <p:spPr>
          <a:xfrm>
            <a:off x="5286649" y="147124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Freeform 1386"/>
          <p:cNvSpPr/>
          <p:nvPr/>
        </p:nvSpPr>
        <p:spPr>
          <a:xfrm>
            <a:off x="5242636" y="146699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Freeform 1387"/>
          <p:cNvSpPr/>
          <p:nvPr/>
        </p:nvSpPr>
        <p:spPr>
          <a:xfrm>
            <a:off x="5192434" y="158648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Freeform 1388"/>
          <p:cNvSpPr/>
          <p:nvPr/>
        </p:nvSpPr>
        <p:spPr>
          <a:xfrm>
            <a:off x="5834406" y="104659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Freeform 1389"/>
          <p:cNvSpPr/>
          <p:nvPr/>
        </p:nvSpPr>
        <p:spPr>
          <a:xfrm>
            <a:off x="5404934" y="143101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Freeform 1390"/>
          <p:cNvSpPr/>
          <p:nvPr/>
        </p:nvSpPr>
        <p:spPr>
          <a:xfrm>
            <a:off x="5326536" y="127863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Freeform 1391"/>
          <p:cNvSpPr/>
          <p:nvPr/>
        </p:nvSpPr>
        <p:spPr>
          <a:xfrm>
            <a:off x="5180743" y="145403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Freeform 1392"/>
          <p:cNvSpPr/>
          <p:nvPr/>
        </p:nvSpPr>
        <p:spPr>
          <a:xfrm>
            <a:off x="5159080" y="151097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Freeform 1393"/>
          <p:cNvSpPr/>
          <p:nvPr/>
        </p:nvSpPr>
        <p:spPr>
          <a:xfrm>
            <a:off x="5862258" y="127398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Freeform 1394"/>
          <p:cNvSpPr/>
          <p:nvPr/>
        </p:nvSpPr>
        <p:spPr>
          <a:xfrm>
            <a:off x="5244356" y="144449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Freeform 1395"/>
          <p:cNvSpPr/>
          <p:nvPr/>
        </p:nvSpPr>
        <p:spPr>
          <a:xfrm>
            <a:off x="5222693" y="148889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Freeform 1396"/>
          <p:cNvSpPr/>
          <p:nvPr/>
        </p:nvSpPr>
        <p:spPr>
          <a:xfrm>
            <a:off x="5207907" y="151066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Freeform 1397"/>
          <p:cNvSpPr/>
          <p:nvPr/>
        </p:nvSpPr>
        <p:spPr>
          <a:xfrm>
            <a:off x="4945548" y="157890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Freeform 1398"/>
          <p:cNvSpPr/>
          <p:nvPr/>
        </p:nvSpPr>
        <p:spPr>
          <a:xfrm>
            <a:off x="5769418" y="86583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Freeform 1399"/>
          <p:cNvSpPr/>
          <p:nvPr/>
        </p:nvSpPr>
        <p:spPr>
          <a:xfrm>
            <a:off x="5436569" y="135462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Freeform 1400"/>
          <p:cNvSpPr/>
          <p:nvPr/>
        </p:nvSpPr>
        <p:spPr>
          <a:xfrm>
            <a:off x="5252264" y="132642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Freeform 1401"/>
          <p:cNvSpPr/>
          <p:nvPr/>
        </p:nvSpPr>
        <p:spPr>
          <a:xfrm>
            <a:off x="6319237" y="42531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Freeform 1402"/>
          <p:cNvSpPr/>
          <p:nvPr/>
        </p:nvSpPr>
        <p:spPr>
          <a:xfrm>
            <a:off x="5373988" y="142698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Freeform 1403"/>
          <p:cNvSpPr/>
          <p:nvPr/>
        </p:nvSpPr>
        <p:spPr>
          <a:xfrm>
            <a:off x="5403215" y="151281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Freeform 1404"/>
          <p:cNvSpPr/>
          <p:nvPr/>
        </p:nvSpPr>
        <p:spPr>
          <a:xfrm>
            <a:off x="5256047" y="147458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Freeform 1405"/>
          <p:cNvSpPr/>
          <p:nvPr/>
        </p:nvSpPr>
        <p:spPr>
          <a:xfrm>
            <a:off x="5204469" y="139758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Freeform 1406"/>
          <p:cNvSpPr/>
          <p:nvPr/>
        </p:nvSpPr>
        <p:spPr>
          <a:xfrm>
            <a:off x="5609526" y="145569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Freeform 1407"/>
          <p:cNvSpPr/>
          <p:nvPr/>
        </p:nvSpPr>
        <p:spPr>
          <a:xfrm>
            <a:off x="5246763" y="149274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Freeform 1408"/>
          <p:cNvSpPr/>
          <p:nvPr/>
        </p:nvSpPr>
        <p:spPr>
          <a:xfrm>
            <a:off x="5340978" y="113006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Freeform 1409"/>
          <p:cNvSpPr/>
          <p:nvPr/>
        </p:nvSpPr>
        <p:spPr>
          <a:xfrm>
            <a:off x="5488491" y="122458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Freeform 1410"/>
          <p:cNvSpPr/>
          <p:nvPr/>
        </p:nvSpPr>
        <p:spPr>
          <a:xfrm>
            <a:off x="5435193" y="136310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Freeform 1411"/>
          <p:cNvSpPr/>
          <p:nvPr/>
        </p:nvSpPr>
        <p:spPr>
          <a:xfrm>
            <a:off x="5644256" y="134756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Freeform 1412"/>
          <p:cNvSpPr/>
          <p:nvPr/>
        </p:nvSpPr>
        <p:spPr>
          <a:xfrm>
            <a:off x="5576860" y="104867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Freeform 1413"/>
          <p:cNvSpPr/>
          <p:nvPr/>
        </p:nvSpPr>
        <p:spPr>
          <a:xfrm>
            <a:off x="5228538" y="149453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Freeform 1414"/>
          <p:cNvSpPr/>
          <p:nvPr/>
        </p:nvSpPr>
        <p:spPr>
          <a:xfrm>
            <a:off x="5142231" y="154008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Freeform 1415"/>
          <p:cNvSpPr/>
          <p:nvPr/>
        </p:nvSpPr>
        <p:spPr>
          <a:xfrm>
            <a:off x="5790393" y="115346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Freeform 1416"/>
          <p:cNvSpPr/>
          <p:nvPr/>
        </p:nvSpPr>
        <p:spPr>
          <a:xfrm>
            <a:off x="5633252" y="115479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Freeform 1417"/>
          <p:cNvSpPr/>
          <p:nvPr/>
        </p:nvSpPr>
        <p:spPr>
          <a:xfrm>
            <a:off x="5157361" y="155183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Freeform 1418"/>
          <p:cNvSpPr/>
          <p:nvPr/>
        </p:nvSpPr>
        <p:spPr>
          <a:xfrm>
            <a:off x="5356451" y="142030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Freeform 1419"/>
          <p:cNvSpPr/>
          <p:nvPr/>
        </p:nvSpPr>
        <p:spPr>
          <a:xfrm>
            <a:off x="5383959" y="145080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Freeform 1420"/>
          <p:cNvSpPr/>
          <p:nvPr/>
        </p:nvSpPr>
        <p:spPr>
          <a:xfrm>
            <a:off x="5434850" y="140157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Freeform 1421"/>
          <p:cNvSpPr/>
          <p:nvPr/>
        </p:nvSpPr>
        <p:spPr>
          <a:xfrm>
            <a:off x="5774919" y="118766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Freeform 1422"/>
          <p:cNvSpPr/>
          <p:nvPr/>
        </p:nvSpPr>
        <p:spPr>
          <a:xfrm>
            <a:off x="5464077" y="134860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Freeform 1423"/>
          <p:cNvSpPr/>
          <p:nvPr/>
        </p:nvSpPr>
        <p:spPr>
          <a:xfrm>
            <a:off x="5414906" y="129223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Freeform 1424"/>
          <p:cNvSpPr/>
          <p:nvPr/>
        </p:nvSpPr>
        <p:spPr>
          <a:xfrm>
            <a:off x="5452042" y="139952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Freeform 1425"/>
          <p:cNvSpPr/>
          <p:nvPr/>
        </p:nvSpPr>
        <p:spPr>
          <a:xfrm>
            <a:off x="5430380" y="140847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Freeform 1426"/>
          <p:cNvSpPr/>
          <p:nvPr/>
        </p:nvSpPr>
        <p:spPr>
          <a:xfrm>
            <a:off x="5252608" y="142927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Freeform 1427"/>
          <p:cNvSpPr/>
          <p:nvPr/>
        </p:nvSpPr>
        <p:spPr>
          <a:xfrm>
            <a:off x="5188652" y="131168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Freeform 1428"/>
          <p:cNvSpPr/>
          <p:nvPr/>
        </p:nvSpPr>
        <p:spPr>
          <a:xfrm>
            <a:off x="5228882" y="163332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Freeform 1429"/>
          <p:cNvSpPr/>
          <p:nvPr/>
        </p:nvSpPr>
        <p:spPr>
          <a:xfrm>
            <a:off x="5339259" y="155588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Freeform 1430"/>
          <p:cNvSpPr/>
          <p:nvPr/>
        </p:nvSpPr>
        <p:spPr>
          <a:xfrm>
            <a:off x="5348199" y="157162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Freeform 1431"/>
          <p:cNvSpPr/>
          <p:nvPr/>
        </p:nvSpPr>
        <p:spPr>
          <a:xfrm>
            <a:off x="5937561" y="109464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Freeform 1432"/>
          <p:cNvSpPr/>
          <p:nvPr/>
        </p:nvSpPr>
        <p:spPr>
          <a:xfrm>
            <a:off x="5445509" y="130879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Freeform 1433"/>
          <p:cNvSpPr/>
          <p:nvPr/>
        </p:nvSpPr>
        <p:spPr>
          <a:xfrm>
            <a:off x="5938593" y="108981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Freeform 1434"/>
          <p:cNvSpPr/>
          <p:nvPr/>
        </p:nvSpPr>
        <p:spPr>
          <a:xfrm>
            <a:off x="5562419" y="121258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Freeform 1435"/>
          <p:cNvSpPr/>
          <p:nvPr/>
        </p:nvSpPr>
        <p:spPr>
          <a:xfrm>
            <a:off x="5329631" y="155790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Freeform 1436"/>
          <p:cNvSpPr/>
          <p:nvPr/>
        </p:nvSpPr>
        <p:spPr>
          <a:xfrm>
            <a:off x="5594053" y="129853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Freeform 1437"/>
          <p:cNvSpPr/>
          <p:nvPr/>
        </p:nvSpPr>
        <p:spPr>
          <a:xfrm>
            <a:off x="5601618" y="130464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Freeform 1438"/>
          <p:cNvSpPr/>
          <p:nvPr/>
        </p:nvSpPr>
        <p:spPr>
          <a:xfrm>
            <a:off x="5464765" y="135491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Freeform 1439"/>
          <p:cNvSpPr/>
          <p:nvPr/>
        </p:nvSpPr>
        <p:spPr>
          <a:xfrm>
            <a:off x="5285962" y="135879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Freeform 1440"/>
          <p:cNvSpPr/>
          <p:nvPr/>
        </p:nvSpPr>
        <p:spPr>
          <a:xfrm>
            <a:off x="5569640" y="148887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Freeform 1441"/>
          <p:cNvSpPr/>
          <p:nvPr/>
        </p:nvSpPr>
        <p:spPr>
          <a:xfrm>
            <a:off x="5375019" y="139252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Freeform 1442"/>
          <p:cNvSpPr/>
          <p:nvPr/>
        </p:nvSpPr>
        <p:spPr>
          <a:xfrm>
            <a:off x="5262580" y="137488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Freeform 1443"/>
          <p:cNvSpPr/>
          <p:nvPr/>
        </p:nvSpPr>
        <p:spPr>
          <a:xfrm>
            <a:off x="5576860" y="149427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Freeform 1444"/>
          <p:cNvSpPr/>
          <p:nvPr/>
        </p:nvSpPr>
        <p:spPr>
          <a:xfrm>
            <a:off x="5371237" y="139519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Freeform 1445"/>
          <p:cNvSpPr/>
          <p:nvPr/>
        </p:nvSpPr>
        <p:spPr>
          <a:xfrm>
            <a:off x="5891141" y="87832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Freeform 1446"/>
          <p:cNvSpPr/>
          <p:nvPr/>
        </p:nvSpPr>
        <p:spPr>
          <a:xfrm>
            <a:off x="5881170" y="85598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Freeform 1447"/>
          <p:cNvSpPr/>
          <p:nvPr/>
        </p:nvSpPr>
        <p:spPr>
          <a:xfrm>
            <a:off x="5369174" y="156952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Freeform 1448"/>
          <p:cNvSpPr/>
          <p:nvPr/>
        </p:nvSpPr>
        <p:spPr>
          <a:xfrm>
            <a:off x="5740878" y="150432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Freeform 1449"/>
          <p:cNvSpPr/>
          <p:nvPr/>
        </p:nvSpPr>
        <p:spPr>
          <a:xfrm>
            <a:off x="5361265" y="150133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Freeform 1450"/>
          <p:cNvSpPr/>
          <p:nvPr/>
        </p:nvSpPr>
        <p:spPr>
          <a:xfrm>
            <a:off x="5458575" y="127884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Freeform 1451"/>
          <p:cNvSpPr/>
          <p:nvPr/>
        </p:nvSpPr>
        <p:spPr>
          <a:xfrm>
            <a:off x="5349574" y="150597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Freeform 1452"/>
          <p:cNvSpPr/>
          <p:nvPr/>
        </p:nvSpPr>
        <p:spPr>
          <a:xfrm>
            <a:off x="5388430" y="139204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Freeform 1453"/>
          <p:cNvSpPr/>
          <p:nvPr/>
        </p:nvSpPr>
        <p:spPr>
          <a:xfrm>
            <a:off x="5711307" y="117151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Freeform 1454"/>
          <p:cNvSpPr/>
          <p:nvPr/>
        </p:nvSpPr>
        <p:spPr>
          <a:xfrm>
            <a:off x="5141200" y="153869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Freeform 1455"/>
          <p:cNvSpPr/>
          <p:nvPr/>
        </p:nvSpPr>
        <p:spPr>
          <a:xfrm>
            <a:off x="5444821" y="134662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Freeform 1456"/>
          <p:cNvSpPr/>
          <p:nvPr/>
        </p:nvSpPr>
        <p:spPr>
          <a:xfrm>
            <a:off x="5410780" y="141922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Freeform 1457"/>
          <p:cNvSpPr/>
          <p:nvPr/>
        </p:nvSpPr>
        <p:spPr>
          <a:xfrm>
            <a:off x="5499494" y="122120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Freeform 1458"/>
          <p:cNvSpPr/>
          <p:nvPr/>
        </p:nvSpPr>
        <p:spPr>
          <a:xfrm>
            <a:off x="4934889" y="164707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Freeform 1459"/>
          <p:cNvSpPr/>
          <p:nvPr/>
        </p:nvSpPr>
        <p:spPr>
          <a:xfrm>
            <a:off x="5761853" y="132194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Freeform 1460"/>
          <p:cNvSpPr/>
          <p:nvPr/>
        </p:nvSpPr>
        <p:spPr>
          <a:xfrm>
            <a:off x="5430380" y="132194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Freeform 1461"/>
          <p:cNvSpPr/>
          <p:nvPr/>
        </p:nvSpPr>
        <p:spPr>
          <a:xfrm>
            <a:off x="5186588" y="148334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Freeform 1462"/>
          <p:cNvSpPr/>
          <p:nvPr/>
        </p:nvSpPr>
        <p:spPr>
          <a:xfrm>
            <a:off x="5805866" y="107922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Freeform 1463"/>
          <p:cNvSpPr/>
          <p:nvPr/>
        </p:nvSpPr>
        <p:spPr>
          <a:xfrm>
            <a:off x="5309000" y="156902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Freeform 1464"/>
          <p:cNvSpPr/>
          <p:nvPr/>
        </p:nvSpPr>
        <p:spPr>
          <a:xfrm>
            <a:off x="5339259" y="140184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Freeform 1465"/>
          <p:cNvSpPr/>
          <p:nvPr/>
        </p:nvSpPr>
        <p:spPr>
          <a:xfrm>
            <a:off x="5081714" y="151826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Freeform 1466"/>
          <p:cNvSpPr/>
          <p:nvPr/>
        </p:nvSpPr>
        <p:spPr>
          <a:xfrm>
            <a:off x="5848160" y="104625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Freeform 1467"/>
          <p:cNvSpPr/>
          <p:nvPr/>
        </p:nvSpPr>
        <p:spPr>
          <a:xfrm>
            <a:off x="5321035" y="143566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Freeform 1468"/>
          <p:cNvSpPr/>
          <p:nvPr/>
        </p:nvSpPr>
        <p:spPr>
          <a:xfrm>
            <a:off x="5560012" y="109351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Freeform 1469"/>
          <p:cNvSpPr/>
          <p:nvPr/>
        </p:nvSpPr>
        <p:spPr>
          <a:xfrm>
            <a:off x="5370893" y="141600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Freeform 1470"/>
          <p:cNvSpPr/>
          <p:nvPr/>
        </p:nvSpPr>
        <p:spPr>
          <a:xfrm>
            <a:off x="5538349" y="154411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Freeform 1471"/>
          <p:cNvSpPr/>
          <p:nvPr/>
        </p:nvSpPr>
        <p:spPr>
          <a:xfrm>
            <a:off x="5590958" y="142150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Freeform 1472"/>
          <p:cNvSpPr/>
          <p:nvPr/>
        </p:nvSpPr>
        <p:spPr>
          <a:xfrm>
            <a:off x="5515655" y="120150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Freeform 1473"/>
          <p:cNvSpPr/>
          <p:nvPr/>
        </p:nvSpPr>
        <p:spPr>
          <a:xfrm>
            <a:off x="5547633" y="129601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Freeform 1474"/>
          <p:cNvSpPr/>
          <p:nvPr/>
        </p:nvSpPr>
        <p:spPr>
          <a:xfrm>
            <a:off x="5444477" y="131237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Freeform 1475"/>
          <p:cNvSpPr/>
          <p:nvPr/>
        </p:nvSpPr>
        <p:spPr>
          <a:xfrm>
            <a:off x="5431411" y="132061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Freeform 1476"/>
          <p:cNvSpPr/>
          <p:nvPr/>
        </p:nvSpPr>
        <p:spPr>
          <a:xfrm>
            <a:off x="5915211" y="90710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Freeform 1477"/>
          <p:cNvSpPr/>
          <p:nvPr/>
        </p:nvSpPr>
        <p:spPr>
          <a:xfrm>
            <a:off x="5728843" y="115462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Freeform 1478"/>
          <p:cNvSpPr/>
          <p:nvPr/>
        </p:nvSpPr>
        <p:spPr>
          <a:xfrm>
            <a:off x="5623624" y="148559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Freeform 1479"/>
          <p:cNvSpPr/>
          <p:nvPr/>
        </p:nvSpPr>
        <p:spPr>
          <a:xfrm>
            <a:off x="5394619" y="155252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Freeform 1480"/>
          <p:cNvSpPr/>
          <p:nvPr/>
        </p:nvSpPr>
        <p:spPr>
          <a:xfrm>
            <a:off x="5830279" y="114304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Freeform 1481"/>
          <p:cNvSpPr/>
          <p:nvPr/>
        </p:nvSpPr>
        <p:spPr>
          <a:xfrm>
            <a:off x="5372612" y="155274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Freeform 1482"/>
          <p:cNvSpPr/>
          <p:nvPr/>
        </p:nvSpPr>
        <p:spPr>
          <a:xfrm>
            <a:off x="5327912" y="143683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Freeform 1483"/>
          <p:cNvSpPr/>
          <p:nvPr/>
        </p:nvSpPr>
        <p:spPr>
          <a:xfrm>
            <a:off x="5287337" y="131687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Freeform 1484"/>
          <p:cNvSpPr/>
          <p:nvPr/>
        </p:nvSpPr>
        <p:spPr>
          <a:xfrm>
            <a:off x="5358514" y="120414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Freeform 1485"/>
          <p:cNvSpPr/>
          <p:nvPr/>
        </p:nvSpPr>
        <p:spPr>
          <a:xfrm>
            <a:off x="4976495" y="158329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Freeform 1486"/>
          <p:cNvSpPr/>
          <p:nvPr/>
        </p:nvSpPr>
        <p:spPr>
          <a:xfrm>
            <a:off x="5504308" y="134000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Freeform 1487"/>
          <p:cNvSpPr/>
          <p:nvPr/>
        </p:nvSpPr>
        <p:spPr>
          <a:xfrm>
            <a:off x="5627751" y="135750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Freeform 1488"/>
          <p:cNvSpPr/>
          <p:nvPr/>
        </p:nvSpPr>
        <p:spPr>
          <a:xfrm>
            <a:off x="5427629" y="124785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Freeform 1489"/>
          <p:cNvSpPr/>
          <p:nvPr/>
        </p:nvSpPr>
        <p:spPr>
          <a:xfrm>
            <a:off x="5204125" y="146564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Freeform 1490"/>
          <p:cNvSpPr/>
          <p:nvPr/>
        </p:nvSpPr>
        <p:spPr>
          <a:xfrm>
            <a:off x="5515311" y="139270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Freeform 1491"/>
          <p:cNvSpPr/>
          <p:nvPr/>
        </p:nvSpPr>
        <p:spPr>
          <a:xfrm>
            <a:off x="5510497" y="113315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Freeform 1492"/>
          <p:cNvSpPr/>
          <p:nvPr/>
        </p:nvSpPr>
        <p:spPr>
          <a:xfrm>
            <a:off x="5410780" y="12685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Freeform 1493"/>
          <p:cNvSpPr/>
          <p:nvPr/>
        </p:nvSpPr>
        <p:spPr>
          <a:xfrm>
            <a:off x="5438976" y="125227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Freeform 1494"/>
          <p:cNvSpPr/>
          <p:nvPr/>
        </p:nvSpPr>
        <p:spPr>
          <a:xfrm>
            <a:off x="5357139" y="115834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Freeform 1495"/>
          <p:cNvSpPr/>
          <p:nvPr/>
        </p:nvSpPr>
        <p:spPr>
          <a:xfrm>
            <a:off x="6009083" y="88910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Freeform 1496"/>
          <p:cNvSpPr/>
          <p:nvPr/>
        </p:nvSpPr>
        <p:spPr>
          <a:xfrm>
            <a:off x="5645631" y="151914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Freeform 1497"/>
          <p:cNvSpPr/>
          <p:nvPr/>
        </p:nvSpPr>
        <p:spPr>
          <a:xfrm>
            <a:off x="5670388" y="123014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Freeform 1498"/>
          <p:cNvSpPr/>
          <p:nvPr/>
        </p:nvSpPr>
        <p:spPr>
          <a:xfrm>
            <a:off x="5577892" y="151139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Freeform 1499"/>
          <p:cNvSpPr/>
          <p:nvPr/>
        </p:nvSpPr>
        <p:spPr>
          <a:xfrm>
            <a:off x="5514967" y="106114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Freeform 1500"/>
          <p:cNvSpPr/>
          <p:nvPr/>
        </p:nvSpPr>
        <p:spPr>
          <a:xfrm>
            <a:off x="5523907" y="102933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Freeform 1501"/>
          <p:cNvSpPr/>
          <p:nvPr/>
        </p:nvSpPr>
        <p:spPr>
          <a:xfrm>
            <a:off x="5484364" y="130889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Freeform 1502"/>
          <p:cNvSpPr/>
          <p:nvPr/>
        </p:nvSpPr>
        <p:spPr>
          <a:xfrm>
            <a:off x="5812055" y="119297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Freeform 1503"/>
          <p:cNvSpPr/>
          <p:nvPr/>
        </p:nvSpPr>
        <p:spPr>
          <a:xfrm>
            <a:off x="5331006" y="149297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Freeform 1504"/>
          <p:cNvSpPr/>
          <p:nvPr/>
        </p:nvSpPr>
        <p:spPr>
          <a:xfrm>
            <a:off x="5570671" y="150848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Freeform 1505"/>
          <p:cNvSpPr/>
          <p:nvPr/>
        </p:nvSpPr>
        <p:spPr>
          <a:xfrm>
            <a:off x="5183494" y="141987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Freeform 1506"/>
          <p:cNvSpPr/>
          <p:nvPr/>
        </p:nvSpPr>
        <p:spPr>
          <a:xfrm>
            <a:off x="5402871" y="158263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Freeform 1507"/>
          <p:cNvSpPr/>
          <p:nvPr/>
        </p:nvSpPr>
        <p:spPr>
          <a:xfrm>
            <a:off x="5381896" y="125506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Freeform 1508"/>
          <p:cNvSpPr/>
          <p:nvPr/>
        </p:nvSpPr>
        <p:spPr>
          <a:xfrm>
            <a:off x="5145326" y="147030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Freeform 1509"/>
          <p:cNvSpPr/>
          <p:nvPr/>
        </p:nvSpPr>
        <p:spPr>
          <a:xfrm>
            <a:off x="5179024" y="143136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Freeform 1510"/>
          <p:cNvSpPr/>
          <p:nvPr/>
        </p:nvSpPr>
        <p:spPr>
          <a:xfrm>
            <a:off x="5459607" y="131211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Freeform 1511"/>
          <p:cNvSpPr/>
          <p:nvPr/>
        </p:nvSpPr>
        <p:spPr>
          <a:xfrm>
            <a:off x="5686893" y="121488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Freeform 1512"/>
          <p:cNvSpPr/>
          <p:nvPr/>
        </p:nvSpPr>
        <p:spPr>
          <a:xfrm>
            <a:off x="5368830" y="131273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Freeform 1513"/>
          <p:cNvSpPr/>
          <p:nvPr/>
        </p:nvSpPr>
        <p:spPr>
          <a:xfrm>
            <a:off x="5482989" y="138227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Freeform 1514"/>
          <p:cNvSpPr/>
          <p:nvPr/>
        </p:nvSpPr>
        <p:spPr>
          <a:xfrm>
            <a:off x="5463045" y="138393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Freeform 1515"/>
          <p:cNvSpPr/>
          <p:nvPr/>
        </p:nvSpPr>
        <p:spPr>
          <a:xfrm>
            <a:off x="5699616" y="112331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Freeform 1516"/>
          <p:cNvSpPr/>
          <p:nvPr/>
        </p:nvSpPr>
        <p:spPr>
          <a:xfrm>
            <a:off x="5301779" y="134051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Freeform 1517"/>
          <p:cNvSpPr/>
          <p:nvPr/>
        </p:nvSpPr>
        <p:spPr>
          <a:xfrm>
            <a:off x="5482989" y="141322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Freeform 1518"/>
          <p:cNvSpPr/>
          <p:nvPr/>
        </p:nvSpPr>
        <p:spPr>
          <a:xfrm>
            <a:off x="5120225" y="158013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Freeform 1519"/>
          <p:cNvSpPr/>
          <p:nvPr/>
        </p:nvSpPr>
        <p:spPr>
          <a:xfrm>
            <a:off x="5333757" y="130872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Freeform 1520"/>
          <p:cNvSpPr/>
          <p:nvPr/>
        </p:nvSpPr>
        <p:spPr>
          <a:xfrm>
            <a:off x="5259485" y="141878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Freeform 1521"/>
          <p:cNvSpPr/>
          <p:nvPr/>
        </p:nvSpPr>
        <p:spPr>
          <a:xfrm>
            <a:off x="5317596" y="130409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Freeform 1522"/>
          <p:cNvSpPr/>
          <p:nvPr/>
        </p:nvSpPr>
        <p:spPr>
          <a:xfrm>
            <a:off x="5056956" y="139708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Freeform 1523"/>
          <p:cNvSpPr/>
          <p:nvPr/>
        </p:nvSpPr>
        <p:spPr>
          <a:xfrm>
            <a:off x="5829592" y="99949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Freeform 1524"/>
          <p:cNvSpPr/>
          <p:nvPr/>
        </p:nvSpPr>
        <p:spPr>
          <a:xfrm>
            <a:off x="5599211" y="11703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Freeform 1525"/>
          <p:cNvSpPr/>
          <p:nvPr/>
        </p:nvSpPr>
        <p:spPr>
          <a:xfrm>
            <a:off x="5491929" y="132626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Freeform 1526"/>
          <p:cNvSpPr/>
          <p:nvPr/>
        </p:nvSpPr>
        <p:spPr>
          <a:xfrm>
            <a:off x="5051798" y="158179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Freeform 1527"/>
          <p:cNvSpPr/>
          <p:nvPr/>
        </p:nvSpPr>
        <p:spPr>
          <a:xfrm>
            <a:off x="5061770" y="159645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Freeform 1528"/>
          <p:cNvSpPr/>
          <p:nvPr/>
        </p:nvSpPr>
        <p:spPr>
          <a:xfrm>
            <a:off x="5725061" y="129479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Freeform 1529"/>
          <p:cNvSpPr/>
          <p:nvPr/>
        </p:nvSpPr>
        <p:spPr>
          <a:xfrm>
            <a:off x="5059707" y="159839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Freeform 1530"/>
          <p:cNvSpPr/>
          <p:nvPr/>
        </p:nvSpPr>
        <p:spPr>
          <a:xfrm>
            <a:off x="5514967" y="137199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Freeform 1531"/>
          <p:cNvSpPr/>
          <p:nvPr/>
        </p:nvSpPr>
        <p:spPr>
          <a:xfrm>
            <a:off x="5723685" y="109222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Freeform 1532"/>
          <p:cNvSpPr/>
          <p:nvPr/>
        </p:nvSpPr>
        <p:spPr>
          <a:xfrm>
            <a:off x="5164582" y="144852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Freeform 1533"/>
          <p:cNvSpPr/>
          <p:nvPr/>
        </p:nvSpPr>
        <p:spPr>
          <a:xfrm>
            <a:off x="5314158" y="140722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Freeform 1534"/>
          <p:cNvSpPr/>
          <p:nvPr/>
        </p:nvSpPr>
        <p:spPr>
          <a:xfrm>
            <a:off x="5335820" y="148036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Freeform 1535"/>
          <p:cNvSpPr/>
          <p:nvPr/>
        </p:nvSpPr>
        <p:spPr>
          <a:xfrm>
            <a:off x="5370893" y="129180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Freeform 1536"/>
          <p:cNvSpPr/>
          <p:nvPr/>
        </p:nvSpPr>
        <p:spPr>
          <a:xfrm>
            <a:off x="5606432" y="125929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Freeform 1537"/>
          <p:cNvSpPr/>
          <p:nvPr/>
        </p:nvSpPr>
        <p:spPr>
          <a:xfrm>
            <a:off x="5271176" y="150690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Freeform 1538"/>
          <p:cNvSpPr/>
          <p:nvPr/>
        </p:nvSpPr>
        <p:spPr>
          <a:xfrm>
            <a:off x="5649757" y="133533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Freeform 1539"/>
          <p:cNvSpPr/>
          <p:nvPr/>
        </p:nvSpPr>
        <p:spPr>
          <a:xfrm>
            <a:off x="5647694" y="103923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Freeform 1540"/>
          <p:cNvSpPr/>
          <p:nvPr/>
        </p:nvSpPr>
        <p:spPr>
          <a:xfrm>
            <a:off x="4901879" y="155945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Freeform 1541"/>
          <p:cNvSpPr/>
          <p:nvPr/>
        </p:nvSpPr>
        <p:spPr>
          <a:xfrm>
            <a:off x="5438632" y="140138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Freeform 1542"/>
          <p:cNvSpPr/>
          <p:nvPr/>
        </p:nvSpPr>
        <p:spPr>
          <a:xfrm>
            <a:off x="6315455" y="113787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Freeform 1543"/>
          <p:cNvSpPr/>
          <p:nvPr/>
        </p:nvSpPr>
        <p:spPr>
          <a:xfrm>
            <a:off x="5469579" y="141759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Freeform 1544"/>
          <p:cNvSpPr/>
          <p:nvPr/>
        </p:nvSpPr>
        <p:spPr>
          <a:xfrm>
            <a:off x="5054549" y="167704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Freeform 1545"/>
          <p:cNvSpPr/>
          <p:nvPr/>
        </p:nvSpPr>
        <p:spPr>
          <a:xfrm>
            <a:off x="5065552" y="167661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Freeform 1546"/>
          <p:cNvSpPr/>
          <p:nvPr/>
        </p:nvSpPr>
        <p:spPr>
          <a:xfrm>
            <a:off x="5388773" y="139439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Freeform 1547"/>
          <p:cNvSpPr/>
          <p:nvPr/>
        </p:nvSpPr>
        <p:spPr>
          <a:xfrm>
            <a:off x="6416203" y="53297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Freeform 1548"/>
          <p:cNvSpPr/>
          <p:nvPr/>
        </p:nvSpPr>
        <p:spPr>
          <a:xfrm>
            <a:off x="5290432" y="148807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Freeform 1549"/>
          <p:cNvSpPr/>
          <p:nvPr/>
        </p:nvSpPr>
        <p:spPr>
          <a:xfrm>
            <a:off x="5265331" y="138570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Freeform 1550"/>
          <p:cNvSpPr/>
          <p:nvPr/>
        </p:nvSpPr>
        <p:spPr>
          <a:xfrm>
            <a:off x="5296621" y="149260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Freeform 1551"/>
          <p:cNvSpPr/>
          <p:nvPr/>
        </p:nvSpPr>
        <p:spPr>
          <a:xfrm>
            <a:off x="5270488" y="138658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Freeform 1552"/>
          <p:cNvSpPr/>
          <p:nvPr/>
        </p:nvSpPr>
        <p:spPr>
          <a:xfrm>
            <a:off x="5265331" y="138436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Freeform 1553"/>
          <p:cNvSpPr/>
          <p:nvPr/>
        </p:nvSpPr>
        <p:spPr>
          <a:xfrm>
            <a:off x="5779733" y="139565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Freeform 1554"/>
          <p:cNvSpPr/>
          <p:nvPr/>
        </p:nvSpPr>
        <p:spPr>
          <a:xfrm>
            <a:off x="5725061" y="110266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Freeform 1555"/>
          <p:cNvSpPr/>
          <p:nvPr/>
        </p:nvSpPr>
        <p:spPr>
          <a:xfrm>
            <a:off x="5778014" y="142716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Freeform 1556"/>
          <p:cNvSpPr/>
          <p:nvPr/>
        </p:nvSpPr>
        <p:spPr>
          <a:xfrm>
            <a:off x="5775951" y="129630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Freeform 1557"/>
          <p:cNvSpPr/>
          <p:nvPr/>
        </p:nvSpPr>
        <p:spPr>
          <a:xfrm>
            <a:off x="5838188" y="124715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Freeform 1558"/>
          <p:cNvSpPr/>
          <p:nvPr/>
        </p:nvSpPr>
        <p:spPr>
          <a:xfrm>
            <a:off x="5645631" y="144396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Freeform 1559"/>
          <p:cNvSpPr/>
          <p:nvPr/>
        </p:nvSpPr>
        <p:spPr>
          <a:xfrm>
            <a:off x="5789705" y="108310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Freeform 1560"/>
          <p:cNvSpPr/>
          <p:nvPr/>
        </p:nvSpPr>
        <p:spPr>
          <a:xfrm>
            <a:off x="5543163" y="125523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Freeform 1561"/>
          <p:cNvSpPr/>
          <p:nvPr/>
        </p:nvSpPr>
        <p:spPr>
          <a:xfrm>
            <a:off x="5056268" y="161592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Freeform 1562"/>
          <p:cNvSpPr/>
          <p:nvPr/>
        </p:nvSpPr>
        <p:spPr>
          <a:xfrm>
            <a:off x="5827529" y="123825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Freeform 1563"/>
          <p:cNvSpPr/>
          <p:nvPr/>
        </p:nvSpPr>
        <p:spPr>
          <a:xfrm>
            <a:off x="5391868" y="141338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Freeform 1564"/>
          <p:cNvSpPr/>
          <p:nvPr/>
        </p:nvSpPr>
        <p:spPr>
          <a:xfrm>
            <a:off x="5443446" y="142731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Freeform 1565"/>
          <p:cNvSpPr/>
          <p:nvPr/>
        </p:nvSpPr>
        <p:spPr>
          <a:xfrm>
            <a:off x="5748443" y="82179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Freeform 1566"/>
          <p:cNvSpPr/>
          <p:nvPr/>
        </p:nvSpPr>
        <p:spPr>
          <a:xfrm>
            <a:off x="5381553" y="119328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Freeform 1567"/>
          <p:cNvSpPr/>
          <p:nvPr/>
        </p:nvSpPr>
        <p:spPr>
          <a:xfrm>
            <a:off x="5316221" y="151833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Freeform 1568"/>
          <p:cNvSpPr/>
          <p:nvPr/>
        </p:nvSpPr>
        <p:spPr>
          <a:xfrm>
            <a:off x="5418345" y="139498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Freeform 1569"/>
          <p:cNvSpPr/>
          <p:nvPr/>
        </p:nvSpPr>
        <p:spPr>
          <a:xfrm>
            <a:off x="5505683" y="137628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Freeform 1570"/>
          <p:cNvSpPr/>
          <p:nvPr/>
        </p:nvSpPr>
        <p:spPr>
          <a:xfrm>
            <a:off x="5509465" y="157137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Freeform 1571"/>
          <p:cNvSpPr/>
          <p:nvPr/>
        </p:nvSpPr>
        <p:spPr>
          <a:xfrm>
            <a:off x="5717496" y="138056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Freeform 1572"/>
          <p:cNvSpPr/>
          <p:nvPr/>
        </p:nvSpPr>
        <p:spPr>
          <a:xfrm>
            <a:off x="5235759" y="150216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Freeform 1573"/>
          <p:cNvSpPr/>
          <p:nvPr/>
        </p:nvSpPr>
        <p:spPr>
          <a:xfrm>
            <a:off x="5367798" y="137562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Freeform 1574"/>
          <p:cNvSpPr/>
          <p:nvPr/>
        </p:nvSpPr>
        <p:spPr>
          <a:xfrm>
            <a:off x="5346823" y="157522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Freeform 1575"/>
          <p:cNvSpPr/>
          <p:nvPr/>
        </p:nvSpPr>
        <p:spPr>
          <a:xfrm>
            <a:off x="5114379" y="160838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Freeform 1576"/>
          <p:cNvSpPr/>
          <p:nvPr/>
        </p:nvSpPr>
        <p:spPr>
          <a:xfrm>
            <a:off x="5543507" y="121384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Freeform 1577"/>
          <p:cNvSpPr/>
          <p:nvPr/>
        </p:nvSpPr>
        <p:spPr>
          <a:xfrm>
            <a:off x="5538693" y="122431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Freeform 1578"/>
          <p:cNvSpPr/>
          <p:nvPr/>
        </p:nvSpPr>
        <p:spPr>
          <a:xfrm>
            <a:off x="5175241" y="163670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Freeform 1579"/>
          <p:cNvSpPr/>
          <p:nvPr/>
        </p:nvSpPr>
        <p:spPr>
          <a:xfrm>
            <a:off x="5687581" y="124825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Freeform 1580"/>
          <p:cNvSpPr/>
          <p:nvPr/>
        </p:nvSpPr>
        <p:spPr>
          <a:xfrm>
            <a:off x="5120569" y="158506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Freeform 1581"/>
          <p:cNvSpPr/>
          <p:nvPr/>
        </p:nvSpPr>
        <p:spPr>
          <a:xfrm>
            <a:off x="5645975" y="127602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Freeform 1582"/>
          <p:cNvSpPr/>
          <p:nvPr/>
        </p:nvSpPr>
        <p:spPr>
          <a:xfrm>
            <a:off x="5646319" y="126811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Freeform 1583"/>
          <p:cNvSpPr/>
          <p:nvPr/>
        </p:nvSpPr>
        <p:spPr>
          <a:xfrm>
            <a:off x="5316908" y="157277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Freeform 1584"/>
          <p:cNvSpPr/>
          <p:nvPr/>
        </p:nvSpPr>
        <p:spPr>
          <a:xfrm>
            <a:off x="5183838" y="151504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Freeform 1585"/>
          <p:cNvSpPr/>
          <p:nvPr/>
        </p:nvSpPr>
        <p:spPr>
          <a:xfrm>
            <a:off x="5322754" y="126760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Freeform 1586"/>
          <p:cNvSpPr/>
          <p:nvPr/>
        </p:nvSpPr>
        <p:spPr>
          <a:xfrm>
            <a:off x="5296277" y="128459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Freeform 1587"/>
          <p:cNvSpPr/>
          <p:nvPr/>
        </p:nvSpPr>
        <p:spPr>
          <a:xfrm>
            <a:off x="5475424" y="151131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Freeform 1588"/>
          <p:cNvSpPr/>
          <p:nvPr/>
        </p:nvSpPr>
        <p:spPr>
          <a:xfrm>
            <a:off x="5574454" y="141842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Freeform 1589"/>
          <p:cNvSpPr/>
          <p:nvPr/>
        </p:nvSpPr>
        <p:spPr>
          <a:xfrm>
            <a:off x="5655603" y="108112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Freeform 1590"/>
          <p:cNvSpPr/>
          <p:nvPr/>
        </p:nvSpPr>
        <p:spPr>
          <a:xfrm>
            <a:off x="5574797" y="138979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Freeform 1591"/>
          <p:cNvSpPr/>
          <p:nvPr/>
        </p:nvSpPr>
        <p:spPr>
          <a:xfrm>
            <a:off x="5160112" y="153470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Freeform 1592"/>
          <p:cNvSpPr/>
          <p:nvPr/>
        </p:nvSpPr>
        <p:spPr>
          <a:xfrm>
            <a:off x="5321722" y="148337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Freeform 1593"/>
          <p:cNvSpPr/>
          <p:nvPr/>
        </p:nvSpPr>
        <p:spPr>
          <a:xfrm>
            <a:off x="5309000" y="151775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Freeform 1594"/>
          <p:cNvSpPr/>
          <p:nvPr/>
        </p:nvSpPr>
        <p:spPr>
          <a:xfrm>
            <a:off x="5247794" y="145027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Freeform 1595"/>
          <p:cNvSpPr/>
          <p:nvPr/>
        </p:nvSpPr>
        <p:spPr>
          <a:xfrm>
            <a:off x="5287681" y="151969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Freeform 1596"/>
          <p:cNvSpPr/>
          <p:nvPr/>
        </p:nvSpPr>
        <p:spPr>
          <a:xfrm>
            <a:off x="5312438" y="150575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Freeform 1597"/>
          <p:cNvSpPr/>
          <p:nvPr/>
        </p:nvSpPr>
        <p:spPr>
          <a:xfrm>
            <a:off x="5790049" y="93793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Freeform 1598"/>
          <p:cNvSpPr/>
          <p:nvPr/>
        </p:nvSpPr>
        <p:spPr>
          <a:xfrm>
            <a:off x="5644943" y="133868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Freeform 1599"/>
          <p:cNvSpPr/>
          <p:nvPr/>
        </p:nvSpPr>
        <p:spPr>
          <a:xfrm>
            <a:off x="5225444" y="144352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Freeform 1600"/>
          <p:cNvSpPr/>
          <p:nvPr/>
        </p:nvSpPr>
        <p:spPr>
          <a:xfrm>
            <a:off x="5135011" y="152704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Freeform 1601"/>
          <p:cNvSpPr/>
          <p:nvPr/>
        </p:nvSpPr>
        <p:spPr>
          <a:xfrm>
            <a:off x="5497087" y="126596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Freeform 1602"/>
          <p:cNvSpPr/>
          <p:nvPr/>
        </p:nvSpPr>
        <p:spPr>
          <a:xfrm>
            <a:off x="5621217" y="126596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Freeform 1603"/>
          <p:cNvSpPr/>
          <p:nvPr/>
        </p:nvSpPr>
        <p:spPr>
          <a:xfrm>
            <a:off x="5501213" y="128890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Freeform 1604"/>
          <p:cNvSpPr/>
          <p:nvPr/>
        </p:nvSpPr>
        <p:spPr>
          <a:xfrm>
            <a:off x="5509809" y="129376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Freeform 1605"/>
          <p:cNvSpPr/>
          <p:nvPr/>
        </p:nvSpPr>
        <p:spPr>
          <a:xfrm>
            <a:off x="5100625" y="169385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Freeform 1606"/>
          <p:cNvSpPr/>
          <p:nvPr/>
        </p:nvSpPr>
        <p:spPr>
          <a:xfrm>
            <a:off x="5350606" y="143491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Freeform 1607"/>
          <p:cNvSpPr/>
          <p:nvPr/>
        </p:nvSpPr>
        <p:spPr>
          <a:xfrm>
            <a:off x="5348199" y="143919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Freeform 1608"/>
          <p:cNvSpPr/>
          <p:nvPr/>
        </p:nvSpPr>
        <p:spPr>
          <a:xfrm>
            <a:off x="5422471" y="146685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Freeform 1609"/>
          <p:cNvSpPr/>
          <p:nvPr/>
        </p:nvSpPr>
        <p:spPr>
          <a:xfrm>
            <a:off x="5417313" y="146704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Freeform 1610"/>
          <p:cNvSpPr/>
          <p:nvPr/>
        </p:nvSpPr>
        <p:spPr>
          <a:xfrm>
            <a:off x="5415594" y="146868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Freeform 1611"/>
          <p:cNvSpPr/>
          <p:nvPr/>
        </p:nvSpPr>
        <p:spPr>
          <a:xfrm>
            <a:off x="5543163" y="100281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Freeform 1612"/>
          <p:cNvSpPr/>
          <p:nvPr/>
        </p:nvSpPr>
        <p:spPr>
          <a:xfrm>
            <a:off x="5431411" y="131297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Freeform 1613"/>
          <p:cNvSpPr/>
          <p:nvPr/>
        </p:nvSpPr>
        <p:spPr>
          <a:xfrm>
            <a:off x="5434162" y="143904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Freeform 1614"/>
          <p:cNvSpPr/>
          <p:nvPr/>
        </p:nvSpPr>
        <p:spPr>
          <a:xfrm>
            <a:off x="5312782" y="143129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Freeform 1615"/>
          <p:cNvSpPr/>
          <p:nvPr/>
        </p:nvSpPr>
        <p:spPr>
          <a:xfrm>
            <a:off x="5453418" y="1378577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Freeform 1616"/>
          <p:cNvSpPr/>
          <p:nvPr/>
        </p:nvSpPr>
        <p:spPr>
          <a:xfrm>
            <a:off x="5214784" y="145819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Freeform 1617"/>
          <p:cNvSpPr/>
          <p:nvPr/>
        </p:nvSpPr>
        <p:spPr>
          <a:xfrm>
            <a:off x="5202406" y="152933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Freeform 1618"/>
          <p:cNvSpPr/>
          <p:nvPr/>
        </p:nvSpPr>
        <p:spPr>
          <a:xfrm>
            <a:off x="5663167" y="130617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Freeform 1619"/>
          <p:cNvSpPr/>
          <p:nvPr/>
        </p:nvSpPr>
        <p:spPr>
          <a:xfrm>
            <a:off x="5394275" y="135698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Freeform 1620"/>
          <p:cNvSpPr/>
          <p:nvPr/>
        </p:nvSpPr>
        <p:spPr>
          <a:xfrm>
            <a:off x="5346136" y="138845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Freeform 1621"/>
          <p:cNvSpPr/>
          <p:nvPr/>
        </p:nvSpPr>
        <p:spPr>
          <a:xfrm>
            <a:off x="5355076" y="138531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Freeform 1622"/>
          <p:cNvSpPr/>
          <p:nvPr/>
        </p:nvSpPr>
        <p:spPr>
          <a:xfrm>
            <a:off x="5402527" y="157539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Freeform 1623"/>
          <p:cNvSpPr/>
          <p:nvPr/>
        </p:nvSpPr>
        <p:spPr>
          <a:xfrm>
            <a:off x="5511185" y="12301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Freeform 1624"/>
          <p:cNvSpPr/>
          <p:nvPr/>
        </p:nvSpPr>
        <p:spPr>
          <a:xfrm>
            <a:off x="5545914" y="122631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Freeform 1625"/>
          <p:cNvSpPr/>
          <p:nvPr/>
        </p:nvSpPr>
        <p:spPr>
          <a:xfrm>
            <a:off x="5895268" y="118725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Freeform 1626"/>
          <p:cNvSpPr/>
          <p:nvPr/>
        </p:nvSpPr>
        <p:spPr>
          <a:xfrm>
            <a:off x="5617435" y="111020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Freeform 1627"/>
          <p:cNvSpPr/>
          <p:nvPr/>
        </p:nvSpPr>
        <p:spPr>
          <a:xfrm>
            <a:off x="5406310" y="148248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Freeform 1628"/>
          <p:cNvSpPr/>
          <p:nvPr/>
        </p:nvSpPr>
        <p:spPr>
          <a:xfrm>
            <a:off x="5704430" y="118325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Freeform 1629"/>
          <p:cNvSpPr/>
          <p:nvPr/>
        </p:nvSpPr>
        <p:spPr>
          <a:xfrm>
            <a:off x="5773888" y="97736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Freeform 1630"/>
          <p:cNvSpPr/>
          <p:nvPr/>
        </p:nvSpPr>
        <p:spPr>
          <a:xfrm>
            <a:off x="5425566" y="121864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Freeform 1631"/>
          <p:cNvSpPr/>
          <p:nvPr/>
        </p:nvSpPr>
        <p:spPr>
          <a:xfrm>
            <a:off x="5178336" y="157740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Freeform 1632"/>
          <p:cNvSpPr/>
          <p:nvPr/>
        </p:nvSpPr>
        <p:spPr>
          <a:xfrm>
            <a:off x="5405966" y="149526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Freeform 1633"/>
          <p:cNvSpPr/>
          <p:nvPr/>
        </p:nvSpPr>
        <p:spPr>
          <a:xfrm>
            <a:off x="5170771" y="157453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Freeform 1634"/>
          <p:cNvSpPr/>
          <p:nvPr/>
        </p:nvSpPr>
        <p:spPr>
          <a:xfrm>
            <a:off x="5733313" y="122473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Freeform 1635"/>
          <p:cNvSpPr/>
          <p:nvPr/>
        </p:nvSpPr>
        <p:spPr>
          <a:xfrm>
            <a:off x="5551415" y="93794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Freeform 1636"/>
          <p:cNvSpPr/>
          <p:nvPr/>
        </p:nvSpPr>
        <p:spPr>
          <a:xfrm>
            <a:off x="5498118" y="123257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Freeform 1637"/>
          <p:cNvSpPr/>
          <p:nvPr/>
        </p:nvSpPr>
        <p:spPr>
          <a:xfrm>
            <a:off x="5491929" y="120965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Freeform 1638"/>
          <p:cNvSpPr/>
          <p:nvPr/>
        </p:nvSpPr>
        <p:spPr>
          <a:xfrm>
            <a:off x="5586145" y="108686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Freeform 1639"/>
          <p:cNvSpPr/>
          <p:nvPr/>
        </p:nvSpPr>
        <p:spPr>
          <a:xfrm>
            <a:off x="5649757" y="1382777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Freeform 1640"/>
          <p:cNvSpPr/>
          <p:nvPr/>
        </p:nvSpPr>
        <p:spPr>
          <a:xfrm>
            <a:off x="5099250" y="152833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Freeform 1641"/>
          <p:cNvSpPr/>
          <p:nvPr/>
        </p:nvSpPr>
        <p:spPr>
          <a:xfrm>
            <a:off x="5649069" y="131717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Freeform 1642"/>
          <p:cNvSpPr/>
          <p:nvPr/>
        </p:nvSpPr>
        <p:spPr>
          <a:xfrm>
            <a:off x="5322066" y="152667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Freeform 1643"/>
          <p:cNvSpPr/>
          <p:nvPr/>
        </p:nvSpPr>
        <p:spPr>
          <a:xfrm>
            <a:off x="5241261" y="142671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Freeform 1644"/>
          <p:cNvSpPr/>
          <p:nvPr/>
        </p:nvSpPr>
        <p:spPr>
          <a:xfrm>
            <a:off x="5246763" y="140506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Freeform 1645"/>
          <p:cNvSpPr/>
          <p:nvPr/>
        </p:nvSpPr>
        <p:spPr>
          <a:xfrm>
            <a:off x="5327224" y="152758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Freeform 1646"/>
          <p:cNvSpPr/>
          <p:nvPr/>
        </p:nvSpPr>
        <p:spPr>
          <a:xfrm>
            <a:off x="5355764" y="142544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Freeform 1647"/>
          <p:cNvSpPr/>
          <p:nvPr/>
        </p:nvSpPr>
        <p:spPr>
          <a:xfrm>
            <a:off x="5474736" y="151819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Freeform 1648"/>
          <p:cNvSpPr/>
          <p:nvPr/>
        </p:nvSpPr>
        <p:spPr>
          <a:xfrm>
            <a:off x="5158736" y="159592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Freeform 1649"/>
          <p:cNvSpPr/>
          <p:nvPr/>
        </p:nvSpPr>
        <p:spPr>
          <a:xfrm>
            <a:off x="5253983" y="143177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Freeform 1650"/>
          <p:cNvSpPr/>
          <p:nvPr/>
        </p:nvSpPr>
        <p:spPr>
          <a:xfrm>
            <a:off x="5198623" y="141784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Freeform 1651"/>
          <p:cNvSpPr/>
          <p:nvPr/>
        </p:nvSpPr>
        <p:spPr>
          <a:xfrm>
            <a:off x="5908099" y="1687206"/>
            <a:ext cx="572262" cy="277777"/>
          </a:xfrm>
          <a:custGeom>
            <a:avLst/>
            <a:gdLst/>
            <a:ahLst/>
            <a:cxnLst/>
            <a:rect l="l" t="t" r="r" b="b"/>
            <a:pathLst>
              <a:path w="572262" h="277777">
                <a:moveTo>
                  <a:pt x="22860" y="277777"/>
                </a:moveTo>
                <a:lnTo>
                  <a:pt x="549402" y="277777"/>
                </a:lnTo>
                <a:close/>
                <a:lnTo>
                  <a:pt x="566547" y="272062"/>
                </a:lnTo>
                <a:close/>
                <a:lnTo>
                  <a:pt x="572262" y="254917"/>
                </a:lnTo>
                <a:close/>
                <a:lnTo>
                  <a:pt x="572262" y="22860"/>
                </a:lnTo>
                <a:close/>
                <a:lnTo>
                  <a:pt x="566547" y="5715"/>
                </a:lnTo>
                <a:close/>
                <a:lnTo>
                  <a:pt x="549402" y="0"/>
                </a:lnTo>
                <a:close/>
                <a:lnTo>
                  <a:pt x="22860" y="0"/>
                </a:lnTo>
                <a:close/>
                <a:lnTo>
                  <a:pt x="5715" y="5715"/>
                </a:lnTo>
                <a:close/>
                <a:lnTo>
                  <a:pt x="0" y="22860"/>
                </a:lnTo>
                <a:close/>
                <a:lnTo>
                  <a:pt x="0" y="254917"/>
                </a:lnTo>
                <a:close/>
                <a:lnTo>
                  <a:pt x="5715" y="272062"/>
                </a:lnTo>
                <a:close/>
                <a:lnTo>
                  <a:pt x="22860" y="277777"/>
                </a:lnTo>
                <a:close/>
                <a:lnTo>
                  <a:pt x="22860" y="277777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6350">
            <a:solidFill>
              <a:srgbClr val="CCCCCC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Freeform 1652"/>
          <p:cNvSpPr/>
          <p:nvPr/>
        </p:nvSpPr>
        <p:spPr>
          <a:xfrm>
            <a:off x="4919071" y="157785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Freeform 1653"/>
          <p:cNvSpPr/>
          <p:nvPr/>
        </p:nvSpPr>
        <p:spPr>
          <a:xfrm>
            <a:off x="5575829" y="120866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Freeform 1654"/>
          <p:cNvSpPr/>
          <p:nvPr/>
        </p:nvSpPr>
        <p:spPr>
          <a:xfrm>
            <a:off x="5316908" y="131901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Freeform 1655"/>
          <p:cNvSpPr/>
          <p:nvPr/>
        </p:nvSpPr>
        <p:spPr>
          <a:xfrm>
            <a:off x="5251576" y="146563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Freeform 1656"/>
          <p:cNvSpPr/>
          <p:nvPr/>
        </p:nvSpPr>
        <p:spPr>
          <a:xfrm>
            <a:off x="5187620" y="158986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Freeform 1657"/>
          <p:cNvSpPr/>
          <p:nvPr/>
        </p:nvSpPr>
        <p:spPr>
          <a:xfrm>
            <a:off x="5050079" y="158986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Freeform 1658"/>
          <p:cNvSpPr/>
          <p:nvPr/>
        </p:nvSpPr>
        <p:spPr>
          <a:xfrm>
            <a:off x="5174554" y="169508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Freeform 1659"/>
          <p:cNvSpPr/>
          <p:nvPr/>
        </p:nvSpPr>
        <p:spPr>
          <a:xfrm>
            <a:off x="5425909" y="143462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Freeform 1660"/>
          <p:cNvSpPr/>
          <p:nvPr/>
        </p:nvSpPr>
        <p:spPr>
          <a:xfrm>
            <a:off x="5865009" y="132910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Freeform 1661"/>
          <p:cNvSpPr/>
          <p:nvPr/>
        </p:nvSpPr>
        <p:spPr>
          <a:xfrm>
            <a:off x="5282523" y="149096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Freeform 1662"/>
          <p:cNvSpPr/>
          <p:nvPr/>
        </p:nvSpPr>
        <p:spPr>
          <a:xfrm>
            <a:off x="5864665" y="1321544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Freeform 1663"/>
          <p:cNvSpPr/>
          <p:nvPr/>
        </p:nvSpPr>
        <p:spPr>
          <a:xfrm>
            <a:off x="5729187" y="146693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Freeform 1664"/>
          <p:cNvSpPr/>
          <p:nvPr/>
        </p:nvSpPr>
        <p:spPr>
          <a:xfrm>
            <a:off x="5783172" y="89309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Freeform 1665"/>
          <p:cNvSpPr/>
          <p:nvPr/>
        </p:nvSpPr>
        <p:spPr>
          <a:xfrm>
            <a:off x="5384991" y="152339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Freeform 1666"/>
          <p:cNvSpPr/>
          <p:nvPr/>
        </p:nvSpPr>
        <p:spPr>
          <a:xfrm>
            <a:off x="6197514" y="41504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Freeform 1667"/>
          <p:cNvSpPr/>
          <p:nvPr/>
        </p:nvSpPr>
        <p:spPr>
          <a:xfrm>
            <a:off x="5258110" y="147572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Freeform 1668"/>
          <p:cNvSpPr/>
          <p:nvPr/>
        </p:nvSpPr>
        <p:spPr>
          <a:xfrm>
            <a:off x="5813431" y="117567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Freeform 1669"/>
          <p:cNvSpPr/>
          <p:nvPr/>
        </p:nvSpPr>
        <p:spPr>
          <a:xfrm>
            <a:off x="5697896" y="138990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Freeform 1670"/>
          <p:cNvSpPr/>
          <p:nvPr/>
        </p:nvSpPr>
        <p:spPr>
          <a:xfrm>
            <a:off x="5375363" y="137785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Freeform 1671"/>
          <p:cNvSpPr/>
          <p:nvPr/>
        </p:nvSpPr>
        <p:spPr>
          <a:xfrm>
            <a:off x="5422815" y="128160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Freeform 1672"/>
          <p:cNvSpPr/>
          <p:nvPr/>
        </p:nvSpPr>
        <p:spPr>
          <a:xfrm>
            <a:off x="5616060" y="134953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Freeform 1673"/>
          <p:cNvSpPr/>
          <p:nvPr/>
        </p:nvSpPr>
        <p:spPr>
          <a:xfrm>
            <a:off x="5473705" y="118855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Freeform 1674"/>
          <p:cNvSpPr/>
          <p:nvPr/>
        </p:nvSpPr>
        <p:spPr>
          <a:xfrm>
            <a:off x="5430380" y="147821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Freeform 1675"/>
          <p:cNvSpPr/>
          <p:nvPr/>
        </p:nvSpPr>
        <p:spPr>
          <a:xfrm>
            <a:off x="5923463" y="103630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Freeform 1676"/>
          <p:cNvSpPr/>
          <p:nvPr/>
        </p:nvSpPr>
        <p:spPr>
          <a:xfrm>
            <a:off x="5355764" y="139309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Freeform 1677"/>
          <p:cNvSpPr/>
          <p:nvPr/>
        </p:nvSpPr>
        <p:spPr>
          <a:xfrm>
            <a:off x="5073117" y="162328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Freeform 1678"/>
          <p:cNvSpPr/>
          <p:nvPr/>
        </p:nvSpPr>
        <p:spPr>
          <a:xfrm>
            <a:off x="6134245" y="116336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Freeform 1679"/>
          <p:cNvSpPr/>
          <p:nvPr/>
        </p:nvSpPr>
        <p:spPr>
          <a:xfrm>
            <a:off x="5545914" y="115135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Freeform 1680"/>
          <p:cNvSpPr/>
          <p:nvPr/>
        </p:nvSpPr>
        <p:spPr>
          <a:xfrm>
            <a:off x="5908334" y="113783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Freeform 1681"/>
          <p:cNvSpPr/>
          <p:nvPr/>
        </p:nvSpPr>
        <p:spPr>
          <a:xfrm>
            <a:off x="5213409" y="159182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Freeform 1682"/>
          <p:cNvSpPr/>
          <p:nvPr/>
        </p:nvSpPr>
        <p:spPr>
          <a:xfrm>
            <a:off x="5705805" y="117507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Freeform 1683"/>
          <p:cNvSpPr/>
          <p:nvPr/>
        </p:nvSpPr>
        <p:spPr>
          <a:xfrm>
            <a:off x="5362985" y="141101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Freeform 1684"/>
          <p:cNvSpPr/>
          <p:nvPr/>
        </p:nvSpPr>
        <p:spPr>
          <a:xfrm>
            <a:off x="5385335" y="130331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Freeform 1685"/>
          <p:cNvSpPr/>
          <p:nvPr/>
        </p:nvSpPr>
        <p:spPr>
          <a:xfrm>
            <a:off x="5654227" y="1383303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Freeform 1686"/>
          <p:cNvSpPr/>
          <p:nvPr/>
        </p:nvSpPr>
        <p:spPr>
          <a:xfrm>
            <a:off x="5158736" y="1521149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Freeform 1687"/>
          <p:cNvSpPr/>
          <p:nvPr/>
        </p:nvSpPr>
        <p:spPr>
          <a:xfrm>
            <a:off x="5493992" y="122934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Freeform 1688"/>
          <p:cNvSpPr/>
          <p:nvPr/>
        </p:nvSpPr>
        <p:spPr>
          <a:xfrm>
            <a:off x="5783516" y="99909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Freeform 1689"/>
          <p:cNvSpPr/>
          <p:nvPr/>
        </p:nvSpPr>
        <p:spPr>
          <a:xfrm>
            <a:off x="5323785" y="160294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Freeform 1690"/>
          <p:cNvSpPr/>
          <p:nvPr/>
        </p:nvSpPr>
        <p:spPr>
          <a:xfrm>
            <a:off x="5311407" y="1553162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Freeform 1691"/>
          <p:cNvSpPr/>
          <p:nvPr/>
        </p:nvSpPr>
        <p:spPr>
          <a:xfrm>
            <a:off x="5455481" y="117620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Freeform 1692"/>
          <p:cNvSpPr/>
          <p:nvPr/>
        </p:nvSpPr>
        <p:spPr>
          <a:xfrm>
            <a:off x="5380865" y="140590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Freeform 1693"/>
          <p:cNvSpPr/>
          <p:nvPr/>
        </p:nvSpPr>
        <p:spPr>
          <a:xfrm>
            <a:off x="5285274" y="154350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Freeform 1694"/>
          <p:cNvSpPr/>
          <p:nvPr/>
        </p:nvSpPr>
        <p:spPr>
          <a:xfrm>
            <a:off x="5286305" y="156371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Freeform 1695"/>
          <p:cNvSpPr/>
          <p:nvPr/>
        </p:nvSpPr>
        <p:spPr>
          <a:xfrm>
            <a:off x="5549352" y="129599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Freeform 1696"/>
          <p:cNvSpPr/>
          <p:nvPr/>
        </p:nvSpPr>
        <p:spPr>
          <a:xfrm>
            <a:off x="5441039" y="133269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Freeform 1697"/>
          <p:cNvSpPr/>
          <p:nvPr/>
        </p:nvSpPr>
        <p:spPr>
          <a:xfrm>
            <a:off x="5426253" y="131662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Freeform 1698"/>
          <p:cNvSpPr/>
          <p:nvPr/>
        </p:nvSpPr>
        <p:spPr>
          <a:xfrm>
            <a:off x="5631189" y="147794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Freeform 1699"/>
          <p:cNvSpPr/>
          <p:nvPr/>
        </p:nvSpPr>
        <p:spPr>
          <a:xfrm>
            <a:off x="5520469" y="125608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Freeform 1700"/>
          <p:cNvSpPr/>
          <p:nvPr/>
        </p:nvSpPr>
        <p:spPr>
          <a:xfrm>
            <a:off x="5606088" y="126376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Freeform 1701"/>
          <p:cNvSpPr/>
          <p:nvPr/>
        </p:nvSpPr>
        <p:spPr>
          <a:xfrm>
            <a:off x="5312438" y="140178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Freeform 1702"/>
          <p:cNvSpPr/>
          <p:nvPr/>
        </p:nvSpPr>
        <p:spPr>
          <a:xfrm>
            <a:off x="5632565" y="1475344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Freeform 1703"/>
          <p:cNvSpPr/>
          <p:nvPr/>
        </p:nvSpPr>
        <p:spPr>
          <a:xfrm>
            <a:off x="5267737" y="130770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Freeform 1704"/>
          <p:cNvSpPr/>
          <p:nvPr/>
        </p:nvSpPr>
        <p:spPr>
          <a:xfrm>
            <a:off x="5658353" y="120745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Freeform 1705"/>
          <p:cNvSpPr/>
          <p:nvPr/>
        </p:nvSpPr>
        <p:spPr>
          <a:xfrm>
            <a:off x="5001596" y="154711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Freeform 1706"/>
          <p:cNvSpPr/>
          <p:nvPr/>
        </p:nvSpPr>
        <p:spPr>
          <a:xfrm>
            <a:off x="5539037" y="136836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Freeform 1707"/>
          <p:cNvSpPr/>
          <p:nvPr/>
        </p:nvSpPr>
        <p:spPr>
          <a:xfrm>
            <a:off x="5810680" y="1032366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Freeform 1708"/>
          <p:cNvSpPr/>
          <p:nvPr/>
        </p:nvSpPr>
        <p:spPr>
          <a:xfrm>
            <a:off x="5351981" y="148787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Freeform 1709"/>
          <p:cNvSpPr/>
          <p:nvPr/>
        </p:nvSpPr>
        <p:spPr>
          <a:xfrm>
            <a:off x="6011490" y="88768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Freeform 1710"/>
          <p:cNvSpPr/>
          <p:nvPr/>
        </p:nvSpPr>
        <p:spPr>
          <a:xfrm>
            <a:off x="6018710" y="89914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Freeform 1711"/>
          <p:cNvSpPr/>
          <p:nvPr/>
        </p:nvSpPr>
        <p:spPr>
          <a:xfrm>
            <a:off x="5376395" y="133422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Freeform 1712"/>
          <p:cNvSpPr/>
          <p:nvPr/>
        </p:nvSpPr>
        <p:spPr>
          <a:xfrm>
            <a:off x="5525627" y="102257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Freeform 1713"/>
          <p:cNvSpPr/>
          <p:nvPr/>
        </p:nvSpPr>
        <p:spPr>
          <a:xfrm>
            <a:off x="5213753" y="142467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Freeform 1714"/>
          <p:cNvSpPr/>
          <p:nvPr/>
        </p:nvSpPr>
        <p:spPr>
          <a:xfrm>
            <a:off x="5493992" y="1528652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Freeform 1715"/>
          <p:cNvSpPr/>
          <p:nvPr/>
        </p:nvSpPr>
        <p:spPr>
          <a:xfrm>
            <a:off x="5225788" y="142414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Freeform 1716"/>
          <p:cNvSpPr/>
          <p:nvPr/>
        </p:nvSpPr>
        <p:spPr>
          <a:xfrm>
            <a:off x="5204469" y="158263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Freeform 1717"/>
          <p:cNvSpPr/>
          <p:nvPr/>
        </p:nvSpPr>
        <p:spPr>
          <a:xfrm>
            <a:off x="5697553" y="113055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Freeform 1718"/>
          <p:cNvSpPr/>
          <p:nvPr/>
        </p:nvSpPr>
        <p:spPr>
          <a:xfrm>
            <a:off x="5470610" y="131273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Freeform 1719"/>
          <p:cNvSpPr/>
          <p:nvPr/>
        </p:nvSpPr>
        <p:spPr>
          <a:xfrm>
            <a:off x="5258797" y="141871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Freeform 1720"/>
          <p:cNvSpPr/>
          <p:nvPr/>
        </p:nvSpPr>
        <p:spPr>
          <a:xfrm>
            <a:off x="6057910" y="109126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Freeform 1721"/>
          <p:cNvSpPr/>
          <p:nvPr/>
        </p:nvSpPr>
        <p:spPr>
          <a:xfrm>
            <a:off x="5066584" y="141978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Freeform 1722"/>
          <p:cNvSpPr/>
          <p:nvPr/>
        </p:nvSpPr>
        <p:spPr>
          <a:xfrm>
            <a:off x="6071320" y="109077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Freeform 1723"/>
          <p:cNvSpPr/>
          <p:nvPr/>
        </p:nvSpPr>
        <p:spPr>
          <a:xfrm>
            <a:off x="5328943" y="130140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Freeform 1724"/>
          <p:cNvSpPr/>
          <p:nvPr/>
        </p:nvSpPr>
        <p:spPr>
          <a:xfrm>
            <a:off x="5251576" y="1279959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Freeform 1725"/>
          <p:cNvSpPr/>
          <p:nvPr/>
        </p:nvSpPr>
        <p:spPr>
          <a:xfrm>
            <a:off x="5210314" y="151664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Freeform 1726"/>
          <p:cNvSpPr/>
          <p:nvPr/>
        </p:nvSpPr>
        <p:spPr>
          <a:xfrm>
            <a:off x="5597492" y="140934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Freeform 1727"/>
          <p:cNvSpPr/>
          <p:nvPr/>
        </p:nvSpPr>
        <p:spPr>
          <a:xfrm>
            <a:off x="5738815" y="99425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Freeform 1728"/>
          <p:cNvSpPr/>
          <p:nvPr/>
        </p:nvSpPr>
        <p:spPr>
          <a:xfrm>
            <a:off x="5595085" y="137880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Freeform 1729"/>
          <p:cNvSpPr/>
          <p:nvPr/>
        </p:nvSpPr>
        <p:spPr>
          <a:xfrm>
            <a:off x="5585801" y="1378073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Freeform 1730"/>
          <p:cNvSpPr/>
          <p:nvPr/>
        </p:nvSpPr>
        <p:spPr>
          <a:xfrm>
            <a:off x="5405622" y="1417208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Freeform 1731"/>
          <p:cNvSpPr/>
          <p:nvPr/>
        </p:nvSpPr>
        <p:spPr>
          <a:xfrm>
            <a:off x="5437257" y="117135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Freeform 1732"/>
          <p:cNvSpPr/>
          <p:nvPr/>
        </p:nvSpPr>
        <p:spPr>
          <a:xfrm>
            <a:off x="5726780" y="128823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Freeform 1733"/>
          <p:cNvSpPr/>
          <p:nvPr/>
        </p:nvSpPr>
        <p:spPr>
          <a:xfrm>
            <a:off x="5050423" y="159570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Freeform 1734"/>
          <p:cNvSpPr/>
          <p:nvPr/>
        </p:nvSpPr>
        <p:spPr>
          <a:xfrm>
            <a:off x="5309687" y="151329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Freeform 1735"/>
          <p:cNvSpPr/>
          <p:nvPr/>
        </p:nvSpPr>
        <p:spPr>
          <a:xfrm>
            <a:off x="5588895" y="115879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Freeform 1736"/>
          <p:cNvSpPr/>
          <p:nvPr/>
        </p:nvSpPr>
        <p:spPr>
          <a:xfrm>
            <a:off x="5490554" y="1380521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Freeform 1737"/>
          <p:cNvSpPr/>
          <p:nvPr/>
        </p:nvSpPr>
        <p:spPr>
          <a:xfrm>
            <a:off x="5347167" y="146437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Freeform 1738"/>
          <p:cNvSpPr/>
          <p:nvPr/>
        </p:nvSpPr>
        <p:spPr>
          <a:xfrm>
            <a:off x="5476800" y="131341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Freeform 1739"/>
          <p:cNvSpPr/>
          <p:nvPr/>
        </p:nvSpPr>
        <p:spPr>
          <a:xfrm>
            <a:off x="5166301" y="154018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Freeform 1740"/>
          <p:cNvSpPr/>
          <p:nvPr/>
        </p:nvSpPr>
        <p:spPr>
          <a:xfrm>
            <a:off x="5039076" y="146878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Freeform 1741"/>
          <p:cNvSpPr/>
          <p:nvPr/>
        </p:nvSpPr>
        <p:spPr>
          <a:xfrm>
            <a:off x="5541100" y="133677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Freeform 1742"/>
          <p:cNvSpPr/>
          <p:nvPr/>
        </p:nvSpPr>
        <p:spPr>
          <a:xfrm>
            <a:off x="5207563" y="145041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Freeform 1743"/>
          <p:cNvSpPr/>
          <p:nvPr/>
        </p:nvSpPr>
        <p:spPr>
          <a:xfrm>
            <a:off x="5540756" y="152134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Freeform 1744"/>
          <p:cNvSpPr/>
          <p:nvPr/>
        </p:nvSpPr>
        <p:spPr>
          <a:xfrm>
            <a:off x="5423159" y="140198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Freeform 1745"/>
          <p:cNvSpPr/>
          <p:nvPr/>
        </p:nvSpPr>
        <p:spPr>
          <a:xfrm>
            <a:off x="5421783" y="1401960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Freeform 1746"/>
          <p:cNvSpPr/>
          <p:nvPr/>
        </p:nvSpPr>
        <p:spPr>
          <a:xfrm>
            <a:off x="5276334" y="1583206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Freeform 1747"/>
          <p:cNvSpPr/>
          <p:nvPr/>
        </p:nvSpPr>
        <p:spPr>
          <a:xfrm>
            <a:off x="5278741" y="158337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Freeform 1748"/>
          <p:cNvSpPr/>
          <p:nvPr/>
        </p:nvSpPr>
        <p:spPr>
          <a:xfrm>
            <a:off x="5344760" y="134830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Freeform 1749"/>
          <p:cNvSpPr/>
          <p:nvPr/>
        </p:nvSpPr>
        <p:spPr>
          <a:xfrm>
            <a:off x="5326880" y="1415884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Freeform 1750"/>
          <p:cNvSpPr/>
          <p:nvPr/>
        </p:nvSpPr>
        <p:spPr>
          <a:xfrm>
            <a:off x="5429348" y="129908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Freeform 1751"/>
          <p:cNvSpPr/>
          <p:nvPr/>
        </p:nvSpPr>
        <p:spPr>
          <a:xfrm>
            <a:off x="5718871" y="115141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Freeform 1752"/>
          <p:cNvSpPr/>
          <p:nvPr/>
        </p:nvSpPr>
        <p:spPr>
          <a:xfrm>
            <a:off x="5715089" y="111380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Freeform 1753"/>
          <p:cNvSpPr/>
          <p:nvPr/>
        </p:nvSpPr>
        <p:spPr>
          <a:xfrm>
            <a:off x="5363672" y="135572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Freeform 1754"/>
          <p:cNvSpPr/>
          <p:nvPr/>
        </p:nvSpPr>
        <p:spPr>
          <a:xfrm>
            <a:off x="5822371" y="125611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Freeform 1755"/>
          <p:cNvSpPr/>
          <p:nvPr/>
        </p:nvSpPr>
        <p:spPr>
          <a:xfrm>
            <a:off x="5447228" y="143718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Freeform 1756"/>
          <p:cNvSpPr/>
          <p:nvPr/>
        </p:nvSpPr>
        <p:spPr>
          <a:xfrm>
            <a:off x="5381896" y="117869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Freeform 1757"/>
          <p:cNvSpPr/>
          <p:nvPr/>
        </p:nvSpPr>
        <p:spPr>
          <a:xfrm>
            <a:off x="5486084" y="141755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Freeform 1758"/>
          <p:cNvSpPr/>
          <p:nvPr/>
        </p:nvSpPr>
        <p:spPr>
          <a:xfrm>
            <a:off x="5365735" y="137704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2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5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Freeform 1759"/>
          <p:cNvSpPr/>
          <p:nvPr/>
        </p:nvSpPr>
        <p:spPr>
          <a:xfrm>
            <a:off x="6207829" y="69305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Freeform 1760"/>
          <p:cNvSpPr/>
          <p:nvPr/>
        </p:nvSpPr>
        <p:spPr>
          <a:xfrm>
            <a:off x="5519781" y="1380567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Freeform 1761"/>
          <p:cNvSpPr/>
          <p:nvPr/>
        </p:nvSpPr>
        <p:spPr>
          <a:xfrm>
            <a:off x="6221239" y="68595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Freeform 1762"/>
          <p:cNvSpPr/>
          <p:nvPr/>
        </p:nvSpPr>
        <p:spPr>
          <a:xfrm>
            <a:off x="5528377" y="137890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Freeform 1763"/>
          <p:cNvSpPr/>
          <p:nvPr/>
        </p:nvSpPr>
        <p:spPr>
          <a:xfrm>
            <a:off x="5369518" y="137604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Freeform 1764"/>
          <p:cNvSpPr/>
          <p:nvPr/>
        </p:nvSpPr>
        <p:spPr>
          <a:xfrm>
            <a:off x="5673827" y="111097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Freeform 1765"/>
          <p:cNvSpPr/>
          <p:nvPr/>
        </p:nvSpPr>
        <p:spPr>
          <a:xfrm>
            <a:off x="5445853" y="140572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Freeform 1766"/>
          <p:cNvSpPr/>
          <p:nvPr/>
        </p:nvSpPr>
        <p:spPr>
          <a:xfrm>
            <a:off x="5295933" y="129796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5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8"/>
                </a:lnTo>
                <a:close/>
                <a:lnTo>
                  <a:pt x="15555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Freeform 1767"/>
          <p:cNvSpPr/>
          <p:nvPr/>
        </p:nvSpPr>
        <p:spPr>
          <a:xfrm>
            <a:off x="5184181" y="151706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Freeform 1768"/>
          <p:cNvSpPr/>
          <p:nvPr/>
        </p:nvSpPr>
        <p:spPr>
          <a:xfrm>
            <a:off x="5187964" y="150041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Freeform 1769"/>
          <p:cNvSpPr/>
          <p:nvPr/>
        </p:nvSpPr>
        <p:spPr>
          <a:xfrm>
            <a:off x="5764948" y="101086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Freeform 1770"/>
          <p:cNvSpPr/>
          <p:nvPr/>
        </p:nvSpPr>
        <p:spPr>
          <a:xfrm>
            <a:off x="5608151" y="1213466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Freeform 1771"/>
          <p:cNvSpPr/>
          <p:nvPr/>
        </p:nvSpPr>
        <p:spPr>
          <a:xfrm>
            <a:off x="5715777" y="109629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Freeform 1772"/>
          <p:cNvSpPr/>
          <p:nvPr/>
        </p:nvSpPr>
        <p:spPr>
          <a:xfrm>
            <a:off x="5441039" y="141321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Freeform 1773"/>
          <p:cNvSpPr/>
          <p:nvPr/>
        </p:nvSpPr>
        <p:spPr>
          <a:xfrm>
            <a:off x="5606088" y="1420727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Freeform 1774"/>
          <p:cNvSpPr/>
          <p:nvPr/>
        </p:nvSpPr>
        <p:spPr>
          <a:xfrm>
            <a:off x="5385335" y="1279972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Freeform 1775"/>
          <p:cNvSpPr/>
          <p:nvPr/>
        </p:nvSpPr>
        <p:spPr>
          <a:xfrm>
            <a:off x="5610902" y="1288625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Freeform 1776"/>
          <p:cNvSpPr/>
          <p:nvPr/>
        </p:nvSpPr>
        <p:spPr>
          <a:xfrm>
            <a:off x="5300060" y="1553245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4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4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Freeform 1777"/>
          <p:cNvSpPr/>
          <p:nvPr/>
        </p:nvSpPr>
        <p:spPr>
          <a:xfrm>
            <a:off x="5108190" y="164968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Freeform 1778"/>
          <p:cNvSpPr/>
          <p:nvPr/>
        </p:nvSpPr>
        <p:spPr>
          <a:xfrm>
            <a:off x="5486427" y="1465386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Freeform 1779"/>
          <p:cNvSpPr/>
          <p:nvPr/>
        </p:nvSpPr>
        <p:spPr>
          <a:xfrm>
            <a:off x="5155986" y="1424870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Freeform 1780"/>
          <p:cNvSpPr/>
          <p:nvPr/>
        </p:nvSpPr>
        <p:spPr>
          <a:xfrm>
            <a:off x="5473361" y="1375595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Freeform 1781"/>
          <p:cNvSpPr/>
          <p:nvPr/>
        </p:nvSpPr>
        <p:spPr>
          <a:xfrm>
            <a:off x="5355420" y="1324449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Freeform 1782"/>
          <p:cNvSpPr/>
          <p:nvPr/>
        </p:nvSpPr>
        <p:spPr>
          <a:xfrm>
            <a:off x="5721966" y="1230195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Freeform 1783"/>
          <p:cNvSpPr/>
          <p:nvPr/>
        </p:nvSpPr>
        <p:spPr>
          <a:xfrm>
            <a:off x="5218910" y="157539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Freeform 1784"/>
          <p:cNvSpPr/>
          <p:nvPr/>
        </p:nvSpPr>
        <p:spPr>
          <a:xfrm>
            <a:off x="5562075" y="134918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Freeform 1785"/>
          <p:cNvSpPr/>
          <p:nvPr/>
        </p:nvSpPr>
        <p:spPr>
          <a:xfrm>
            <a:off x="5421783" y="1250790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Freeform 1786"/>
          <p:cNvSpPr/>
          <p:nvPr/>
        </p:nvSpPr>
        <p:spPr>
          <a:xfrm>
            <a:off x="5276334" y="1524710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2"/>
                </a:lnTo>
                <a:close/>
                <a:lnTo>
                  <a:pt x="31108" y="15554"/>
                </a:lnTo>
                <a:close/>
                <a:lnTo>
                  <a:pt x="26553" y="4555"/>
                </a:lnTo>
                <a:close/>
                <a:lnTo>
                  <a:pt x="15554" y="0"/>
                </a:lnTo>
                <a:close/>
                <a:lnTo>
                  <a:pt x="4556" y="4555"/>
                </a:lnTo>
                <a:close/>
                <a:lnTo>
                  <a:pt x="0" y="15554"/>
                </a:lnTo>
                <a:close/>
                <a:lnTo>
                  <a:pt x="4556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Freeform 1787"/>
          <p:cNvSpPr/>
          <p:nvPr/>
        </p:nvSpPr>
        <p:spPr>
          <a:xfrm>
            <a:off x="5364016" y="1350021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Freeform 1788"/>
          <p:cNvSpPr/>
          <p:nvPr/>
        </p:nvSpPr>
        <p:spPr>
          <a:xfrm>
            <a:off x="5740190" y="125214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Freeform 1789"/>
          <p:cNvSpPr/>
          <p:nvPr/>
        </p:nvSpPr>
        <p:spPr>
          <a:xfrm>
            <a:off x="5459607" y="1438631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8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Freeform 1790"/>
          <p:cNvSpPr/>
          <p:nvPr/>
        </p:nvSpPr>
        <p:spPr>
          <a:xfrm>
            <a:off x="5457200" y="157398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Freeform 1791"/>
          <p:cNvSpPr/>
          <p:nvPr/>
        </p:nvSpPr>
        <p:spPr>
          <a:xfrm>
            <a:off x="5540756" y="1244853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Freeform 1792"/>
          <p:cNvSpPr/>
          <p:nvPr/>
        </p:nvSpPr>
        <p:spPr>
          <a:xfrm>
            <a:off x="5539724" y="141073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Freeform 1793"/>
          <p:cNvSpPr/>
          <p:nvPr/>
        </p:nvSpPr>
        <p:spPr>
          <a:xfrm>
            <a:off x="5380865" y="1330813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Freeform 1794"/>
          <p:cNvSpPr/>
          <p:nvPr/>
        </p:nvSpPr>
        <p:spPr>
          <a:xfrm>
            <a:off x="5635659" y="999522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Freeform 1795"/>
          <p:cNvSpPr/>
          <p:nvPr/>
        </p:nvSpPr>
        <p:spPr>
          <a:xfrm>
            <a:off x="5629126" y="99688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Freeform 1796"/>
          <p:cNvSpPr/>
          <p:nvPr/>
        </p:nvSpPr>
        <p:spPr>
          <a:xfrm>
            <a:off x="5208939" y="1376918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8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Freeform 1797"/>
          <p:cNvSpPr/>
          <p:nvPr/>
        </p:nvSpPr>
        <p:spPr>
          <a:xfrm>
            <a:off x="5247106" y="1378308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5" y="31109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5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5" y="31109"/>
                </a:lnTo>
                <a:close/>
                <a:lnTo>
                  <a:pt x="15555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Freeform 1798"/>
          <p:cNvSpPr/>
          <p:nvPr/>
        </p:nvSpPr>
        <p:spPr>
          <a:xfrm>
            <a:off x="5237135" y="1379088"/>
            <a:ext cx="31108" cy="31109"/>
          </a:xfrm>
          <a:custGeom>
            <a:avLst/>
            <a:gdLst/>
            <a:ahLst/>
            <a:cxnLst/>
            <a:rect l="l" t="t" r="r" b="b"/>
            <a:pathLst>
              <a:path w="31108" h="31109">
                <a:moveTo>
                  <a:pt x="15554" y="31109"/>
                </a:moveTo>
                <a:lnTo>
                  <a:pt x="26552" y="26553"/>
                </a:lnTo>
                <a:close/>
                <a:lnTo>
                  <a:pt x="31108" y="15555"/>
                </a:lnTo>
                <a:close/>
                <a:lnTo>
                  <a:pt x="26552" y="4556"/>
                </a:lnTo>
                <a:close/>
                <a:lnTo>
                  <a:pt x="15554" y="0"/>
                </a:lnTo>
                <a:close/>
                <a:lnTo>
                  <a:pt x="4555" y="4556"/>
                </a:lnTo>
                <a:close/>
                <a:lnTo>
                  <a:pt x="0" y="15555"/>
                </a:lnTo>
                <a:close/>
                <a:lnTo>
                  <a:pt x="4555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Freeform 1799"/>
          <p:cNvSpPr/>
          <p:nvPr/>
        </p:nvSpPr>
        <p:spPr>
          <a:xfrm>
            <a:off x="5312782" y="1419431"/>
            <a:ext cx="31109" cy="31109"/>
          </a:xfrm>
          <a:custGeom>
            <a:avLst/>
            <a:gdLst/>
            <a:ahLst/>
            <a:cxnLst/>
            <a:rect l="l" t="t" r="r" b="b"/>
            <a:pathLst>
              <a:path w="31109" h="31109">
                <a:moveTo>
                  <a:pt x="15554" y="31109"/>
                </a:moveTo>
                <a:lnTo>
                  <a:pt x="26553" y="26553"/>
                </a:lnTo>
                <a:close/>
                <a:lnTo>
                  <a:pt x="31109" y="15555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5"/>
                </a:lnTo>
                <a:close/>
                <a:lnTo>
                  <a:pt x="4556" y="26553"/>
                </a:lnTo>
                <a:close/>
                <a:lnTo>
                  <a:pt x="15554" y="31109"/>
                </a:lnTo>
                <a:close/>
                <a:lnTo>
                  <a:pt x="15554" y="31109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Freeform 1800"/>
          <p:cNvSpPr/>
          <p:nvPr/>
        </p:nvSpPr>
        <p:spPr>
          <a:xfrm>
            <a:off x="5479894" y="1524364"/>
            <a:ext cx="31109" cy="31108"/>
          </a:xfrm>
          <a:custGeom>
            <a:avLst/>
            <a:gdLst/>
            <a:ahLst/>
            <a:cxnLst/>
            <a:rect l="l" t="t" r="r" b="b"/>
            <a:pathLst>
              <a:path w="31109" h="31108">
                <a:moveTo>
                  <a:pt x="15554" y="31108"/>
                </a:moveTo>
                <a:lnTo>
                  <a:pt x="26553" y="26553"/>
                </a:lnTo>
                <a:close/>
                <a:lnTo>
                  <a:pt x="31109" y="15554"/>
                </a:lnTo>
                <a:close/>
                <a:lnTo>
                  <a:pt x="26553" y="4556"/>
                </a:lnTo>
                <a:close/>
                <a:lnTo>
                  <a:pt x="15554" y="0"/>
                </a:lnTo>
                <a:close/>
                <a:lnTo>
                  <a:pt x="4556" y="4556"/>
                </a:lnTo>
                <a:close/>
                <a:lnTo>
                  <a:pt x="0" y="15554"/>
                </a:lnTo>
                <a:close/>
                <a:lnTo>
                  <a:pt x="4556" y="26553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Freeform 1801"/>
          <p:cNvSpPr/>
          <p:nvPr/>
        </p:nvSpPr>
        <p:spPr>
          <a:xfrm>
            <a:off x="5235072" y="1402319"/>
            <a:ext cx="31108" cy="31108"/>
          </a:xfrm>
          <a:custGeom>
            <a:avLst/>
            <a:gdLst/>
            <a:ahLst/>
            <a:cxnLst/>
            <a:rect l="l" t="t" r="r" b="b"/>
            <a:pathLst>
              <a:path w="31108" h="31108">
                <a:moveTo>
                  <a:pt x="15554" y="31108"/>
                </a:moveTo>
                <a:lnTo>
                  <a:pt x="26552" y="26552"/>
                </a:lnTo>
                <a:close/>
                <a:lnTo>
                  <a:pt x="31108" y="15554"/>
                </a:lnTo>
                <a:close/>
                <a:lnTo>
                  <a:pt x="26552" y="4555"/>
                </a:lnTo>
                <a:close/>
                <a:lnTo>
                  <a:pt x="15554" y="0"/>
                </a:lnTo>
                <a:close/>
                <a:lnTo>
                  <a:pt x="4555" y="4555"/>
                </a:lnTo>
                <a:close/>
                <a:lnTo>
                  <a:pt x="0" y="15554"/>
                </a:lnTo>
                <a:close/>
                <a:lnTo>
                  <a:pt x="4555" y="26552"/>
                </a:lnTo>
                <a:close/>
                <a:lnTo>
                  <a:pt x="15554" y="31108"/>
                </a:lnTo>
                <a:close/>
                <a:lnTo>
                  <a:pt x="15554" y="31108"/>
                </a:lnTo>
                <a:close/>
              </a:path>
            </a:pathLst>
          </a:custGeom>
          <a:solidFill>
            <a:srgbClr val="1F3B73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63865" cy="29475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4795" y="311357"/>
            <a:ext cx="2169367" cy="22530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73403" y="413770"/>
            <a:ext cx="699796" cy="1910605"/>
          </a:xfrm>
          <a:custGeom>
            <a:avLst/>
            <a:gdLst/>
            <a:ahLst/>
            <a:cxnLst/>
            <a:rect l="l" t="t" r="r" b="b"/>
            <a:pathLst>
              <a:path w="699796" h="1910605">
                <a:moveTo>
                  <a:pt x="384766" y="1910605"/>
                </a:moveTo>
                <a:lnTo>
                  <a:pt x="315030" y="1910605"/>
                </a:lnTo>
                <a:close/>
                <a:lnTo>
                  <a:pt x="307719" y="1891306"/>
                </a:lnTo>
                <a:close/>
                <a:lnTo>
                  <a:pt x="299825" y="1872007"/>
                </a:lnTo>
                <a:close/>
                <a:lnTo>
                  <a:pt x="291370" y="1852708"/>
                </a:lnTo>
                <a:close/>
                <a:lnTo>
                  <a:pt x="282328" y="1833409"/>
                </a:lnTo>
                <a:close/>
                <a:lnTo>
                  <a:pt x="272627" y="1814110"/>
                </a:lnTo>
                <a:close/>
                <a:lnTo>
                  <a:pt x="262180" y="1794811"/>
                </a:lnTo>
                <a:close/>
                <a:lnTo>
                  <a:pt x="250907" y="1775512"/>
                </a:lnTo>
                <a:close/>
                <a:lnTo>
                  <a:pt x="238778" y="1756213"/>
                </a:lnTo>
                <a:close/>
                <a:lnTo>
                  <a:pt x="225828" y="1736914"/>
                </a:lnTo>
                <a:close/>
                <a:lnTo>
                  <a:pt x="212161" y="1717615"/>
                </a:lnTo>
                <a:close/>
                <a:lnTo>
                  <a:pt x="197931" y="1698316"/>
                </a:lnTo>
                <a:close/>
                <a:lnTo>
                  <a:pt x="183308" y="1679017"/>
                </a:lnTo>
                <a:close/>
                <a:lnTo>
                  <a:pt x="168438" y="1659718"/>
                </a:lnTo>
                <a:close/>
                <a:lnTo>
                  <a:pt x="153420" y="1640419"/>
                </a:lnTo>
                <a:close/>
                <a:lnTo>
                  <a:pt x="138297" y="1621120"/>
                </a:lnTo>
                <a:close/>
                <a:lnTo>
                  <a:pt x="123075" y="1601821"/>
                </a:lnTo>
                <a:close/>
                <a:lnTo>
                  <a:pt x="107758" y="1582522"/>
                </a:lnTo>
                <a:close/>
                <a:lnTo>
                  <a:pt x="92403" y="1563223"/>
                </a:lnTo>
                <a:close/>
                <a:lnTo>
                  <a:pt x="77161" y="1543924"/>
                </a:lnTo>
                <a:close/>
                <a:lnTo>
                  <a:pt x="62304" y="1524624"/>
                </a:lnTo>
                <a:close/>
                <a:lnTo>
                  <a:pt x="48218" y="1505325"/>
                </a:lnTo>
                <a:close/>
                <a:lnTo>
                  <a:pt x="35361" y="1486026"/>
                </a:lnTo>
                <a:close/>
                <a:lnTo>
                  <a:pt x="24194" y="1466727"/>
                </a:lnTo>
                <a:close/>
                <a:lnTo>
                  <a:pt x="15087" y="1447428"/>
                </a:lnTo>
                <a:close/>
                <a:lnTo>
                  <a:pt x="8241" y="1428129"/>
                </a:lnTo>
                <a:close/>
                <a:lnTo>
                  <a:pt x="3638" y="1408830"/>
                </a:lnTo>
                <a:close/>
                <a:lnTo>
                  <a:pt x="1033" y="1389531"/>
                </a:lnTo>
                <a:close/>
                <a:lnTo>
                  <a:pt x="0" y="1370232"/>
                </a:lnTo>
                <a:close/>
                <a:lnTo>
                  <a:pt x="26" y="1350933"/>
                </a:lnTo>
                <a:close/>
                <a:lnTo>
                  <a:pt x="617" y="1331634"/>
                </a:lnTo>
                <a:close/>
                <a:lnTo>
                  <a:pt x="1404" y="1312335"/>
                </a:lnTo>
                <a:close/>
                <a:lnTo>
                  <a:pt x="2218" y="1293036"/>
                </a:lnTo>
                <a:close/>
                <a:lnTo>
                  <a:pt x="3100" y="1273737"/>
                </a:lnTo>
                <a:close/>
                <a:lnTo>
                  <a:pt x="4276" y="1254438"/>
                </a:lnTo>
                <a:close/>
                <a:lnTo>
                  <a:pt x="6076" y="1235139"/>
                </a:lnTo>
                <a:close/>
                <a:lnTo>
                  <a:pt x="8843" y="1215840"/>
                </a:lnTo>
                <a:close/>
                <a:lnTo>
                  <a:pt x="12846" y="1196541"/>
                </a:lnTo>
                <a:close/>
                <a:lnTo>
                  <a:pt x="18224" y="1177242"/>
                </a:lnTo>
                <a:close/>
                <a:lnTo>
                  <a:pt x="24962" y="1157943"/>
                </a:lnTo>
                <a:close/>
                <a:lnTo>
                  <a:pt x="32910" y="1138644"/>
                </a:lnTo>
                <a:close/>
                <a:lnTo>
                  <a:pt x="41829" y="1119345"/>
                </a:lnTo>
                <a:close/>
                <a:lnTo>
                  <a:pt x="51437" y="1100046"/>
                </a:lnTo>
                <a:close/>
                <a:lnTo>
                  <a:pt x="61470" y="1080747"/>
                </a:lnTo>
                <a:close/>
                <a:lnTo>
                  <a:pt x="71718" y="1061448"/>
                </a:lnTo>
                <a:close/>
                <a:lnTo>
                  <a:pt x="82052" y="1042148"/>
                </a:lnTo>
                <a:close/>
                <a:lnTo>
                  <a:pt x="92431" y="1022849"/>
                </a:lnTo>
                <a:close/>
                <a:lnTo>
                  <a:pt x="102894" y="1003550"/>
                </a:lnTo>
                <a:close/>
                <a:lnTo>
                  <a:pt x="113538" y="984251"/>
                </a:lnTo>
                <a:close/>
                <a:lnTo>
                  <a:pt x="124491" y="964952"/>
                </a:lnTo>
                <a:close/>
                <a:lnTo>
                  <a:pt x="135881" y="945653"/>
                </a:lnTo>
                <a:close/>
                <a:lnTo>
                  <a:pt x="147810" y="926354"/>
                </a:lnTo>
                <a:close/>
                <a:lnTo>
                  <a:pt x="160327" y="907055"/>
                </a:lnTo>
                <a:close/>
                <a:lnTo>
                  <a:pt x="173411" y="887756"/>
                </a:lnTo>
                <a:close/>
                <a:lnTo>
                  <a:pt x="186967" y="868457"/>
                </a:lnTo>
                <a:close/>
                <a:lnTo>
                  <a:pt x="200828" y="849158"/>
                </a:lnTo>
                <a:close/>
                <a:lnTo>
                  <a:pt x="214766" y="829859"/>
                </a:lnTo>
                <a:close/>
                <a:lnTo>
                  <a:pt x="228517" y="810560"/>
                </a:lnTo>
                <a:close/>
                <a:lnTo>
                  <a:pt x="241807" y="791261"/>
                </a:lnTo>
                <a:close/>
                <a:lnTo>
                  <a:pt x="254386" y="771962"/>
                </a:lnTo>
                <a:close/>
                <a:lnTo>
                  <a:pt x="266047" y="752663"/>
                </a:lnTo>
                <a:close/>
                <a:lnTo>
                  <a:pt x="276646" y="733364"/>
                </a:lnTo>
                <a:close/>
                <a:lnTo>
                  <a:pt x="286101" y="714065"/>
                </a:lnTo>
                <a:close/>
                <a:lnTo>
                  <a:pt x="294389" y="694766"/>
                </a:lnTo>
                <a:close/>
                <a:lnTo>
                  <a:pt x="301529" y="675467"/>
                </a:lnTo>
                <a:close/>
                <a:lnTo>
                  <a:pt x="307575" y="656168"/>
                </a:lnTo>
                <a:close/>
                <a:lnTo>
                  <a:pt x="312598" y="636869"/>
                </a:lnTo>
                <a:close/>
                <a:lnTo>
                  <a:pt x="316684" y="617570"/>
                </a:lnTo>
                <a:close/>
                <a:lnTo>
                  <a:pt x="319920" y="598271"/>
                </a:lnTo>
                <a:close/>
                <a:lnTo>
                  <a:pt x="322400" y="578971"/>
                </a:lnTo>
                <a:close/>
                <a:lnTo>
                  <a:pt x="324214" y="559672"/>
                </a:lnTo>
                <a:close/>
                <a:lnTo>
                  <a:pt x="325453" y="540373"/>
                </a:lnTo>
                <a:close/>
                <a:lnTo>
                  <a:pt x="326203" y="521074"/>
                </a:lnTo>
                <a:close/>
                <a:lnTo>
                  <a:pt x="326554" y="501775"/>
                </a:lnTo>
                <a:close/>
                <a:lnTo>
                  <a:pt x="326598" y="482476"/>
                </a:lnTo>
                <a:close/>
                <a:lnTo>
                  <a:pt x="326434" y="463177"/>
                </a:lnTo>
                <a:close/>
                <a:lnTo>
                  <a:pt x="326172" y="443878"/>
                </a:lnTo>
                <a:close/>
                <a:lnTo>
                  <a:pt x="325926" y="424579"/>
                </a:lnTo>
                <a:close/>
                <a:lnTo>
                  <a:pt x="325809" y="405280"/>
                </a:lnTo>
                <a:close/>
                <a:lnTo>
                  <a:pt x="325926" y="385981"/>
                </a:lnTo>
                <a:close/>
                <a:lnTo>
                  <a:pt x="326359" y="366682"/>
                </a:lnTo>
                <a:close/>
                <a:lnTo>
                  <a:pt x="327163" y="347383"/>
                </a:lnTo>
                <a:close/>
                <a:lnTo>
                  <a:pt x="328352" y="328084"/>
                </a:lnTo>
                <a:close/>
                <a:lnTo>
                  <a:pt x="329905" y="308785"/>
                </a:lnTo>
                <a:close/>
                <a:lnTo>
                  <a:pt x="331761" y="289486"/>
                </a:lnTo>
                <a:close/>
                <a:lnTo>
                  <a:pt x="333830" y="270187"/>
                </a:lnTo>
                <a:close/>
                <a:lnTo>
                  <a:pt x="336005" y="250888"/>
                </a:lnTo>
                <a:close/>
                <a:lnTo>
                  <a:pt x="338170" y="231589"/>
                </a:lnTo>
                <a:close/>
                <a:lnTo>
                  <a:pt x="340216" y="212290"/>
                </a:lnTo>
                <a:close/>
                <a:lnTo>
                  <a:pt x="342053" y="192991"/>
                </a:lnTo>
                <a:close/>
                <a:lnTo>
                  <a:pt x="343612" y="173692"/>
                </a:lnTo>
                <a:close/>
                <a:lnTo>
                  <a:pt x="344856" y="154393"/>
                </a:lnTo>
                <a:close/>
                <a:lnTo>
                  <a:pt x="345776" y="135094"/>
                </a:lnTo>
                <a:close/>
                <a:lnTo>
                  <a:pt x="346392" y="115795"/>
                </a:lnTo>
                <a:close/>
                <a:lnTo>
                  <a:pt x="346749" y="96495"/>
                </a:lnTo>
                <a:close/>
                <a:lnTo>
                  <a:pt x="346907" y="77196"/>
                </a:lnTo>
                <a:close/>
                <a:lnTo>
                  <a:pt x="346938" y="57897"/>
                </a:lnTo>
                <a:close/>
                <a:lnTo>
                  <a:pt x="346913" y="38598"/>
                </a:lnTo>
                <a:close/>
                <a:lnTo>
                  <a:pt x="346895" y="19299"/>
                </a:lnTo>
                <a:close/>
                <a:lnTo>
                  <a:pt x="346931" y="0"/>
                </a:lnTo>
                <a:close/>
                <a:lnTo>
                  <a:pt x="352865" y="0"/>
                </a:lnTo>
                <a:close/>
                <a:lnTo>
                  <a:pt x="352865" y="0"/>
                </a:lnTo>
                <a:close/>
                <a:lnTo>
                  <a:pt x="352901" y="19299"/>
                </a:lnTo>
                <a:close/>
                <a:lnTo>
                  <a:pt x="352883" y="38598"/>
                </a:lnTo>
                <a:close/>
                <a:lnTo>
                  <a:pt x="352858" y="57897"/>
                </a:lnTo>
                <a:close/>
                <a:lnTo>
                  <a:pt x="352889" y="77196"/>
                </a:lnTo>
                <a:close/>
                <a:lnTo>
                  <a:pt x="353047" y="96495"/>
                </a:lnTo>
                <a:close/>
                <a:lnTo>
                  <a:pt x="353404" y="115795"/>
                </a:lnTo>
                <a:close/>
                <a:lnTo>
                  <a:pt x="354020" y="135094"/>
                </a:lnTo>
                <a:close/>
                <a:lnTo>
                  <a:pt x="354940" y="154393"/>
                </a:lnTo>
                <a:close/>
                <a:lnTo>
                  <a:pt x="356184" y="173692"/>
                </a:lnTo>
                <a:close/>
                <a:lnTo>
                  <a:pt x="357743" y="192991"/>
                </a:lnTo>
                <a:close/>
                <a:lnTo>
                  <a:pt x="359580" y="212290"/>
                </a:lnTo>
                <a:close/>
                <a:lnTo>
                  <a:pt x="361626" y="231589"/>
                </a:lnTo>
                <a:close/>
                <a:lnTo>
                  <a:pt x="363791" y="250888"/>
                </a:lnTo>
                <a:close/>
                <a:lnTo>
                  <a:pt x="365966" y="270187"/>
                </a:lnTo>
                <a:close/>
                <a:lnTo>
                  <a:pt x="368035" y="289486"/>
                </a:lnTo>
                <a:close/>
                <a:lnTo>
                  <a:pt x="369891" y="308785"/>
                </a:lnTo>
                <a:close/>
                <a:lnTo>
                  <a:pt x="371444" y="328084"/>
                </a:lnTo>
                <a:close/>
                <a:lnTo>
                  <a:pt x="372634" y="347383"/>
                </a:lnTo>
                <a:close/>
                <a:lnTo>
                  <a:pt x="373437" y="366682"/>
                </a:lnTo>
                <a:close/>
                <a:lnTo>
                  <a:pt x="373870" y="385981"/>
                </a:lnTo>
                <a:close/>
                <a:lnTo>
                  <a:pt x="373987" y="405280"/>
                </a:lnTo>
                <a:close/>
                <a:lnTo>
                  <a:pt x="373870" y="424579"/>
                </a:lnTo>
                <a:close/>
                <a:lnTo>
                  <a:pt x="373624" y="443878"/>
                </a:lnTo>
                <a:close/>
                <a:lnTo>
                  <a:pt x="373362" y="463177"/>
                </a:lnTo>
                <a:close/>
                <a:lnTo>
                  <a:pt x="373198" y="482476"/>
                </a:lnTo>
                <a:close/>
                <a:lnTo>
                  <a:pt x="373242" y="501775"/>
                </a:lnTo>
                <a:close/>
                <a:lnTo>
                  <a:pt x="373593" y="521074"/>
                </a:lnTo>
                <a:close/>
                <a:lnTo>
                  <a:pt x="374343" y="540373"/>
                </a:lnTo>
                <a:close/>
                <a:lnTo>
                  <a:pt x="375582" y="559672"/>
                </a:lnTo>
                <a:close/>
                <a:lnTo>
                  <a:pt x="377396" y="578971"/>
                </a:lnTo>
                <a:close/>
                <a:lnTo>
                  <a:pt x="379876" y="598271"/>
                </a:lnTo>
                <a:close/>
                <a:lnTo>
                  <a:pt x="383112" y="617570"/>
                </a:lnTo>
                <a:close/>
                <a:lnTo>
                  <a:pt x="387198" y="636869"/>
                </a:lnTo>
                <a:close/>
                <a:lnTo>
                  <a:pt x="392221" y="656168"/>
                </a:lnTo>
                <a:close/>
                <a:lnTo>
                  <a:pt x="398267" y="675467"/>
                </a:lnTo>
                <a:close/>
                <a:lnTo>
                  <a:pt x="405408" y="694766"/>
                </a:lnTo>
                <a:close/>
                <a:lnTo>
                  <a:pt x="413695" y="714065"/>
                </a:lnTo>
                <a:close/>
                <a:lnTo>
                  <a:pt x="423150" y="733364"/>
                </a:lnTo>
                <a:close/>
                <a:lnTo>
                  <a:pt x="433749" y="752663"/>
                </a:lnTo>
                <a:close/>
                <a:lnTo>
                  <a:pt x="445410" y="771962"/>
                </a:lnTo>
                <a:close/>
                <a:lnTo>
                  <a:pt x="457989" y="791261"/>
                </a:lnTo>
                <a:close/>
                <a:lnTo>
                  <a:pt x="471279" y="810560"/>
                </a:lnTo>
                <a:close/>
                <a:lnTo>
                  <a:pt x="485030" y="829859"/>
                </a:lnTo>
                <a:close/>
                <a:lnTo>
                  <a:pt x="498968" y="849158"/>
                </a:lnTo>
                <a:close/>
                <a:lnTo>
                  <a:pt x="512829" y="868457"/>
                </a:lnTo>
                <a:close/>
                <a:lnTo>
                  <a:pt x="526385" y="887756"/>
                </a:lnTo>
                <a:close/>
                <a:lnTo>
                  <a:pt x="539469" y="907055"/>
                </a:lnTo>
                <a:close/>
                <a:lnTo>
                  <a:pt x="551986" y="926354"/>
                </a:lnTo>
                <a:close/>
                <a:lnTo>
                  <a:pt x="563915" y="945653"/>
                </a:lnTo>
                <a:close/>
                <a:lnTo>
                  <a:pt x="575305" y="964952"/>
                </a:lnTo>
                <a:close/>
                <a:lnTo>
                  <a:pt x="586258" y="984251"/>
                </a:lnTo>
                <a:close/>
                <a:lnTo>
                  <a:pt x="596902" y="1003550"/>
                </a:lnTo>
                <a:close/>
                <a:lnTo>
                  <a:pt x="607365" y="1022849"/>
                </a:lnTo>
                <a:close/>
                <a:lnTo>
                  <a:pt x="617744" y="1042148"/>
                </a:lnTo>
                <a:close/>
                <a:lnTo>
                  <a:pt x="628078" y="1061448"/>
                </a:lnTo>
                <a:close/>
                <a:lnTo>
                  <a:pt x="638326" y="1080747"/>
                </a:lnTo>
                <a:close/>
                <a:lnTo>
                  <a:pt x="648359" y="1100046"/>
                </a:lnTo>
                <a:close/>
                <a:lnTo>
                  <a:pt x="657967" y="1119345"/>
                </a:lnTo>
                <a:close/>
                <a:lnTo>
                  <a:pt x="666886" y="1138644"/>
                </a:lnTo>
                <a:close/>
                <a:lnTo>
                  <a:pt x="674834" y="1157943"/>
                </a:lnTo>
                <a:close/>
                <a:lnTo>
                  <a:pt x="681572" y="1177242"/>
                </a:lnTo>
                <a:close/>
                <a:lnTo>
                  <a:pt x="686950" y="1196541"/>
                </a:lnTo>
                <a:close/>
                <a:lnTo>
                  <a:pt x="690953" y="1215840"/>
                </a:lnTo>
                <a:close/>
                <a:lnTo>
                  <a:pt x="693720" y="1235139"/>
                </a:lnTo>
                <a:close/>
                <a:lnTo>
                  <a:pt x="695520" y="1254438"/>
                </a:lnTo>
                <a:close/>
                <a:lnTo>
                  <a:pt x="696696" y="1273737"/>
                </a:lnTo>
                <a:close/>
                <a:lnTo>
                  <a:pt x="697578" y="1293036"/>
                </a:lnTo>
                <a:close/>
                <a:lnTo>
                  <a:pt x="698392" y="1312335"/>
                </a:lnTo>
                <a:close/>
                <a:lnTo>
                  <a:pt x="699179" y="1331634"/>
                </a:lnTo>
                <a:close/>
                <a:lnTo>
                  <a:pt x="699770" y="1350933"/>
                </a:lnTo>
                <a:close/>
                <a:lnTo>
                  <a:pt x="699796" y="1370232"/>
                </a:lnTo>
                <a:close/>
                <a:lnTo>
                  <a:pt x="698764" y="1389531"/>
                </a:lnTo>
                <a:close/>
                <a:lnTo>
                  <a:pt x="696158" y="1408830"/>
                </a:lnTo>
                <a:close/>
                <a:lnTo>
                  <a:pt x="691555" y="1428129"/>
                </a:lnTo>
                <a:close/>
                <a:lnTo>
                  <a:pt x="684709" y="1447428"/>
                </a:lnTo>
                <a:close/>
                <a:lnTo>
                  <a:pt x="675602" y="1466727"/>
                </a:lnTo>
                <a:close/>
                <a:lnTo>
                  <a:pt x="664435" y="1486026"/>
                </a:lnTo>
                <a:close/>
                <a:lnTo>
                  <a:pt x="651579" y="1505325"/>
                </a:lnTo>
                <a:close/>
                <a:lnTo>
                  <a:pt x="637492" y="1524624"/>
                </a:lnTo>
                <a:close/>
                <a:lnTo>
                  <a:pt x="622635" y="1543924"/>
                </a:lnTo>
                <a:close/>
                <a:lnTo>
                  <a:pt x="607393" y="1563223"/>
                </a:lnTo>
                <a:close/>
                <a:lnTo>
                  <a:pt x="592038" y="1582522"/>
                </a:lnTo>
                <a:close/>
                <a:lnTo>
                  <a:pt x="576721" y="1601821"/>
                </a:lnTo>
                <a:close/>
                <a:lnTo>
                  <a:pt x="561499" y="1621120"/>
                </a:lnTo>
                <a:close/>
                <a:lnTo>
                  <a:pt x="546376" y="1640419"/>
                </a:lnTo>
                <a:close/>
                <a:lnTo>
                  <a:pt x="531358" y="1659718"/>
                </a:lnTo>
                <a:close/>
                <a:lnTo>
                  <a:pt x="516488" y="1679017"/>
                </a:lnTo>
                <a:close/>
                <a:lnTo>
                  <a:pt x="501865" y="1698316"/>
                </a:lnTo>
                <a:close/>
                <a:lnTo>
                  <a:pt x="487635" y="1717615"/>
                </a:lnTo>
                <a:close/>
                <a:lnTo>
                  <a:pt x="473968" y="1736914"/>
                </a:lnTo>
                <a:close/>
                <a:lnTo>
                  <a:pt x="461018" y="1756213"/>
                </a:lnTo>
                <a:close/>
                <a:lnTo>
                  <a:pt x="448889" y="1775512"/>
                </a:lnTo>
                <a:close/>
                <a:lnTo>
                  <a:pt x="437616" y="1794811"/>
                </a:lnTo>
                <a:close/>
                <a:lnTo>
                  <a:pt x="427169" y="1814110"/>
                </a:lnTo>
                <a:close/>
                <a:lnTo>
                  <a:pt x="417469" y="1833409"/>
                </a:lnTo>
                <a:close/>
                <a:lnTo>
                  <a:pt x="408426" y="1852708"/>
                </a:lnTo>
                <a:close/>
                <a:lnTo>
                  <a:pt x="399971" y="1872007"/>
                </a:lnTo>
                <a:close/>
                <a:lnTo>
                  <a:pt x="392077" y="1891306"/>
                </a:lnTo>
                <a:close/>
                <a:lnTo>
                  <a:pt x="384766" y="1910605"/>
                </a:lnTo>
                <a:close/>
                <a:lnTo>
                  <a:pt x="384766" y="1910605"/>
                </a:lnTo>
                <a:close/>
              </a:path>
            </a:pathLst>
          </a:custGeom>
          <a:solidFill>
            <a:srgbClr val="9A8A78">
              <a:alpha val="55000"/>
            </a:srgbClr>
          </a:solidFill>
          <a:ln w="7620">
            <a:solidFill>
              <a:srgbClr val="9A8A78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845759" y="1114668"/>
            <a:ext cx="699796" cy="1347358"/>
          </a:xfrm>
          <a:custGeom>
            <a:avLst/>
            <a:gdLst/>
            <a:ahLst/>
            <a:cxnLst/>
            <a:rect l="l" t="t" r="r" b="b"/>
            <a:pathLst>
              <a:path w="699796" h="1347358">
                <a:moveTo>
                  <a:pt x="388517" y="1347358"/>
                </a:moveTo>
                <a:lnTo>
                  <a:pt x="311279" y="1347358"/>
                </a:lnTo>
                <a:close/>
                <a:lnTo>
                  <a:pt x="303610" y="1333749"/>
                </a:lnTo>
                <a:close/>
                <a:lnTo>
                  <a:pt x="295639" y="1320139"/>
                </a:lnTo>
                <a:close/>
                <a:lnTo>
                  <a:pt x="287531" y="1306529"/>
                </a:lnTo>
                <a:close/>
                <a:lnTo>
                  <a:pt x="279401" y="1292920"/>
                </a:lnTo>
                <a:close/>
                <a:lnTo>
                  <a:pt x="271287" y="1279310"/>
                </a:lnTo>
                <a:close/>
                <a:lnTo>
                  <a:pt x="263131" y="1265700"/>
                </a:lnTo>
                <a:close/>
                <a:lnTo>
                  <a:pt x="254781" y="1252090"/>
                </a:lnTo>
                <a:close/>
                <a:lnTo>
                  <a:pt x="245995" y="1238481"/>
                </a:lnTo>
                <a:close/>
                <a:lnTo>
                  <a:pt x="236466" y="1224871"/>
                </a:lnTo>
                <a:close/>
                <a:lnTo>
                  <a:pt x="225863" y="1211261"/>
                </a:lnTo>
                <a:close/>
                <a:lnTo>
                  <a:pt x="213881" y="1197652"/>
                </a:lnTo>
                <a:close/>
                <a:lnTo>
                  <a:pt x="200301" y="1184042"/>
                </a:lnTo>
                <a:close/>
                <a:lnTo>
                  <a:pt x="185053" y="1170432"/>
                </a:lnTo>
                <a:close/>
                <a:lnTo>
                  <a:pt x="168256" y="1156823"/>
                </a:lnTo>
                <a:close/>
                <a:lnTo>
                  <a:pt x="150241" y="1143213"/>
                </a:lnTo>
                <a:close/>
                <a:lnTo>
                  <a:pt x="131520" y="1129603"/>
                </a:lnTo>
                <a:close/>
                <a:lnTo>
                  <a:pt x="112735" y="1115994"/>
                </a:lnTo>
                <a:close/>
                <a:lnTo>
                  <a:pt x="94554" y="1102384"/>
                </a:lnTo>
                <a:close/>
                <a:lnTo>
                  <a:pt x="77581" y="1088774"/>
                </a:lnTo>
                <a:close/>
                <a:lnTo>
                  <a:pt x="62268" y="1075165"/>
                </a:lnTo>
                <a:close/>
                <a:lnTo>
                  <a:pt x="48871" y="1061555"/>
                </a:lnTo>
                <a:close/>
                <a:lnTo>
                  <a:pt x="37448" y="1047945"/>
                </a:lnTo>
                <a:close/>
                <a:lnTo>
                  <a:pt x="27910" y="1034336"/>
                </a:lnTo>
                <a:close/>
                <a:lnTo>
                  <a:pt x="20078" y="1020726"/>
                </a:lnTo>
                <a:close/>
                <a:lnTo>
                  <a:pt x="13755" y="1007116"/>
                </a:lnTo>
                <a:close/>
                <a:lnTo>
                  <a:pt x="8768" y="993506"/>
                </a:lnTo>
                <a:close/>
                <a:lnTo>
                  <a:pt x="4990" y="979897"/>
                </a:lnTo>
                <a:close/>
                <a:lnTo>
                  <a:pt x="2326" y="966287"/>
                </a:lnTo>
                <a:close/>
                <a:lnTo>
                  <a:pt x="694" y="952677"/>
                </a:lnTo>
                <a:close/>
                <a:lnTo>
                  <a:pt x="0" y="939068"/>
                </a:lnTo>
                <a:close/>
                <a:lnTo>
                  <a:pt x="123" y="925458"/>
                </a:lnTo>
                <a:close/>
                <a:lnTo>
                  <a:pt x="916" y="911848"/>
                </a:lnTo>
                <a:close/>
                <a:lnTo>
                  <a:pt x="2220" y="898239"/>
                </a:lnTo>
                <a:close/>
                <a:lnTo>
                  <a:pt x="3888" y="884629"/>
                </a:lnTo>
                <a:close/>
                <a:lnTo>
                  <a:pt x="5809" y="871019"/>
                </a:lnTo>
                <a:close/>
                <a:lnTo>
                  <a:pt x="7935" y="857410"/>
                </a:lnTo>
                <a:close/>
                <a:lnTo>
                  <a:pt x="10292" y="843800"/>
                </a:lnTo>
                <a:close/>
                <a:lnTo>
                  <a:pt x="12978" y="830190"/>
                </a:lnTo>
                <a:close/>
                <a:lnTo>
                  <a:pt x="16140" y="816581"/>
                </a:lnTo>
                <a:close/>
                <a:lnTo>
                  <a:pt x="19929" y="802971"/>
                </a:lnTo>
                <a:close/>
                <a:lnTo>
                  <a:pt x="24450" y="789361"/>
                </a:lnTo>
                <a:close/>
                <a:lnTo>
                  <a:pt x="29712" y="775752"/>
                </a:lnTo>
                <a:close/>
                <a:lnTo>
                  <a:pt x="35603" y="762142"/>
                </a:lnTo>
                <a:close/>
                <a:lnTo>
                  <a:pt x="41904" y="748532"/>
                </a:lnTo>
                <a:close/>
                <a:lnTo>
                  <a:pt x="48335" y="734922"/>
                </a:lnTo>
                <a:close/>
                <a:lnTo>
                  <a:pt x="54643" y="721313"/>
                </a:lnTo>
                <a:close/>
                <a:lnTo>
                  <a:pt x="60684" y="707703"/>
                </a:lnTo>
                <a:close/>
                <a:lnTo>
                  <a:pt x="66484" y="694093"/>
                </a:lnTo>
                <a:close/>
                <a:lnTo>
                  <a:pt x="72267" y="680484"/>
                </a:lnTo>
                <a:close/>
                <a:lnTo>
                  <a:pt x="78417" y="666874"/>
                </a:lnTo>
                <a:close/>
                <a:lnTo>
                  <a:pt x="85409" y="653264"/>
                </a:lnTo>
                <a:close/>
                <a:lnTo>
                  <a:pt x="93714" y="639655"/>
                </a:lnTo>
                <a:close/>
                <a:lnTo>
                  <a:pt x="103700" y="626045"/>
                </a:lnTo>
                <a:close/>
                <a:lnTo>
                  <a:pt x="115568" y="612435"/>
                </a:lnTo>
                <a:close/>
                <a:lnTo>
                  <a:pt x="129319" y="598826"/>
                </a:lnTo>
                <a:close/>
                <a:lnTo>
                  <a:pt x="144756" y="585216"/>
                </a:lnTo>
                <a:close/>
                <a:lnTo>
                  <a:pt x="161520" y="571606"/>
                </a:lnTo>
                <a:close/>
                <a:lnTo>
                  <a:pt x="179139" y="557997"/>
                </a:lnTo>
                <a:close/>
                <a:lnTo>
                  <a:pt x="197089" y="544387"/>
                </a:lnTo>
                <a:close/>
                <a:lnTo>
                  <a:pt x="214846" y="530777"/>
                </a:lnTo>
                <a:close/>
                <a:lnTo>
                  <a:pt x="231931" y="517168"/>
                </a:lnTo>
                <a:close/>
                <a:lnTo>
                  <a:pt x="247951" y="503558"/>
                </a:lnTo>
                <a:close/>
                <a:lnTo>
                  <a:pt x="262611" y="489948"/>
                </a:lnTo>
                <a:close/>
                <a:lnTo>
                  <a:pt x="275725" y="476338"/>
                </a:lnTo>
                <a:close/>
                <a:lnTo>
                  <a:pt x="287203" y="462729"/>
                </a:lnTo>
                <a:close/>
                <a:lnTo>
                  <a:pt x="297036" y="449119"/>
                </a:lnTo>
                <a:close/>
                <a:lnTo>
                  <a:pt x="305273" y="435509"/>
                </a:lnTo>
                <a:close/>
                <a:lnTo>
                  <a:pt x="311999" y="421900"/>
                </a:lnTo>
                <a:close/>
                <a:lnTo>
                  <a:pt x="317323" y="408290"/>
                </a:lnTo>
                <a:close/>
                <a:lnTo>
                  <a:pt x="321375" y="394680"/>
                </a:lnTo>
                <a:close/>
                <a:lnTo>
                  <a:pt x="324304" y="381071"/>
                </a:lnTo>
                <a:close/>
                <a:lnTo>
                  <a:pt x="326286" y="367461"/>
                </a:lnTo>
                <a:close/>
                <a:lnTo>
                  <a:pt x="327526" y="353851"/>
                </a:lnTo>
                <a:close/>
                <a:lnTo>
                  <a:pt x="328248" y="340242"/>
                </a:lnTo>
                <a:close/>
                <a:lnTo>
                  <a:pt x="328683" y="326632"/>
                </a:lnTo>
                <a:close/>
                <a:lnTo>
                  <a:pt x="329046" y="313022"/>
                </a:lnTo>
                <a:close/>
                <a:lnTo>
                  <a:pt x="329514" y="299413"/>
                </a:lnTo>
                <a:close/>
                <a:lnTo>
                  <a:pt x="330206" y="285803"/>
                </a:lnTo>
                <a:close/>
                <a:lnTo>
                  <a:pt x="331173" y="272193"/>
                </a:lnTo>
                <a:close/>
                <a:lnTo>
                  <a:pt x="332400" y="258584"/>
                </a:lnTo>
                <a:close/>
                <a:lnTo>
                  <a:pt x="333821" y="244974"/>
                </a:lnTo>
                <a:close/>
                <a:lnTo>
                  <a:pt x="335340" y="231364"/>
                </a:lnTo>
                <a:close/>
                <a:lnTo>
                  <a:pt x="336857" y="217754"/>
                </a:lnTo>
                <a:close/>
                <a:lnTo>
                  <a:pt x="338287" y="204145"/>
                </a:lnTo>
                <a:close/>
                <a:lnTo>
                  <a:pt x="339576" y="190535"/>
                </a:lnTo>
                <a:close/>
                <a:lnTo>
                  <a:pt x="340701" y="176925"/>
                </a:lnTo>
                <a:close/>
                <a:lnTo>
                  <a:pt x="341665" y="163316"/>
                </a:lnTo>
                <a:close/>
                <a:lnTo>
                  <a:pt x="342488" y="149706"/>
                </a:lnTo>
                <a:close/>
                <a:lnTo>
                  <a:pt x="343197" y="136096"/>
                </a:lnTo>
                <a:close/>
                <a:lnTo>
                  <a:pt x="343812" y="122487"/>
                </a:lnTo>
                <a:close/>
                <a:lnTo>
                  <a:pt x="344344" y="108877"/>
                </a:lnTo>
                <a:close/>
                <a:lnTo>
                  <a:pt x="344796" y="95267"/>
                </a:lnTo>
                <a:close/>
                <a:lnTo>
                  <a:pt x="345167" y="81658"/>
                </a:lnTo>
                <a:close/>
                <a:lnTo>
                  <a:pt x="345458" y="68048"/>
                </a:lnTo>
                <a:close/>
                <a:lnTo>
                  <a:pt x="345678" y="54438"/>
                </a:lnTo>
                <a:close/>
                <a:lnTo>
                  <a:pt x="345848" y="40829"/>
                </a:lnTo>
                <a:close/>
                <a:lnTo>
                  <a:pt x="345995" y="27219"/>
                </a:lnTo>
                <a:close/>
                <a:lnTo>
                  <a:pt x="346151" y="13609"/>
                </a:lnTo>
                <a:close/>
                <a:lnTo>
                  <a:pt x="346345" y="0"/>
                </a:lnTo>
                <a:close/>
                <a:lnTo>
                  <a:pt x="353452" y="0"/>
                </a:lnTo>
                <a:close/>
                <a:lnTo>
                  <a:pt x="353452" y="0"/>
                </a:lnTo>
                <a:close/>
                <a:lnTo>
                  <a:pt x="353646" y="13609"/>
                </a:lnTo>
                <a:close/>
                <a:lnTo>
                  <a:pt x="353802" y="27219"/>
                </a:lnTo>
                <a:close/>
                <a:lnTo>
                  <a:pt x="353949" y="40829"/>
                </a:lnTo>
                <a:close/>
                <a:lnTo>
                  <a:pt x="354118" y="54438"/>
                </a:lnTo>
                <a:close/>
                <a:lnTo>
                  <a:pt x="354339" y="68048"/>
                </a:lnTo>
                <a:close/>
                <a:lnTo>
                  <a:pt x="354630" y="81658"/>
                </a:lnTo>
                <a:close/>
                <a:lnTo>
                  <a:pt x="355001" y="95267"/>
                </a:lnTo>
                <a:close/>
                <a:lnTo>
                  <a:pt x="355453" y="108877"/>
                </a:lnTo>
                <a:close/>
                <a:lnTo>
                  <a:pt x="355985" y="122487"/>
                </a:lnTo>
                <a:close/>
                <a:lnTo>
                  <a:pt x="356599" y="136096"/>
                </a:lnTo>
                <a:close/>
                <a:lnTo>
                  <a:pt x="357308" y="149706"/>
                </a:lnTo>
                <a:close/>
                <a:lnTo>
                  <a:pt x="358132" y="163316"/>
                </a:lnTo>
                <a:close/>
                <a:lnTo>
                  <a:pt x="359096" y="176925"/>
                </a:lnTo>
                <a:close/>
                <a:lnTo>
                  <a:pt x="360220" y="190535"/>
                </a:lnTo>
                <a:close/>
                <a:lnTo>
                  <a:pt x="361509" y="204145"/>
                </a:lnTo>
                <a:close/>
                <a:lnTo>
                  <a:pt x="362940" y="217754"/>
                </a:lnTo>
                <a:close/>
                <a:lnTo>
                  <a:pt x="364456" y="231364"/>
                </a:lnTo>
                <a:close/>
                <a:lnTo>
                  <a:pt x="365975" y="244974"/>
                </a:lnTo>
                <a:close/>
                <a:lnTo>
                  <a:pt x="367396" y="258584"/>
                </a:lnTo>
                <a:close/>
                <a:lnTo>
                  <a:pt x="368623" y="272193"/>
                </a:lnTo>
                <a:close/>
                <a:lnTo>
                  <a:pt x="369591" y="285803"/>
                </a:lnTo>
                <a:close/>
                <a:lnTo>
                  <a:pt x="370283" y="299413"/>
                </a:lnTo>
                <a:close/>
                <a:lnTo>
                  <a:pt x="370751" y="313022"/>
                </a:lnTo>
                <a:close/>
                <a:lnTo>
                  <a:pt x="371114" y="326632"/>
                </a:lnTo>
                <a:close/>
                <a:lnTo>
                  <a:pt x="371548" y="340242"/>
                </a:lnTo>
                <a:close/>
                <a:lnTo>
                  <a:pt x="372270" y="353851"/>
                </a:lnTo>
                <a:close/>
                <a:lnTo>
                  <a:pt x="373510" y="367461"/>
                </a:lnTo>
                <a:close/>
                <a:lnTo>
                  <a:pt x="375493" y="381071"/>
                </a:lnTo>
                <a:close/>
                <a:lnTo>
                  <a:pt x="378422" y="394680"/>
                </a:lnTo>
                <a:close/>
                <a:lnTo>
                  <a:pt x="382473" y="408290"/>
                </a:lnTo>
                <a:close/>
                <a:lnTo>
                  <a:pt x="387797" y="421900"/>
                </a:lnTo>
                <a:close/>
                <a:lnTo>
                  <a:pt x="394523" y="435509"/>
                </a:lnTo>
                <a:close/>
                <a:lnTo>
                  <a:pt x="402760" y="449119"/>
                </a:lnTo>
                <a:close/>
                <a:lnTo>
                  <a:pt x="412594" y="462729"/>
                </a:lnTo>
                <a:close/>
                <a:lnTo>
                  <a:pt x="424072" y="476338"/>
                </a:lnTo>
                <a:close/>
                <a:lnTo>
                  <a:pt x="437185" y="489948"/>
                </a:lnTo>
                <a:close/>
                <a:lnTo>
                  <a:pt x="451845" y="503558"/>
                </a:lnTo>
                <a:close/>
                <a:lnTo>
                  <a:pt x="467865" y="517168"/>
                </a:lnTo>
                <a:close/>
                <a:lnTo>
                  <a:pt x="484951" y="530777"/>
                </a:lnTo>
                <a:close/>
                <a:lnTo>
                  <a:pt x="502707" y="544387"/>
                </a:lnTo>
                <a:close/>
                <a:lnTo>
                  <a:pt x="520657" y="557997"/>
                </a:lnTo>
                <a:close/>
                <a:lnTo>
                  <a:pt x="538276" y="571606"/>
                </a:lnTo>
                <a:close/>
                <a:lnTo>
                  <a:pt x="555040" y="585216"/>
                </a:lnTo>
                <a:close/>
                <a:lnTo>
                  <a:pt x="570477" y="598826"/>
                </a:lnTo>
                <a:close/>
                <a:lnTo>
                  <a:pt x="584228" y="612435"/>
                </a:lnTo>
                <a:close/>
                <a:lnTo>
                  <a:pt x="596097" y="626045"/>
                </a:lnTo>
                <a:close/>
                <a:lnTo>
                  <a:pt x="606083" y="639655"/>
                </a:lnTo>
                <a:close/>
                <a:lnTo>
                  <a:pt x="614387" y="653264"/>
                </a:lnTo>
                <a:close/>
                <a:lnTo>
                  <a:pt x="621380" y="666874"/>
                </a:lnTo>
                <a:close/>
                <a:lnTo>
                  <a:pt x="627530" y="680484"/>
                </a:lnTo>
                <a:close/>
                <a:lnTo>
                  <a:pt x="633312" y="694093"/>
                </a:lnTo>
                <a:close/>
                <a:lnTo>
                  <a:pt x="639113" y="707703"/>
                </a:lnTo>
                <a:close/>
                <a:lnTo>
                  <a:pt x="645153" y="721313"/>
                </a:lnTo>
                <a:close/>
                <a:lnTo>
                  <a:pt x="651462" y="734922"/>
                </a:lnTo>
                <a:close/>
                <a:lnTo>
                  <a:pt x="657893" y="748532"/>
                </a:lnTo>
                <a:close/>
                <a:lnTo>
                  <a:pt x="664193" y="762142"/>
                </a:lnTo>
                <a:close/>
                <a:lnTo>
                  <a:pt x="670085" y="775752"/>
                </a:lnTo>
                <a:close/>
                <a:lnTo>
                  <a:pt x="675347" y="789361"/>
                </a:lnTo>
                <a:close/>
                <a:lnTo>
                  <a:pt x="679868" y="802971"/>
                </a:lnTo>
                <a:close/>
                <a:lnTo>
                  <a:pt x="683657" y="816581"/>
                </a:lnTo>
                <a:close/>
                <a:lnTo>
                  <a:pt x="686818" y="830190"/>
                </a:lnTo>
                <a:close/>
                <a:lnTo>
                  <a:pt x="689504" y="843800"/>
                </a:lnTo>
                <a:close/>
                <a:lnTo>
                  <a:pt x="691862" y="857410"/>
                </a:lnTo>
                <a:close/>
                <a:lnTo>
                  <a:pt x="693988" y="871019"/>
                </a:lnTo>
                <a:close/>
                <a:lnTo>
                  <a:pt x="695909" y="884629"/>
                </a:lnTo>
                <a:close/>
                <a:lnTo>
                  <a:pt x="697576" y="898239"/>
                </a:lnTo>
                <a:close/>
                <a:lnTo>
                  <a:pt x="698880" y="911848"/>
                </a:lnTo>
                <a:close/>
                <a:lnTo>
                  <a:pt x="699673" y="925458"/>
                </a:lnTo>
                <a:close/>
                <a:lnTo>
                  <a:pt x="699796" y="939068"/>
                </a:lnTo>
                <a:close/>
                <a:lnTo>
                  <a:pt x="699102" y="952677"/>
                </a:lnTo>
                <a:close/>
                <a:lnTo>
                  <a:pt x="697471" y="966287"/>
                </a:lnTo>
                <a:close/>
                <a:lnTo>
                  <a:pt x="694807" y="979897"/>
                </a:lnTo>
                <a:close/>
                <a:lnTo>
                  <a:pt x="691028" y="993506"/>
                </a:lnTo>
                <a:close/>
                <a:lnTo>
                  <a:pt x="686042" y="1007116"/>
                </a:lnTo>
                <a:close/>
                <a:lnTo>
                  <a:pt x="679719" y="1020726"/>
                </a:lnTo>
                <a:close/>
                <a:lnTo>
                  <a:pt x="671887" y="1034336"/>
                </a:lnTo>
                <a:close/>
                <a:lnTo>
                  <a:pt x="662348" y="1047945"/>
                </a:lnTo>
                <a:close/>
                <a:lnTo>
                  <a:pt x="650926" y="1061555"/>
                </a:lnTo>
                <a:close/>
                <a:lnTo>
                  <a:pt x="637528" y="1075165"/>
                </a:lnTo>
                <a:close/>
                <a:lnTo>
                  <a:pt x="622215" y="1088774"/>
                </a:lnTo>
                <a:close/>
                <a:lnTo>
                  <a:pt x="605242" y="1102384"/>
                </a:lnTo>
                <a:close/>
                <a:lnTo>
                  <a:pt x="587062" y="1115994"/>
                </a:lnTo>
                <a:close/>
                <a:lnTo>
                  <a:pt x="568276" y="1129603"/>
                </a:lnTo>
                <a:close/>
                <a:lnTo>
                  <a:pt x="549556" y="1143213"/>
                </a:lnTo>
                <a:close/>
                <a:lnTo>
                  <a:pt x="531540" y="1156823"/>
                </a:lnTo>
                <a:close/>
                <a:lnTo>
                  <a:pt x="514744" y="1170432"/>
                </a:lnTo>
                <a:close/>
                <a:lnTo>
                  <a:pt x="499495" y="1184042"/>
                </a:lnTo>
                <a:close/>
                <a:lnTo>
                  <a:pt x="485915" y="1197652"/>
                </a:lnTo>
                <a:close/>
                <a:lnTo>
                  <a:pt x="473933" y="1211261"/>
                </a:lnTo>
                <a:close/>
                <a:lnTo>
                  <a:pt x="463330" y="1224871"/>
                </a:lnTo>
                <a:close/>
                <a:lnTo>
                  <a:pt x="453801" y="1238481"/>
                </a:lnTo>
                <a:close/>
                <a:lnTo>
                  <a:pt x="445015" y="1252090"/>
                </a:lnTo>
                <a:close/>
                <a:lnTo>
                  <a:pt x="436665" y="1265700"/>
                </a:lnTo>
                <a:close/>
                <a:lnTo>
                  <a:pt x="428510" y="1279310"/>
                </a:lnTo>
                <a:close/>
                <a:lnTo>
                  <a:pt x="420395" y="1292920"/>
                </a:lnTo>
                <a:close/>
                <a:lnTo>
                  <a:pt x="412266" y="1306529"/>
                </a:lnTo>
                <a:close/>
                <a:lnTo>
                  <a:pt x="404158" y="1320139"/>
                </a:lnTo>
                <a:close/>
                <a:lnTo>
                  <a:pt x="396187" y="1333749"/>
                </a:lnTo>
                <a:close/>
                <a:lnTo>
                  <a:pt x="388517" y="1347358"/>
                </a:lnTo>
                <a:close/>
                <a:lnTo>
                  <a:pt x="388517" y="1347358"/>
                </a:lnTo>
                <a:close/>
              </a:path>
            </a:pathLst>
          </a:custGeom>
          <a:solidFill>
            <a:srgbClr val="1F3B73">
              <a:alpha val="55000"/>
            </a:srgbClr>
          </a:solidFill>
          <a:ln w="7620">
            <a:solidFill>
              <a:srgbClr val="1F3B73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923301" y="256443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195657" y="256443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430345" y="244127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30345" y="20694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430345" y="169762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30345" y="132579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30345" y="95396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30345" y="58213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474795" y="311357"/>
            <a:ext cx="0" cy="2253082"/>
          </a:xfrm>
          <a:custGeom>
            <a:avLst/>
            <a:gdLst/>
            <a:ahLst/>
            <a:cxnLst/>
            <a:rect l="l" t="t" r="r" b="b"/>
            <a:pathLst>
              <a:path w="0" h="2253082">
                <a:moveTo>
                  <a:pt x="0" y="225308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474795" y="2564439"/>
            <a:ext cx="2169368" cy="0"/>
          </a:xfrm>
          <a:custGeom>
            <a:avLst/>
            <a:gdLst/>
            <a:ahLst/>
            <a:cxnLst/>
            <a:rect l="l" t="t" r="r" b="b"/>
            <a:pathLst>
              <a:path w="2169368" h="0">
                <a:moveTo>
                  <a:pt x="0" y="0"/>
                </a:moveTo>
                <a:lnTo>
                  <a:pt x="2169368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535563" y="357995"/>
            <a:ext cx="1086167" cy="181889"/>
          </a:xfrm>
          <a:custGeom>
            <a:avLst/>
            <a:gdLst/>
            <a:ahLst/>
            <a:cxnLst/>
            <a:rect l="l" t="t" r="r" b="b"/>
            <a:pathLst>
              <a:path w="1086167" h="181889">
                <a:moveTo>
                  <a:pt x="20955" y="181889"/>
                </a:moveTo>
                <a:lnTo>
                  <a:pt x="1065212" y="181889"/>
                </a:lnTo>
                <a:close/>
                <a:lnTo>
                  <a:pt x="1080929" y="176651"/>
                </a:lnTo>
                <a:close/>
                <a:lnTo>
                  <a:pt x="1086167" y="160934"/>
                </a:lnTo>
                <a:close/>
                <a:lnTo>
                  <a:pt x="1086167" y="20955"/>
                </a:lnTo>
                <a:close/>
                <a:lnTo>
                  <a:pt x="1080929" y="5239"/>
                </a:lnTo>
                <a:close/>
                <a:lnTo>
                  <a:pt x="1065212" y="0"/>
                </a:lnTo>
                <a:close/>
                <a:lnTo>
                  <a:pt x="20955" y="0"/>
                </a:lnTo>
                <a:close/>
                <a:lnTo>
                  <a:pt x="5239" y="5239"/>
                </a:lnTo>
                <a:close/>
                <a:lnTo>
                  <a:pt x="0" y="20955"/>
                </a:lnTo>
                <a:close/>
                <a:lnTo>
                  <a:pt x="0" y="160934"/>
                </a:lnTo>
                <a:close/>
                <a:lnTo>
                  <a:pt x="5239" y="176651"/>
                </a:lnTo>
                <a:close/>
                <a:lnTo>
                  <a:pt x="20955" y="181889"/>
                </a:lnTo>
                <a:close/>
                <a:lnTo>
                  <a:pt x="20955" y="181889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6350">
            <a:solidFill>
              <a:srgbClr val="CCCCCC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923301" y="1154907"/>
            <a:ext cx="0" cy="969001"/>
          </a:xfrm>
          <a:custGeom>
            <a:avLst/>
            <a:gdLst/>
            <a:ahLst/>
            <a:cxnLst/>
            <a:rect l="l" t="t" r="r" b="b"/>
            <a:pathLst>
              <a:path w="0" h="969001">
                <a:moveTo>
                  <a:pt x="0" y="969001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9A8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195657" y="1647461"/>
            <a:ext cx="0" cy="684269"/>
          </a:xfrm>
          <a:custGeom>
            <a:avLst/>
            <a:gdLst/>
            <a:ahLst/>
            <a:cxnLst/>
            <a:rect l="l" t="t" r="r" b="b"/>
            <a:pathLst>
              <a:path w="0" h="684269">
                <a:moveTo>
                  <a:pt x="0" y="684269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923301" y="1475416"/>
            <a:ext cx="0" cy="404921"/>
          </a:xfrm>
          <a:custGeom>
            <a:avLst/>
            <a:gdLst/>
            <a:ahLst/>
            <a:cxnLst/>
            <a:rect l="l" t="t" r="r" b="b"/>
            <a:pathLst>
              <a:path w="0" h="404921">
                <a:moveTo>
                  <a:pt x="0" y="40492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9A8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2195657" y="1825381"/>
            <a:ext cx="0" cy="315088"/>
          </a:xfrm>
          <a:custGeom>
            <a:avLst/>
            <a:gdLst/>
            <a:ahLst/>
            <a:cxnLst/>
            <a:rect l="l" t="t" r="r" b="b"/>
            <a:pathLst>
              <a:path w="0" h="315088">
                <a:moveTo>
                  <a:pt x="0" y="315088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894903" y="1651672"/>
            <a:ext cx="56796" cy="56796"/>
          </a:xfrm>
          <a:custGeom>
            <a:avLst/>
            <a:gdLst/>
            <a:ahLst/>
            <a:cxnLst/>
            <a:rect l="l" t="t" r="r" b="b"/>
            <a:pathLst>
              <a:path w="56796" h="56796">
                <a:moveTo>
                  <a:pt x="28398" y="56796"/>
                </a:moveTo>
                <a:lnTo>
                  <a:pt x="48478" y="48479"/>
                </a:lnTo>
                <a:close/>
                <a:lnTo>
                  <a:pt x="56796" y="28398"/>
                </a:lnTo>
                <a:close/>
                <a:lnTo>
                  <a:pt x="48478" y="8318"/>
                </a:lnTo>
                <a:close/>
                <a:lnTo>
                  <a:pt x="28398" y="0"/>
                </a:lnTo>
                <a:close/>
                <a:lnTo>
                  <a:pt x="8318" y="8318"/>
                </a:lnTo>
                <a:close/>
                <a:lnTo>
                  <a:pt x="0" y="28398"/>
                </a:lnTo>
                <a:close/>
                <a:lnTo>
                  <a:pt x="8318" y="48479"/>
                </a:lnTo>
                <a:close/>
                <a:lnTo>
                  <a:pt x="28398" y="56796"/>
                </a:lnTo>
                <a:close/>
                <a:lnTo>
                  <a:pt x="28398" y="56796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9A8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167259" y="1960885"/>
            <a:ext cx="56796" cy="56796"/>
          </a:xfrm>
          <a:custGeom>
            <a:avLst/>
            <a:gdLst/>
            <a:ahLst/>
            <a:cxnLst/>
            <a:rect l="l" t="t" r="r" b="b"/>
            <a:pathLst>
              <a:path w="56796" h="56796">
                <a:moveTo>
                  <a:pt x="28398" y="56796"/>
                </a:moveTo>
                <a:lnTo>
                  <a:pt x="48479" y="48479"/>
                </a:lnTo>
                <a:close/>
                <a:lnTo>
                  <a:pt x="56796" y="28398"/>
                </a:lnTo>
                <a:close/>
                <a:lnTo>
                  <a:pt x="48479" y="8318"/>
                </a:lnTo>
                <a:close/>
                <a:lnTo>
                  <a:pt x="28398" y="0"/>
                </a:lnTo>
                <a:close/>
                <a:lnTo>
                  <a:pt x="8318" y="8318"/>
                </a:lnTo>
                <a:close/>
                <a:lnTo>
                  <a:pt x="0" y="28398"/>
                </a:lnTo>
                <a:close/>
                <a:lnTo>
                  <a:pt x="8318" y="48479"/>
                </a:lnTo>
                <a:close/>
                <a:lnTo>
                  <a:pt x="28398" y="56796"/>
                </a:lnTo>
                <a:close/>
                <a:lnTo>
                  <a:pt x="28398" y="56796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60054" y="311357"/>
            <a:ext cx="1012371" cy="22530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406071" y="413770"/>
            <a:ext cx="920338" cy="2048256"/>
          </a:xfrm>
          <a:custGeom>
            <a:avLst/>
            <a:gdLst/>
            <a:ahLst/>
            <a:cxnLst/>
            <a:rect l="l" t="t" r="r" b="b"/>
            <a:pathLst>
              <a:path w="920338" h="2048256">
                <a:moveTo>
                  <a:pt x="469990" y="2048256"/>
                </a:moveTo>
                <a:lnTo>
                  <a:pt x="450347" y="2048256"/>
                </a:lnTo>
                <a:close/>
                <a:lnTo>
                  <a:pt x="448694" y="2027567"/>
                </a:lnTo>
                <a:close/>
                <a:lnTo>
                  <a:pt x="446847" y="2006877"/>
                </a:lnTo>
                <a:close/>
                <a:lnTo>
                  <a:pt x="444754" y="1986188"/>
                </a:lnTo>
                <a:close/>
                <a:lnTo>
                  <a:pt x="442361" y="1965498"/>
                </a:lnTo>
                <a:close/>
                <a:lnTo>
                  <a:pt x="439617" y="1944809"/>
                </a:lnTo>
                <a:close/>
                <a:lnTo>
                  <a:pt x="436490" y="1924120"/>
                </a:lnTo>
                <a:close/>
                <a:lnTo>
                  <a:pt x="432963" y="1903430"/>
                </a:lnTo>
                <a:close/>
                <a:lnTo>
                  <a:pt x="429041" y="1882741"/>
                </a:lnTo>
                <a:close/>
                <a:lnTo>
                  <a:pt x="424746" y="1862051"/>
                </a:lnTo>
                <a:close/>
                <a:lnTo>
                  <a:pt x="420106" y="1841362"/>
                </a:lnTo>
                <a:close/>
                <a:lnTo>
                  <a:pt x="415151" y="1820672"/>
                </a:lnTo>
                <a:close/>
                <a:lnTo>
                  <a:pt x="409902" y="1799983"/>
                </a:lnTo>
                <a:close/>
                <a:lnTo>
                  <a:pt x="404363" y="1779293"/>
                </a:lnTo>
                <a:close/>
                <a:lnTo>
                  <a:pt x="398519" y="1758604"/>
                </a:lnTo>
                <a:close/>
                <a:lnTo>
                  <a:pt x="392324" y="1737914"/>
                </a:lnTo>
                <a:close/>
                <a:lnTo>
                  <a:pt x="385704" y="1717225"/>
                </a:lnTo>
                <a:close/>
                <a:lnTo>
                  <a:pt x="378542" y="1696536"/>
                </a:lnTo>
                <a:close/>
                <a:lnTo>
                  <a:pt x="370686" y="1675846"/>
                </a:lnTo>
                <a:close/>
                <a:lnTo>
                  <a:pt x="361947" y="1655157"/>
                </a:lnTo>
                <a:close/>
                <a:lnTo>
                  <a:pt x="352117" y="1634467"/>
                </a:lnTo>
                <a:close/>
                <a:lnTo>
                  <a:pt x="340993" y="1613778"/>
                </a:lnTo>
                <a:close/>
                <a:lnTo>
                  <a:pt x="328417" y="1593088"/>
                </a:lnTo>
                <a:close/>
                <a:lnTo>
                  <a:pt x="314315" y="1572399"/>
                </a:lnTo>
                <a:close/>
                <a:lnTo>
                  <a:pt x="298738" y="1551709"/>
                </a:lnTo>
                <a:close/>
                <a:lnTo>
                  <a:pt x="281889" y="1531020"/>
                </a:lnTo>
                <a:close/>
                <a:lnTo>
                  <a:pt x="264116" y="1510330"/>
                </a:lnTo>
                <a:close/>
                <a:lnTo>
                  <a:pt x="245896" y="1489641"/>
                </a:lnTo>
                <a:close/>
                <a:lnTo>
                  <a:pt x="227767" y="1468952"/>
                </a:lnTo>
                <a:close/>
                <a:lnTo>
                  <a:pt x="210258" y="1448262"/>
                </a:lnTo>
                <a:close/>
                <a:lnTo>
                  <a:pt x="193796" y="1427573"/>
                </a:lnTo>
                <a:close/>
                <a:lnTo>
                  <a:pt x="178631" y="1406883"/>
                </a:lnTo>
                <a:close/>
                <a:lnTo>
                  <a:pt x="164779" y="1386194"/>
                </a:lnTo>
                <a:close/>
                <a:lnTo>
                  <a:pt x="152017" y="1365504"/>
                </a:lnTo>
                <a:close/>
                <a:lnTo>
                  <a:pt x="139913" y="1344815"/>
                </a:lnTo>
                <a:close/>
                <a:lnTo>
                  <a:pt x="127916" y="1324125"/>
                </a:lnTo>
                <a:close/>
                <a:lnTo>
                  <a:pt x="115475" y="1303436"/>
                </a:lnTo>
                <a:close/>
                <a:lnTo>
                  <a:pt x="102163" y="1282746"/>
                </a:lnTo>
                <a:close/>
                <a:lnTo>
                  <a:pt x="87801" y="1262057"/>
                </a:lnTo>
                <a:close/>
                <a:lnTo>
                  <a:pt x="72525" y="1241368"/>
                </a:lnTo>
                <a:close/>
                <a:lnTo>
                  <a:pt x="56805" y="1220678"/>
                </a:lnTo>
                <a:close/>
                <a:lnTo>
                  <a:pt x="41392" y="1199989"/>
                </a:lnTo>
                <a:close/>
                <a:lnTo>
                  <a:pt x="27214" y="1179299"/>
                </a:lnTo>
                <a:close/>
                <a:lnTo>
                  <a:pt x="15239" y="1158610"/>
                </a:lnTo>
                <a:close/>
                <a:lnTo>
                  <a:pt x="6331" y="1137920"/>
                </a:lnTo>
                <a:close/>
                <a:lnTo>
                  <a:pt x="1135" y="1117231"/>
                </a:lnTo>
                <a:close/>
                <a:lnTo>
                  <a:pt x="0" y="1096541"/>
                </a:lnTo>
                <a:close/>
                <a:lnTo>
                  <a:pt x="2957" y="1075852"/>
                </a:lnTo>
                <a:close/>
                <a:lnTo>
                  <a:pt x="9747" y="1055162"/>
                </a:lnTo>
                <a:close/>
                <a:lnTo>
                  <a:pt x="19878" y="1034473"/>
                </a:lnTo>
                <a:close/>
                <a:lnTo>
                  <a:pt x="32708" y="1013784"/>
                </a:lnTo>
                <a:close/>
                <a:lnTo>
                  <a:pt x="47531" y="993094"/>
                </a:lnTo>
                <a:close/>
                <a:lnTo>
                  <a:pt x="63646" y="972405"/>
                </a:lnTo>
                <a:close/>
                <a:lnTo>
                  <a:pt x="80420" y="951715"/>
                </a:lnTo>
                <a:close/>
                <a:lnTo>
                  <a:pt x="97316" y="931026"/>
                </a:lnTo>
                <a:close/>
                <a:lnTo>
                  <a:pt x="113914" y="910336"/>
                </a:lnTo>
                <a:close/>
                <a:lnTo>
                  <a:pt x="129892" y="889647"/>
                </a:lnTo>
                <a:close/>
                <a:lnTo>
                  <a:pt x="145010" y="868957"/>
                </a:lnTo>
                <a:close/>
                <a:lnTo>
                  <a:pt x="159072" y="848268"/>
                </a:lnTo>
                <a:close/>
                <a:lnTo>
                  <a:pt x="171902" y="827578"/>
                </a:lnTo>
                <a:close/>
                <a:lnTo>
                  <a:pt x="183334" y="806889"/>
                </a:lnTo>
                <a:close/>
                <a:lnTo>
                  <a:pt x="193219" y="786200"/>
                </a:lnTo>
                <a:close/>
                <a:lnTo>
                  <a:pt x="201462" y="765510"/>
                </a:lnTo>
                <a:close/>
                <a:lnTo>
                  <a:pt x="208060" y="744821"/>
                </a:lnTo>
                <a:close/>
                <a:lnTo>
                  <a:pt x="213142" y="724131"/>
                </a:lnTo>
                <a:close/>
                <a:lnTo>
                  <a:pt x="216986" y="703442"/>
                </a:lnTo>
                <a:close/>
                <a:lnTo>
                  <a:pt x="220002" y="682752"/>
                </a:lnTo>
                <a:close/>
                <a:lnTo>
                  <a:pt x="222697" y="662063"/>
                </a:lnTo>
                <a:close/>
                <a:lnTo>
                  <a:pt x="225601" y="641373"/>
                </a:lnTo>
                <a:close/>
                <a:lnTo>
                  <a:pt x="229205" y="620684"/>
                </a:lnTo>
                <a:close/>
                <a:lnTo>
                  <a:pt x="233903" y="599994"/>
                </a:lnTo>
                <a:close/>
                <a:lnTo>
                  <a:pt x="239955" y="579305"/>
                </a:lnTo>
                <a:close/>
                <a:lnTo>
                  <a:pt x="247481" y="558616"/>
                </a:lnTo>
                <a:close/>
                <a:lnTo>
                  <a:pt x="256477" y="537926"/>
                </a:lnTo>
                <a:close/>
                <a:lnTo>
                  <a:pt x="266835" y="517237"/>
                </a:lnTo>
                <a:close/>
                <a:lnTo>
                  <a:pt x="278381" y="496547"/>
                </a:lnTo>
                <a:close/>
                <a:lnTo>
                  <a:pt x="290895" y="475858"/>
                </a:lnTo>
                <a:close/>
                <a:lnTo>
                  <a:pt x="304129" y="455168"/>
                </a:lnTo>
                <a:close/>
                <a:lnTo>
                  <a:pt x="317825" y="434479"/>
                </a:lnTo>
                <a:close/>
                <a:lnTo>
                  <a:pt x="331712" y="413789"/>
                </a:lnTo>
                <a:close/>
                <a:lnTo>
                  <a:pt x="345523" y="393100"/>
                </a:lnTo>
                <a:close/>
                <a:lnTo>
                  <a:pt x="358996" y="372410"/>
                </a:lnTo>
                <a:close/>
                <a:lnTo>
                  <a:pt x="371890" y="351721"/>
                </a:lnTo>
                <a:close/>
                <a:lnTo>
                  <a:pt x="383990" y="331032"/>
                </a:lnTo>
                <a:close/>
                <a:lnTo>
                  <a:pt x="395125" y="310342"/>
                </a:lnTo>
                <a:close/>
                <a:lnTo>
                  <a:pt x="405170" y="289653"/>
                </a:lnTo>
                <a:close/>
                <a:lnTo>
                  <a:pt x="414052" y="268963"/>
                </a:lnTo>
                <a:close/>
                <a:lnTo>
                  <a:pt x="421752" y="248274"/>
                </a:lnTo>
                <a:close/>
                <a:lnTo>
                  <a:pt x="428297" y="227584"/>
                </a:lnTo>
                <a:close/>
                <a:lnTo>
                  <a:pt x="433756" y="206895"/>
                </a:lnTo>
                <a:close/>
                <a:lnTo>
                  <a:pt x="438228" y="186205"/>
                </a:lnTo>
                <a:close/>
                <a:lnTo>
                  <a:pt x="441833" y="165516"/>
                </a:lnTo>
                <a:close/>
                <a:lnTo>
                  <a:pt x="444701" y="144826"/>
                </a:lnTo>
                <a:close/>
                <a:lnTo>
                  <a:pt x="446964" y="124137"/>
                </a:lnTo>
                <a:close/>
                <a:lnTo>
                  <a:pt x="448749" y="103448"/>
                </a:lnTo>
                <a:close/>
                <a:lnTo>
                  <a:pt x="450172" y="82758"/>
                </a:lnTo>
                <a:close/>
                <a:lnTo>
                  <a:pt x="451335" y="62069"/>
                </a:lnTo>
                <a:close/>
                <a:lnTo>
                  <a:pt x="452322" y="41379"/>
                </a:lnTo>
                <a:close/>
                <a:lnTo>
                  <a:pt x="453200" y="20690"/>
                </a:lnTo>
                <a:close/>
                <a:lnTo>
                  <a:pt x="454015" y="0"/>
                </a:lnTo>
                <a:close/>
                <a:lnTo>
                  <a:pt x="466323" y="0"/>
                </a:lnTo>
                <a:close/>
                <a:lnTo>
                  <a:pt x="466323" y="0"/>
                </a:lnTo>
                <a:close/>
                <a:lnTo>
                  <a:pt x="467138" y="20690"/>
                </a:lnTo>
                <a:close/>
                <a:lnTo>
                  <a:pt x="468016" y="41379"/>
                </a:lnTo>
                <a:close/>
                <a:lnTo>
                  <a:pt x="469003" y="62069"/>
                </a:lnTo>
                <a:close/>
                <a:lnTo>
                  <a:pt x="470166" y="82758"/>
                </a:lnTo>
                <a:close/>
                <a:lnTo>
                  <a:pt x="471589" y="103448"/>
                </a:lnTo>
                <a:close/>
                <a:lnTo>
                  <a:pt x="473374" y="124137"/>
                </a:lnTo>
                <a:close/>
                <a:lnTo>
                  <a:pt x="475637" y="144826"/>
                </a:lnTo>
                <a:close/>
                <a:lnTo>
                  <a:pt x="478505" y="165516"/>
                </a:lnTo>
                <a:close/>
                <a:lnTo>
                  <a:pt x="482109" y="186205"/>
                </a:lnTo>
                <a:close/>
                <a:lnTo>
                  <a:pt x="486581" y="206895"/>
                </a:lnTo>
                <a:close/>
                <a:lnTo>
                  <a:pt x="492040" y="227584"/>
                </a:lnTo>
                <a:close/>
                <a:lnTo>
                  <a:pt x="498586" y="248274"/>
                </a:lnTo>
                <a:close/>
                <a:lnTo>
                  <a:pt x="506285" y="268963"/>
                </a:lnTo>
                <a:close/>
                <a:lnTo>
                  <a:pt x="515168" y="289653"/>
                </a:lnTo>
                <a:close/>
                <a:lnTo>
                  <a:pt x="525212" y="310342"/>
                </a:lnTo>
                <a:close/>
                <a:lnTo>
                  <a:pt x="536347" y="331032"/>
                </a:lnTo>
                <a:close/>
                <a:lnTo>
                  <a:pt x="548448" y="351721"/>
                </a:lnTo>
                <a:close/>
                <a:lnTo>
                  <a:pt x="561341" y="372410"/>
                </a:lnTo>
                <a:close/>
                <a:lnTo>
                  <a:pt x="574815" y="393100"/>
                </a:lnTo>
                <a:close/>
                <a:lnTo>
                  <a:pt x="588625" y="413789"/>
                </a:lnTo>
                <a:close/>
                <a:lnTo>
                  <a:pt x="602513" y="434479"/>
                </a:lnTo>
                <a:close/>
                <a:lnTo>
                  <a:pt x="616208" y="455168"/>
                </a:lnTo>
                <a:close/>
                <a:lnTo>
                  <a:pt x="629443" y="475858"/>
                </a:lnTo>
                <a:close/>
                <a:lnTo>
                  <a:pt x="641956" y="496547"/>
                </a:lnTo>
                <a:close/>
                <a:lnTo>
                  <a:pt x="653502" y="517237"/>
                </a:lnTo>
                <a:close/>
                <a:lnTo>
                  <a:pt x="663861" y="537926"/>
                </a:lnTo>
                <a:close/>
                <a:lnTo>
                  <a:pt x="672856" y="558616"/>
                </a:lnTo>
                <a:close/>
                <a:lnTo>
                  <a:pt x="680383" y="579305"/>
                </a:lnTo>
                <a:close/>
                <a:lnTo>
                  <a:pt x="686435" y="599994"/>
                </a:lnTo>
                <a:close/>
                <a:lnTo>
                  <a:pt x="691133" y="620684"/>
                </a:lnTo>
                <a:close/>
                <a:lnTo>
                  <a:pt x="694737" y="641373"/>
                </a:lnTo>
                <a:close/>
                <a:lnTo>
                  <a:pt x="697641" y="662063"/>
                </a:lnTo>
                <a:close/>
                <a:lnTo>
                  <a:pt x="700335" y="682752"/>
                </a:lnTo>
                <a:close/>
                <a:lnTo>
                  <a:pt x="703352" y="703442"/>
                </a:lnTo>
                <a:close/>
                <a:lnTo>
                  <a:pt x="707195" y="724131"/>
                </a:lnTo>
                <a:close/>
                <a:lnTo>
                  <a:pt x="712277" y="744821"/>
                </a:lnTo>
                <a:close/>
                <a:lnTo>
                  <a:pt x="718876" y="765510"/>
                </a:lnTo>
                <a:close/>
                <a:lnTo>
                  <a:pt x="727118" y="786200"/>
                </a:lnTo>
                <a:close/>
                <a:lnTo>
                  <a:pt x="737004" y="806889"/>
                </a:lnTo>
                <a:close/>
                <a:lnTo>
                  <a:pt x="748435" y="827578"/>
                </a:lnTo>
                <a:close/>
                <a:lnTo>
                  <a:pt x="761265" y="848268"/>
                </a:lnTo>
                <a:close/>
                <a:lnTo>
                  <a:pt x="775327" y="868957"/>
                </a:lnTo>
                <a:close/>
                <a:lnTo>
                  <a:pt x="790445" y="889647"/>
                </a:lnTo>
                <a:close/>
                <a:lnTo>
                  <a:pt x="806424" y="910336"/>
                </a:lnTo>
                <a:close/>
                <a:lnTo>
                  <a:pt x="823021" y="931026"/>
                </a:lnTo>
                <a:close/>
                <a:lnTo>
                  <a:pt x="839918" y="951715"/>
                </a:lnTo>
                <a:close/>
                <a:lnTo>
                  <a:pt x="856691" y="972405"/>
                </a:lnTo>
                <a:close/>
                <a:lnTo>
                  <a:pt x="872807" y="993094"/>
                </a:lnTo>
                <a:close/>
                <a:lnTo>
                  <a:pt x="887629" y="1013784"/>
                </a:lnTo>
                <a:close/>
                <a:lnTo>
                  <a:pt x="900460" y="1034473"/>
                </a:lnTo>
                <a:close/>
                <a:lnTo>
                  <a:pt x="910591" y="1055162"/>
                </a:lnTo>
                <a:close/>
                <a:lnTo>
                  <a:pt x="917380" y="1075852"/>
                </a:lnTo>
                <a:close/>
                <a:lnTo>
                  <a:pt x="920338" y="1096541"/>
                </a:lnTo>
                <a:close/>
                <a:lnTo>
                  <a:pt x="919202" y="1117231"/>
                </a:lnTo>
                <a:close/>
                <a:lnTo>
                  <a:pt x="914006" y="1137920"/>
                </a:lnTo>
                <a:close/>
                <a:lnTo>
                  <a:pt x="905099" y="1158610"/>
                </a:lnTo>
                <a:close/>
                <a:lnTo>
                  <a:pt x="893123" y="1179299"/>
                </a:lnTo>
                <a:close/>
                <a:lnTo>
                  <a:pt x="878946" y="1199989"/>
                </a:lnTo>
                <a:close/>
                <a:lnTo>
                  <a:pt x="863533" y="1220678"/>
                </a:lnTo>
                <a:close/>
                <a:lnTo>
                  <a:pt x="847813" y="1241368"/>
                </a:lnTo>
                <a:close/>
                <a:lnTo>
                  <a:pt x="832537" y="1262057"/>
                </a:lnTo>
                <a:close/>
                <a:lnTo>
                  <a:pt x="818174" y="1282746"/>
                </a:lnTo>
                <a:close/>
                <a:lnTo>
                  <a:pt x="804863" y="1303436"/>
                </a:lnTo>
                <a:close/>
                <a:lnTo>
                  <a:pt x="792421" y="1324125"/>
                </a:lnTo>
                <a:close/>
                <a:lnTo>
                  <a:pt x="780425" y="1344815"/>
                </a:lnTo>
                <a:close/>
                <a:lnTo>
                  <a:pt x="768321" y="1365504"/>
                </a:lnTo>
                <a:close/>
                <a:lnTo>
                  <a:pt x="755558" y="1386194"/>
                </a:lnTo>
                <a:close/>
                <a:lnTo>
                  <a:pt x="741707" y="1406883"/>
                </a:lnTo>
                <a:close/>
                <a:lnTo>
                  <a:pt x="726541" y="1427573"/>
                </a:lnTo>
                <a:close/>
                <a:lnTo>
                  <a:pt x="710079" y="1448262"/>
                </a:lnTo>
                <a:close/>
                <a:lnTo>
                  <a:pt x="692570" y="1468952"/>
                </a:lnTo>
                <a:close/>
                <a:lnTo>
                  <a:pt x="674441" y="1489641"/>
                </a:lnTo>
                <a:close/>
                <a:lnTo>
                  <a:pt x="656221" y="1510330"/>
                </a:lnTo>
                <a:close/>
                <a:lnTo>
                  <a:pt x="638449" y="1531020"/>
                </a:lnTo>
                <a:close/>
                <a:lnTo>
                  <a:pt x="621599" y="1551709"/>
                </a:lnTo>
                <a:close/>
                <a:lnTo>
                  <a:pt x="606023" y="1572399"/>
                </a:lnTo>
                <a:close/>
                <a:lnTo>
                  <a:pt x="591921" y="1593088"/>
                </a:lnTo>
                <a:close/>
                <a:lnTo>
                  <a:pt x="579345" y="1613778"/>
                </a:lnTo>
                <a:close/>
                <a:lnTo>
                  <a:pt x="568221" y="1634467"/>
                </a:lnTo>
                <a:close/>
                <a:lnTo>
                  <a:pt x="558390" y="1655157"/>
                </a:lnTo>
                <a:close/>
                <a:lnTo>
                  <a:pt x="549652" y="1675846"/>
                </a:lnTo>
                <a:close/>
                <a:lnTo>
                  <a:pt x="541796" y="1696536"/>
                </a:lnTo>
                <a:close/>
                <a:lnTo>
                  <a:pt x="534634" y="1717225"/>
                </a:lnTo>
                <a:close/>
                <a:lnTo>
                  <a:pt x="528013" y="1737914"/>
                </a:lnTo>
                <a:close/>
                <a:lnTo>
                  <a:pt x="521819" y="1758604"/>
                </a:lnTo>
                <a:close/>
                <a:lnTo>
                  <a:pt x="515974" y="1779293"/>
                </a:lnTo>
                <a:close/>
                <a:lnTo>
                  <a:pt x="510436" y="1799983"/>
                </a:lnTo>
                <a:close/>
                <a:lnTo>
                  <a:pt x="505187" y="1820672"/>
                </a:lnTo>
                <a:close/>
                <a:lnTo>
                  <a:pt x="500232" y="1841362"/>
                </a:lnTo>
                <a:close/>
                <a:lnTo>
                  <a:pt x="495592" y="1862051"/>
                </a:lnTo>
                <a:close/>
                <a:lnTo>
                  <a:pt x="491296" y="1882741"/>
                </a:lnTo>
                <a:close/>
                <a:lnTo>
                  <a:pt x="487375" y="1903430"/>
                </a:lnTo>
                <a:close/>
                <a:lnTo>
                  <a:pt x="483848" y="1924120"/>
                </a:lnTo>
                <a:close/>
                <a:lnTo>
                  <a:pt x="480720" y="1944809"/>
                </a:lnTo>
                <a:close/>
                <a:lnTo>
                  <a:pt x="477977" y="1965498"/>
                </a:lnTo>
                <a:close/>
                <a:lnTo>
                  <a:pt x="475583" y="1986188"/>
                </a:lnTo>
                <a:close/>
                <a:lnTo>
                  <a:pt x="473490" y="2006877"/>
                </a:lnTo>
                <a:close/>
                <a:lnTo>
                  <a:pt x="471643" y="2027567"/>
                </a:lnTo>
                <a:close/>
                <a:lnTo>
                  <a:pt x="469990" y="2048256"/>
                </a:lnTo>
                <a:close/>
                <a:lnTo>
                  <a:pt x="469990" y="2048256"/>
                </a:lnTo>
                <a:close/>
              </a:path>
            </a:pathLst>
          </a:custGeom>
          <a:solidFill>
            <a:srgbClr val="1F3B73">
              <a:alpha val="55000"/>
            </a:srgbClr>
          </a:solidFill>
          <a:ln w="7620">
            <a:solidFill>
              <a:srgbClr val="1F3B73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3866240" y="256443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3315604" y="22060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315604" y="171224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315604" y="121843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3315604" y="72462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360054" y="311357"/>
            <a:ext cx="0" cy="2253082"/>
          </a:xfrm>
          <a:custGeom>
            <a:avLst/>
            <a:gdLst/>
            <a:ahLst/>
            <a:cxnLst/>
            <a:rect l="l" t="t" r="r" b="b"/>
            <a:pathLst>
              <a:path w="0" h="2253082">
                <a:moveTo>
                  <a:pt x="0" y="225308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360054" y="2564439"/>
            <a:ext cx="1012371" cy="0"/>
          </a:xfrm>
          <a:custGeom>
            <a:avLst/>
            <a:gdLst/>
            <a:ahLst/>
            <a:cxnLst/>
            <a:rect l="l" t="t" r="r" b="b"/>
            <a:pathLst>
              <a:path w="1012371" h="0">
                <a:moveTo>
                  <a:pt x="0" y="0"/>
                </a:moveTo>
                <a:lnTo>
                  <a:pt x="101237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927853" y="357296"/>
            <a:ext cx="414909" cy="181890"/>
          </a:xfrm>
          <a:custGeom>
            <a:avLst/>
            <a:gdLst/>
            <a:ahLst/>
            <a:cxnLst/>
            <a:rect l="l" t="t" r="r" b="b"/>
            <a:pathLst>
              <a:path w="414909" h="181890">
                <a:moveTo>
                  <a:pt x="20955" y="181890"/>
                </a:moveTo>
                <a:lnTo>
                  <a:pt x="393954" y="181890"/>
                </a:lnTo>
                <a:close/>
                <a:lnTo>
                  <a:pt x="409670" y="176651"/>
                </a:lnTo>
                <a:close/>
                <a:lnTo>
                  <a:pt x="414909" y="160935"/>
                </a:lnTo>
                <a:close/>
                <a:lnTo>
                  <a:pt x="414909" y="20955"/>
                </a:lnTo>
                <a:close/>
                <a:lnTo>
                  <a:pt x="409670" y="5239"/>
                </a:lnTo>
                <a:close/>
                <a:lnTo>
                  <a:pt x="393954" y="0"/>
                </a:lnTo>
                <a:close/>
                <a:lnTo>
                  <a:pt x="20955" y="0"/>
                </a:lnTo>
                <a:close/>
                <a:lnTo>
                  <a:pt x="5239" y="5239"/>
                </a:lnTo>
                <a:close/>
                <a:lnTo>
                  <a:pt x="0" y="20955"/>
                </a:lnTo>
                <a:close/>
                <a:lnTo>
                  <a:pt x="0" y="160935"/>
                </a:lnTo>
                <a:close/>
                <a:lnTo>
                  <a:pt x="5239" y="176651"/>
                </a:lnTo>
                <a:close/>
                <a:lnTo>
                  <a:pt x="20955" y="181890"/>
                </a:lnTo>
                <a:close/>
                <a:lnTo>
                  <a:pt x="20955" y="181890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6350">
            <a:solidFill>
              <a:srgbClr val="CCCCCC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866240" y="869927"/>
            <a:ext cx="0" cy="1174696"/>
          </a:xfrm>
          <a:custGeom>
            <a:avLst/>
            <a:gdLst/>
            <a:ahLst/>
            <a:cxnLst/>
            <a:rect l="l" t="t" r="r" b="b"/>
            <a:pathLst>
              <a:path w="0" h="1174696">
                <a:moveTo>
                  <a:pt x="0" y="1174696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866240" y="1222579"/>
            <a:ext cx="0" cy="483130"/>
          </a:xfrm>
          <a:custGeom>
            <a:avLst/>
            <a:gdLst/>
            <a:ahLst/>
            <a:cxnLst/>
            <a:rect l="l" t="t" r="r" b="b"/>
            <a:pathLst>
              <a:path w="0" h="483130">
                <a:moveTo>
                  <a:pt x="0" y="483130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837842" y="1455035"/>
            <a:ext cx="56796" cy="56796"/>
          </a:xfrm>
          <a:custGeom>
            <a:avLst/>
            <a:gdLst/>
            <a:ahLst/>
            <a:cxnLst/>
            <a:rect l="l" t="t" r="r" b="b"/>
            <a:pathLst>
              <a:path w="56796" h="56796">
                <a:moveTo>
                  <a:pt x="28398" y="56796"/>
                </a:moveTo>
                <a:lnTo>
                  <a:pt x="48478" y="48478"/>
                </a:lnTo>
                <a:close/>
                <a:lnTo>
                  <a:pt x="56796" y="28398"/>
                </a:lnTo>
                <a:close/>
                <a:lnTo>
                  <a:pt x="48478" y="8317"/>
                </a:lnTo>
                <a:close/>
                <a:lnTo>
                  <a:pt x="28398" y="0"/>
                </a:lnTo>
                <a:close/>
                <a:lnTo>
                  <a:pt x="8317" y="8317"/>
                </a:lnTo>
                <a:close/>
                <a:lnTo>
                  <a:pt x="0" y="28398"/>
                </a:lnTo>
                <a:close/>
                <a:lnTo>
                  <a:pt x="8317" y="48478"/>
                </a:lnTo>
                <a:close/>
                <a:lnTo>
                  <a:pt x="28398" y="56796"/>
                </a:lnTo>
                <a:close/>
                <a:lnTo>
                  <a:pt x="28398" y="56796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98914" cy="32156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740" y="373080"/>
            <a:ext cx="2532424" cy="2436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866936" y="373080"/>
            <a:ext cx="0" cy="2436640"/>
          </a:xfrm>
          <a:custGeom>
            <a:avLst/>
            <a:gdLst/>
            <a:ahLst/>
            <a:cxnLst/>
            <a:rect l="l" t="t" r="r" b="b"/>
            <a:pathLst>
              <a:path w="0" h="2436640">
                <a:moveTo>
                  <a:pt x="0" y="243664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866936" y="28097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279063" y="28097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691189" y="28097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103316" y="28097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515443" y="28097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2927570" y="28097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669290" y="57127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69290" y="86274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669290" y="115420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69290" y="144566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669290" y="173713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69290" y="202859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669290" y="232006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669290" y="261152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713740" y="373080"/>
            <a:ext cx="0" cy="2436640"/>
          </a:xfrm>
          <a:custGeom>
            <a:avLst/>
            <a:gdLst/>
            <a:ahLst/>
            <a:cxnLst/>
            <a:rect l="l" t="t" r="r" b="b"/>
            <a:pathLst>
              <a:path w="0" h="2436640">
                <a:moveTo>
                  <a:pt x="0" y="243664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713740" y="2809720"/>
            <a:ext cx="2532424" cy="0"/>
          </a:xfrm>
          <a:custGeom>
            <a:avLst/>
            <a:gdLst/>
            <a:ahLst/>
            <a:cxnLst/>
            <a:rect l="l" t="t" r="r" b="b"/>
            <a:pathLst>
              <a:path w="2532424" h="0">
                <a:moveTo>
                  <a:pt x="0" y="0"/>
                </a:moveTo>
                <a:lnTo>
                  <a:pt x="253242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6936" y="483836"/>
            <a:ext cx="161409" cy="174878"/>
          </a:xfrm>
          <a:prstGeom prst="rect">
            <a:avLst/>
          </a:prstGeom>
          <a:solidFill>
            <a:srgbClr val="1F3B73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6936" y="775300"/>
            <a:ext cx="2246433" cy="174878"/>
          </a:xfrm>
          <a:prstGeom prst="rect">
            <a:avLst/>
          </a:prstGeom>
          <a:solidFill>
            <a:srgbClr val="1F3B73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6936" y="1066765"/>
            <a:ext cx="245891" cy="174878"/>
          </a:xfrm>
          <a:prstGeom prst="rect">
            <a:avLst/>
          </a:prstGeom>
          <a:solidFill>
            <a:srgbClr val="1F3B73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6936" y="1358229"/>
            <a:ext cx="808448" cy="174878"/>
          </a:xfrm>
          <a:prstGeom prst="rect">
            <a:avLst/>
          </a:prstGeom>
          <a:solidFill>
            <a:srgbClr val="1F3B73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6936" y="1649693"/>
            <a:ext cx="158064" cy="174878"/>
          </a:xfrm>
          <a:prstGeom prst="rect">
            <a:avLst/>
          </a:prstGeom>
          <a:solidFill>
            <a:srgbClr val="1F3B73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6936" y="1941157"/>
            <a:ext cx="77386" cy="174878"/>
          </a:xfrm>
          <a:prstGeom prst="rect">
            <a:avLst/>
          </a:prstGeom>
          <a:solidFill>
            <a:srgbClr val="1F3B73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6936" y="2232621"/>
            <a:ext cx="255010" cy="174878"/>
          </a:xfrm>
          <a:prstGeom prst="rect">
            <a:avLst/>
          </a:prstGeom>
          <a:solidFill>
            <a:srgbClr val="1F3B73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9517" y="2524085"/>
            <a:ext cx="7419" cy="17487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8938" y="571276"/>
            <a:ext cx="58814" cy="0"/>
          </a:xfrm>
          <a:custGeom>
            <a:avLst/>
            <a:gdLst/>
            <a:ahLst/>
            <a:cxnLst/>
            <a:rect l="l" t="t" r="r" b="b"/>
            <a:pathLst>
              <a:path w="58814" h="0">
                <a:moveTo>
                  <a:pt x="0" y="0"/>
                </a:moveTo>
                <a:lnTo>
                  <a:pt x="5881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998938" y="545876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057752" y="545876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095684" y="862740"/>
            <a:ext cx="35370" cy="0"/>
          </a:xfrm>
          <a:custGeom>
            <a:avLst/>
            <a:gdLst/>
            <a:ahLst/>
            <a:cxnLst/>
            <a:rect l="l" t="t" r="r" b="b"/>
            <a:pathLst>
              <a:path w="35370" h="0">
                <a:moveTo>
                  <a:pt x="0" y="0"/>
                </a:moveTo>
                <a:lnTo>
                  <a:pt x="3537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095684" y="83734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131054" y="83734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084853" y="1154204"/>
            <a:ext cx="55949" cy="0"/>
          </a:xfrm>
          <a:custGeom>
            <a:avLst/>
            <a:gdLst/>
            <a:ahLst/>
            <a:cxnLst/>
            <a:rect l="l" t="t" r="r" b="b"/>
            <a:pathLst>
              <a:path w="55949" h="0">
                <a:moveTo>
                  <a:pt x="0" y="0"/>
                </a:moveTo>
                <a:lnTo>
                  <a:pt x="55949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084853" y="1128804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140802" y="1128804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651425" y="1445668"/>
            <a:ext cx="47917" cy="0"/>
          </a:xfrm>
          <a:custGeom>
            <a:avLst/>
            <a:gdLst/>
            <a:ahLst/>
            <a:cxnLst/>
            <a:rect l="l" t="t" r="r" b="b"/>
            <a:pathLst>
              <a:path w="47917" h="0">
                <a:moveTo>
                  <a:pt x="0" y="0"/>
                </a:moveTo>
                <a:lnTo>
                  <a:pt x="47917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651425" y="1420268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699342" y="1420268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000410" y="1737132"/>
            <a:ext cx="49179" cy="0"/>
          </a:xfrm>
          <a:custGeom>
            <a:avLst/>
            <a:gdLst/>
            <a:ahLst/>
            <a:cxnLst/>
            <a:rect l="l" t="t" r="r" b="b"/>
            <a:pathLst>
              <a:path w="49179" h="0">
                <a:moveTo>
                  <a:pt x="0" y="0"/>
                </a:moveTo>
                <a:lnTo>
                  <a:pt x="49179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00410" y="1711732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049589" y="1711732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915200" y="2028596"/>
            <a:ext cx="58245" cy="0"/>
          </a:xfrm>
          <a:custGeom>
            <a:avLst/>
            <a:gdLst/>
            <a:ahLst/>
            <a:cxnLst/>
            <a:rect l="l" t="t" r="r" b="b"/>
            <a:pathLst>
              <a:path w="58245" h="0">
                <a:moveTo>
                  <a:pt x="0" y="0"/>
                </a:moveTo>
                <a:lnTo>
                  <a:pt x="58245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915200" y="2003196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973445" y="2003196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096991" y="2320060"/>
            <a:ext cx="49910" cy="0"/>
          </a:xfrm>
          <a:custGeom>
            <a:avLst/>
            <a:gdLst/>
            <a:ahLst/>
            <a:cxnLst/>
            <a:rect l="l" t="t" r="r" b="b"/>
            <a:pathLst>
              <a:path w="49910" h="0">
                <a:moveTo>
                  <a:pt x="0" y="0"/>
                </a:moveTo>
                <a:lnTo>
                  <a:pt x="4991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096991" y="229466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146901" y="229466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28850" y="2611524"/>
            <a:ext cx="61335" cy="0"/>
          </a:xfrm>
          <a:custGeom>
            <a:avLst/>
            <a:gdLst/>
            <a:ahLst/>
            <a:cxnLst/>
            <a:rect l="l" t="t" r="r" b="b"/>
            <a:pathLst>
              <a:path w="61335" h="0">
                <a:moveTo>
                  <a:pt x="0" y="0"/>
                </a:moveTo>
                <a:lnTo>
                  <a:pt x="61335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28850" y="2586124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90185" y="2586124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44670" y="373080"/>
            <a:ext cx="2532424" cy="2436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4105566" y="373080"/>
            <a:ext cx="0" cy="2436640"/>
          </a:xfrm>
          <a:custGeom>
            <a:avLst/>
            <a:gdLst/>
            <a:ahLst/>
            <a:cxnLst/>
            <a:rect l="l" t="t" r="r" b="b"/>
            <a:pathLst>
              <a:path w="0" h="2436640">
                <a:moveTo>
                  <a:pt x="0" y="243664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4105566" y="28097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4398081" y="28097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690597" y="28097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983112" y="28097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5275627" y="28097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5568143" y="28097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5860658" y="28097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6153173" y="28097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6445688" y="28097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3900220" y="57127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900220" y="86274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900220" y="115420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900220" y="144566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900220" y="173713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900220" y="202859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900220" y="232006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3900220" y="261152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3944670" y="373080"/>
            <a:ext cx="0" cy="2436640"/>
          </a:xfrm>
          <a:custGeom>
            <a:avLst/>
            <a:gdLst/>
            <a:ahLst/>
            <a:cxnLst/>
            <a:rect l="l" t="t" r="r" b="b"/>
            <a:pathLst>
              <a:path w="0" h="2436640">
                <a:moveTo>
                  <a:pt x="0" y="243664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3944670" y="2809720"/>
            <a:ext cx="2532424" cy="0"/>
          </a:xfrm>
          <a:custGeom>
            <a:avLst/>
            <a:gdLst/>
            <a:ahLst/>
            <a:cxnLst/>
            <a:rect l="l" t="t" r="r" b="b"/>
            <a:pathLst>
              <a:path w="2532424" h="0">
                <a:moveTo>
                  <a:pt x="0" y="0"/>
                </a:moveTo>
                <a:lnTo>
                  <a:pt x="253242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101105" y="483836"/>
            <a:ext cx="4461" cy="17487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105566" y="775300"/>
            <a:ext cx="7046" cy="17487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105566" y="1066765"/>
            <a:ext cx="42446" cy="174878"/>
          </a:xfrm>
          <a:prstGeom prst="rect">
            <a:avLst/>
          </a:prstGeom>
          <a:solidFill>
            <a:srgbClr val="1F3B73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05566" y="1358229"/>
            <a:ext cx="2247947" cy="174878"/>
          </a:xfrm>
          <a:prstGeom prst="rect">
            <a:avLst/>
          </a:prstGeom>
          <a:solidFill>
            <a:srgbClr val="1F3B73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105566" y="1649693"/>
            <a:ext cx="545215" cy="174878"/>
          </a:xfrm>
          <a:prstGeom prst="rect">
            <a:avLst/>
          </a:prstGeom>
          <a:solidFill>
            <a:srgbClr val="1F3B73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105566" y="1941157"/>
            <a:ext cx="14726" cy="17487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091791" y="2232621"/>
            <a:ext cx="13776" cy="17487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096059" y="2524085"/>
            <a:ext cx="9507" cy="17487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4070079" y="571276"/>
            <a:ext cx="62051" cy="0"/>
          </a:xfrm>
          <a:custGeom>
            <a:avLst/>
            <a:gdLst/>
            <a:ahLst/>
            <a:cxnLst/>
            <a:rect l="l" t="t" r="r" b="b"/>
            <a:pathLst>
              <a:path w="62051" h="0">
                <a:moveTo>
                  <a:pt x="0" y="0"/>
                </a:moveTo>
                <a:lnTo>
                  <a:pt x="6205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4070079" y="545876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4132130" y="545876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4082316" y="862740"/>
            <a:ext cx="60592" cy="0"/>
          </a:xfrm>
          <a:custGeom>
            <a:avLst/>
            <a:gdLst/>
            <a:ahLst/>
            <a:cxnLst/>
            <a:rect l="l" t="t" r="r" b="b"/>
            <a:pathLst>
              <a:path w="60592" h="0">
                <a:moveTo>
                  <a:pt x="0" y="0"/>
                </a:moveTo>
                <a:lnTo>
                  <a:pt x="6059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4082316" y="83734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4142908" y="83734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4118062" y="1154204"/>
            <a:ext cx="59901" cy="0"/>
          </a:xfrm>
          <a:custGeom>
            <a:avLst/>
            <a:gdLst/>
            <a:ahLst/>
            <a:cxnLst/>
            <a:rect l="l" t="t" r="r" b="b"/>
            <a:pathLst>
              <a:path w="59901" h="0">
                <a:moveTo>
                  <a:pt x="0" y="0"/>
                </a:moveTo>
                <a:lnTo>
                  <a:pt x="5990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4118062" y="1128804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4177963" y="1128804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6345042" y="1445668"/>
            <a:ext cx="16942" cy="0"/>
          </a:xfrm>
          <a:custGeom>
            <a:avLst/>
            <a:gdLst/>
            <a:ahLst/>
            <a:cxnLst/>
            <a:rect l="l" t="t" r="r" b="b"/>
            <a:pathLst>
              <a:path w="16942" h="0">
                <a:moveTo>
                  <a:pt x="0" y="0"/>
                </a:moveTo>
                <a:lnTo>
                  <a:pt x="1694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6345042" y="1420268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6361984" y="1420268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4623567" y="1737132"/>
            <a:ext cx="54428" cy="0"/>
          </a:xfrm>
          <a:custGeom>
            <a:avLst/>
            <a:gdLst/>
            <a:ahLst/>
            <a:cxnLst/>
            <a:rect l="l" t="t" r="r" b="b"/>
            <a:pathLst>
              <a:path w="54428" h="0">
                <a:moveTo>
                  <a:pt x="0" y="0"/>
                </a:moveTo>
                <a:lnTo>
                  <a:pt x="54428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4623567" y="1711732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677995" y="1711732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4089589" y="2028596"/>
            <a:ext cx="61405" cy="0"/>
          </a:xfrm>
          <a:custGeom>
            <a:avLst/>
            <a:gdLst/>
            <a:ahLst/>
            <a:cxnLst/>
            <a:rect l="l" t="t" r="r" b="b"/>
            <a:pathLst>
              <a:path w="61405" h="0">
                <a:moveTo>
                  <a:pt x="0" y="0"/>
                </a:moveTo>
                <a:lnTo>
                  <a:pt x="61405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4089589" y="2003196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4150994" y="2003196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059780" y="2320060"/>
            <a:ext cx="64021" cy="0"/>
          </a:xfrm>
          <a:custGeom>
            <a:avLst/>
            <a:gdLst/>
            <a:ahLst/>
            <a:cxnLst/>
            <a:rect l="l" t="t" r="r" b="b"/>
            <a:pathLst>
              <a:path w="64021" h="0">
                <a:moveTo>
                  <a:pt x="0" y="0"/>
                </a:moveTo>
                <a:lnTo>
                  <a:pt x="6402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4059780" y="229466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4123801" y="229466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4072094" y="2611524"/>
            <a:ext cx="47929" cy="0"/>
          </a:xfrm>
          <a:custGeom>
            <a:avLst/>
            <a:gdLst/>
            <a:ahLst/>
            <a:cxnLst/>
            <a:rect l="l" t="t" r="r" b="b"/>
            <a:pathLst>
              <a:path w="47929" h="0">
                <a:moveTo>
                  <a:pt x="0" y="0"/>
                </a:moveTo>
                <a:lnTo>
                  <a:pt x="47929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4072094" y="2586124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4120023" y="2586124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50800"/>
                </a:move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597187" y="2533186"/>
            <a:ext cx="841808" cy="238435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627667" y="2564868"/>
            <a:ext cx="152400" cy="53340"/>
          </a:xfrm>
          <a:prstGeom prst="rect">
            <a:avLst/>
          </a:prstGeom>
          <a:solidFill>
            <a:srgbClr val="1F3B73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627667" y="2672655"/>
            <a:ext cx="152400" cy="5334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93994" cy="48641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1068" y="372633"/>
            <a:ext cx="996334" cy="1449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16356" y="1381700"/>
            <a:ext cx="905758" cy="374459"/>
          </a:xfrm>
          <a:custGeom>
            <a:avLst/>
            <a:gdLst/>
            <a:ahLst/>
            <a:cxnLst/>
            <a:rect l="l" t="t" r="r" b="b"/>
            <a:pathLst>
              <a:path w="905758" h="374459">
                <a:moveTo>
                  <a:pt x="0" y="374459"/>
                </a:moveTo>
                <a:lnTo>
                  <a:pt x="0" y="374459"/>
                </a:lnTo>
                <a:close/>
                <a:lnTo>
                  <a:pt x="1515" y="374459"/>
                </a:lnTo>
                <a:close/>
                <a:lnTo>
                  <a:pt x="1515" y="374459"/>
                </a:lnTo>
                <a:close/>
                <a:lnTo>
                  <a:pt x="4544" y="374459"/>
                </a:lnTo>
                <a:close/>
                <a:lnTo>
                  <a:pt x="4544" y="374459"/>
                </a:lnTo>
                <a:close/>
                <a:lnTo>
                  <a:pt x="7573" y="374459"/>
                </a:lnTo>
                <a:close/>
                <a:lnTo>
                  <a:pt x="7573" y="374459"/>
                </a:lnTo>
                <a:close/>
                <a:lnTo>
                  <a:pt x="10602" y="374459"/>
                </a:lnTo>
                <a:close/>
                <a:lnTo>
                  <a:pt x="10602" y="374459"/>
                </a:lnTo>
                <a:close/>
                <a:lnTo>
                  <a:pt x="13632" y="374459"/>
                </a:lnTo>
                <a:close/>
                <a:lnTo>
                  <a:pt x="13632" y="374459"/>
                </a:lnTo>
                <a:close/>
                <a:lnTo>
                  <a:pt x="16661" y="374459"/>
                </a:lnTo>
                <a:close/>
                <a:lnTo>
                  <a:pt x="16661" y="374459"/>
                </a:lnTo>
                <a:close/>
                <a:lnTo>
                  <a:pt x="19690" y="374459"/>
                </a:lnTo>
                <a:close/>
                <a:lnTo>
                  <a:pt x="19690" y="374459"/>
                </a:lnTo>
                <a:close/>
                <a:lnTo>
                  <a:pt x="22720" y="374459"/>
                </a:lnTo>
                <a:close/>
                <a:lnTo>
                  <a:pt x="22720" y="374459"/>
                </a:lnTo>
                <a:close/>
                <a:lnTo>
                  <a:pt x="25749" y="374459"/>
                </a:lnTo>
                <a:close/>
                <a:lnTo>
                  <a:pt x="25749" y="374459"/>
                </a:lnTo>
                <a:close/>
                <a:lnTo>
                  <a:pt x="28778" y="374459"/>
                </a:lnTo>
                <a:close/>
                <a:lnTo>
                  <a:pt x="28778" y="374459"/>
                </a:lnTo>
                <a:close/>
                <a:lnTo>
                  <a:pt x="31807" y="374459"/>
                </a:lnTo>
                <a:close/>
                <a:lnTo>
                  <a:pt x="31807" y="374459"/>
                </a:lnTo>
                <a:close/>
                <a:lnTo>
                  <a:pt x="34837" y="374459"/>
                </a:lnTo>
                <a:close/>
                <a:lnTo>
                  <a:pt x="34837" y="374459"/>
                </a:lnTo>
                <a:close/>
                <a:lnTo>
                  <a:pt x="37866" y="374459"/>
                </a:lnTo>
                <a:close/>
                <a:lnTo>
                  <a:pt x="37866" y="374459"/>
                </a:lnTo>
                <a:close/>
                <a:lnTo>
                  <a:pt x="40895" y="374459"/>
                </a:lnTo>
                <a:close/>
                <a:lnTo>
                  <a:pt x="40895" y="374459"/>
                </a:lnTo>
                <a:close/>
                <a:lnTo>
                  <a:pt x="43925" y="374459"/>
                </a:lnTo>
                <a:close/>
                <a:lnTo>
                  <a:pt x="43925" y="374459"/>
                </a:lnTo>
                <a:close/>
                <a:lnTo>
                  <a:pt x="46954" y="374459"/>
                </a:lnTo>
                <a:close/>
                <a:lnTo>
                  <a:pt x="46954" y="374459"/>
                </a:lnTo>
                <a:close/>
                <a:lnTo>
                  <a:pt x="49983" y="374459"/>
                </a:lnTo>
                <a:close/>
                <a:lnTo>
                  <a:pt x="49983" y="374459"/>
                </a:lnTo>
                <a:close/>
                <a:lnTo>
                  <a:pt x="53013" y="374459"/>
                </a:lnTo>
                <a:close/>
                <a:lnTo>
                  <a:pt x="53013" y="374459"/>
                </a:lnTo>
                <a:close/>
                <a:lnTo>
                  <a:pt x="56042" y="374459"/>
                </a:lnTo>
                <a:close/>
                <a:lnTo>
                  <a:pt x="56042" y="374459"/>
                </a:lnTo>
                <a:close/>
                <a:lnTo>
                  <a:pt x="59071" y="374459"/>
                </a:lnTo>
                <a:close/>
                <a:lnTo>
                  <a:pt x="59071" y="374459"/>
                </a:lnTo>
                <a:close/>
                <a:lnTo>
                  <a:pt x="62100" y="374459"/>
                </a:lnTo>
                <a:close/>
                <a:lnTo>
                  <a:pt x="62100" y="374459"/>
                </a:lnTo>
                <a:close/>
                <a:lnTo>
                  <a:pt x="65130" y="374459"/>
                </a:lnTo>
                <a:close/>
                <a:lnTo>
                  <a:pt x="65130" y="374459"/>
                </a:lnTo>
                <a:close/>
                <a:lnTo>
                  <a:pt x="68159" y="374459"/>
                </a:lnTo>
                <a:close/>
                <a:lnTo>
                  <a:pt x="68159" y="374459"/>
                </a:lnTo>
                <a:close/>
                <a:lnTo>
                  <a:pt x="71188" y="374459"/>
                </a:lnTo>
                <a:close/>
                <a:lnTo>
                  <a:pt x="71188" y="374459"/>
                </a:lnTo>
                <a:close/>
                <a:lnTo>
                  <a:pt x="74218" y="374459"/>
                </a:lnTo>
                <a:close/>
                <a:lnTo>
                  <a:pt x="74218" y="374459"/>
                </a:lnTo>
                <a:close/>
                <a:lnTo>
                  <a:pt x="77247" y="374459"/>
                </a:lnTo>
                <a:close/>
                <a:lnTo>
                  <a:pt x="77247" y="374459"/>
                </a:lnTo>
                <a:close/>
                <a:lnTo>
                  <a:pt x="80276" y="374459"/>
                </a:lnTo>
                <a:close/>
                <a:lnTo>
                  <a:pt x="80276" y="374459"/>
                </a:lnTo>
                <a:close/>
                <a:lnTo>
                  <a:pt x="83305" y="374459"/>
                </a:lnTo>
                <a:close/>
                <a:lnTo>
                  <a:pt x="83305" y="374459"/>
                </a:lnTo>
                <a:close/>
                <a:lnTo>
                  <a:pt x="86335" y="374459"/>
                </a:lnTo>
                <a:close/>
                <a:lnTo>
                  <a:pt x="86335" y="374459"/>
                </a:lnTo>
                <a:close/>
                <a:lnTo>
                  <a:pt x="89364" y="374459"/>
                </a:lnTo>
                <a:close/>
                <a:lnTo>
                  <a:pt x="89364" y="374459"/>
                </a:lnTo>
                <a:close/>
                <a:lnTo>
                  <a:pt x="92393" y="374459"/>
                </a:lnTo>
                <a:close/>
                <a:lnTo>
                  <a:pt x="92393" y="374459"/>
                </a:lnTo>
                <a:close/>
                <a:lnTo>
                  <a:pt x="95423" y="374459"/>
                </a:lnTo>
                <a:close/>
                <a:lnTo>
                  <a:pt x="95423" y="374459"/>
                </a:lnTo>
                <a:close/>
                <a:lnTo>
                  <a:pt x="98452" y="374459"/>
                </a:lnTo>
                <a:close/>
                <a:lnTo>
                  <a:pt x="98452" y="374459"/>
                </a:lnTo>
                <a:close/>
                <a:lnTo>
                  <a:pt x="101481" y="374459"/>
                </a:lnTo>
                <a:close/>
                <a:lnTo>
                  <a:pt x="101481" y="374459"/>
                </a:lnTo>
                <a:close/>
                <a:lnTo>
                  <a:pt x="104510" y="374459"/>
                </a:lnTo>
                <a:close/>
                <a:lnTo>
                  <a:pt x="104510" y="0"/>
                </a:lnTo>
                <a:close/>
                <a:lnTo>
                  <a:pt x="107540" y="0"/>
                </a:lnTo>
                <a:close/>
                <a:lnTo>
                  <a:pt x="107540" y="0"/>
                </a:lnTo>
                <a:close/>
                <a:lnTo>
                  <a:pt x="110569" y="0"/>
                </a:lnTo>
                <a:close/>
                <a:lnTo>
                  <a:pt x="110569" y="0"/>
                </a:lnTo>
                <a:close/>
                <a:lnTo>
                  <a:pt x="113598" y="0"/>
                </a:lnTo>
                <a:close/>
                <a:lnTo>
                  <a:pt x="113598" y="0"/>
                </a:lnTo>
                <a:close/>
                <a:lnTo>
                  <a:pt x="116628" y="0"/>
                </a:lnTo>
                <a:close/>
                <a:lnTo>
                  <a:pt x="116628" y="0"/>
                </a:lnTo>
                <a:close/>
                <a:lnTo>
                  <a:pt x="119657" y="0"/>
                </a:lnTo>
                <a:close/>
                <a:lnTo>
                  <a:pt x="119657" y="0"/>
                </a:lnTo>
                <a:close/>
                <a:lnTo>
                  <a:pt x="122686" y="0"/>
                </a:lnTo>
                <a:close/>
                <a:lnTo>
                  <a:pt x="122686" y="0"/>
                </a:lnTo>
                <a:close/>
                <a:lnTo>
                  <a:pt x="125715" y="0"/>
                </a:lnTo>
                <a:close/>
                <a:lnTo>
                  <a:pt x="125715" y="0"/>
                </a:lnTo>
                <a:close/>
                <a:lnTo>
                  <a:pt x="128745" y="0"/>
                </a:lnTo>
                <a:close/>
                <a:lnTo>
                  <a:pt x="128745" y="0"/>
                </a:lnTo>
                <a:close/>
                <a:lnTo>
                  <a:pt x="131774" y="0"/>
                </a:lnTo>
                <a:close/>
                <a:lnTo>
                  <a:pt x="131774" y="0"/>
                </a:lnTo>
                <a:close/>
                <a:lnTo>
                  <a:pt x="134803" y="0"/>
                </a:lnTo>
                <a:close/>
                <a:lnTo>
                  <a:pt x="134803" y="0"/>
                </a:lnTo>
                <a:close/>
                <a:lnTo>
                  <a:pt x="137833" y="0"/>
                </a:lnTo>
                <a:close/>
                <a:lnTo>
                  <a:pt x="137833" y="0"/>
                </a:lnTo>
                <a:close/>
                <a:lnTo>
                  <a:pt x="140862" y="0"/>
                </a:lnTo>
                <a:close/>
                <a:lnTo>
                  <a:pt x="140862" y="0"/>
                </a:lnTo>
                <a:close/>
                <a:lnTo>
                  <a:pt x="143891" y="0"/>
                </a:lnTo>
                <a:close/>
                <a:lnTo>
                  <a:pt x="143891" y="0"/>
                </a:lnTo>
                <a:close/>
                <a:lnTo>
                  <a:pt x="146921" y="0"/>
                </a:lnTo>
                <a:close/>
                <a:lnTo>
                  <a:pt x="146921" y="0"/>
                </a:lnTo>
                <a:close/>
                <a:lnTo>
                  <a:pt x="149950" y="0"/>
                </a:lnTo>
                <a:close/>
                <a:lnTo>
                  <a:pt x="149950" y="0"/>
                </a:lnTo>
                <a:close/>
                <a:lnTo>
                  <a:pt x="152979" y="0"/>
                </a:lnTo>
                <a:close/>
                <a:lnTo>
                  <a:pt x="152979" y="0"/>
                </a:lnTo>
                <a:close/>
                <a:lnTo>
                  <a:pt x="156008" y="0"/>
                </a:lnTo>
                <a:close/>
                <a:lnTo>
                  <a:pt x="156008" y="0"/>
                </a:lnTo>
                <a:close/>
                <a:lnTo>
                  <a:pt x="159038" y="0"/>
                </a:lnTo>
                <a:close/>
                <a:lnTo>
                  <a:pt x="159038" y="0"/>
                </a:lnTo>
                <a:close/>
                <a:lnTo>
                  <a:pt x="162067" y="0"/>
                </a:lnTo>
                <a:close/>
                <a:lnTo>
                  <a:pt x="162067" y="0"/>
                </a:lnTo>
                <a:close/>
                <a:lnTo>
                  <a:pt x="165096" y="0"/>
                </a:lnTo>
                <a:close/>
                <a:lnTo>
                  <a:pt x="165096" y="0"/>
                </a:lnTo>
                <a:close/>
                <a:lnTo>
                  <a:pt x="168126" y="0"/>
                </a:lnTo>
                <a:close/>
                <a:lnTo>
                  <a:pt x="168126" y="0"/>
                </a:lnTo>
                <a:close/>
                <a:lnTo>
                  <a:pt x="171155" y="0"/>
                </a:lnTo>
                <a:close/>
                <a:lnTo>
                  <a:pt x="171155" y="0"/>
                </a:lnTo>
                <a:close/>
                <a:lnTo>
                  <a:pt x="174184" y="0"/>
                </a:lnTo>
                <a:close/>
                <a:lnTo>
                  <a:pt x="174184" y="0"/>
                </a:lnTo>
                <a:close/>
                <a:lnTo>
                  <a:pt x="177213" y="0"/>
                </a:lnTo>
                <a:close/>
                <a:lnTo>
                  <a:pt x="177213" y="0"/>
                </a:lnTo>
                <a:close/>
                <a:lnTo>
                  <a:pt x="180243" y="0"/>
                </a:lnTo>
                <a:close/>
                <a:lnTo>
                  <a:pt x="180243" y="0"/>
                </a:lnTo>
                <a:close/>
                <a:lnTo>
                  <a:pt x="183272" y="0"/>
                </a:lnTo>
                <a:close/>
                <a:lnTo>
                  <a:pt x="183272" y="0"/>
                </a:lnTo>
                <a:close/>
                <a:lnTo>
                  <a:pt x="186301" y="0"/>
                </a:lnTo>
                <a:close/>
                <a:lnTo>
                  <a:pt x="186301" y="0"/>
                </a:lnTo>
                <a:close/>
                <a:lnTo>
                  <a:pt x="189331" y="0"/>
                </a:lnTo>
                <a:close/>
                <a:lnTo>
                  <a:pt x="189331" y="0"/>
                </a:lnTo>
                <a:close/>
                <a:lnTo>
                  <a:pt x="192360" y="0"/>
                </a:lnTo>
                <a:close/>
                <a:lnTo>
                  <a:pt x="192360" y="0"/>
                </a:lnTo>
                <a:close/>
                <a:lnTo>
                  <a:pt x="195389" y="0"/>
                </a:lnTo>
                <a:close/>
                <a:lnTo>
                  <a:pt x="195389" y="0"/>
                </a:lnTo>
                <a:close/>
                <a:lnTo>
                  <a:pt x="198418" y="0"/>
                </a:lnTo>
                <a:close/>
                <a:lnTo>
                  <a:pt x="198418" y="0"/>
                </a:lnTo>
                <a:close/>
                <a:lnTo>
                  <a:pt x="201448" y="0"/>
                </a:lnTo>
                <a:close/>
                <a:lnTo>
                  <a:pt x="201448" y="0"/>
                </a:lnTo>
                <a:close/>
                <a:lnTo>
                  <a:pt x="204477" y="0"/>
                </a:lnTo>
                <a:close/>
                <a:lnTo>
                  <a:pt x="204477" y="0"/>
                </a:lnTo>
                <a:close/>
                <a:lnTo>
                  <a:pt x="207506" y="0"/>
                </a:lnTo>
                <a:close/>
                <a:lnTo>
                  <a:pt x="207506" y="0"/>
                </a:lnTo>
                <a:close/>
                <a:lnTo>
                  <a:pt x="210536" y="0"/>
                </a:lnTo>
                <a:close/>
                <a:lnTo>
                  <a:pt x="210536" y="0"/>
                </a:lnTo>
                <a:close/>
                <a:lnTo>
                  <a:pt x="213565" y="0"/>
                </a:lnTo>
                <a:close/>
                <a:lnTo>
                  <a:pt x="213565" y="0"/>
                </a:lnTo>
                <a:close/>
                <a:lnTo>
                  <a:pt x="216594" y="0"/>
                </a:lnTo>
                <a:close/>
                <a:lnTo>
                  <a:pt x="216594" y="0"/>
                </a:lnTo>
                <a:close/>
                <a:lnTo>
                  <a:pt x="219624" y="0"/>
                </a:lnTo>
                <a:close/>
                <a:lnTo>
                  <a:pt x="219624" y="0"/>
                </a:lnTo>
                <a:close/>
                <a:lnTo>
                  <a:pt x="222653" y="0"/>
                </a:lnTo>
                <a:close/>
                <a:lnTo>
                  <a:pt x="222653" y="0"/>
                </a:lnTo>
                <a:close/>
                <a:lnTo>
                  <a:pt x="225682" y="0"/>
                </a:lnTo>
                <a:close/>
                <a:lnTo>
                  <a:pt x="225682" y="0"/>
                </a:lnTo>
                <a:close/>
                <a:lnTo>
                  <a:pt x="228711" y="0"/>
                </a:lnTo>
                <a:close/>
                <a:lnTo>
                  <a:pt x="228711" y="0"/>
                </a:lnTo>
                <a:close/>
                <a:lnTo>
                  <a:pt x="231741" y="0"/>
                </a:lnTo>
                <a:close/>
                <a:lnTo>
                  <a:pt x="231741" y="0"/>
                </a:lnTo>
                <a:close/>
                <a:lnTo>
                  <a:pt x="234770" y="0"/>
                </a:lnTo>
                <a:close/>
                <a:lnTo>
                  <a:pt x="234770" y="0"/>
                </a:lnTo>
                <a:close/>
                <a:lnTo>
                  <a:pt x="237799" y="0"/>
                </a:lnTo>
                <a:close/>
                <a:lnTo>
                  <a:pt x="237799" y="0"/>
                </a:lnTo>
                <a:close/>
                <a:lnTo>
                  <a:pt x="240829" y="0"/>
                </a:lnTo>
                <a:close/>
                <a:lnTo>
                  <a:pt x="240829" y="0"/>
                </a:lnTo>
                <a:close/>
                <a:lnTo>
                  <a:pt x="243858" y="0"/>
                </a:lnTo>
                <a:close/>
                <a:lnTo>
                  <a:pt x="243858" y="0"/>
                </a:lnTo>
                <a:close/>
                <a:lnTo>
                  <a:pt x="246887" y="0"/>
                </a:lnTo>
                <a:close/>
                <a:lnTo>
                  <a:pt x="246887" y="0"/>
                </a:lnTo>
                <a:close/>
                <a:lnTo>
                  <a:pt x="249916" y="0"/>
                </a:lnTo>
                <a:close/>
                <a:lnTo>
                  <a:pt x="249916" y="0"/>
                </a:lnTo>
                <a:close/>
                <a:lnTo>
                  <a:pt x="252946" y="0"/>
                </a:lnTo>
                <a:close/>
                <a:lnTo>
                  <a:pt x="252946" y="0"/>
                </a:lnTo>
                <a:close/>
                <a:lnTo>
                  <a:pt x="255975" y="0"/>
                </a:lnTo>
                <a:close/>
                <a:lnTo>
                  <a:pt x="255975" y="0"/>
                </a:lnTo>
                <a:close/>
                <a:lnTo>
                  <a:pt x="259004" y="0"/>
                </a:lnTo>
                <a:close/>
                <a:lnTo>
                  <a:pt x="259004" y="0"/>
                </a:lnTo>
                <a:close/>
                <a:lnTo>
                  <a:pt x="262034" y="0"/>
                </a:lnTo>
                <a:close/>
                <a:lnTo>
                  <a:pt x="262034" y="0"/>
                </a:lnTo>
                <a:close/>
                <a:lnTo>
                  <a:pt x="265063" y="0"/>
                </a:lnTo>
                <a:close/>
                <a:lnTo>
                  <a:pt x="265063" y="0"/>
                </a:lnTo>
                <a:close/>
                <a:lnTo>
                  <a:pt x="268092" y="0"/>
                </a:lnTo>
                <a:close/>
                <a:lnTo>
                  <a:pt x="268092" y="0"/>
                </a:lnTo>
                <a:close/>
                <a:lnTo>
                  <a:pt x="271121" y="0"/>
                </a:lnTo>
                <a:close/>
                <a:lnTo>
                  <a:pt x="271121" y="0"/>
                </a:lnTo>
                <a:close/>
                <a:lnTo>
                  <a:pt x="274151" y="0"/>
                </a:lnTo>
                <a:close/>
                <a:lnTo>
                  <a:pt x="274151" y="0"/>
                </a:lnTo>
                <a:close/>
                <a:lnTo>
                  <a:pt x="277180" y="0"/>
                </a:lnTo>
                <a:close/>
                <a:lnTo>
                  <a:pt x="277180" y="0"/>
                </a:lnTo>
                <a:close/>
                <a:lnTo>
                  <a:pt x="280209" y="0"/>
                </a:lnTo>
                <a:close/>
                <a:lnTo>
                  <a:pt x="280209" y="0"/>
                </a:lnTo>
                <a:close/>
                <a:lnTo>
                  <a:pt x="283239" y="0"/>
                </a:lnTo>
                <a:close/>
                <a:lnTo>
                  <a:pt x="283239" y="0"/>
                </a:lnTo>
                <a:close/>
                <a:lnTo>
                  <a:pt x="286268" y="0"/>
                </a:lnTo>
                <a:close/>
                <a:lnTo>
                  <a:pt x="286268" y="0"/>
                </a:lnTo>
                <a:close/>
                <a:lnTo>
                  <a:pt x="289297" y="0"/>
                </a:lnTo>
                <a:close/>
                <a:lnTo>
                  <a:pt x="289297" y="0"/>
                </a:lnTo>
                <a:close/>
                <a:lnTo>
                  <a:pt x="292327" y="0"/>
                </a:lnTo>
                <a:close/>
                <a:lnTo>
                  <a:pt x="292327" y="0"/>
                </a:lnTo>
                <a:close/>
                <a:lnTo>
                  <a:pt x="295356" y="0"/>
                </a:lnTo>
                <a:close/>
                <a:lnTo>
                  <a:pt x="295356" y="0"/>
                </a:lnTo>
                <a:close/>
                <a:lnTo>
                  <a:pt x="298385" y="0"/>
                </a:lnTo>
                <a:close/>
                <a:lnTo>
                  <a:pt x="298385" y="0"/>
                </a:lnTo>
                <a:close/>
                <a:lnTo>
                  <a:pt x="301414" y="0"/>
                </a:lnTo>
                <a:close/>
                <a:lnTo>
                  <a:pt x="301414" y="0"/>
                </a:lnTo>
                <a:close/>
                <a:lnTo>
                  <a:pt x="304444" y="0"/>
                </a:lnTo>
                <a:close/>
                <a:lnTo>
                  <a:pt x="304444" y="0"/>
                </a:lnTo>
                <a:close/>
                <a:lnTo>
                  <a:pt x="307473" y="0"/>
                </a:lnTo>
                <a:close/>
                <a:lnTo>
                  <a:pt x="307473" y="0"/>
                </a:lnTo>
                <a:close/>
                <a:lnTo>
                  <a:pt x="310502" y="0"/>
                </a:lnTo>
                <a:close/>
                <a:lnTo>
                  <a:pt x="310502" y="0"/>
                </a:lnTo>
                <a:close/>
                <a:lnTo>
                  <a:pt x="313532" y="0"/>
                </a:lnTo>
                <a:close/>
                <a:lnTo>
                  <a:pt x="313532" y="0"/>
                </a:lnTo>
                <a:close/>
                <a:lnTo>
                  <a:pt x="316561" y="0"/>
                </a:lnTo>
                <a:close/>
                <a:lnTo>
                  <a:pt x="316561" y="0"/>
                </a:lnTo>
                <a:close/>
                <a:lnTo>
                  <a:pt x="319590" y="0"/>
                </a:lnTo>
                <a:close/>
                <a:lnTo>
                  <a:pt x="319590" y="0"/>
                </a:lnTo>
                <a:close/>
                <a:lnTo>
                  <a:pt x="322619" y="0"/>
                </a:lnTo>
                <a:close/>
                <a:lnTo>
                  <a:pt x="322619" y="0"/>
                </a:lnTo>
                <a:close/>
                <a:lnTo>
                  <a:pt x="325649" y="0"/>
                </a:lnTo>
                <a:close/>
                <a:lnTo>
                  <a:pt x="325649" y="0"/>
                </a:lnTo>
                <a:close/>
                <a:lnTo>
                  <a:pt x="328678" y="0"/>
                </a:lnTo>
                <a:close/>
                <a:lnTo>
                  <a:pt x="328678" y="0"/>
                </a:lnTo>
                <a:close/>
                <a:lnTo>
                  <a:pt x="331707" y="0"/>
                </a:lnTo>
                <a:close/>
                <a:lnTo>
                  <a:pt x="331707" y="0"/>
                </a:lnTo>
                <a:close/>
                <a:lnTo>
                  <a:pt x="334737" y="0"/>
                </a:lnTo>
                <a:close/>
                <a:lnTo>
                  <a:pt x="334737" y="0"/>
                </a:lnTo>
                <a:close/>
                <a:lnTo>
                  <a:pt x="337766" y="0"/>
                </a:lnTo>
                <a:close/>
                <a:lnTo>
                  <a:pt x="337766" y="0"/>
                </a:lnTo>
                <a:close/>
                <a:lnTo>
                  <a:pt x="340795" y="0"/>
                </a:lnTo>
                <a:close/>
                <a:lnTo>
                  <a:pt x="340795" y="0"/>
                </a:lnTo>
                <a:close/>
                <a:lnTo>
                  <a:pt x="343824" y="0"/>
                </a:lnTo>
                <a:close/>
                <a:lnTo>
                  <a:pt x="343824" y="0"/>
                </a:lnTo>
                <a:close/>
                <a:lnTo>
                  <a:pt x="346854" y="0"/>
                </a:lnTo>
                <a:close/>
                <a:lnTo>
                  <a:pt x="346854" y="0"/>
                </a:lnTo>
                <a:close/>
                <a:lnTo>
                  <a:pt x="349883" y="0"/>
                </a:lnTo>
                <a:close/>
                <a:lnTo>
                  <a:pt x="349883" y="0"/>
                </a:lnTo>
                <a:close/>
                <a:lnTo>
                  <a:pt x="352912" y="0"/>
                </a:lnTo>
                <a:close/>
                <a:lnTo>
                  <a:pt x="352912" y="0"/>
                </a:lnTo>
                <a:close/>
                <a:lnTo>
                  <a:pt x="355942" y="0"/>
                </a:lnTo>
                <a:close/>
                <a:lnTo>
                  <a:pt x="355942" y="0"/>
                </a:lnTo>
                <a:close/>
                <a:lnTo>
                  <a:pt x="358971" y="0"/>
                </a:lnTo>
                <a:close/>
                <a:lnTo>
                  <a:pt x="358971" y="0"/>
                </a:lnTo>
                <a:close/>
                <a:lnTo>
                  <a:pt x="362000" y="0"/>
                </a:lnTo>
                <a:close/>
                <a:lnTo>
                  <a:pt x="362000" y="0"/>
                </a:lnTo>
                <a:close/>
                <a:lnTo>
                  <a:pt x="365029" y="0"/>
                </a:lnTo>
                <a:close/>
                <a:lnTo>
                  <a:pt x="365029" y="0"/>
                </a:lnTo>
                <a:close/>
                <a:lnTo>
                  <a:pt x="368059" y="0"/>
                </a:lnTo>
                <a:close/>
                <a:lnTo>
                  <a:pt x="368059" y="0"/>
                </a:lnTo>
                <a:close/>
                <a:lnTo>
                  <a:pt x="371088" y="0"/>
                </a:lnTo>
                <a:close/>
                <a:lnTo>
                  <a:pt x="371088" y="0"/>
                </a:lnTo>
                <a:close/>
                <a:lnTo>
                  <a:pt x="374117" y="0"/>
                </a:lnTo>
                <a:close/>
                <a:lnTo>
                  <a:pt x="374117" y="0"/>
                </a:lnTo>
                <a:close/>
                <a:lnTo>
                  <a:pt x="377147" y="0"/>
                </a:lnTo>
                <a:close/>
                <a:lnTo>
                  <a:pt x="377147" y="0"/>
                </a:lnTo>
                <a:close/>
                <a:lnTo>
                  <a:pt x="380176" y="0"/>
                </a:lnTo>
                <a:close/>
                <a:lnTo>
                  <a:pt x="380176" y="0"/>
                </a:lnTo>
                <a:close/>
                <a:lnTo>
                  <a:pt x="383205" y="0"/>
                </a:lnTo>
                <a:close/>
                <a:lnTo>
                  <a:pt x="383205" y="0"/>
                </a:lnTo>
                <a:close/>
                <a:lnTo>
                  <a:pt x="386235" y="0"/>
                </a:lnTo>
                <a:close/>
                <a:lnTo>
                  <a:pt x="386235" y="0"/>
                </a:lnTo>
                <a:close/>
                <a:lnTo>
                  <a:pt x="389264" y="0"/>
                </a:lnTo>
                <a:close/>
                <a:lnTo>
                  <a:pt x="389264" y="0"/>
                </a:lnTo>
                <a:close/>
                <a:lnTo>
                  <a:pt x="392293" y="0"/>
                </a:lnTo>
                <a:close/>
                <a:lnTo>
                  <a:pt x="392293" y="0"/>
                </a:lnTo>
                <a:close/>
                <a:lnTo>
                  <a:pt x="395322" y="0"/>
                </a:lnTo>
                <a:close/>
                <a:lnTo>
                  <a:pt x="395322" y="0"/>
                </a:lnTo>
                <a:close/>
                <a:lnTo>
                  <a:pt x="398352" y="0"/>
                </a:lnTo>
                <a:close/>
                <a:lnTo>
                  <a:pt x="398352" y="0"/>
                </a:lnTo>
                <a:close/>
                <a:lnTo>
                  <a:pt x="401381" y="0"/>
                </a:lnTo>
                <a:close/>
                <a:lnTo>
                  <a:pt x="401381" y="0"/>
                </a:lnTo>
                <a:close/>
                <a:lnTo>
                  <a:pt x="404410" y="0"/>
                </a:lnTo>
                <a:close/>
                <a:lnTo>
                  <a:pt x="404410" y="0"/>
                </a:lnTo>
                <a:close/>
                <a:lnTo>
                  <a:pt x="407440" y="0"/>
                </a:lnTo>
                <a:close/>
                <a:lnTo>
                  <a:pt x="407440" y="0"/>
                </a:lnTo>
                <a:close/>
                <a:lnTo>
                  <a:pt x="410469" y="0"/>
                </a:lnTo>
                <a:close/>
                <a:lnTo>
                  <a:pt x="410469" y="0"/>
                </a:lnTo>
                <a:close/>
                <a:lnTo>
                  <a:pt x="413498" y="0"/>
                </a:lnTo>
                <a:close/>
                <a:lnTo>
                  <a:pt x="413498" y="0"/>
                </a:lnTo>
                <a:close/>
                <a:lnTo>
                  <a:pt x="416527" y="0"/>
                </a:lnTo>
                <a:close/>
                <a:lnTo>
                  <a:pt x="416527" y="0"/>
                </a:lnTo>
                <a:close/>
                <a:lnTo>
                  <a:pt x="419557" y="0"/>
                </a:lnTo>
                <a:close/>
                <a:lnTo>
                  <a:pt x="419557" y="0"/>
                </a:lnTo>
                <a:close/>
                <a:lnTo>
                  <a:pt x="422586" y="0"/>
                </a:lnTo>
                <a:close/>
                <a:lnTo>
                  <a:pt x="422586" y="0"/>
                </a:lnTo>
                <a:close/>
                <a:lnTo>
                  <a:pt x="425615" y="0"/>
                </a:lnTo>
                <a:close/>
                <a:lnTo>
                  <a:pt x="425615" y="0"/>
                </a:lnTo>
                <a:close/>
                <a:lnTo>
                  <a:pt x="428645" y="0"/>
                </a:lnTo>
                <a:close/>
                <a:lnTo>
                  <a:pt x="428645" y="0"/>
                </a:lnTo>
                <a:close/>
                <a:lnTo>
                  <a:pt x="431674" y="0"/>
                </a:lnTo>
                <a:close/>
                <a:lnTo>
                  <a:pt x="431674" y="0"/>
                </a:lnTo>
                <a:close/>
                <a:lnTo>
                  <a:pt x="434703" y="0"/>
                </a:lnTo>
                <a:close/>
                <a:lnTo>
                  <a:pt x="434703" y="0"/>
                </a:lnTo>
                <a:close/>
                <a:lnTo>
                  <a:pt x="437732" y="0"/>
                </a:lnTo>
                <a:close/>
                <a:lnTo>
                  <a:pt x="437732" y="0"/>
                </a:lnTo>
                <a:close/>
                <a:lnTo>
                  <a:pt x="440762" y="0"/>
                </a:lnTo>
                <a:close/>
                <a:lnTo>
                  <a:pt x="440762" y="0"/>
                </a:lnTo>
                <a:close/>
                <a:lnTo>
                  <a:pt x="443791" y="0"/>
                </a:lnTo>
                <a:close/>
                <a:lnTo>
                  <a:pt x="443791" y="0"/>
                </a:lnTo>
                <a:close/>
                <a:lnTo>
                  <a:pt x="446820" y="0"/>
                </a:lnTo>
                <a:close/>
                <a:lnTo>
                  <a:pt x="446820" y="0"/>
                </a:lnTo>
                <a:close/>
                <a:lnTo>
                  <a:pt x="449850" y="0"/>
                </a:lnTo>
                <a:close/>
                <a:lnTo>
                  <a:pt x="449850" y="0"/>
                </a:lnTo>
                <a:close/>
                <a:lnTo>
                  <a:pt x="452879" y="0"/>
                </a:lnTo>
                <a:close/>
                <a:lnTo>
                  <a:pt x="452879" y="0"/>
                </a:lnTo>
                <a:close/>
                <a:lnTo>
                  <a:pt x="455908" y="0"/>
                </a:lnTo>
                <a:close/>
                <a:lnTo>
                  <a:pt x="455908" y="0"/>
                </a:lnTo>
                <a:close/>
                <a:lnTo>
                  <a:pt x="458938" y="0"/>
                </a:lnTo>
                <a:close/>
                <a:lnTo>
                  <a:pt x="458938" y="0"/>
                </a:lnTo>
                <a:close/>
                <a:lnTo>
                  <a:pt x="461967" y="0"/>
                </a:lnTo>
                <a:close/>
                <a:lnTo>
                  <a:pt x="461967" y="0"/>
                </a:lnTo>
                <a:close/>
                <a:lnTo>
                  <a:pt x="464996" y="0"/>
                </a:lnTo>
                <a:close/>
                <a:lnTo>
                  <a:pt x="464996" y="0"/>
                </a:lnTo>
                <a:close/>
                <a:lnTo>
                  <a:pt x="468025" y="0"/>
                </a:lnTo>
                <a:close/>
                <a:lnTo>
                  <a:pt x="468025" y="0"/>
                </a:lnTo>
                <a:close/>
                <a:lnTo>
                  <a:pt x="471055" y="0"/>
                </a:lnTo>
                <a:close/>
                <a:lnTo>
                  <a:pt x="471055" y="0"/>
                </a:lnTo>
                <a:close/>
                <a:lnTo>
                  <a:pt x="474084" y="0"/>
                </a:lnTo>
                <a:close/>
                <a:lnTo>
                  <a:pt x="474084" y="0"/>
                </a:lnTo>
                <a:close/>
                <a:lnTo>
                  <a:pt x="477113" y="0"/>
                </a:lnTo>
                <a:close/>
                <a:lnTo>
                  <a:pt x="477113" y="0"/>
                </a:lnTo>
                <a:close/>
                <a:lnTo>
                  <a:pt x="480143" y="0"/>
                </a:lnTo>
                <a:close/>
                <a:lnTo>
                  <a:pt x="480143" y="0"/>
                </a:lnTo>
                <a:close/>
                <a:lnTo>
                  <a:pt x="483172" y="0"/>
                </a:lnTo>
                <a:close/>
                <a:lnTo>
                  <a:pt x="483172" y="0"/>
                </a:lnTo>
                <a:close/>
                <a:lnTo>
                  <a:pt x="486201" y="0"/>
                </a:lnTo>
                <a:close/>
                <a:lnTo>
                  <a:pt x="486201" y="0"/>
                </a:lnTo>
                <a:close/>
                <a:lnTo>
                  <a:pt x="489230" y="0"/>
                </a:lnTo>
                <a:close/>
                <a:lnTo>
                  <a:pt x="489230" y="0"/>
                </a:lnTo>
                <a:close/>
                <a:lnTo>
                  <a:pt x="492260" y="0"/>
                </a:lnTo>
                <a:close/>
                <a:lnTo>
                  <a:pt x="492260" y="0"/>
                </a:lnTo>
                <a:close/>
                <a:lnTo>
                  <a:pt x="495289" y="0"/>
                </a:lnTo>
                <a:close/>
                <a:lnTo>
                  <a:pt x="495289" y="0"/>
                </a:lnTo>
                <a:close/>
                <a:lnTo>
                  <a:pt x="498318" y="0"/>
                </a:lnTo>
                <a:close/>
                <a:lnTo>
                  <a:pt x="498318" y="0"/>
                </a:lnTo>
                <a:close/>
                <a:lnTo>
                  <a:pt x="501348" y="0"/>
                </a:lnTo>
                <a:close/>
                <a:lnTo>
                  <a:pt x="501348" y="0"/>
                </a:lnTo>
                <a:close/>
                <a:lnTo>
                  <a:pt x="504377" y="0"/>
                </a:lnTo>
                <a:close/>
                <a:lnTo>
                  <a:pt x="504377" y="0"/>
                </a:lnTo>
                <a:close/>
                <a:lnTo>
                  <a:pt x="507406" y="0"/>
                </a:lnTo>
                <a:close/>
                <a:lnTo>
                  <a:pt x="507406" y="0"/>
                </a:lnTo>
                <a:close/>
                <a:lnTo>
                  <a:pt x="510435" y="0"/>
                </a:lnTo>
                <a:close/>
                <a:lnTo>
                  <a:pt x="510435" y="0"/>
                </a:lnTo>
                <a:close/>
                <a:lnTo>
                  <a:pt x="513465" y="0"/>
                </a:lnTo>
                <a:close/>
                <a:lnTo>
                  <a:pt x="513465" y="0"/>
                </a:lnTo>
                <a:close/>
                <a:lnTo>
                  <a:pt x="516494" y="0"/>
                </a:lnTo>
                <a:close/>
                <a:lnTo>
                  <a:pt x="516494" y="0"/>
                </a:lnTo>
                <a:close/>
                <a:lnTo>
                  <a:pt x="519523" y="0"/>
                </a:lnTo>
                <a:close/>
                <a:lnTo>
                  <a:pt x="519523" y="0"/>
                </a:lnTo>
                <a:close/>
                <a:lnTo>
                  <a:pt x="522553" y="0"/>
                </a:lnTo>
                <a:close/>
                <a:lnTo>
                  <a:pt x="522553" y="0"/>
                </a:lnTo>
                <a:close/>
                <a:lnTo>
                  <a:pt x="525582" y="0"/>
                </a:lnTo>
                <a:close/>
                <a:lnTo>
                  <a:pt x="525582" y="0"/>
                </a:lnTo>
                <a:close/>
                <a:lnTo>
                  <a:pt x="528611" y="0"/>
                </a:lnTo>
                <a:close/>
                <a:lnTo>
                  <a:pt x="528611" y="0"/>
                </a:lnTo>
                <a:close/>
                <a:lnTo>
                  <a:pt x="531641" y="0"/>
                </a:lnTo>
                <a:close/>
                <a:lnTo>
                  <a:pt x="531641" y="0"/>
                </a:lnTo>
                <a:close/>
                <a:lnTo>
                  <a:pt x="534670" y="0"/>
                </a:lnTo>
                <a:close/>
                <a:lnTo>
                  <a:pt x="534670" y="0"/>
                </a:lnTo>
                <a:close/>
                <a:lnTo>
                  <a:pt x="537699" y="0"/>
                </a:lnTo>
                <a:close/>
                <a:lnTo>
                  <a:pt x="537699" y="0"/>
                </a:lnTo>
                <a:close/>
                <a:lnTo>
                  <a:pt x="540728" y="0"/>
                </a:lnTo>
                <a:close/>
                <a:lnTo>
                  <a:pt x="540728" y="0"/>
                </a:lnTo>
                <a:close/>
                <a:lnTo>
                  <a:pt x="543758" y="0"/>
                </a:lnTo>
                <a:close/>
                <a:lnTo>
                  <a:pt x="543758" y="0"/>
                </a:lnTo>
                <a:close/>
                <a:lnTo>
                  <a:pt x="546787" y="0"/>
                </a:lnTo>
                <a:close/>
                <a:lnTo>
                  <a:pt x="546787" y="0"/>
                </a:lnTo>
                <a:close/>
                <a:lnTo>
                  <a:pt x="549816" y="0"/>
                </a:lnTo>
                <a:close/>
                <a:lnTo>
                  <a:pt x="549816" y="0"/>
                </a:lnTo>
                <a:close/>
                <a:lnTo>
                  <a:pt x="552846" y="0"/>
                </a:lnTo>
                <a:close/>
                <a:lnTo>
                  <a:pt x="552846" y="0"/>
                </a:lnTo>
                <a:close/>
                <a:lnTo>
                  <a:pt x="555875" y="0"/>
                </a:lnTo>
                <a:close/>
                <a:lnTo>
                  <a:pt x="555875" y="0"/>
                </a:lnTo>
                <a:close/>
                <a:lnTo>
                  <a:pt x="558904" y="0"/>
                </a:lnTo>
                <a:close/>
                <a:lnTo>
                  <a:pt x="558904" y="0"/>
                </a:lnTo>
                <a:close/>
                <a:lnTo>
                  <a:pt x="561933" y="0"/>
                </a:lnTo>
                <a:close/>
                <a:lnTo>
                  <a:pt x="561933" y="0"/>
                </a:lnTo>
                <a:close/>
                <a:lnTo>
                  <a:pt x="564963" y="0"/>
                </a:lnTo>
                <a:close/>
                <a:lnTo>
                  <a:pt x="564963" y="0"/>
                </a:lnTo>
                <a:close/>
                <a:lnTo>
                  <a:pt x="567992" y="0"/>
                </a:lnTo>
                <a:close/>
                <a:lnTo>
                  <a:pt x="567992" y="0"/>
                </a:lnTo>
                <a:close/>
                <a:lnTo>
                  <a:pt x="571021" y="0"/>
                </a:lnTo>
                <a:close/>
                <a:lnTo>
                  <a:pt x="571021" y="0"/>
                </a:lnTo>
                <a:close/>
                <a:lnTo>
                  <a:pt x="574051" y="0"/>
                </a:lnTo>
                <a:close/>
                <a:lnTo>
                  <a:pt x="574051" y="0"/>
                </a:lnTo>
                <a:close/>
                <a:lnTo>
                  <a:pt x="577080" y="0"/>
                </a:lnTo>
                <a:close/>
                <a:lnTo>
                  <a:pt x="577080" y="0"/>
                </a:lnTo>
                <a:close/>
                <a:lnTo>
                  <a:pt x="580109" y="0"/>
                </a:lnTo>
                <a:close/>
                <a:lnTo>
                  <a:pt x="580109" y="0"/>
                </a:lnTo>
                <a:close/>
                <a:lnTo>
                  <a:pt x="583138" y="0"/>
                </a:lnTo>
                <a:close/>
                <a:lnTo>
                  <a:pt x="583138" y="0"/>
                </a:lnTo>
                <a:close/>
                <a:lnTo>
                  <a:pt x="586168" y="0"/>
                </a:lnTo>
                <a:close/>
                <a:lnTo>
                  <a:pt x="586168" y="0"/>
                </a:lnTo>
                <a:close/>
                <a:lnTo>
                  <a:pt x="589197" y="0"/>
                </a:lnTo>
                <a:close/>
                <a:lnTo>
                  <a:pt x="589197" y="0"/>
                </a:lnTo>
                <a:close/>
                <a:lnTo>
                  <a:pt x="592226" y="0"/>
                </a:lnTo>
                <a:close/>
                <a:lnTo>
                  <a:pt x="592226" y="0"/>
                </a:lnTo>
                <a:close/>
                <a:lnTo>
                  <a:pt x="595256" y="0"/>
                </a:lnTo>
                <a:close/>
                <a:lnTo>
                  <a:pt x="595256" y="0"/>
                </a:lnTo>
                <a:close/>
                <a:lnTo>
                  <a:pt x="598285" y="0"/>
                </a:lnTo>
                <a:close/>
                <a:lnTo>
                  <a:pt x="598285" y="0"/>
                </a:lnTo>
                <a:close/>
                <a:lnTo>
                  <a:pt x="601314" y="0"/>
                </a:lnTo>
                <a:close/>
                <a:lnTo>
                  <a:pt x="601314" y="0"/>
                </a:lnTo>
                <a:close/>
                <a:lnTo>
                  <a:pt x="604343" y="0"/>
                </a:lnTo>
                <a:close/>
                <a:lnTo>
                  <a:pt x="604343" y="0"/>
                </a:lnTo>
                <a:close/>
                <a:lnTo>
                  <a:pt x="607373" y="0"/>
                </a:lnTo>
                <a:close/>
                <a:lnTo>
                  <a:pt x="607373" y="0"/>
                </a:lnTo>
                <a:close/>
                <a:lnTo>
                  <a:pt x="610402" y="0"/>
                </a:lnTo>
                <a:close/>
                <a:lnTo>
                  <a:pt x="610402" y="0"/>
                </a:lnTo>
                <a:close/>
                <a:lnTo>
                  <a:pt x="613431" y="0"/>
                </a:lnTo>
                <a:close/>
                <a:lnTo>
                  <a:pt x="613431" y="0"/>
                </a:lnTo>
                <a:close/>
                <a:lnTo>
                  <a:pt x="616461" y="0"/>
                </a:lnTo>
                <a:close/>
                <a:lnTo>
                  <a:pt x="616461" y="0"/>
                </a:lnTo>
                <a:close/>
                <a:lnTo>
                  <a:pt x="619490" y="0"/>
                </a:lnTo>
                <a:close/>
                <a:lnTo>
                  <a:pt x="619490" y="0"/>
                </a:lnTo>
                <a:close/>
                <a:lnTo>
                  <a:pt x="622519" y="0"/>
                </a:lnTo>
                <a:close/>
                <a:lnTo>
                  <a:pt x="622519" y="0"/>
                </a:lnTo>
                <a:close/>
                <a:lnTo>
                  <a:pt x="625549" y="0"/>
                </a:lnTo>
                <a:close/>
                <a:lnTo>
                  <a:pt x="625549" y="0"/>
                </a:lnTo>
                <a:close/>
                <a:lnTo>
                  <a:pt x="628578" y="0"/>
                </a:lnTo>
                <a:close/>
                <a:lnTo>
                  <a:pt x="628578" y="0"/>
                </a:lnTo>
                <a:close/>
                <a:lnTo>
                  <a:pt x="631607" y="0"/>
                </a:lnTo>
                <a:close/>
                <a:lnTo>
                  <a:pt x="631607" y="0"/>
                </a:lnTo>
                <a:close/>
                <a:lnTo>
                  <a:pt x="634636" y="0"/>
                </a:lnTo>
                <a:close/>
                <a:lnTo>
                  <a:pt x="634636" y="0"/>
                </a:lnTo>
                <a:close/>
                <a:lnTo>
                  <a:pt x="637666" y="0"/>
                </a:lnTo>
                <a:close/>
                <a:lnTo>
                  <a:pt x="637666" y="0"/>
                </a:lnTo>
                <a:close/>
                <a:lnTo>
                  <a:pt x="640695" y="0"/>
                </a:lnTo>
                <a:close/>
                <a:lnTo>
                  <a:pt x="640695" y="0"/>
                </a:lnTo>
                <a:close/>
                <a:lnTo>
                  <a:pt x="643724" y="0"/>
                </a:lnTo>
                <a:close/>
                <a:lnTo>
                  <a:pt x="643724" y="0"/>
                </a:lnTo>
                <a:close/>
                <a:lnTo>
                  <a:pt x="646754" y="0"/>
                </a:lnTo>
                <a:close/>
                <a:lnTo>
                  <a:pt x="646754" y="0"/>
                </a:lnTo>
                <a:close/>
                <a:lnTo>
                  <a:pt x="649783" y="0"/>
                </a:lnTo>
                <a:close/>
                <a:lnTo>
                  <a:pt x="649783" y="0"/>
                </a:lnTo>
                <a:close/>
                <a:lnTo>
                  <a:pt x="652812" y="0"/>
                </a:lnTo>
                <a:close/>
                <a:lnTo>
                  <a:pt x="652812" y="0"/>
                </a:lnTo>
                <a:close/>
                <a:lnTo>
                  <a:pt x="655841" y="0"/>
                </a:lnTo>
                <a:close/>
                <a:lnTo>
                  <a:pt x="655841" y="0"/>
                </a:lnTo>
                <a:close/>
                <a:lnTo>
                  <a:pt x="658871" y="0"/>
                </a:lnTo>
                <a:close/>
                <a:lnTo>
                  <a:pt x="658871" y="0"/>
                </a:lnTo>
                <a:close/>
                <a:lnTo>
                  <a:pt x="661900" y="0"/>
                </a:lnTo>
                <a:close/>
                <a:lnTo>
                  <a:pt x="661900" y="0"/>
                </a:lnTo>
                <a:close/>
                <a:lnTo>
                  <a:pt x="664929" y="0"/>
                </a:lnTo>
                <a:close/>
                <a:lnTo>
                  <a:pt x="664929" y="0"/>
                </a:lnTo>
                <a:close/>
                <a:lnTo>
                  <a:pt x="667959" y="0"/>
                </a:lnTo>
                <a:close/>
                <a:lnTo>
                  <a:pt x="667959" y="0"/>
                </a:lnTo>
                <a:close/>
                <a:lnTo>
                  <a:pt x="670988" y="0"/>
                </a:lnTo>
                <a:close/>
                <a:lnTo>
                  <a:pt x="670988" y="0"/>
                </a:lnTo>
                <a:close/>
                <a:lnTo>
                  <a:pt x="674017" y="0"/>
                </a:lnTo>
                <a:close/>
                <a:lnTo>
                  <a:pt x="674017" y="0"/>
                </a:lnTo>
                <a:close/>
                <a:lnTo>
                  <a:pt x="677046" y="0"/>
                </a:lnTo>
                <a:close/>
                <a:lnTo>
                  <a:pt x="677046" y="0"/>
                </a:lnTo>
                <a:close/>
                <a:lnTo>
                  <a:pt x="680076" y="0"/>
                </a:lnTo>
                <a:close/>
                <a:lnTo>
                  <a:pt x="680076" y="0"/>
                </a:lnTo>
                <a:close/>
                <a:lnTo>
                  <a:pt x="683105" y="0"/>
                </a:lnTo>
                <a:close/>
                <a:lnTo>
                  <a:pt x="683105" y="0"/>
                </a:lnTo>
                <a:close/>
                <a:lnTo>
                  <a:pt x="686134" y="0"/>
                </a:lnTo>
                <a:close/>
                <a:lnTo>
                  <a:pt x="686134" y="0"/>
                </a:lnTo>
                <a:close/>
                <a:lnTo>
                  <a:pt x="689164" y="0"/>
                </a:lnTo>
                <a:close/>
                <a:lnTo>
                  <a:pt x="689164" y="0"/>
                </a:lnTo>
                <a:close/>
                <a:lnTo>
                  <a:pt x="692193" y="0"/>
                </a:lnTo>
                <a:close/>
                <a:lnTo>
                  <a:pt x="692193" y="0"/>
                </a:lnTo>
                <a:close/>
                <a:lnTo>
                  <a:pt x="695222" y="0"/>
                </a:lnTo>
                <a:close/>
                <a:lnTo>
                  <a:pt x="695222" y="0"/>
                </a:lnTo>
                <a:close/>
                <a:lnTo>
                  <a:pt x="698252" y="0"/>
                </a:lnTo>
                <a:close/>
                <a:lnTo>
                  <a:pt x="698252" y="0"/>
                </a:lnTo>
                <a:close/>
                <a:lnTo>
                  <a:pt x="701281" y="0"/>
                </a:lnTo>
                <a:close/>
                <a:lnTo>
                  <a:pt x="701281" y="0"/>
                </a:lnTo>
                <a:close/>
                <a:lnTo>
                  <a:pt x="704310" y="0"/>
                </a:lnTo>
                <a:close/>
                <a:lnTo>
                  <a:pt x="704310" y="0"/>
                </a:lnTo>
                <a:close/>
                <a:lnTo>
                  <a:pt x="707339" y="0"/>
                </a:lnTo>
                <a:close/>
                <a:lnTo>
                  <a:pt x="707339" y="0"/>
                </a:lnTo>
                <a:close/>
                <a:lnTo>
                  <a:pt x="710369" y="0"/>
                </a:lnTo>
                <a:close/>
                <a:lnTo>
                  <a:pt x="710369" y="0"/>
                </a:lnTo>
                <a:close/>
                <a:lnTo>
                  <a:pt x="713398" y="0"/>
                </a:lnTo>
                <a:close/>
                <a:lnTo>
                  <a:pt x="713398" y="0"/>
                </a:lnTo>
                <a:close/>
                <a:lnTo>
                  <a:pt x="716427" y="0"/>
                </a:lnTo>
                <a:close/>
                <a:lnTo>
                  <a:pt x="716427" y="0"/>
                </a:lnTo>
                <a:close/>
                <a:lnTo>
                  <a:pt x="719457" y="0"/>
                </a:lnTo>
                <a:close/>
                <a:lnTo>
                  <a:pt x="719457" y="0"/>
                </a:lnTo>
                <a:close/>
                <a:lnTo>
                  <a:pt x="722486" y="0"/>
                </a:lnTo>
                <a:close/>
                <a:lnTo>
                  <a:pt x="722486" y="0"/>
                </a:lnTo>
                <a:close/>
                <a:lnTo>
                  <a:pt x="725515" y="0"/>
                </a:lnTo>
                <a:close/>
                <a:lnTo>
                  <a:pt x="725515" y="0"/>
                </a:lnTo>
                <a:close/>
                <a:lnTo>
                  <a:pt x="728544" y="0"/>
                </a:lnTo>
                <a:close/>
                <a:lnTo>
                  <a:pt x="728544" y="0"/>
                </a:lnTo>
                <a:close/>
                <a:lnTo>
                  <a:pt x="731574" y="0"/>
                </a:lnTo>
                <a:close/>
                <a:lnTo>
                  <a:pt x="731574" y="0"/>
                </a:lnTo>
                <a:close/>
                <a:lnTo>
                  <a:pt x="734603" y="0"/>
                </a:lnTo>
                <a:close/>
                <a:lnTo>
                  <a:pt x="734603" y="0"/>
                </a:lnTo>
                <a:close/>
                <a:lnTo>
                  <a:pt x="737632" y="0"/>
                </a:lnTo>
                <a:close/>
                <a:lnTo>
                  <a:pt x="737632" y="0"/>
                </a:lnTo>
                <a:close/>
                <a:lnTo>
                  <a:pt x="740662" y="0"/>
                </a:lnTo>
                <a:close/>
                <a:lnTo>
                  <a:pt x="740662" y="0"/>
                </a:lnTo>
                <a:close/>
                <a:lnTo>
                  <a:pt x="743691" y="0"/>
                </a:lnTo>
                <a:close/>
                <a:lnTo>
                  <a:pt x="743691" y="0"/>
                </a:lnTo>
                <a:close/>
                <a:lnTo>
                  <a:pt x="746720" y="0"/>
                </a:lnTo>
                <a:close/>
                <a:lnTo>
                  <a:pt x="746720" y="0"/>
                </a:lnTo>
                <a:close/>
                <a:lnTo>
                  <a:pt x="749749" y="0"/>
                </a:lnTo>
                <a:close/>
                <a:lnTo>
                  <a:pt x="749749" y="0"/>
                </a:lnTo>
                <a:close/>
                <a:lnTo>
                  <a:pt x="752779" y="0"/>
                </a:lnTo>
                <a:close/>
                <a:lnTo>
                  <a:pt x="752779" y="0"/>
                </a:lnTo>
                <a:close/>
                <a:lnTo>
                  <a:pt x="755808" y="0"/>
                </a:lnTo>
                <a:close/>
                <a:lnTo>
                  <a:pt x="755808" y="0"/>
                </a:lnTo>
                <a:close/>
                <a:lnTo>
                  <a:pt x="758837" y="0"/>
                </a:lnTo>
                <a:close/>
                <a:lnTo>
                  <a:pt x="758837" y="0"/>
                </a:lnTo>
                <a:close/>
                <a:lnTo>
                  <a:pt x="761867" y="0"/>
                </a:lnTo>
                <a:close/>
                <a:lnTo>
                  <a:pt x="761867" y="0"/>
                </a:lnTo>
                <a:close/>
                <a:lnTo>
                  <a:pt x="764896" y="0"/>
                </a:lnTo>
                <a:close/>
                <a:lnTo>
                  <a:pt x="764896" y="0"/>
                </a:lnTo>
                <a:close/>
                <a:lnTo>
                  <a:pt x="767925" y="0"/>
                </a:lnTo>
                <a:close/>
                <a:lnTo>
                  <a:pt x="767925" y="0"/>
                </a:lnTo>
                <a:close/>
                <a:lnTo>
                  <a:pt x="770955" y="0"/>
                </a:lnTo>
                <a:close/>
                <a:lnTo>
                  <a:pt x="770955" y="0"/>
                </a:lnTo>
                <a:close/>
                <a:lnTo>
                  <a:pt x="773984" y="0"/>
                </a:lnTo>
                <a:close/>
                <a:lnTo>
                  <a:pt x="773984" y="0"/>
                </a:lnTo>
                <a:close/>
                <a:lnTo>
                  <a:pt x="777013" y="0"/>
                </a:lnTo>
                <a:close/>
                <a:lnTo>
                  <a:pt x="777013" y="0"/>
                </a:lnTo>
                <a:close/>
                <a:lnTo>
                  <a:pt x="780042" y="0"/>
                </a:lnTo>
                <a:close/>
                <a:lnTo>
                  <a:pt x="780042" y="0"/>
                </a:lnTo>
                <a:close/>
                <a:lnTo>
                  <a:pt x="783072" y="0"/>
                </a:lnTo>
                <a:close/>
                <a:lnTo>
                  <a:pt x="783072" y="0"/>
                </a:lnTo>
                <a:close/>
                <a:lnTo>
                  <a:pt x="786101" y="0"/>
                </a:lnTo>
                <a:close/>
                <a:lnTo>
                  <a:pt x="786101" y="0"/>
                </a:lnTo>
                <a:close/>
                <a:lnTo>
                  <a:pt x="789130" y="0"/>
                </a:lnTo>
                <a:close/>
                <a:lnTo>
                  <a:pt x="789130" y="0"/>
                </a:lnTo>
                <a:close/>
                <a:lnTo>
                  <a:pt x="792160" y="0"/>
                </a:lnTo>
                <a:close/>
                <a:lnTo>
                  <a:pt x="792160" y="0"/>
                </a:lnTo>
                <a:close/>
                <a:lnTo>
                  <a:pt x="795189" y="0"/>
                </a:lnTo>
                <a:close/>
                <a:lnTo>
                  <a:pt x="795189" y="0"/>
                </a:lnTo>
                <a:close/>
                <a:lnTo>
                  <a:pt x="798218" y="0"/>
                </a:lnTo>
                <a:close/>
                <a:lnTo>
                  <a:pt x="798218" y="0"/>
                </a:lnTo>
                <a:close/>
                <a:lnTo>
                  <a:pt x="801247" y="0"/>
                </a:lnTo>
                <a:close/>
                <a:lnTo>
                  <a:pt x="801247" y="374459"/>
                </a:lnTo>
                <a:close/>
                <a:lnTo>
                  <a:pt x="804277" y="374459"/>
                </a:lnTo>
                <a:close/>
                <a:lnTo>
                  <a:pt x="804277" y="374459"/>
                </a:lnTo>
                <a:close/>
                <a:lnTo>
                  <a:pt x="807306" y="374459"/>
                </a:lnTo>
                <a:close/>
                <a:lnTo>
                  <a:pt x="807306" y="374459"/>
                </a:lnTo>
                <a:close/>
                <a:lnTo>
                  <a:pt x="810335" y="374459"/>
                </a:lnTo>
                <a:close/>
                <a:lnTo>
                  <a:pt x="810335" y="374459"/>
                </a:lnTo>
                <a:close/>
                <a:lnTo>
                  <a:pt x="813365" y="374459"/>
                </a:lnTo>
                <a:close/>
                <a:lnTo>
                  <a:pt x="813365" y="374459"/>
                </a:lnTo>
                <a:close/>
                <a:lnTo>
                  <a:pt x="816394" y="374459"/>
                </a:lnTo>
                <a:close/>
                <a:lnTo>
                  <a:pt x="816394" y="374459"/>
                </a:lnTo>
                <a:close/>
                <a:lnTo>
                  <a:pt x="819423" y="374459"/>
                </a:lnTo>
                <a:close/>
                <a:lnTo>
                  <a:pt x="819423" y="374459"/>
                </a:lnTo>
                <a:close/>
                <a:lnTo>
                  <a:pt x="822452" y="374459"/>
                </a:lnTo>
                <a:close/>
                <a:lnTo>
                  <a:pt x="822452" y="374459"/>
                </a:lnTo>
                <a:close/>
                <a:lnTo>
                  <a:pt x="825482" y="374459"/>
                </a:lnTo>
                <a:close/>
                <a:lnTo>
                  <a:pt x="825482" y="374459"/>
                </a:lnTo>
                <a:close/>
                <a:lnTo>
                  <a:pt x="828511" y="374459"/>
                </a:lnTo>
                <a:close/>
                <a:lnTo>
                  <a:pt x="828511" y="374459"/>
                </a:lnTo>
                <a:close/>
                <a:lnTo>
                  <a:pt x="831540" y="374459"/>
                </a:lnTo>
                <a:close/>
                <a:lnTo>
                  <a:pt x="831540" y="374459"/>
                </a:lnTo>
                <a:close/>
                <a:lnTo>
                  <a:pt x="834570" y="374459"/>
                </a:lnTo>
                <a:close/>
                <a:lnTo>
                  <a:pt x="834570" y="374459"/>
                </a:lnTo>
                <a:close/>
                <a:lnTo>
                  <a:pt x="837599" y="374459"/>
                </a:lnTo>
                <a:close/>
                <a:lnTo>
                  <a:pt x="837599" y="374459"/>
                </a:lnTo>
                <a:close/>
                <a:lnTo>
                  <a:pt x="840628" y="374459"/>
                </a:lnTo>
                <a:close/>
                <a:lnTo>
                  <a:pt x="840628" y="374459"/>
                </a:lnTo>
                <a:close/>
                <a:lnTo>
                  <a:pt x="843657" y="374459"/>
                </a:lnTo>
                <a:close/>
                <a:lnTo>
                  <a:pt x="843657" y="374459"/>
                </a:lnTo>
                <a:close/>
                <a:lnTo>
                  <a:pt x="846687" y="374459"/>
                </a:lnTo>
                <a:close/>
                <a:lnTo>
                  <a:pt x="846687" y="374459"/>
                </a:lnTo>
                <a:close/>
                <a:lnTo>
                  <a:pt x="849716" y="374459"/>
                </a:lnTo>
                <a:close/>
                <a:lnTo>
                  <a:pt x="849716" y="374459"/>
                </a:lnTo>
                <a:close/>
                <a:lnTo>
                  <a:pt x="852745" y="374459"/>
                </a:lnTo>
                <a:close/>
                <a:lnTo>
                  <a:pt x="852745" y="374459"/>
                </a:lnTo>
                <a:close/>
                <a:lnTo>
                  <a:pt x="855775" y="374459"/>
                </a:lnTo>
                <a:close/>
                <a:lnTo>
                  <a:pt x="855775" y="374459"/>
                </a:lnTo>
                <a:close/>
                <a:lnTo>
                  <a:pt x="858804" y="374459"/>
                </a:lnTo>
                <a:close/>
                <a:lnTo>
                  <a:pt x="858804" y="374459"/>
                </a:lnTo>
                <a:close/>
                <a:lnTo>
                  <a:pt x="861833" y="374459"/>
                </a:lnTo>
                <a:close/>
                <a:lnTo>
                  <a:pt x="861833" y="374459"/>
                </a:lnTo>
                <a:close/>
                <a:lnTo>
                  <a:pt x="864863" y="374459"/>
                </a:lnTo>
                <a:close/>
                <a:lnTo>
                  <a:pt x="864863" y="374459"/>
                </a:lnTo>
                <a:close/>
                <a:lnTo>
                  <a:pt x="867892" y="374459"/>
                </a:lnTo>
                <a:close/>
                <a:lnTo>
                  <a:pt x="867892" y="374459"/>
                </a:lnTo>
                <a:close/>
                <a:lnTo>
                  <a:pt x="870921" y="374459"/>
                </a:lnTo>
                <a:close/>
                <a:lnTo>
                  <a:pt x="870921" y="374459"/>
                </a:lnTo>
                <a:close/>
                <a:lnTo>
                  <a:pt x="873950" y="374459"/>
                </a:lnTo>
                <a:close/>
                <a:lnTo>
                  <a:pt x="873950" y="374459"/>
                </a:lnTo>
                <a:close/>
                <a:lnTo>
                  <a:pt x="876980" y="374459"/>
                </a:lnTo>
                <a:close/>
                <a:lnTo>
                  <a:pt x="876980" y="374459"/>
                </a:lnTo>
                <a:close/>
                <a:lnTo>
                  <a:pt x="880009" y="374459"/>
                </a:lnTo>
                <a:close/>
                <a:lnTo>
                  <a:pt x="880009" y="374459"/>
                </a:lnTo>
                <a:close/>
                <a:lnTo>
                  <a:pt x="883038" y="374459"/>
                </a:lnTo>
                <a:close/>
                <a:lnTo>
                  <a:pt x="883038" y="374459"/>
                </a:lnTo>
                <a:close/>
                <a:lnTo>
                  <a:pt x="886068" y="374459"/>
                </a:lnTo>
                <a:close/>
                <a:lnTo>
                  <a:pt x="886068" y="374459"/>
                </a:lnTo>
                <a:close/>
                <a:lnTo>
                  <a:pt x="889097" y="374459"/>
                </a:lnTo>
                <a:close/>
                <a:lnTo>
                  <a:pt x="889097" y="374459"/>
                </a:lnTo>
                <a:close/>
                <a:lnTo>
                  <a:pt x="892126" y="374459"/>
                </a:lnTo>
                <a:close/>
                <a:lnTo>
                  <a:pt x="892126" y="374459"/>
                </a:lnTo>
                <a:close/>
                <a:lnTo>
                  <a:pt x="895155" y="374459"/>
                </a:lnTo>
                <a:close/>
                <a:lnTo>
                  <a:pt x="895155" y="374459"/>
                </a:lnTo>
                <a:close/>
                <a:lnTo>
                  <a:pt x="898185" y="374459"/>
                </a:lnTo>
                <a:close/>
                <a:lnTo>
                  <a:pt x="898185" y="374459"/>
                </a:lnTo>
                <a:close/>
                <a:lnTo>
                  <a:pt x="901214" y="374459"/>
                </a:lnTo>
                <a:close/>
                <a:lnTo>
                  <a:pt x="901214" y="374459"/>
                </a:lnTo>
                <a:close/>
                <a:lnTo>
                  <a:pt x="904243" y="374459"/>
                </a:lnTo>
                <a:close/>
                <a:lnTo>
                  <a:pt x="904243" y="374459"/>
                </a:lnTo>
                <a:close/>
                <a:lnTo>
                  <a:pt x="905758" y="374459"/>
                </a:lnTo>
                <a:close/>
                <a:lnTo>
                  <a:pt x="905758" y="374459"/>
                </a:lnTo>
                <a:close/>
                <a:lnTo>
                  <a:pt x="905758" y="374459"/>
                </a:lnTo>
                <a:close/>
                <a:lnTo>
                  <a:pt x="904243" y="374459"/>
                </a:lnTo>
                <a:close/>
                <a:lnTo>
                  <a:pt x="904243" y="374459"/>
                </a:lnTo>
                <a:close/>
                <a:lnTo>
                  <a:pt x="901214" y="374459"/>
                </a:lnTo>
                <a:close/>
                <a:lnTo>
                  <a:pt x="901214" y="374459"/>
                </a:lnTo>
                <a:close/>
                <a:lnTo>
                  <a:pt x="898185" y="374459"/>
                </a:lnTo>
                <a:close/>
                <a:lnTo>
                  <a:pt x="898185" y="374459"/>
                </a:lnTo>
                <a:close/>
                <a:lnTo>
                  <a:pt x="895155" y="374459"/>
                </a:lnTo>
                <a:close/>
                <a:lnTo>
                  <a:pt x="895155" y="374459"/>
                </a:lnTo>
                <a:close/>
                <a:lnTo>
                  <a:pt x="892126" y="374459"/>
                </a:lnTo>
                <a:close/>
                <a:lnTo>
                  <a:pt x="892126" y="374459"/>
                </a:lnTo>
                <a:close/>
                <a:lnTo>
                  <a:pt x="889097" y="374459"/>
                </a:lnTo>
                <a:close/>
                <a:lnTo>
                  <a:pt x="889097" y="374459"/>
                </a:lnTo>
                <a:close/>
                <a:lnTo>
                  <a:pt x="886068" y="374459"/>
                </a:lnTo>
                <a:close/>
                <a:lnTo>
                  <a:pt x="886068" y="374459"/>
                </a:lnTo>
                <a:close/>
                <a:lnTo>
                  <a:pt x="883038" y="374459"/>
                </a:lnTo>
                <a:close/>
                <a:lnTo>
                  <a:pt x="883038" y="374459"/>
                </a:lnTo>
                <a:close/>
                <a:lnTo>
                  <a:pt x="880009" y="374459"/>
                </a:lnTo>
                <a:close/>
                <a:lnTo>
                  <a:pt x="880009" y="374459"/>
                </a:lnTo>
                <a:close/>
                <a:lnTo>
                  <a:pt x="876980" y="374459"/>
                </a:lnTo>
                <a:close/>
                <a:lnTo>
                  <a:pt x="876980" y="374459"/>
                </a:lnTo>
                <a:close/>
                <a:lnTo>
                  <a:pt x="873950" y="374459"/>
                </a:lnTo>
                <a:close/>
                <a:lnTo>
                  <a:pt x="873950" y="374459"/>
                </a:lnTo>
                <a:close/>
                <a:lnTo>
                  <a:pt x="870921" y="374459"/>
                </a:lnTo>
                <a:close/>
                <a:lnTo>
                  <a:pt x="870921" y="374459"/>
                </a:lnTo>
                <a:close/>
                <a:lnTo>
                  <a:pt x="867892" y="374459"/>
                </a:lnTo>
                <a:close/>
                <a:lnTo>
                  <a:pt x="867892" y="374459"/>
                </a:lnTo>
                <a:close/>
                <a:lnTo>
                  <a:pt x="864863" y="374459"/>
                </a:lnTo>
                <a:close/>
                <a:lnTo>
                  <a:pt x="864863" y="374459"/>
                </a:lnTo>
                <a:close/>
                <a:lnTo>
                  <a:pt x="861833" y="374459"/>
                </a:lnTo>
                <a:close/>
                <a:lnTo>
                  <a:pt x="861833" y="374459"/>
                </a:lnTo>
                <a:close/>
                <a:lnTo>
                  <a:pt x="858804" y="374459"/>
                </a:lnTo>
                <a:close/>
                <a:lnTo>
                  <a:pt x="858804" y="374459"/>
                </a:lnTo>
                <a:close/>
                <a:lnTo>
                  <a:pt x="855775" y="374459"/>
                </a:lnTo>
                <a:close/>
                <a:lnTo>
                  <a:pt x="855775" y="374459"/>
                </a:lnTo>
                <a:close/>
                <a:lnTo>
                  <a:pt x="852745" y="374459"/>
                </a:lnTo>
                <a:close/>
                <a:lnTo>
                  <a:pt x="852745" y="374459"/>
                </a:lnTo>
                <a:close/>
                <a:lnTo>
                  <a:pt x="849716" y="374459"/>
                </a:lnTo>
                <a:close/>
                <a:lnTo>
                  <a:pt x="849716" y="374459"/>
                </a:lnTo>
                <a:close/>
                <a:lnTo>
                  <a:pt x="846687" y="374459"/>
                </a:lnTo>
                <a:close/>
                <a:lnTo>
                  <a:pt x="846687" y="374459"/>
                </a:lnTo>
                <a:close/>
                <a:lnTo>
                  <a:pt x="843657" y="374459"/>
                </a:lnTo>
                <a:close/>
                <a:lnTo>
                  <a:pt x="843657" y="374459"/>
                </a:lnTo>
                <a:close/>
                <a:lnTo>
                  <a:pt x="840628" y="374459"/>
                </a:lnTo>
                <a:close/>
                <a:lnTo>
                  <a:pt x="840628" y="374459"/>
                </a:lnTo>
                <a:close/>
                <a:lnTo>
                  <a:pt x="837599" y="374459"/>
                </a:lnTo>
                <a:close/>
                <a:lnTo>
                  <a:pt x="837599" y="374459"/>
                </a:lnTo>
                <a:close/>
                <a:lnTo>
                  <a:pt x="834570" y="374459"/>
                </a:lnTo>
                <a:close/>
                <a:lnTo>
                  <a:pt x="834570" y="374459"/>
                </a:lnTo>
                <a:close/>
                <a:lnTo>
                  <a:pt x="831540" y="374459"/>
                </a:lnTo>
                <a:close/>
                <a:lnTo>
                  <a:pt x="831540" y="374459"/>
                </a:lnTo>
                <a:close/>
                <a:lnTo>
                  <a:pt x="828511" y="374459"/>
                </a:lnTo>
                <a:close/>
                <a:lnTo>
                  <a:pt x="828511" y="374459"/>
                </a:lnTo>
                <a:close/>
                <a:lnTo>
                  <a:pt x="825482" y="374459"/>
                </a:lnTo>
                <a:close/>
                <a:lnTo>
                  <a:pt x="825482" y="374459"/>
                </a:lnTo>
                <a:close/>
                <a:lnTo>
                  <a:pt x="822452" y="374459"/>
                </a:lnTo>
                <a:close/>
                <a:lnTo>
                  <a:pt x="822452" y="374459"/>
                </a:lnTo>
                <a:close/>
                <a:lnTo>
                  <a:pt x="819423" y="374459"/>
                </a:lnTo>
                <a:close/>
                <a:lnTo>
                  <a:pt x="819423" y="374459"/>
                </a:lnTo>
                <a:close/>
                <a:lnTo>
                  <a:pt x="816394" y="374459"/>
                </a:lnTo>
                <a:close/>
                <a:lnTo>
                  <a:pt x="816394" y="374459"/>
                </a:lnTo>
                <a:close/>
                <a:lnTo>
                  <a:pt x="813365" y="374459"/>
                </a:lnTo>
                <a:close/>
                <a:lnTo>
                  <a:pt x="813365" y="374459"/>
                </a:lnTo>
                <a:close/>
                <a:lnTo>
                  <a:pt x="810335" y="374459"/>
                </a:lnTo>
                <a:close/>
                <a:lnTo>
                  <a:pt x="810335" y="374459"/>
                </a:lnTo>
                <a:close/>
                <a:lnTo>
                  <a:pt x="807306" y="374459"/>
                </a:lnTo>
                <a:close/>
                <a:lnTo>
                  <a:pt x="807306" y="374459"/>
                </a:lnTo>
                <a:close/>
                <a:lnTo>
                  <a:pt x="804277" y="374459"/>
                </a:lnTo>
                <a:close/>
                <a:lnTo>
                  <a:pt x="804277" y="374459"/>
                </a:lnTo>
                <a:close/>
                <a:lnTo>
                  <a:pt x="801247" y="374459"/>
                </a:lnTo>
                <a:close/>
                <a:lnTo>
                  <a:pt x="801247" y="374459"/>
                </a:lnTo>
                <a:close/>
                <a:lnTo>
                  <a:pt x="798218" y="374459"/>
                </a:lnTo>
                <a:close/>
                <a:lnTo>
                  <a:pt x="798218" y="374459"/>
                </a:lnTo>
                <a:close/>
                <a:lnTo>
                  <a:pt x="795189" y="374459"/>
                </a:lnTo>
                <a:close/>
                <a:lnTo>
                  <a:pt x="795189" y="374459"/>
                </a:lnTo>
                <a:close/>
                <a:lnTo>
                  <a:pt x="792160" y="374459"/>
                </a:lnTo>
                <a:close/>
                <a:lnTo>
                  <a:pt x="792160" y="374459"/>
                </a:lnTo>
                <a:close/>
                <a:lnTo>
                  <a:pt x="789130" y="374459"/>
                </a:lnTo>
                <a:close/>
                <a:lnTo>
                  <a:pt x="789130" y="374459"/>
                </a:lnTo>
                <a:close/>
                <a:lnTo>
                  <a:pt x="786101" y="374459"/>
                </a:lnTo>
                <a:close/>
                <a:lnTo>
                  <a:pt x="786101" y="374459"/>
                </a:lnTo>
                <a:close/>
                <a:lnTo>
                  <a:pt x="783072" y="374459"/>
                </a:lnTo>
                <a:close/>
                <a:lnTo>
                  <a:pt x="783072" y="374459"/>
                </a:lnTo>
                <a:close/>
                <a:lnTo>
                  <a:pt x="780042" y="374459"/>
                </a:lnTo>
                <a:close/>
                <a:lnTo>
                  <a:pt x="780042" y="374459"/>
                </a:lnTo>
                <a:close/>
                <a:lnTo>
                  <a:pt x="777013" y="374459"/>
                </a:lnTo>
                <a:close/>
                <a:lnTo>
                  <a:pt x="777013" y="374459"/>
                </a:lnTo>
                <a:close/>
                <a:lnTo>
                  <a:pt x="773984" y="374459"/>
                </a:lnTo>
                <a:close/>
                <a:lnTo>
                  <a:pt x="773984" y="374459"/>
                </a:lnTo>
                <a:close/>
                <a:lnTo>
                  <a:pt x="770955" y="374459"/>
                </a:lnTo>
                <a:close/>
                <a:lnTo>
                  <a:pt x="770955" y="374459"/>
                </a:lnTo>
                <a:close/>
                <a:lnTo>
                  <a:pt x="767925" y="374459"/>
                </a:lnTo>
                <a:close/>
                <a:lnTo>
                  <a:pt x="767925" y="374459"/>
                </a:lnTo>
                <a:close/>
                <a:lnTo>
                  <a:pt x="764896" y="374459"/>
                </a:lnTo>
                <a:close/>
                <a:lnTo>
                  <a:pt x="764896" y="374459"/>
                </a:lnTo>
                <a:close/>
                <a:lnTo>
                  <a:pt x="761867" y="374459"/>
                </a:lnTo>
                <a:close/>
                <a:lnTo>
                  <a:pt x="761867" y="374459"/>
                </a:lnTo>
                <a:close/>
                <a:lnTo>
                  <a:pt x="758837" y="374459"/>
                </a:lnTo>
                <a:close/>
                <a:lnTo>
                  <a:pt x="758837" y="374459"/>
                </a:lnTo>
                <a:close/>
                <a:lnTo>
                  <a:pt x="755808" y="374459"/>
                </a:lnTo>
                <a:close/>
                <a:lnTo>
                  <a:pt x="755808" y="374459"/>
                </a:lnTo>
                <a:close/>
                <a:lnTo>
                  <a:pt x="752779" y="374459"/>
                </a:lnTo>
                <a:close/>
                <a:lnTo>
                  <a:pt x="752779" y="374459"/>
                </a:lnTo>
                <a:close/>
                <a:lnTo>
                  <a:pt x="749749" y="374459"/>
                </a:lnTo>
                <a:close/>
                <a:lnTo>
                  <a:pt x="749749" y="374459"/>
                </a:lnTo>
                <a:close/>
                <a:lnTo>
                  <a:pt x="746720" y="374459"/>
                </a:lnTo>
                <a:close/>
                <a:lnTo>
                  <a:pt x="746720" y="374459"/>
                </a:lnTo>
                <a:close/>
                <a:lnTo>
                  <a:pt x="743691" y="374459"/>
                </a:lnTo>
                <a:close/>
                <a:lnTo>
                  <a:pt x="743691" y="374459"/>
                </a:lnTo>
                <a:close/>
                <a:lnTo>
                  <a:pt x="740662" y="374459"/>
                </a:lnTo>
                <a:close/>
                <a:lnTo>
                  <a:pt x="740662" y="374459"/>
                </a:lnTo>
                <a:close/>
                <a:lnTo>
                  <a:pt x="737632" y="374459"/>
                </a:lnTo>
                <a:close/>
                <a:lnTo>
                  <a:pt x="737632" y="374459"/>
                </a:lnTo>
                <a:close/>
                <a:lnTo>
                  <a:pt x="734603" y="374459"/>
                </a:lnTo>
                <a:close/>
                <a:lnTo>
                  <a:pt x="734603" y="374459"/>
                </a:lnTo>
                <a:close/>
                <a:lnTo>
                  <a:pt x="731574" y="374459"/>
                </a:lnTo>
                <a:close/>
                <a:lnTo>
                  <a:pt x="731574" y="374459"/>
                </a:lnTo>
                <a:close/>
                <a:lnTo>
                  <a:pt x="728544" y="374459"/>
                </a:lnTo>
                <a:close/>
                <a:lnTo>
                  <a:pt x="728544" y="374459"/>
                </a:lnTo>
                <a:close/>
                <a:lnTo>
                  <a:pt x="725515" y="374459"/>
                </a:lnTo>
                <a:close/>
                <a:lnTo>
                  <a:pt x="725515" y="374459"/>
                </a:lnTo>
                <a:close/>
                <a:lnTo>
                  <a:pt x="722486" y="374459"/>
                </a:lnTo>
                <a:close/>
                <a:lnTo>
                  <a:pt x="722486" y="374459"/>
                </a:lnTo>
                <a:close/>
                <a:lnTo>
                  <a:pt x="719457" y="374459"/>
                </a:lnTo>
                <a:close/>
                <a:lnTo>
                  <a:pt x="719457" y="374459"/>
                </a:lnTo>
                <a:close/>
                <a:lnTo>
                  <a:pt x="716427" y="374459"/>
                </a:lnTo>
                <a:close/>
                <a:lnTo>
                  <a:pt x="716427" y="374459"/>
                </a:lnTo>
                <a:close/>
                <a:lnTo>
                  <a:pt x="713398" y="374459"/>
                </a:lnTo>
                <a:close/>
                <a:lnTo>
                  <a:pt x="713398" y="374459"/>
                </a:lnTo>
                <a:close/>
                <a:lnTo>
                  <a:pt x="710369" y="374459"/>
                </a:lnTo>
                <a:close/>
                <a:lnTo>
                  <a:pt x="710369" y="374459"/>
                </a:lnTo>
                <a:close/>
                <a:lnTo>
                  <a:pt x="707339" y="374459"/>
                </a:lnTo>
                <a:close/>
                <a:lnTo>
                  <a:pt x="707339" y="374459"/>
                </a:lnTo>
                <a:close/>
                <a:lnTo>
                  <a:pt x="704310" y="374459"/>
                </a:lnTo>
                <a:close/>
                <a:lnTo>
                  <a:pt x="704310" y="374459"/>
                </a:lnTo>
                <a:close/>
                <a:lnTo>
                  <a:pt x="701281" y="374459"/>
                </a:lnTo>
                <a:close/>
                <a:lnTo>
                  <a:pt x="701281" y="374459"/>
                </a:lnTo>
                <a:close/>
                <a:lnTo>
                  <a:pt x="698252" y="374459"/>
                </a:lnTo>
                <a:close/>
                <a:lnTo>
                  <a:pt x="698252" y="374459"/>
                </a:lnTo>
                <a:close/>
                <a:lnTo>
                  <a:pt x="695222" y="374459"/>
                </a:lnTo>
                <a:close/>
                <a:lnTo>
                  <a:pt x="695222" y="374459"/>
                </a:lnTo>
                <a:close/>
                <a:lnTo>
                  <a:pt x="692193" y="374459"/>
                </a:lnTo>
                <a:close/>
                <a:lnTo>
                  <a:pt x="692193" y="374459"/>
                </a:lnTo>
                <a:close/>
                <a:lnTo>
                  <a:pt x="689164" y="374459"/>
                </a:lnTo>
                <a:close/>
                <a:lnTo>
                  <a:pt x="689164" y="374459"/>
                </a:lnTo>
                <a:close/>
                <a:lnTo>
                  <a:pt x="686134" y="374459"/>
                </a:lnTo>
                <a:close/>
                <a:lnTo>
                  <a:pt x="686134" y="374459"/>
                </a:lnTo>
                <a:close/>
                <a:lnTo>
                  <a:pt x="683105" y="374459"/>
                </a:lnTo>
                <a:close/>
                <a:lnTo>
                  <a:pt x="683105" y="374459"/>
                </a:lnTo>
                <a:close/>
                <a:lnTo>
                  <a:pt x="680076" y="374459"/>
                </a:lnTo>
                <a:close/>
                <a:lnTo>
                  <a:pt x="680076" y="374459"/>
                </a:lnTo>
                <a:close/>
                <a:lnTo>
                  <a:pt x="677046" y="374459"/>
                </a:lnTo>
                <a:close/>
                <a:lnTo>
                  <a:pt x="677046" y="374459"/>
                </a:lnTo>
                <a:close/>
                <a:lnTo>
                  <a:pt x="674017" y="374459"/>
                </a:lnTo>
                <a:close/>
                <a:lnTo>
                  <a:pt x="674017" y="374459"/>
                </a:lnTo>
                <a:close/>
                <a:lnTo>
                  <a:pt x="670988" y="374459"/>
                </a:lnTo>
                <a:close/>
                <a:lnTo>
                  <a:pt x="670988" y="374459"/>
                </a:lnTo>
                <a:close/>
                <a:lnTo>
                  <a:pt x="667959" y="374459"/>
                </a:lnTo>
                <a:close/>
                <a:lnTo>
                  <a:pt x="667959" y="374459"/>
                </a:lnTo>
                <a:close/>
                <a:lnTo>
                  <a:pt x="664929" y="374459"/>
                </a:lnTo>
                <a:close/>
                <a:lnTo>
                  <a:pt x="664929" y="374459"/>
                </a:lnTo>
                <a:close/>
                <a:lnTo>
                  <a:pt x="661900" y="374459"/>
                </a:lnTo>
                <a:close/>
                <a:lnTo>
                  <a:pt x="661900" y="374459"/>
                </a:lnTo>
                <a:close/>
                <a:lnTo>
                  <a:pt x="658871" y="374459"/>
                </a:lnTo>
                <a:close/>
                <a:lnTo>
                  <a:pt x="658871" y="374459"/>
                </a:lnTo>
                <a:close/>
                <a:lnTo>
                  <a:pt x="655841" y="374459"/>
                </a:lnTo>
                <a:close/>
                <a:lnTo>
                  <a:pt x="655841" y="374459"/>
                </a:lnTo>
                <a:close/>
                <a:lnTo>
                  <a:pt x="652812" y="374459"/>
                </a:lnTo>
                <a:close/>
                <a:lnTo>
                  <a:pt x="652812" y="374459"/>
                </a:lnTo>
                <a:close/>
                <a:lnTo>
                  <a:pt x="649783" y="374459"/>
                </a:lnTo>
                <a:close/>
                <a:lnTo>
                  <a:pt x="649783" y="374459"/>
                </a:lnTo>
                <a:close/>
                <a:lnTo>
                  <a:pt x="646754" y="374459"/>
                </a:lnTo>
                <a:close/>
                <a:lnTo>
                  <a:pt x="646754" y="374459"/>
                </a:lnTo>
                <a:close/>
                <a:lnTo>
                  <a:pt x="643724" y="374459"/>
                </a:lnTo>
                <a:close/>
                <a:lnTo>
                  <a:pt x="643724" y="374459"/>
                </a:lnTo>
                <a:close/>
                <a:lnTo>
                  <a:pt x="640695" y="374459"/>
                </a:lnTo>
                <a:close/>
                <a:lnTo>
                  <a:pt x="640695" y="374459"/>
                </a:lnTo>
                <a:close/>
                <a:lnTo>
                  <a:pt x="637666" y="374459"/>
                </a:lnTo>
                <a:close/>
                <a:lnTo>
                  <a:pt x="637666" y="374459"/>
                </a:lnTo>
                <a:close/>
                <a:lnTo>
                  <a:pt x="634636" y="374459"/>
                </a:lnTo>
                <a:close/>
                <a:lnTo>
                  <a:pt x="634636" y="374459"/>
                </a:lnTo>
                <a:close/>
                <a:lnTo>
                  <a:pt x="631607" y="374459"/>
                </a:lnTo>
                <a:close/>
                <a:lnTo>
                  <a:pt x="631607" y="374459"/>
                </a:lnTo>
                <a:close/>
                <a:lnTo>
                  <a:pt x="628578" y="374459"/>
                </a:lnTo>
                <a:close/>
                <a:lnTo>
                  <a:pt x="628578" y="374459"/>
                </a:lnTo>
                <a:close/>
                <a:lnTo>
                  <a:pt x="625549" y="374459"/>
                </a:lnTo>
                <a:close/>
                <a:lnTo>
                  <a:pt x="625549" y="374459"/>
                </a:lnTo>
                <a:close/>
                <a:lnTo>
                  <a:pt x="622519" y="374459"/>
                </a:lnTo>
                <a:close/>
                <a:lnTo>
                  <a:pt x="622519" y="374459"/>
                </a:lnTo>
                <a:close/>
                <a:lnTo>
                  <a:pt x="619490" y="374459"/>
                </a:lnTo>
                <a:close/>
                <a:lnTo>
                  <a:pt x="619490" y="374459"/>
                </a:lnTo>
                <a:close/>
                <a:lnTo>
                  <a:pt x="616461" y="374459"/>
                </a:lnTo>
                <a:close/>
                <a:lnTo>
                  <a:pt x="616461" y="374459"/>
                </a:lnTo>
                <a:close/>
                <a:lnTo>
                  <a:pt x="613431" y="374459"/>
                </a:lnTo>
                <a:close/>
                <a:lnTo>
                  <a:pt x="613431" y="374459"/>
                </a:lnTo>
                <a:close/>
                <a:lnTo>
                  <a:pt x="610402" y="374459"/>
                </a:lnTo>
                <a:close/>
                <a:lnTo>
                  <a:pt x="610402" y="374459"/>
                </a:lnTo>
                <a:close/>
                <a:lnTo>
                  <a:pt x="607373" y="374459"/>
                </a:lnTo>
                <a:close/>
                <a:lnTo>
                  <a:pt x="607373" y="374459"/>
                </a:lnTo>
                <a:close/>
                <a:lnTo>
                  <a:pt x="604343" y="374459"/>
                </a:lnTo>
                <a:close/>
                <a:lnTo>
                  <a:pt x="604343" y="374459"/>
                </a:lnTo>
                <a:close/>
                <a:lnTo>
                  <a:pt x="601314" y="374459"/>
                </a:lnTo>
                <a:close/>
                <a:lnTo>
                  <a:pt x="601314" y="374459"/>
                </a:lnTo>
                <a:close/>
                <a:lnTo>
                  <a:pt x="598285" y="374459"/>
                </a:lnTo>
                <a:close/>
                <a:lnTo>
                  <a:pt x="598285" y="374459"/>
                </a:lnTo>
                <a:close/>
                <a:lnTo>
                  <a:pt x="595256" y="374459"/>
                </a:lnTo>
                <a:close/>
                <a:lnTo>
                  <a:pt x="595256" y="374459"/>
                </a:lnTo>
                <a:close/>
                <a:lnTo>
                  <a:pt x="592226" y="374459"/>
                </a:lnTo>
                <a:close/>
                <a:lnTo>
                  <a:pt x="592226" y="374459"/>
                </a:lnTo>
                <a:close/>
                <a:lnTo>
                  <a:pt x="589197" y="374459"/>
                </a:lnTo>
                <a:close/>
                <a:lnTo>
                  <a:pt x="589197" y="374459"/>
                </a:lnTo>
                <a:close/>
                <a:lnTo>
                  <a:pt x="586168" y="374459"/>
                </a:lnTo>
                <a:close/>
                <a:lnTo>
                  <a:pt x="586168" y="374459"/>
                </a:lnTo>
                <a:close/>
                <a:lnTo>
                  <a:pt x="583138" y="374459"/>
                </a:lnTo>
                <a:close/>
                <a:lnTo>
                  <a:pt x="583138" y="374459"/>
                </a:lnTo>
                <a:close/>
                <a:lnTo>
                  <a:pt x="580109" y="374459"/>
                </a:lnTo>
                <a:close/>
                <a:lnTo>
                  <a:pt x="580109" y="374459"/>
                </a:lnTo>
                <a:close/>
                <a:lnTo>
                  <a:pt x="577080" y="374459"/>
                </a:lnTo>
                <a:close/>
                <a:lnTo>
                  <a:pt x="577080" y="374459"/>
                </a:lnTo>
                <a:close/>
                <a:lnTo>
                  <a:pt x="574051" y="374459"/>
                </a:lnTo>
                <a:close/>
                <a:lnTo>
                  <a:pt x="574051" y="374459"/>
                </a:lnTo>
                <a:close/>
                <a:lnTo>
                  <a:pt x="571021" y="374459"/>
                </a:lnTo>
                <a:close/>
                <a:lnTo>
                  <a:pt x="571021" y="374459"/>
                </a:lnTo>
                <a:close/>
                <a:lnTo>
                  <a:pt x="567992" y="374459"/>
                </a:lnTo>
                <a:close/>
                <a:lnTo>
                  <a:pt x="567992" y="374459"/>
                </a:lnTo>
                <a:close/>
                <a:lnTo>
                  <a:pt x="564963" y="374459"/>
                </a:lnTo>
                <a:close/>
                <a:lnTo>
                  <a:pt x="564963" y="374459"/>
                </a:lnTo>
                <a:close/>
                <a:lnTo>
                  <a:pt x="561933" y="374459"/>
                </a:lnTo>
                <a:close/>
                <a:lnTo>
                  <a:pt x="561933" y="374459"/>
                </a:lnTo>
                <a:close/>
                <a:lnTo>
                  <a:pt x="558904" y="374459"/>
                </a:lnTo>
                <a:close/>
                <a:lnTo>
                  <a:pt x="558904" y="374459"/>
                </a:lnTo>
                <a:close/>
                <a:lnTo>
                  <a:pt x="555875" y="374459"/>
                </a:lnTo>
                <a:close/>
                <a:lnTo>
                  <a:pt x="555875" y="374459"/>
                </a:lnTo>
                <a:close/>
                <a:lnTo>
                  <a:pt x="552846" y="374459"/>
                </a:lnTo>
                <a:close/>
                <a:lnTo>
                  <a:pt x="552846" y="374459"/>
                </a:lnTo>
                <a:close/>
                <a:lnTo>
                  <a:pt x="549816" y="374459"/>
                </a:lnTo>
                <a:close/>
                <a:lnTo>
                  <a:pt x="549816" y="374459"/>
                </a:lnTo>
                <a:close/>
                <a:lnTo>
                  <a:pt x="546787" y="374459"/>
                </a:lnTo>
                <a:close/>
                <a:lnTo>
                  <a:pt x="546787" y="374459"/>
                </a:lnTo>
                <a:close/>
                <a:lnTo>
                  <a:pt x="543758" y="374459"/>
                </a:lnTo>
                <a:close/>
                <a:lnTo>
                  <a:pt x="543758" y="374459"/>
                </a:lnTo>
                <a:close/>
                <a:lnTo>
                  <a:pt x="540728" y="374459"/>
                </a:lnTo>
                <a:close/>
                <a:lnTo>
                  <a:pt x="540728" y="374459"/>
                </a:lnTo>
                <a:close/>
                <a:lnTo>
                  <a:pt x="537699" y="374459"/>
                </a:lnTo>
                <a:close/>
                <a:lnTo>
                  <a:pt x="537699" y="374459"/>
                </a:lnTo>
                <a:close/>
                <a:lnTo>
                  <a:pt x="534670" y="374459"/>
                </a:lnTo>
                <a:close/>
                <a:lnTo>
                  <a:pt x="534670" y="374459"/>
                </a:lnTo>
                <a:close/>
                <a:lnTo>
                  <a:pt x="531641" y="374459"/>
                </a:lnTo>
                <a:close/>
                <a:lnTo>
                  <a:pt x="531641" y="374459"/>
                </a:lnTo>
                <a:close/>
                <a:lnTo>
                  <a:pt x="528611" y="374459"/>
                </a:lnTo>
                <a:close/>
                <a:lnTo>
                  <a:pt x="528611" y="374459"/>
                </a:lnTo>
                <a:close/>
                <a:lnTo>
                  <a:pt x="525582" y="374459"/>
                </a:lnTo>
                <a:close/>
                <a:lnTo>
                  <a:pt x="525582" y="374459"/>
                </a:lnTo>
                <a:close/>
                <a:lnTo>
                  <a:pt x="522553" y="374459"/>
                </a:lnTo>
                <a:close/>
                <a:lnTo>
                  <a:pt x="522553" y="374459"/>
                </a:lnTo>
                <a:close/>
                <a:lnTo>
                  <a:pt x="519523" y="374459"/>
                </a:lnTo>
                <a:close/>
                <a:lnTo>
                  <a:pt x="519523" y="374459"/>
                </a:lnTo>
                <a:close/>
                <a:lnTo>
                  <a:pt x="516494" y="374459"/>
                </a:lnTo>
                <a:close/>
                <a:lnTo>
                  <a:pt x="516494" y="374459"/>
                </a:lnTo>
                <a:close/>
                <a:lnTo>
                  <a:pt x="513465" y="374459"/>
                </a:lnTo>
                <a:close/>
                <a:lnTo>
                  <a:pt x="513465" y="374459"/>
                </a:lnTo>
                <a:close/>
                <a:lnTo>
                  <a:pt x="510435" y="374459"/>
                </a:lnTo>
                <a:close/>
                <a:lnTo>
                  <a:pt x="510435" y="374459"/>
                </a:lnTo>
                <a:close/>
                <a:lnTo>
                  <a:pt x="507406" y="374459"/>
                </a:lnTo>
                <a:close/>
                <a:lnTo>
                  <a:pt x="507406" y="374459"/>
                </a:lnTo>
                <a:close/>
                <a:lnTo>
                  <a:pt x="504377" y="374459"/>
                </a:lnTo>
                <a:close/>
                <a:lnTo>
                  <a:pt x="504377" y="374459"/>
                </a:lnTo>
                <a:close/>
                <a:lnTo>
                  <a:pt x="501348" y="374459"/>
                </a:lnTo>
                <a:close/>
                <a:lnTo>
                  <a:pt x="501348" y="374459"/>
                </a:lnTo>
                <a:close/>
                <a:lnTo>
                  <a:pt x="498318" y="374459"/>
                </a:lnTo>
                <a:close/>
                <a:lnTo>
                  <a:pt x="498318" y="374459"/>
                </a:lnTo>
                <a:close/>
                <a:lnTo>
                  <a:pt x="495289" y="374459"/>
                </a:lnTo>
                <a:close/>
                <a:lnTo>
                  <a:pt x="495289" y="374459"/>
                </a:lnTo>
                <a:close/>
                <a:lnTo>
                  <a:pt x="492260" y="374459"/>
                </a:lnTo>
                <a:close/>
                <a:lnTo>
                  <a:pt x="492260" y="374459"/>
                </a:lnTo>
                <a:close/>
                <a:lnTo>
                  <a:pt x="489230" y="374459"/>
                </a:lnTo>
                <a:close/>
                <a:lnTo>
                  <a:pt x="489230" y="374459"/>
                </a:lnTo>
                <a:close/>
                <a:lnTo>
                  <a:pt x="486201" y="374459"/>
                </a:lnTo>
                <a:close/>
                <a:lnTo>
                  <a:pt x="486201" y="374459"/>
                </a:lnTo>
                <a:close/>
                <a:lnTo>
                  <a:pt x="483172" y="374459"/>
                </a:lnTo>
                <a:close/>
                <a:lnTo>
                  <a:pt x="483172" y="374459"/>
                </a:lnTo>
                <a:close/>
                <a:lnTo>
                  <a:pt x="480143" y="374459"/>
                </a:lnTo>
                <a:close/>
                <a:lnTo>
                  <a:pt x="480143" y="374459"/>
                </a:lnTo>
                <a:close/>
                <a:lnTo>
                  <a:pt x="477113" y="374459"/>
                </a:lnTo>
                <a:close/>
                <a:lnTo>
                  <a:pt x="477113" y="374459"/>
                </a:lnTo>
                <a:close/>
                <a:lnTo>
                  <a:pt x="474084" y="374459"/>
                </a:lnTo>
                <a:close/>
                <a:lnTo>
                  <a:pt x="474084" y="374459"/>
                </a:lnTo>
                <a:close/>
                <a:lnTo>
                  <a:pt x="471055" y="374459"/>
                </a:lnTo>
                <a:close/>
                <a:lnTo>
                  <a:pt x="471055" y="374459"/>
                </a:lnTo>
                <a:close/>
                <a:lnTo>
                  <a:pt x="468025" y="374459"/>
                </a:lnTo>
                <a:close/>
                <a:lnTo>
                  <a:pt x="468025" y="374459"/>
                </a:lnTo>
                <a:close/>
                <a:lnTo>
                  <a:pt x="464996" y="374459"/>
                </a:lnTo>
                <a:close/>
                <a:lnTo>
                  <a:pt x="464996" y="374459"/>
                </a:lnTo>
                <a:close/>
                <a:lnTo>
                  <a:pt x="461967" y="374459"/>
                </a:lnTo>
                <a:close/>
                <a:lnTo>
                  <a:pt x="461967" y="374459"/>
                </a:lnTo>
                <a:close/>
                <a:lnTo>
                  <a:pt x="458938" y="374459"/>
                </a:lnTo>
                <a:close/>
                <a:lnTo>
                  <a:pt x="458938" y="374459"/>
                </a:lnTo>
                <a:close/>
                <a:lnTo>
                  <a:pt x="455908" y="374459"/>
                </a:lnTo>
                <a:close/>
                <a:lnTo>
                  <a:pt x="455908" y="374459"/>
                </a:lnTo>
                <a:close/>
                <a:lnTo>
                  <a:pt x="452879" y="374459"/>
                </a:lnTo>
                <a:close/>
                <a:lnTo>
                  <a:pt x="452879" y="374459"/>
                </a:lnTo>
                <a:close/>
                <a:lnTo>
                  <a:pt x="449850" y="374459"/>
                </a:lnTo>
                <a:close/>
                <a:lnTo>
                  <a:pt x="449850" y="374459"/>
                </a:lnTo>
                <a:close/>
                <a:lnTo>
                  <a:pt x="446820" y="374459"/>
                </a:lnTo>
                <a:close/>
                <a:lnTo>
                  <a:pt x="446820" y="374459"/>
                </a:lnTo>
                <a:close/>
                <a:lnTo>
                  <a:pt x="443791" y="374459"/>
                </a:lnTo>
                <a:close/>
                <a:lnTo>
                  <a:pt x="443791" y="374459"/>
                </a:lnTo>
                <a:close/>
                <a:lnTo>
                  <a:pt x="440762" y="374459"/>
                </a:lnTo>
                <a:close/>
                <a:lnTo>
                  <a:pt x="440762" y="374459"/>
                </a:lnTo>
                <a:close/>
                <a:lnTo>
                  <a:pt x="437732" y="374459"/>
                </a:lnTo>
                <a:close/>
                <a:lnTo>
                  <a:pt x="437732" y="374459"/>
                </a:lnTo>
                <a:close/>
                <a:lnTo>
                  <a:pt x="434703" y="374459"/>
                </a:lnTo>
                <a:close/>
                <a:lnTo>
                  <a:pt x="434703" y="374459"/>
                </a:lnTo>
                <a:close/>
                <a:lnTo>
                  <a:pt x="431674" y="374459"/>
                </a:lnTo>
                <a:close/>
                <a:lnTo>
                  <a:pt x="431674" y="374459"/>
                </a:lnTo>
                <a:close/>
                <a:lnTo>
                  <a:pt x="428645" y="374459"/>
                </a:lnTo>
                <a:close/>
                <a:lnTo>
                  <a:pt x="428645" y="374459"/>
                </a:lnTo>
                <a:close/>
                <a:lnTo>
                  <a:pt x="425615" y="374459"/>
                </a:lnTo>
                <a:close/>
                <a:lnTo>
                  <a:pt x="425615" y="374459"/>
                </a:lnTo>
                <a:close/>
                <a:lnTo>
                  <a:pt x="422586" y="374459"/>
                </a:lnTo>
                <a:close/>
                <a:lnTo>
                  <a:pt x="422586" y="374459"/>
                </a:lnTo>
                <a:close/>
                <a:lnTo>
                  <a:pt x="419557" y="374459"/>
                </a:lnTo>
                <a:close/>
                <a:lnTo>
                  <a:pt x="419557" y="374459"/>
                </a:lnTo>
                <a:close/>
                <a:lnTo>
                  <a:pt x="416527" y="374459"/>
                </a:lnTo>
                <a:close/>
                <a:lnTo>
                  <a:pt x="416527" y="374459"/>
                </a:lnTo>
                <a:close/>
                <a:lnTo>
                  <a:pt x="413498" y="374459"/>
                </a:lnTo>
                <a:close/>
                <a:lnTo>
                  <a:pt x="413498" y="374459"/>
                </a:lnTo>
                <a:close/>
                <a:lnTo>
                  <a:pt x="410469" y="374459"/>
                </a:lnTo>
                <a:close/>
                <a:lnTo>
                  <a:pt x="410469" y="374459"/>
                </a:lnTo>
                <a:close/>
                <a:lnTo>
                  <a:pt x="407440" y="374459"/>
                </a:lnTo>
                <a:close/>
                <a:lnTo>
                  <a:pt x="407440" y="374459"/>
                </a:lnTo>
                <a:close/>
                <a:lnTo>
                  <a:pt x="404410" y="374459"/>
                </a:lnTo>
                <a:close/>
                <a:lnTo>
                  <a:pt x="404410" y="374459"/>
                </a:lnTo>
                <a:close/>
                <a:lnTo>
                  <a:pt x="401381" y="374459"/>
                </a:lnTo>
                <a:close/>
                <a:lnTo>
                  <a:pt x="401381" y="374459"/>
                </a:lnTo>
                <a:close/>
                <a:lnTo>
                  <a:pt x="398352" y="374459"/>
                </a:lnTo>
                <a:close/>
                <a:lnTo>
                  <a:pt x="398352" y="374459"/>
                </a:lnTo>
                <a:close/>
                <a:lnTo>
                  <a:pt x="395322" y="374459"/>
                </a:lnTo>
                <a:close/>
                <a:lnTo>
                  <a:pt x="395322" y="374459"/>
                </a:lnTo>
                <a:close/>
                <a:lnTo>
                  <a:pt x="392293" y="374459"/>
                </a:lnTo>
                <a:close/>
                <a:lnTo>
                  <a:pt x="392293" y="374459"/>
                </a:lnTo>
                <a:close/>
                <a:lnTo>
                  <a:pt x="389264" y="374459"/>
                </a:lnTo>
                <a:close/>
                <a:lnTo>
                  <a:pt x="389264" y="374459"/>
                </a:lnTo>
                <a:close/>
                <a:lnTo>
                  <a:pt x="386235" y="374459"/>
                </a:lnTo>
                <a:close/>
                <a:lnTo>
                  <a:pt x="386235" y="374459"/>
                </a:lnTo>
                <a:close/>
                <a:lnTo>
                  <a:pt x="383205" y="374459"/>
                </a:lnTo>
                <a:close/>
                <a:lnTo>
                  <a:pt x="383205" y="374459"/>
                </a:lnTo>
                <a:close/>
                <a:lnTo>
                  <a:pt x="380176" y="374459"/>
                </a:lnTo>
                <a:close/>
                <a:lnTo>
                  <a:pt x="380176" y="374459"/>
                </a:lnTo>
                <a:close/>
                <a:lnTo>
                  <a:pt x="377147" y="374459"/>
                </a:lnTo>
                <a:close/>
                <a:lnTo>
                  <a:pt x="377147" y="374459"/>
                </a:lnTo>
                <a:close/>
                <a:lnTo>
                  <a:pt x="374117" y="374459"/>
                </a:lnTo>
                <a:close/>
                <a:lnTo>
                  <a:pt x="374117" y="374459"/>
                </a:lnTo>
                <a:close/>
                <a:lnTo>
                  <a:pt x="371088" y="374459"/>
                </a:lnTo>
                <a:close/>
                <a:lnTo>
                  <a:pt x="371088" y="374459"/>
                </a:lnTo>
                <a:close/>
                <a:lnTo>
                  <a:pt x="368059" y="374459"/>
                </a:lnTo>
                <a:close/>
                <a:lnTo>
                  <a:pt x="368059" y="374459"/>
                </a:lnTo>
                <a:close/>
                <a:lnTo>
                  <a:pt x="365029" y="374459"/>
                </a:lnTo>
                <a:close/>
                <a:lnTo>
                  <a:pt x="365029" y="374459"/>
                </a:lnTo>
                <a:close/>
                <a:lnTo>
                  <a:pt x="362000" y="374459"/>
                </a:lnTo>
                <a:close/>
                <a:lnTo>
                  <a:pt x="362000" y="374459"/>
                </a:lnTo>
                <a:close/>
                <a:lnTo>
                  <a:pt x="358971" y="374459"/>
                </a:lnTo>
                <a:close/>
                <a:lnTo>
                  <a:pt x="358971" y="374459"/>
                </a:lnTo>
                <a:close/>
                <a:lnTo>
                  <a:pt x="355942" y="374459"/>
                </a:lnTo>
                <a:close/>
                <a:lnTo>
                  <a:pt x="355942" y="374459"/>
                </a:lnTo>
                <a:close/>
                <a:lnTo>
                  <a:pt x="352912" y="374459"/>
                </a:lnTo>
                <a:close/>
                <a:lnTo>
                  <a:pt x="352912" y="374459"/>
                </a:lnTo>
                <a:close/>
                <a:lnTo>
                  <a:pt x="349883" y="374459"/>
                </a:lnTo>
                <a:close/>
                <a:lnTo>
                  <a:pt x="349883" y="374459"/>
                </a:lnTo>
                <a:close/>
                <a:lnTo>
                  <a:pt x="346854" y="374459"/>
                </a:lnTo>
                <a:close/>
                <a:lnTo>
                  <a:pt x="346854" y="374459"/>
                </a:lnTo>
                <a:close/>
                <a:lnTo>
                  <a:pt x="343824" y="374459"/>
                </a:lnTo>
                <a:close/>
                <a:lnTo>
                  <a:pt x="343824" y="374459"/>
                </a:lnTo>
                <a:close/>
                <a:lnTo>
                  <a:pt x="340795" y="374459"/>
                </a:lnTo>
                <a:close/>
                <a:lnTo>
                  <a:pt x="340795" y="374459"/>
                </a:lnTo>
                <a:close/>
                <a:lnTo>
                  <a:pt x="337766" y="374459"/>
                </a:lnTo>
                <a:close/>
                <a:lnTo>
                  <a:pt x="337766" y="374459"/>
                </a:lnTo>
                <a:close/>
                <a:lnTo>
                  <a:pt x="334737" y="374459"/>
                </a:lnTo>
                <a:close/>
                <a:lnTo>
                  <a:pt x="334737" y="374459"/>
                </a:lnTo>
                <a:close/>
                <a:lnTo>
                  <a:pt x="331707" y="374459"/>
                </a:lnTo>
                <a:close/>
                <a:lnTo>
                  <a:pt x="331707" y="374459"/>
                </a:lnTo>
                <a:close/>
                <a:lnTo>
                  <a:pt x="328678" y="374459"/>
                </a:lnTo>
                <a:close/>
                <a:lnTo>
                  <a:pt x="328678" y="374459"/>
                </a:lnTo>
                <a:close/>
                <a:lnTo>
                  <a:pt x="325649" y="374459"/>
                </a:lnTo>
                <a:close/>
                <a:lnTo>
                  <a:pt x="325649" y="374459"/>
                </a:lnTo>
                <a:close/>
                <a:lnTo>
                  <a:pt x="322619" y="374459"/>
                </a:lnTo>
                <a:close/>
                <a:lnTo>
                  <a:pt x="322619" y="374459"/>
                </a:lnTo>
                <a:close/>
                <a:lnTo>
                  <a:pt x="319590" y="374459"/>
                </a:lnTo>
                <a:close/>
                <a:lnTo>
                  <a:pt x="319590" y="374459"/>
                </a:lnTo>
                <a:close/>
                <a:lnTo>
                  <a:pt x="316561" y="374459"/>
                </a:lnTo>
                <a:close/>
                <a:lnTo>
                  <a:pt x="316561" y="374459"/>
                </a:lnTo>
                <a:close/>
                <a:lnTo>
                  <a:pt x="313532" y="374459"/>
                </a:lnTo>
                <a:close/>
                <a:lnTo>
                  <a:pt x="313532" y="374459"/>
                </a:lnTo>
                <a:close/>
                <a:lnTo>
                  <a:pt x="310502" y="374459"/>
                </a:lnTo>
                <a:close/>
                <a:lnTo>
                  <a:pt x="310502" y="374459"/>
                </a:lnTo>
                <a:close/>
                <a:lnTo>
                  <a:pt x="307473" y="374459"/>
                </a:lnTo>
                <a:close/>
                <a:lnTo>
                  <a:pt x="307473" y="374459"/>
                </a:lnTo>
                <a:close/>
                <a:lnTo>
                  <a:pt x="304444" y="374459"/>
                </a:lnTo>
                <a:close/>
                <a:lnTo>
                  <a:pt x="304444" y="374459"/>
                </a:lnTo>
                <a:close/>
                <a:lnTo>
                  <a:pt x="301414" y="374459"/>
                </a:lnTo>
                <a:close/>
                <a:lnTo>
                  <a:pt x="301414" y="374459"/>
                </a:lnTo>
                <a:close/>
                <a:lnTo>
                  <a:pt x="298385" y="374459"/>
                </a:lnTo>
                <a:close/>
                <a:lnTo>
                  <a:pt x="298385" y="374459"/>
                </a:lnTo>
                <a:close/>
                <a:lnTo>
                  <a:pt x="295356" y="374459"/>
                </a:lnTo>
                <a:close/>
                <a:lnTo>
                  <a:pt x="295356" y="374459"/>
                </a:lnTo>
                <a:close/>
                <a:lnTo>
                  <a:pt x="292327" y="374459"/>
                </a:lnTo>
                <a:close/>
                <a:lnTo>
                  <a:pt x="292327" y="374459"/>
                </a:lnTo>
                <a:close/>
                <a:lnTo>
                  <a:pt x="289297" y="374459"/>
                </a:lnTo>
                <a:close/>
                <a:lnTo>
                  <a:pt x="289297" y="374459"/>
                </a:lnTo>
                <a:close/>
                <a:lnTo>
                  <a:pt x="286268" y="374459"/>
                </a:lnTo>
                <a:close/>
                <a:lnTo>
                  <a:pt x="286268" y="374459"/>
                </a:lnTo>
                <a:close/>
                <a:lnTo>
                  <a:pt x="283239" y="374459"/>
                </a:lnTo>
                <a:close/>
                <a:lnTo>
                  <a:pt x="283239" y="374459"/>
                </a:lnTo>
                <a:close/>
                <a:lnTo>
                  <a:pt x="280209" y="374459"/>
                </a:lnTo>
                <a:close/>
                <a:lnTo>
                  <a:pt x="280209" y="374459"/>
                </a:lnTo>
                <a:close/>
                <a:lnTo>
                  <a:pt x="277180" y="374459"/>
                </a:lnTo>
                <a:close/>
                <a:lnTo>
                  <a:pt x="277180" y="374459"/>
                </a:lnTo>
                <a:close/>
                <a:lnTo>
                  <a:pt x="274151" y="374459"/>
                </a:lnTo>
                <a:close/>
                <a:lnTo>
                  <a:pt x="274151" y="374459"/>
                </a:lnTo>
                <a:close/>
                <a:lnTo>
                  <a:pt x="271121" y="374459"/>
                </a:lnTo>
                <a:close/>
                <a:lnTo>
                  <a:pt x="271121" y="374459"/>
                </a:lnTo>
                <a:close/>
                <a:lnTo>
                  <a:pt x="268092" y="374459"/>
                </a:lnTo>
                <a:close/>
                <a:lnTo>
                  <a:pt x="268092" y="374459"/>
                </a:lnTo>
                <a:close/>
                <a:lnTo>
                  <a:pt x="265063" y="374459"/>
                </a:lnTo>
                <a:close/>
                <a:lnTo>
                  <a:pt x="265063" y="374459"/>
                </a:lnTo>
                <a:close/>
                <a:lnTo>
                  <a:pt x="262034" y="374459"/>
                </a:lnTo>
                <a:close/>
                <a:lnTo>
                  <a:pt x="262034" y="374459"/>
                </a:lnTo>
                <a:close/>
                <a:lnTo>
                  <a:pt x="259004" y="374459"/>
                </a:lnTo>
                <a:close/>
                <a:lnTo>
                  <a:pt x="259004" y="374459"/>
                </a:lnTo>
                <a:close/>
                <a:lnTo>
                  <a:pt x="255975" y="374459"/>
                </a:lnTo>
                <a:close/>
                <a:lnTo>
                  <a:pt x="255975" y="374459"/>
                </a:lnTo>
                <a:close/>
                <a:lnTo>
                  <a:pt x="252946" y="374459"/>
                </a:lnTo>
                <a:close/>
                <a:lnTo>
                  <a:pt x="252946" y="374459"/>
                </a:lnTo>
                <a:close/>
                <a:lnTo>
                  <a:pt x="249916" y="374459"/>
                </a:lnTo>
                <a:close/>
                <a:lnTo>
                  <a:pt x="249916" y="374459"/>
                </a:lnTo>
                <a:close/>
                <a:lnTo>
                  <a:pt x="246887" y="374459"/>
                </a:lnTo>
                <a:close/>
                <a:lnTo>
                  <a:pt x="246887" y="374459"/>
                </a:lnTo>
                <a:close/>
                <a:lnTo>
                  <a:pt x="243858" y="374459"/>
                </a:lnTo>
                <a:close/>
                <a:lnTo>
                  <a:pt x="243858" y="374459"/>
                </a:lnTo>
                <a:close/>
                <a:lnTo>
                  <a:pt x="240829" y="374459"/>
                </a:lnTo>
                <a:close/>
                <a:lnTo>
                  <a:pt x="240829" y="374459"/>
                </a:lnTo>
                <a:close/>
                <a:lnTo>
                  <a:pt x="237799" y="374459"/>
                </a:lnTo>
                <a:close/>
                <a:lnTo>
                  <a:pt x="237799" y="374459"/>
                </a:lnTo>
                <a:close/>
                <a:lnTo>
                  <a:pt x="234770" y="374459"/>
                </a:lnTo>
                <a:close/>
                <a:lnTo>
                  <a:pt x="234770" y="374459"/>
                </a:lnTo>
                <a:close/>
                <a:lnTo>
                  <a:pt x="231741" y="374459"/>
                </a:lnTo>
                <a:close/>
                <a:lnTo>
                  <a:pt x="231741" y="374459"/>
                </a:lnTo>
                <a:close/>
                <a:lnTo>
                  <a:pt x="228711" y="374459"/>
                </a:lnTo>
                <a:close/>
                <a:lnTo>
                  <a:pt x="228711" y="374459"/>
                </a:lnTo>
                <a:close/>
                <a:lnTo>
                  <a:pt x="225682" y="374459"/>
                </a:lnTo>
                <a:close/>
                <a:lnTo>
                  <a:pt x="225682" y="374459"/>
                </a:lnTo>
                <a:close/>
                <a:lnTo>
                  <a:pt x="222653" y="374459"/>
                </a:lnTo>
                <a:close/>
                <a:lnTo>
                  <a:pt x="222653" y="374459"/>
                </a:lnTo>
                <a:close/>
                <a:lnTo>
                  <a:pt x="219624" y="374459"/>
                </a:lnTo>
                <a:close/>
                <a:lnTo>
                  <a:pt x="219624" y="374459"/>
                </a:lnTo>
                <a:close/>
                <a:lnTo>
                  <a:pt x="216594" y="374459"/>
                </a:lnTo>
                <a:close/>
                <a:lnTo>
                  <a:pt x="216594" y="374459"/>
                </a:lnTo>
                <a:close/>
                <a:lnTo>
                  <a:pt x="213565" y="374459"/>
                </a:lnTo>
                <a:close/>
                <a:lnTo>
                  <a:pt x="213565" y="374459"/>
                </a:lnTo>
                <a:close/>
                <a:lnTo>
                  <a:pt x="210536" y="374459"/>
                </a:lnTo>
                <a:close/>
                <a:lnTo>
                  <a:pt x="210536" y="374459"/>
                </a:lnTo>
                <a:close/>
                <a:lnTo>
                  <a:pt x="207506" y="374459"/>
                </a:lnTo>
                <a:close/>
                <a:lnTo>
                  <a:pt x="207506" y="374459"/>
                </a:lnTo>
                <a:close/>
                <a:lnTo>
                  <a:pt x="204477" y="374459"/>
                </a:lnTo>
                <a:close/>
                <a:lnTo>
                  <a:pt x="204477" y="374459"/>
                </a:lnTo>
                <a:close/>
                <a:lnTo>
                  <a:pt x="201448" y="374459"/>
                </a:lnTo>
                <a:close/>
                <a:lnTo>
                  <a:pt x="201448" y="374459"/>
                </a:lnTo>
                <a:close/>
                <a:lnTo>
                  <a:pt x="198418" y="374459"/>
                </a:lnTo>
                <a:close/>
                <a:lnTo>
                  <a:pt x="198418" y="374459"/>
                </a:lnTo>
                <a:close/>
                <a:lnTo>
                  <a:pt x="195389" y="374459"/>
                </a:lnTo>
                <a:close/>
                <a:lnTo>
                  <a:pt x="195389" y="374459"/>
                </a:lnTo>
                <a:close/>
                <a:lnTo>
                  <a:pt x="192360" y="374459"/>
                </a:lnTo>
                <a:close/>
                <a:lnTo>
                  <a:pt x="192360" y="374459"/>
                </a:lnTo>
                <a:close/>
                <a:lnTo>
                  <a:pt x="189331" y="374459"/>
                </a:lnTo>
                <a:close/>
                <a:lnTo>
                  <a:pt x="189331" y="374459"/>
                </a:lnTo>
                <a:close/>
                <a:lnTo>
                  <a:pt x="186301" y="374459"/>
                </a:lnTo>
                <a:close/>
                <a:lnTo>
                  <a:pt x="186301" y="374459"/>
                </a:lnTo>
                <a:close/>
                <a:lnTo>
                  <a:pt x="183272" y="374459"/>
                </a:lnTo>
                <a:close/>
                <a:lnTo>
                  <a:pt x="183272" y="374459"/>
                </a:lnTo>
                <a:close/>
                <a:lnTo>
                  <a:pt x="180243" y="374459"/>
                </a:lnTo>
                <a:close/>
                <a:lnTo>
                  <a:pt x="180243" y="374459"/>
                </a:lnTo>
                <a:close/>
                <a:lnTo>
                  <a:pt x="177213" y="374459"/>
                </a:lnTo>
                <a:close/>
                <a:lnTo>
                  <a:pt x="177213" y="374459"/>
                </a:lnTo>
                <a:close/>
                <a:lnTo>
                  <a:pt x="174184" y="374459"/>
                </a:lnTo>
                <a:close/>
                <a:lnTo>
                  <a:pt x="174184" y="374459"/>
                </a:lnTo>
                <a:close/>
                <a:lnTo>
                  <a:pt x="171155" y="374459"/>
                </a:lnTo>
                <a:close/>
                <a:lnTo>
                  <a:pt x="171155" y="374459"/>
                </a:lnTo>
                <a:close/>
                <a:lnTo>
                  <a:pt x="168126" y="374459"/>
                </a:lnTo>
                <a:close/>
                <a:lnTo>
                  <a:pt x="168126" y="374459"/>
                </a:lnTo>
                <a:close/>
                <a:lnTo>
                  <a:pt x="165096" y="374459"/>
                </a:lnTo>
                <a:close/>
                <a:lnTo>
                  <a:pt x="165096" y="374459"/>
                </a:lnTo>
                <a:close/>
                <a:lnTo>
                  <a:pt x="162067" y="374459"/>
                </a:lnTo>
                <a:close/>
                <a:lnTo>
                  <a:pt x="162067" y="374459"/>
                </a:lnTo>
                <a:close/>
                <a:lnTo>
                  <a:pt x="159038" y="374459"/>
                </a:lnTo>
                <a:close/>
                <a:lnTo>
                  <a:pt x="159038" y="374459"/>
                </a:lnTo>
                <a:close/>
                <a:lnTo>
                  <a:pt x="156008" y="374459"/>
                </a:lnTo>
                <a:close/>
                <a:lnTo>
                  <a:pt x="156008" y="374459"/>
                </a:lnTo>
                <a:close/>
                <a:lnTo>
                  <a:pt x="152979" y="374459"/>
                </a:lnTo>
                <a:close/>
                <a:lnTo>
                  <a:pt x="152979" y="374459"/>
                </a:lnTo>
                <a:close/>
                <a:lnTo>
                  <a:pt x="149950" y="374459"/>
                </a:lnTo>
                <a:close/>
                <a:lnTo>
                  <a:pt x="149950" y="374459"/>
                </a:lnTo>
                <a:close/>
                <a:lnTo>
                  <a:pt x="146921" y="374459"/>
                </a:lnTo>
                <a:close/>
                <a:lnTo>
                  <a:pt x="146921" y="374459"/>
                </a:lnTo>
                <a:close/>
                <a:lnTo>
                  <a:pt x="143891" y="374459"/>
                </a:lnTo>
                <a:close/>
                <a:lnTo>
                  <a:pt x="143891" y="374459"/>
                </a:lnTo>
                <a:close/>
                <a:lnTo>
                  <a:pt x="140862" y="374459"/>
                </a:lnTo>
                <a:close/>
                <a:lnTo>
                  <a:pt x="140862" y="374459"/>
                </a:lnTo>
                <a:close/>
                <a:lnTo>
                  <a:pt x="137833" y="374459"/>
                </a:lnTo>
                <a:close/>
                <a:lnTo>
                  <a:pt x="137833" y="374459"/>
                </a:lnTo>
                <a:close/>
                <a:lnTo>
                  <a:pt x="134803" y="374459"/>
                </a:lnTo>
                <a:close/>
                <a:lnTo>
                  <a:pt x="134803" y="374459"/>
                </a:lnTo>
                <a:close/>
                <a:lnTo>
                  <a:pt x="131774" y="374459"/>
                </a:lnTo>
                <a:close/>
                <a:lnTo>
                  <a:pt x="131774" y="374459"/>
                </a:lnTo>
                <a:close/>
                <a:lnTo>
                  <a:pt x="128745" y="374459"/>
                </a:lnTo>
                <a:close/>
                <a:lnTo>
                  <a:pt x="128745" y="374459"/>
                </a:lnTo>
                <a:close/>
                <a:lnTo>
                  <a:pt x="125715" y="374459"/>
                </a:lnTo>
                <a:close/>
                <a:lnTo>
                  <a:pt x="125715" y="374459"/>
                </a:lnTo>
                <a:close/>
                <a:lnTo>
                  <a:pt x="122686" y="374459"/>
                </a:lnTo>
                <a:close/>
                <a:lnTo>
                  <a:pt x="122686" y="374459"/>
                </a:lnTo>
                <a:close/>
                <a:lnTo>
                  <a:pt x="119657" y="374459"/>
                </a:lnTo>
                <a:close/>
                <a:lnTo>
                  <a:pt x="119657" y="374459"/>
                </a:lnTo>
                <a:close/>
                <a:lnTo>
                  <a:pt x="116628" y="374459"/>
                </a:lnTo>
                <a:close/>
                <a:lnTo>
                  <a:pt x="116628" y="374459"/>
                </a:lnTo>
                <a:close/>
                <a:lnTo>
                  <a:pt x="113598" y="374459"/>
                </a:lnTo>
                <a:close/>
                <a:lnTo>
                  <a:pt x="113598" y="374459"/>
                </a:lnTo>
                <a:close/>
                <a:lnTo>
                  <a:pt x="110569" y="374459"/>
                </a:lnTo>
                <a:close/>
                <a:lnTo>
                  <a:pt x="110569" y="374459"/>
                </a:lnTo>
                <a:close/>
                <a:lnTo>
                  <a:pt x="107540" y="374459"/>
                </a:lnTo>
                <a:close/>
                <a:lnTo>
                  <a:pt x="107540" y="374459"/>
                </a:lnTo>
                <a:close/>
                <a:lnTo>
                  <a:pt x="104510" y="374459"/>
                </a:lnTo>
                <a:close/>
                <a:lnTo>
                  <a:pt x="104510" y="374459"/>
                </a:lnTo>
                <a:close/>
                <a:lnTo>
                  <a:pt x="101481" y="374459"/>
                </a:lnTo>
                <a:close/>
                <a:lnTo>
                  <a:pt x="101481" y="374459"/>
                </a:lnTo>
                <a:close/>
                <a:lnTo>
                  <a:pt x="98452" y="374459"/>
                </a:lnTo>
                <a:close/>
                <a:lnTo>
                  <a:pt x="98452" y="374459"/>
                </a:lnTo>
                <a:close/>
                <a:lnTo>
                  <a:pt x="95423" y="374459"/>
                </a:lnTo>
                <a:close/>
                <a:lnTo>
                  <a:pt x="95423" y="374459"/>
                </a:lnTo>
                <a:close/>
                <a:lnTo>
                  <a:pt x="92393" y="374459"/>
                </a:lnTo>
                <a:close/>
                <a:lnTo>
                  <a:pt x="92393" y="374459"/>
                </a:lnTo>
                <a:close/>
                <a:lnTo>
                  <a:pt x="89364" y="374459"/>
                </a:lnTo>
                <a:close/>
                <a:lnTo>
                  <a:pt x="89364" y="374459"/>
                </a:lnTo>
                <a:close/>
                <a:lnTo>
                  <a:pt x="86335" y="374459"/>
                </a:lnTo>
                <a:close/>
                <a:lnTo>
                  <a:pt x="86335" y="374459"/>
                </a:lnTo>
                <a:close/>
                <a:lnTo>
                  <a:pt x="83305" y="374459"/>
                </a:lnTo>
                <a:close/>
                <a:lnTo>
                  <a:pt x="83305" y="374459"/>
                </a:lnTo>
                <a:close/>
                <a:lnTo>
                  <a:pt x="80276" y="374459"/>
                </a:lnTo>
                <a:close/>
                <a:lnTo>
                  <a:pt x="80276" y="374459"/>
                </a:lnTo>
                <a:close/>
                <a:lnTo>
                  <a:pt x="77247" y="374459"/>
                </a:lnTo>
                <a:close/>
                <a:lnTo>
                  <a:pt x="77247" y="374459"/>
                </a:lnTo>
                <a:close/>
                <a:lnTo>
                  <a:pt x="74218" y="374459"/>
                </a:lnTo>
                <a:close/>
                <a:lnTo>
                  <a:pt x="74218" y="374459"/>
                </a:lnTo>
                <a:close/>
                <a:lnTo>
                  <a:pt x="71188" y="374459"/>
                </a:lnTo>
                <a:close/>
                <a:lnTo>
                  <a:pt x="71188" y="374459"/>
                </a:lnTo>
                <a:close/>
                <a:lnTo>
                  <a:pt x="68159" y="374459"/>
                </a:lnTo>
                <a:close/>
                <a:lnTo>
                  <a:pt x="68159" y="374459"/>
                </a:lnTo>
                <a:close/>
                <a:lnTo>
                  <a:pt x="65130" y="374459"/>
                </a:lnTo>
                <a:close/>
                <a:lnTo>
                  <a:pt x="65130" y="374459"/>
                </a:lnTo>
                <a:close/>
                <a:lnTo>
                  <a:pt x="62100" y="374459"/>
                </a:lnTo>
                <a:close/>
                <a:lnTo>
                  <a:pt x="62100" y="374459"/>
                </a:lnTo>
                <a:close/>
                <a:lnTo>
                  <a:pt x="59071" y="374459"/>
                </a:lnTo>
                <a:close/>
                <a:lnTo>
                  <a:pt x="59071" y="374459"/>
                </a:lnTo>
                <a:close/>
                <a:lnTo>
                  <a:pt x="56042" y="374459"/>
                </a:lnTo>
                <a:close/>
                <a:lnTo>
                  <a:pt x="56042" y="374459"/>
                </a:lnTo>
                <a:close/>
                <a:lnTo>
                  <a:pt x="53013" y="374459"/>
                </a:lnTo>
                <a:close/>
                <a:lnTo>
                  <a:pt x="53013" y="374459"/>
                </a:lnTo>
                <a:close/>
                <a:lnTo>
                  <a:pt x="49983" y="374459"/>
                </a:lnTo>
                <a:close/>
                <a:lnTo>
                  <a:pt x="49983" y="374459"/>
                </a:lnTo>
                <a:close/>
                <a:lnTo>
                  <a:pt x="46954" y="374459"/>
                </a:lnTo>
                <a:close/>
                <a:lnTo>
                  <a:pt x="46954" y="374459"/>
                </a:lnTo>
                <a:close/>
                <a:lnTo>
                  <a:pt x="43925" y="374459"/>
                </a:lnTo>
                <a:close/>
                <a:lnTo>
                  <a:pt x="43925" y="374459"/>
                </a:lnTo>
                <a:close/>
                <a:lnTo>
                  <a:pt x="40895" y="374459"/>
                </a:lnTo>
                <a:close/>
                <a:lnTo>
                  <a:pt x="40895" y="374459"/>
                </a:lnTo>
                <a:close/>
                <a:lnTo>
                  <a:pt x="37866" y="374459"/>
                </a:lnTo>
                <a:close/>
                <a:lnTo>
                  <a:pt x="37866" y="374459"/>
                </a:lnTo>
                <a:close/>
                <a:lnTo>
                  <a:pt x="34837" y="374459"/>
                </a:lnTo>
                <a:close/>
                <a:lnTo>
                  <a:pt x="34837" y="374459"/>
                </a:lnTo>
                <a:close/>
                <a:lnTo>
                  <a:pt x="31807" y="374459"/>
                </a:lnTo>
                <a:close/>
                <a:lnTo>
                  <a:pt x="31807" y="374459"/>
                </a:lnTo>
                <a:close/>
                <a:lnTo>
                  <a:pt x="28778" y="374459"/>
                </a:lnTo>
                <a:close/>
                <a:lnTo>
                  <a:pt x="28778" y="374459"/>
                </a:lnTo>
                <a:close/>
                <a:lnTo>
                  <a:pt x="25749" y="374459"/>
                </a:lnTo>
                <a:close/>
                <a:lnTo>
                  <a:pt x="25749" y="374459"/>
                </a:lnTo>
                <a:close/>
                <a:lnTo>
                  <a:pt x="22720" y="374459"/>
                </a:lnTo>
                <a:close/>
                <a:lnTo>
                  <a:pt x="22720" y="374459"/>
                </a:lnTo>
                <a:close/>
                <a:lnTo>
                  <a:pt x="19690" y="374459"/>
                </a:lnTo>
                <a:close/>
                <a:lnTo>
                  <a:pt x="19690" y="374459"/>
                </a:lnTo>
                <a:close/>
                <a:lnTo>
                  <a:pt x="16661" y="374459"/>
                </a:lnTo>
                <a:close/>
                <a:lnTo>
                  <a:pt x="16661" y="374459"/>
                </a:lnTo>
                <a:close/>
                <a:lnTo>
                  <a:pt x="13632" y="374459"/>
                </a:lnTo>
                <a:close/>
                <a:lnTo>
                  <a:pt x="13632" y="374459"/>
                </a:lnTo>
                <a:close/>
                <a:lnTo>
                  <a:pt x="10602" y="374459"/>
                </a:lnTo>
                <a:close/>
                <a:lnTo>
                  <a:pt x="10602" y="374459"/>
                </a:lnTo>
                <a:close/>
                <a:lnTo>
                  <a:pt x="7573" y="374459"/>
                </a:lnTo>
                <a:close/>
                <a:lnTo>
                  <a:pt x="7573" y="374459"/>
                </a:lnTo>
                <a:close/>
                <a:lnTo>
                  <a:pt x="4544" y="374459"/>
                </a:lnTo>
                <a:close/>
                <a:lnTo>
                  <a:pt x="4544" y="374459"/>
                </a:lnTo>
                <a:close/>
                <a:lnTo>
                  <a:pt x="1515" y="374459"/>
                </a:lnTo>
                <a:close/>
                <a:lnTo>
                  <a:pt x="1515" y="374459"/>
                </a:lnTo>
                <a:close/>
                <a:lnTo>
                  <a:pt x="0" y="374459"/>
                </a:lnTo>
                <a:close/>
                <a:lnTo>
                  <a:pt x="0" y="374459"/>
                </a:lnTo>
                <a:close/>
              </a:path>
            </a:pathLst>
          </a:custGeom>
          <a:solidFill>
            <a:srgbClr val="A9B8D6">
              <a:alpha val="25000"/>
            </a:srgbClr>
          </a:solidFill>
          <a:ln w="12700">
            <a:solidFill>
              <a:srgbClr val="A9B8D6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16356" y="438515"/>
            <a:ext cx="905758" cy="1317644"/>
          </a:xfrm>
          <a:custGeom>
            <a:avLst/>
            <a:gdLst/>
            <a:ahLst/>
            <a:cxnLst/>
            <a:rect l="l" t="t" r="r" b="b"/>
            <a:pathLst>
              <a:path w="905758" h="1317644">
                <a:moveTo>
                  <a:pt x="0" y="1317644"/>
                </a:moveTo>
                <a:lnTo>
                  <a:pt x="0" y="1317632"/>
                </a:lnTo>
                <a:close/>
                <a:lnTo>
                  <a:pt x="3029" y="1317630"/>
                </a:lnTo>
                <a:close/>
                <a:lnTo>
                  <a:pt x="6058" y="1317627"/>
                </a:lnTo>
                <a:close/>
                <a:lnTo>
                  <a:pt x="9088" y="1317623"/>
                </a:lnTo>
                <a:close/>
                <a:lnTo>
                  <a:pt x="12117" y="1317619"/>
                </a:lnTo>
                <a:close/>
                <a:lnTo>
                  <a:pt x="15146" y="1317614"/>
                </a:lnTo>
                <a:close/>
                <a:lnTo>
                  <a:pt x="18176" y="1317609"/>
                </a:lnTo>
                <a:close/>
                <a:lnTo>
                  <a:pt x="21205" y="1317602"/>
                </a:lnTo>
                <a:close/>
                <a:lnTo>
                  <a:pt x="24234" y="1317594"/>
                </a:lnTo>
                <a:close/>
                <a:lnTo>
                  <a:pt x="27264" y="1317584"/>
                </a:lnTo>
                <a:close/>
                <a:lnTo>
                  <a:pt x="30293" y="1317573"/>
                </a:lnTo>
                <a:close/>
                <a:lnTo>
                  <a:pt x="33322" y="1317560"/>
                </a:lnTo>
                <a:close/>
                <a:lnTo>
                  <a:pt x="36351" y="1317544"/>
                </a:lnTo>
                <a:close/>
                <a:lnTo>
                  <a:pt x="39381" y="1317526"/>
                </a:lnTo>
                <a:close/>
                <a:lnTo>
                  <a:pt x="42410" y="1317505"/>
                </a:lnTo>
                <a:close/>
                <a:lnTo>
                  <a:pt x="45439" y="1317480"/>
                </a:lnTo>
                <a:close/>
                <a:lnTo>
                  <a:pt x="48469" y="1317451"/>
                </a:lnTo>
                <a:close/>
                <a:lnTo>
                  <a:pt x="51498" y="1317418"/>
                </a:lnTo>
                <a:close/>
                <a:lnTo>
                  <a:pt x="54527" y="1317379"/>
                </a:lnTo>
                <a:close/>
                <a:lnTo>
                  <a:pt x="57556" y="1317333"/>
                </a:lnTo>
                <a:close/>
                <a:lnTo>
                  <a:pt x="60586" y="1317281"/>
                </a:lnTo>
                <a:close/>
                <a:lnTo>
                  <a:pt x="63615" y="1317220"/>
                </a:lnTo>
                <a:close/>
                <a:lnTo>
                  <a:pt x="66644" y="1317150"/>
                </a:lnTo>
                <a:close/>
                <a:lnTo>
                  <a:pt x="69674" y="1317068"/>
                </a:lnTo>
                <a:close/>
                <a:lnTo>
                  <a:pt x="72703" y="1316975"/>
                </a:lnTo>
                <a:close/>
                <a:lnTo>
                  <a:pt x="75732" y="1316868"/>
                </a:lnTo>
                <a:close/>
                <a:lnTo>
                  <a:pt x="78761" y="1316745"/>
                </a:lnTo>
                <a:close/>
                <a:lnTo>
                  <a:pt x="81791" y="1316604"/>
                </a:lnTo>
                <a:close/>
                <a:lnTo>
                  <a:pt x="84820" y="1316442"/>
                </a:lnTo>
                <a:close/>
                <a:lnTo>
                  <a:pt x="87849" y="1316258"/>
                </a:lnTo>
                <a:close/>
                <a:lnTo>
                  <a:pt x="90879" y="1316047"/>
                </a:lnTo>
                <a:close/>
                <a:lnTo>
                  <a:pt x="93908" y="1315808"/>
                </a:lnTo>
                <a:close/>
                <a:lnTo>
                  <a:pt x="96937" y="1315535"/>
                </a:lnTo>
                <a:close/>
                <a:lnTo>
                  <a:pt x="99967" y="1315225"/>
                </a:lnTo>
                <a:close/>
                <a:lnTo>
                  <a:pt x="102996" y="1314875"/>
                </a:lnTo>
                <a:close/>
                <a:lnTo>
                  <a:pt x="106025" y="1314478"/>
                </a:lnTo>
                <a:close/>
                <a:lnTo>
                  <a:pt x="109054" y="1314029"/>
                </a:lnTo>
                <a:close/>
                <a:lnTo>
                  <a:pt x="112084" y="1313523"/>
                </a:lnTo>
                <a:close/>
                <a:lnTo>
                  <a:pt x="115113" y="1312953"/>
                </a:lnTo>
                <a:close/>
                <a:lnTo>
                  <a:pt x="118142" y="1312312"/>
                </a:lnTo>
                <a:close/>
                <a:lnTo>
                  <a:pt x="121172" y="1311593"/>
                </a:lnTo>
                <a:close/>
                <a:lnTo>
                  <a:pt x="124201" y="1310786"/>
                </a:lnTo>
                <a:close/>
                <a:lnTo>
                  <a:pt x="127230" y="1309883"/>
                </a:lnTo>
                <a:close/>
                <a:lnTo>
                  <a:pt x="130259" y="1308875"/>
                </a:lnTo>
                <a:close/>
                <a:lnTo>
                  <a:pt x="133289" y="1307750"/>
                </a:lnTo>
                <a:close/>
                <a:lnTo>
                  <a:pt x="136318" y="1306497"/>
                </a:lnTo>
                <a:close/>
                <a:lnTo>
                  <a:pt x="139347" y="1305103"/>
                </a:lnTo>
                <a:close/>
                <a:lnTo>
                  <a:pt x="142377" y="1303557"/>
                </a:lnTo>
                <a:close/>
                <a:lnTo>
                  <a:pt x="145406" y="1301843"/>
                </a:lnTo>
                <a:close/>
                <a:lnTo>
                  <a:pt x="148435" y="1299946"/>
                </a:lnTo>
                <a:close/>
                <a:lnTo>
                  <a:pt x="151464" y="1297851"/>
                </a:lnTo>
                <a:close/>
                <a:lnTo>
                  <a:pt x="154494" y="1295541"/>
                </a:lnTo>
                <a:close/>
                <a:lnTo>
                  <a:pt x="157523" y="1292997"/>
                </a:lnTo>
                <a:close/>
                <a:lnTo>
                  <a:pt x="160552" y="1290201"/>
                </a:lnTo>
                <a:close/>
                <a:lnTo>
                  <a:pt x="163582" y="1287132"/>
                </a:lnTo>
                <a:close/>
                <a:lnTo>
                  <a:pt x="166611" y="1283770"/>
                </a:lnTo>
                <a:close/>
                <a:lnTo>
                  <a:pt x="169640" y="1280093"/>
                </a:lnTo>
                <a:close/>
                <a:lnTo>
                  <a:pt x="172670" y="1276078"/>
                </a:lnTo>
                <a:close/>
                <a:lnTo>
                  <a:pt x="175699" y="1271702"/>
                </a:lnTo>
                <a:close/>
                <a:lnTo>
                  <a:pt x="178728" y="1266939"/>
                </a:lnTo>
                <a:close/>
                <a:lnTo>
                  <a:pt x="181757" y="1261765"/>
                </a:lnTo>
                <a:close/>
                <a:lnTo>
                  <a:pt x="184787" y="1256153"/>
                </a:lnTo>
                <a:close/>
                <a:lnTo>
                  <a:pt x="187816" y="1250077"/>
                </a:lnTo>
                <a:close/>
                <a:lnTo>
                  <a:pt x="190845" y="1243511"/>
                </a:lnTo>
                <a:close/>
                <a:lnTo>
                  <a:pt x="193875" y="1236425"/>
                </a:lnTo>
                <a:close/>
                <a:lnTo>
                  <a:pt x="196904" y="1228793"/>
                </a:lnTo>
                <a:close/>
                <a:lnTo>
                  <a:pt x="199933" y="1220587"/>
                </a:lnTo>
                <a:close/>
                <a:lnTo>
                  <a:pt x="202962" y="1211778"/>
                </a:lnTo>
                <a:close/>
                <a:lnTo>
                  <a:pt x="205992" y="1202340"/>
                </a:lnTo>
                <a:close/>
                <a:lnTo>
                  <a:pt x="209021" y="1192246"/>
                </a:lnTo>
                <a:close/>
                <a:lnTo>
                  <a:pt x="212050" y="1181468"/>
                </a:lnTo>
                <a:close/>
                <a:lnTo>
                  <a:pt x="215080" y="1169981"/>
                </a:lnTo>
                <a:close/>
                <a:lnTo>
                  <a:pt x="218109" y="1157760"/>
                </a:lnTo>
                <a:close/>
                <a:lnTo>
                  <a:pt x="221138" y="1144782"/>
                </a:lnTo>
                <a:close/>
                <a:lnTo>
                  <a:pt x="224167" y="1131026"/>
                </a:lnTo>
                <a:close/>
                <a:lnTo>
                  <a:pt x="227197" y="1116471"/>
                </a:lnTo>
                <a:close/>
                <a:lnTo>
                  <a:pt x="230226" y="1101100"/>
                </a:lnTo>
                <a:close/>
                <a:lnTo>
                  <a:pt x="233255" y="1084897"/>
                </a:lnTo>
                <a:close/>
                <a:lnTo>
                  <a:pt x="236285" y="1067850"/>
                </a:lnTo>
                <a:close/>
                <a:lnTo>
                  <a:pt x="239314" y="1049948"/>
                </a:lnTo>
                <a:close/>
                <a:lnTo>
                  <a:pt x="242343" y="1031184"/>
                </a:lnTo>
                <a:close/>
                <a:lnTo>
                  <a:pt x="245372" y="1011556"/>
                </a:lnTo>
                <a:close/>
                <a:lnTo>
                  <a:pt x="248402" y="991064"/>
                </a:lnTo>
                <a:close/>
                <a:lnTo>
                  <a:pt x="251431" y="969713"/>
                </a:lnTo>
                <a:close/>
                <a:lnTo>
                  <a:pt x="254460" y="947510"/>
                </a:lnTo>
                <a:close/>
                <a:lnTo>
                  <a:pt x="257490" y="924469"/>
                </a:lnTo>
                <a:close/>
                <a:lnTo>
                  <a:pt x="260519" y="900608"/>
                </a:lnTo>
                <a:close/>
                <a:lnTo>
                  <a:pt x="263548" y="875949"/>
                </a:lnTo>
                <a:close/>
                <a:lnTo>
                  <a:pt x="266578" y="850519"/>
                </a:lnTo>
                <a:close/>
                <a:lnTo>
                  <a:pt x="269607" y="824352"/>
                </a:lnTo>
                <a:close/>
                <a:lnTo>
                  <a:pt x="272636" y="797485"/>
                </a:lnTo>
                <a:close/>
                <a:lnTo>
                  <a:pt x="275665" y="769961"/>
                </a:lnTo>
                <a:close/>
                <a:lnTo>
                  <a:pt x="278695" y="741828"/>
                </a:lnTo>
                <a:close/>
                <a:lnTo>
                  <a:pt x="281724" y="713140"/>
                </a:lnTo>
                <a:close/>
                <a:lnTo>
                  <a:pt x="284753" y="683955"/>
                </a:lnTo>
                <a:close/>
                <a:lnTo>
                  <a:pt x="287783" y="654338"/>
                </a:lnTo>
                <a:close/>
                <a:lnTo>
                  <a:pt x="290812" y="624357"/>
                </a:lnTo>
                <a:close/>
                <a:lnTo>
                  <a:pt x="293841" y="594087"/>
                </a:lnTo>
                <a:close/>
                <a:lnTo>
                  <a:pt x="296870" y="563604"/>
                </a:lnTo>
                <a:close/>
                <a:lnTo>
                  <a:pt x="299900" y="532993"/>
                </a:lnTo>
                <a:close/>
                <a:lnTo>
                  <a:pt x="302929" y="502340"/>
                </a:lnTo>
                <a:close/>
                <a:lnTo>
                  <a:pt x="305958" y="471734"/>
                </a:lnTo>
                <a:close/>
                <a:lnTo>
                  <a:pt x="308988" y="441269"/>
                </a:lnTo>
                <a:close/>
                <a:lnTo>
                  <a:pt x="312017" y="411042"/>
                </a:lnTo>
                <a:close/>
                <a:lnTo>
                  <a:pt x="315046" y="381151"/>
                </a:lnTo>
                <a:close/>
                <a:lnTo>
                  <a:pt x="318075" y="351697"/>
                </a:lnTo>
                <a:close/>
                <a:lnTo>
                  <a:pt x="321105" y="322781"/>
                </a:lnTo>
                <a:close/>
                <a:lnTo>
                  <a:pt x="324134" y="294505"/>
                </a:lnTo>
                <a:close/>
                <a:lnTo>
                  <a:pt x="327163" y="266973"/>
                </a:lnTo>
                <a:close/>
                <a:lnTo>
                  <a:pt x="330193" y="240286"/>
                </a:lnTo>
                <a:close/>
                <a:lnTo>
                  <a:pt x="333222" y="214544"/>
                </a:lnTo>
                <a:close/>
                <a:lnTo>
                  <a:pt x="336251" y="189848"/>
                </a:lnTo>
                <a:close/>
                <a:lnTo>
                  <a:pt x="339281" y="166295"/>
                </a:lnTo>
                <a:close/>
                <a:lnTo>
                  <a:pt x="342310" y="143977"/>
                </a:lnTo>
                <a:close/>
                <a:lnTo>
                  <a:pt x="345339" y="122985"/>
                </a:lnTo>
                <a:close/>
                <a:lnTo>
                  <a:pt x="348368" y="103406"/>
                </a:lnTo>
                <a:close/>
                <a:lnTo>
                  <a:pt x="351398" y="85319"/>
                </a:lnTo>
                <a:close/>
                <a:lnTo>
                  <a:pt x="354427" y="68802"/>
                </a:lnTo>
                <a:close/>
                <a:lnTo>
                  <a:pt x="357456" y="53924"/>
                </a:lnTo>
                <a:close/>
                <a:lnTo>
                  <a:pt x="360486" y="40748"/>
                </a:lnTo>
                <a:close/>
                <a:lnTo>
                  <a:pt x="363515" y="29332"/>
                </a:lnTo>
                <a:close/>
                <a:lnTo>
                  <a:pt x="366544" y="19725"/>
                </a:lnTo>
                <a:close/>
                <a:lnTo>
                  <a:pt x="369573" y="11967"/>
                </a:lnTo>
                <a:close/>
                <a:lnTo>
                  <a:pt x="372603" y="6095"/>
                </a:lnTo>
                <a:close/>
                <a:lnTo>
                  <a:pt x="375632" y="2132"/>
                </a:lnTo>
                <a:close/>
                <a:lnTo>
                  <a:pt x="378661" y="98"/>
                </a:lnTo>
                <a:close/>
                <a:lnTo>
                  <a:pt x="381691" y="0"/>
                </a:lnTo>
                <a:close/>
                <a:lnTo>
                  <a:pt x="384720" y="1839"/>
                </a:lnTo>
                <a:close/>
                <a:lnTo>
                  <a:pt x="387749" y="5607"/>
                </a:lnTo>
                <a:close/>
                <a:lnTo>
                  <a:pt x="390778" y="11287"/>
                </a:lnTo>
                <a:close/>
                <a:lnTo>
                  <a:pt x="393808" y="18855"/>
                </a:lnTo>
                <a:close/>
                <a:lnTo>
                  <a:pt x="396837" y="28277"/>
                </a:lnTo>
                <a:close/>
                <a:lnTo>
                  <a:pt x="399866" y="39513"/>
                </a:lnTo>
                <a:close/>
                <a:lnTo>
                  <a:pt x="402896" y="52513"/>
                </a:lnTo>
                <a:close/>
                <a:lnTo>
                  <a:pt x="405925" y="67222"/>
                </a:lnTo>
                <a:close/>
                <a:lnTo>
                  <a:pt x="408954" y="83576"/>
                </a:lnTo>
                <a:close/>
                <a:lnTo>
                  <a:pt x="411984" y="101507"/>
                </a:lnTo>
                <a:close/>
                <a:lnTo>
                  <a:pt x="415013" y="120939"/>
                </a:lnTo>
                <a:close/>
                <a:lnTo>
                  <a:pt x="418042" y="141792"/>
                </a:lnTo>
                <a:close/>
                <a:lnTo>
                  <a:pt x="421071" y="163980"/>
                </a:lnTo>
                <a:close/>
                <a:lnTo>
                  <a:pt x="424101" y="187413"/>
                </a:lnTo>
                <a:close/>
                <a:lnTo>
                  <a:pt x="427130" y="211997"/>
                </a:lnTo>
                <a:close/>
                <a:lnTo>
                  <a:pt x="430159" y="237637"/>
                </a:lnTo>
                <a:close/>
                <a:lnTo>
                  <a:pt x="433189" y="264233"/>
                </a:lnTo>
                <a:close/>
                <a:lnTo>
                  <a:pt x="436218" y="291685"/>
                </a:lnTo>
                <a:close/>
                <a:lnTo>
                  <a:pt x="439247" y="319890"/>
                </a:lnTo>
                <a:close/>
                <a:lnTo>
                  <a:pt x="442276" y="348746"/>
                </a:lnTo>
                <a:close/>
                <a:lnTo>
                  <a:pt x="445306" y="378150"/>
                </a:lnTo>
                <a:close/>
                <a:lnTo>
                  <a:pt x="448335" y="408002"/>
                </a:lnTo>
                <a:close/>
                <a:lnTo>
                  <a:pt x="451364" y="438199"/>
                </a:lnTo>
                <a:close/>
                <a:lnTo>
                  <a:pt x="454394" y="468644"/>
                </a:lnTo>
                <a:close/>
                <a:lnTo>
                  <a:pt x="457423" y="499240"/>
                </a:lnTo>
                <a:close/>
                <a:lnTo>
                  <a:pt x="460452" y="529893"/>
                </a:lnTo>
                <a:close/>
                <a:lnTo>
                  <a:pt x="463481" y="560513"/>
                </a:lnTo>
                <a:close/>
                <a:lnTo>
                  <a:pt x="466511" y="591012"/>
                </a:lnTo>
                <a:close/>
                <a:lnTo>
                  <a:pt x="469540" y="621307"/>
                </a:lnTo>
                <a:close/>
                <a:lnTo>
                  <a:pt x="472569" y="651321"/>
                </a:lnTo>
                <a:close/>
                <a:lnTo>
                  <a:pt x="475599" y="680978"/>
                </a:lnTo>
                <a:close/>
                <a:lnTo>
                  <a:pt x="478628" y="710209"/>
                </a:lnTo>
                <a:close/>
                <a:lnTo>
                  <a:pt x="481657" y="738950"/>
                </a:lnTo>
                <a:close/>
                <a:lnTo>
                  <a:pt x="484686" y="767142"/>
                </a:lnTo>
                <a:close/>
                <a:lnTo>
                  <a:pt x="487716" y="794730"/>
                </a:lnTo>
                <a:close/>
                <a:lnTo>
                  <a:pt x="490745" y="821666"/>
                </a:lnTo>
                <a:close/>
                <a:lnTo>
                  <a:pt x="493774" y="847906"/>
                </a:lnTo>
                <a:close/>
                <a:lnTo>
                  <a:pt x="496804" y="873411"/>
                </a:lnTo>
                <a:close/>
                <a:lnTo>
                  <a:pt x="499833" y="898149"/>
                </a:lnTo>
                <a:close/>
                <a:lnTo>
                  <a:pt x="502862" y="922092"/>
                </a:lnTo>
                <a:close/>
                <a:lnTo>
                  <a:pt x="505892" y="945217"/>
                </a:lnTo>
                <a:close/>
                <a:lnTo>
                  <a:pt x="508921" y="967505"/>
                </a:lnTo>
                <a:close/>
                <a:lnTo>
                  <a:pt x="511950" y="988944"/>
                </a:lnTo>
                <a:close/>
                <a:lnTo>
                  <a:pt x="514979" y="1009523"/>
                </a:lnTo>
                <a:close/>
                <a:lnTo>
                  <a:pt x="518009" y="1029238"/>
                </a:lnTo>
                <a:close/>
                <a:lnTo>
                  <a:pt x="521038" y="1048089"/>
                </a:lnTo>
                <a:close/>
                <a:lnTo>
                  <a:pt x="524067" y="1066078"/>
                </a:lnTo>
                <a:close/>
                <a:lnTo>
                  <a:pt x="527097" y="1083212"/>
                </a:lnTo>
                <a:close/>
                <a:lnTo>
                  <a:pt x="530126" y="1099499"/>
                </a:lnTo>
                <a:close/>
                <a:lnTo>
                  <a:pt x="533155" y="1114954"/>
                </a:lnTo>
                <a:close/>
                <a:lnTo>
                  <a:pt x="536184" y="1129591"/>
                </a:lnTo>
                <a:close/>
                <a:lnTo>
                  <a:pt x="539214" y="1143427"/>
                </a:lnTo>
                <a:close/>
                <a:lnTo>
                  <a:pt x="542243" y="1156482"/>
                </a:lnTo>
                <a:close/>
                <a:lnTo>
                  <a:pt x="545272" y="1168778"/>
                </a:lnTo>
                <a:close/>
                <a:lnTo>
                  <a:pt x="548302" y="1180338"/>
                </a:lnTo>
                <a:close/>
                <a:lnTo>
                  <a:pt x="551331" y="1191187"/>
                </a:lnTo>
                <a:close/>
                <a:lnTo>
                  <a:pt x="554360" y="1201350"/>
                </a:lnTo>
                <a:close/>
                <a:lnTo>
                  <a:pt x="557389" y="1210853"/>
                </a:lnTo>
                <a:close/>
                <a:lnTo>
                  <a:pt x="560419" y="1219724"/>
                </a:lnTo>
                <a:close/>
                <a:lnTo>
                  <a:pt x="563448" y="1227990"/>
                </a:lnTo>
                <a:close/>
                <a:lnTo>
                  <a:pt x="566477" y="1235678"/>
                </a:lnTo>
                <a:close/>
                <a:lnTo>
                  <a:pt x="569507" y="1242818"/>
                </a:lnTo>
                <a:close/>
                <a:lnTo>
                  <a:pt x="572536" y="1249436"/>
                </a:lnTo>
                <a:close/>
                <a:lnTo>
                  <a:pt x="575565" y="1255560"/>
                </a:lnTo>
                <a:close/>
                <a:lnTo>
                  <a:pt x="578595" y="1261218"/>
                </a:lnTo>
                <a:close/>
                <a:lnTo>
                  <a:pt x="581624" y="1266435"/>
                </a:lnTo>
                <a:close/>
                <a:lnTo>
                  <a:pt x="584653" y="1271238"/>
                </a:lnTo>
                <a:close/>
                <a:lnTo>
                  <a:pt x="587682" y="1275652"/>
                </a:lnTo>
                <a:close/>
                <a:lnTo>
                  <a:pt x="590712" y="1279703"/>
                </a:lnTo>
                <a:close/>
                <a:lnTo>
                  <a:pt x="593741" y="1283413"/>
                </a:lnTo>
                <a:close/>
                <a:lnTo>
                  <a:pt x="596770" y="1286806"/>
                </a:lnTo>
                <a:close/>
                <a:lnTo>
                  <a:pt x="599800" y="1289903"/>
                </a:lnTo>
                <a:close/>
                <a:lnTo>
                  <a:pt x="602829" y="1292726"/>
                </a:lnTo>
                <a:close/>
                <a:lnTo>
                  <a:pt x="605858" y="1295294"/>
                </a:lnTo>
                <a:close/>
                <a:lnTo>
                  <a:pt x="608887" y="1297628"/>
                </a:lnTo>
                <a:close/>
                <a:lnTo>
                  <a:pt x="611917" y="1299744"/>
                </a:lnTo>
                <a:close/>
                <a:lnTo>
                  <a:pt x="614946" y="1301660"/>
                </a:lnTo>
                <a:close/>
                <a:lnTo>
                  <a:pt x="617975" y="1303391"/>
                </a:lnTo>
                <a:close/>
                <a:lnTo>
                  <a:pt x="621005" y="1304954"/>
                </a:lnTo>
                <a:close/>
                <a:lnTo>
                  <a:pt x="624034" y="1306362"/>
                </a:lnTo>
                <a:close/>
                <a:lnTo>
                  <a:pt x="627063" y="1307629"/>
                </a:lnTo>
                <a:close/>
                <a:lnTo>
                  <a:pt x="630092" y="1308766"/>
                </a:lnTo>
                <a:close/>
                <a:lnTo>
                  <a:pt x="633122" y="1309786"/>
                </a:lnTo>
                <a:close/>
                <a:lnTo>
                  <a:pt x="636151" y="1310699"/>
                </a:lnTo>
                <a:close/>
                <a:lnTo>
                  <a:pt x="639180" y="1311515"/>
                </a:lnTo>
                <a:close/>
                <a:lnTo>
                  <a:pt x="642210" y="1312243"/>
                </a:lnTo>
                <a:close/>
                <a:lnTo>
                  <a:pt x="645239" y="1312892"/>
                </a:lnTo>
                <a:close/>
                <a:lnTo>
                  <a:pt x="648268" y="1313468"/>
                </a:lnTo>
                <a:close/>
                <a:lnTo>
                  <a:pt x="651298" y="1313981"/>
                </a:lnTo>
                <a:close/>
                <a:lnTo>
                  <a:pt x="654327" y="1314435"/>
                </a:lnTo>
                <a:close/>
                <a:lnTo>
                  <a:pt x="657356" y="1314837"/>
                </a:lnTo>
                <a:close/>
                <a:lnTo>
                  <a:pt x="660385" y="1315192"/>
                </a:lnTo>
                <a:close/>
                <a:lnTo>
                  <a:pt x="663415" y="1315505"/>
                </a:lnTo>
                <a:close/>
                <a:lnTo>
                  <a:pt x="666444" y="1315781"/>
                </a:lnTo>
                <a:close/>
                <a:lnTo>
                  <a:pt x="669473" y="1316024"/>
                </a:lnTo>
                <a:close/>
                <a:lnTo>
                  <a:pt x="672503" y="1316238"/>
                </a:lnTo>
                <a:close/>
                <a:lnTo>
                  <a:pt x="675532" y="1316425"/>
                </a:lnTo>
                <a:close/>
                <a:lnTo>
                  <a:pt x="678561" y="1316588"/>
                </a:lnTo>
                <a:close/>
                <a:lnTo>
                  <a:pt x="681590" y="1316731"/>
                </a:lnTo>
                <a:close/>
                <a:lnTo>
                  <a:pt x="684620" y="1316856"/>
                </a:lnTo>
                <a:close/>
                <a:lnTo>
                  <a:pt x="687649" y="1316965"/>
                </a:lnTo>
                <a:close/>
                <a:lnTo>
                  <a:pt x="690678" y="1317060"/>
                </a:lnTo>
                <a:close/>
                <a:lnTo>
                  <a:pt x="693708" y="1317142"/>
                </a:lnTo>
                <a:close/>
                <a:lnTo>
                  <a:pt x="696737" y="1317213"/>
                </a:lnTo>
                <a:close/>
                <a:lnTo>
                  <a:pt x="699766" y="1317275"/>
                </a:lnTo>
                <a:close/>
                <a:lnTo>
                  <a:pt x="702795" y="1317328"/>
                </a:lnTo>
                <a:close/>
                <a:lnTo>
                  <a:pt x="705825" y="1317374"/>
                </a:lnTo>
                <a:close/>
                <a:lnTo>
                  <a:pt x="708854" y="1317414"/>
                </a:lnTo>
                <a:close/>
                <a:lnTo>
                  <a:pt x="711883" y="1317448"/>
                </a:lnTo>
                <a:close/>
                <a:lnTo>
                  <a:pt x="714913" y="1317477"/>
                </a:lnTo>
                <a:close/>
                <a:lnTo>
                  <a:pt x="717942" y="1317503"/>
                </a:lnTo>
                <a:close/>
                <a:lnTo>
                  <a:pt x="720971" y="1317524"/>
                </a:lnTo>
                <a:close/>
                <a:lnTo>
                  <a:pt x="724000" y="1317543"/>
                </a:lnTo>
                <a:close/>
                <a:lnTo>
                  <a:pt x="727030" y="1317558"/>
                </a:lnTo>
                <a:close/>
                <a:lnTo>
                  <a:pt x="730059" y="1317572"/>
                </a:lnTo>
                <a:close/>
                <a:lnTo>
                  <a:pt x="733088" y="1317583"/>
                </a:lnTo>
                <a:close/>
                <a:lnTo>
                  <a:pt x="736118" y="1317593"/>
                </a:lnTo>
                <a:close/>
                <a:lnTo>
                  <a:pt x="739147" y="1317601"/>
                </a:lnTo>
                <a:close/>
                <a:lnTo>
                  <a:pt x="742176" y="1317608"/>
                </a:lnTo>
                <a:close/>
                <a:lnTo>
                  <a:pt x="745206" y="1317614"/>
                </a:lnTo>
                <a:close/>
                <a:lnTo>
                  <a:pt x="748235" y="1317619"/>
                </a:lnTo>
                <a:close/>
                <a:lnTo>
                  <a:pt x="751264" y="1317623"/>
                </a:lnTo>
                <a:close/>
                <a:lnTo>
                  <a:pt x="754293" y="1317627"/>
                </a:lnTo>
                <a:close/>
                <a:lnTo>
                  <a:pt x="757323" y="1317630"/>
                </a:lnTo>
                <a:close/>
                <a:lnTo>
                  <a:pt x="760352" y="1317632"/>
                </a:lnTo>
                <a:close/>
                <a:lnTo>
                  <a:pt x="763381" y="1317634"/>
                </a:lnTo>
                <a:close/>
                <a:lnTo>
                  <a:pt x="766411" y="1317636"/>
                </a:lnTo>
                <a:close/>
                <a:lnTo>
                  <a:pt x="769440" y="1317637"/>
                </a:lnTo>
                <a:close/>
                <a:lnTo>
                  <a:pt x="772469" y="1317639"/>
                </a:lnTo>
                <a:close/>
                <a:lnTo>
                  <a:pt x="775498" y="1317640"/>
                </a:lnTo>
                <a:close/>
                <a:lnTo>
                  <a:pt x="778528" y="1317640"/>
                </a:lnTo>
                <a:close/>
                <a:lnTo>
                  <a:pt x="781557" y="1317641"/>
                </a:lnTo>
                <a:close/>
                <a:lnTo>
                  <a:pt x="784586" y="1317642"/>
                </a:lnTo>
                <a:close/>
                <a:lnTo>
                  <a:pt x="787616" y="1317642"/>
                </a:lnTo>
                <a:close/>
                <a:lnTo>
                  <a:pt x="790645" y="1317643"/>
                </a:lnTo>
                <a:close/>
                <a:lnTo>
                  <a:pt x="793674" y="1317643"/>
                </a:lnTo>
                <a:close/>
                <a:lnTo>
                  <a:pt x="796703" y="1317643"/>
                </a:lnTo>
                <a:close/>
                <a:lnTo>
                  <a:pt x="799733" y="1317643"/>
                </a:lnTo>
                <a:close/>
                <a:lnTo>
                  <a:pt x="802762" y="1317644"/>
                </a:lnTo>
                <a:close/>
                <a:lnTo>
                  <a:pt x="805791" y="1317644"/>
                </a:lnTo>
                <a:close/>
                <a:lnTo>
                  <a:pt x="808821" y="1317644"/>
                </a:lnTo>
                <a:close/>
                <a:lnTo>
                  <a:pt x="811850" y="1317644"/>
                </a:lnTo>
                <a:close/>
                <a:lnTo>
                  <a:pt x="814879" y="1317644"/>
                </a:lnTo>
                <a:close/>
                <a:lnTo>
                  <a:pt x="817909" y="1317644"/>
                </a:lnTo>
                <a:close/>
                <a:lnTo>
                  <a:pt x="820938" y="1317644"/>
                </a:lnTo>
                <a:close/>
                <a:lnTo>
                  <a:pt x="823967" y="1317644"/>
                </a:lnTo>
                <a:close/>
                <a:lnTo>
                  <a:pt x="826996" y="1317644"/>
                </a:lnTo>
                <a:close/>
                <a:lnTo>
                  <a:pt x="830026" y="1317644"/>
                </a:lnTo>
                <a:close/>
                <a:lnTo>
                  <a:pt x="833055" y="1317644"/>
                </a:lnTo>
                <a:close/>
                <a:lnTo>
                  <a:pt x="836084" y="1317644"/>
                </a:lnTo>
                <a:close/>
                <a:lnTo>
                  <a:pt x="839114" y="1317644"/>
                </a:lnTo>
                <a:close/>
                <a:lnTo>
                  <a:pt x="842143" y="1317644"/>
                </a:lnTo>
                <a:close/>
                <a:lnTo>
                  <a:pt x="845172" y="1317644"/>
                </a:lnTo>
                <a:close/>
                <a:lnTo>
                  <a:pt x="848201" y="1317644"/>
                </a:lnTo>
                <a:close/>
                <a:lnTo>
                  <a:pt x="851231" y="1317644"/>
                </a:lnTo>
                <a:close/>
                <a:lnTo>
                  <a:pt x="854260" y="1317644"/>
                </a:lnTo>
                <a:close/>
                <a:lnTo>
                  <a:pt x="857289" y="1317644"/>
                </a:lnTo>
                <a:close/>
                <a:lnTo>
                  <a:pt x="860319" y="1317644"/>
                </a:lnTo>
                <a:close/>
                <a:lnTo>
                  <a:pt x="863348" y="1317644"/>
                </a:lnTo>
                <a:close/>
                <a:lnTo>
                  <a:pt x="866377" y="1317644"/>
                </a:lnTo>
                <a:close/>
                <a:lnTo>
                  <a:pt x="869406" y="1317644"/>
                </a:lnTo>
                <a:close/>
                <a:lnTo>
                  <a:pt x="872436" y="1317644"/>
                </a:lnTo>
                <a:close/>
                <a:lnTo>
                  <a:pt x="875465" y="1317644"/>
                </a:lnTo>
                <a:close/>
                <a:lnTo>
                  <a:pt x="878494" y="1317644"/>
                </a:lnTo>
                <a:close/>
                <a:lnTo>
                  <a:pt x="881524" y="1317644"/>
                </a:lnTo>
                <a:close/>
                <a:lnTo>
                  <a:pt x="884553" y="1317644"/>
                </a:lnTo>
                <a:close/>
                <a:lnTo>
                  <a:pt x="887582" y="1317644"/>
                </a:lnTo>
                <a:close/>
                <a:lnTo>
                  <a:pt x="890611" y="1317644"/>
                </a:lnTo>
                <a:close/>
                <a:lnTo>
                  <a:pt x="893641" y="1317644"/>
                </a:lnTo>
                <a:close/>
                <a:lnTo>
                  <a:pt x="896670" y="1317644"/>
                </a:lnTo>
                <a:close/>
                <a:lnTo>
                  <a:pt x="899699" y="1317644"/>
                </a:lnTo>
                <a:close/>
                <a:lnTo>
                  <a:pt x="902729" y="1317644"/>
                </a:lnTo>
                <a:close/>
                <a:lnTo>
                  <a:pt x="905758" y="1317644"/>
                </a:lnTo>
                <a:close/>
                <a:lnTo>
                  <a:pt x="905758" y="1317644"/>
                </a:lnTo>
                <a:close/>
                <a:lnTo>
                  <a:pt x="905758" y="1317644"/>
                </a:lnTo>
                <a:close/>
                <a:lnTo>
                  <a:pt x="902729" y="1317644"/>
                </a:lnTo>
                <a:close/>
                <a:lnTo>
                  <a:pt x="899699" y="1317644"/>
                </a:lnTo>
                <a:close/>
                <a:lnTo>
                  <a:pt x="896670" y="1317644"/>
                </a:lnTo>
                <a:close/>
                <a:lnTo>
                  <a:pt x="893641" y="1317644"/>
                </a:lnTo>
                <a:close/>
                <a:lnTo>
                  <a:pt x="890611" y="1317644"/>
                </a:lnTo>
                <a:close/>
                <a:lnTo>
                  <a:pt x="887582" y="1317644"/>
                </a:lnTo>
                <a:close/>
                <a:lnTo>
                  <a:pt x="884553" y="1317644"/>
                </a:lnTo>
                <a:close/>
                <a:lnTo>
                  <a:pt x="881524" y="1317644"/>
                </a:lnTo>
                <a:close/>
                <a:lnTo>
                  <a:pt x="878494" y="1317644"/>
                </a:lnTo>
                <a:close/>
                <a:lnTo>
                  <a:pt x="875465" y="1317644"/>
                </a:lnTo>
                <a:close/>
                <a:lnTo>
                  <a:pt x="872436" y="1317644"/>
                </a:lnTo>
                <a:close/>
                <a:lnTo>
                  <a:pt x="869406" y="1317644"/>
                </a:lnTo>
                <a:close/>
                <a:lnTo>
                  <a:pt x="866377" y="1317644"/>
                </a:lnTo>
                <a:close/>
                <a:lnTo>
                  <a:pt x="863348" y="1317644"/>
                </a:lnTo>
                <a:close/>
                <a:lnTo>
                  <a:pt x="860319" y="1317644"/>
                </a:lnTo>
                <a:close/>
                <a:lnTo>
                  <a:pt x="857289" y="1317644"/>
                </a:lnTo>
                <a:close/>
                <a:lnTo>
                  <a:pt x="854260" y="1317644"/>
                </a:lnTo>
                <a:close/>
                <a:lnTo>
                  <a:pt x="851231" y="1317644"/>
                </a:lnTo>
                <a:close/>
                <a:lnTo>
                  <a:pt x="848201" y="1317644"/>
                </a:lnTo>
                <a:close/>
                <a:lnTo>
                  <a:pt x="845172" y="1317644"/>
                </a:lnTo>
                <a:close/>
                <a:lnTo>
                  <a:pt x="842143" y="1317644"/>
                </a:lnTo>
                <a:close/>
                <a:lnTo>
                  <a:pt x="839114" y="1317644"/>
                </a:lnTo>
                <a:close/>
                <a:lnTo>
                  <a:pt x="836084" y="1317644"/>
                </a:lnTo>
                <a:close/>
                <a:lnTo>
                  <a:pt x="833055" y="1317644"/>
                </a:lnTo>
                <a:close/>
                <a:lnTo>
                  <a:pt x="830026" y="1317644"/>
                </a:lnTo>
                <a:close/>
                <a:lnTo>
                  <a:pt x="826996" y="1317644"/>
                </a:lnTo>
                <a:close/>
                <a:lnTo>
                  <a:pt x="823967" y="1317644"/>
                </a:lnTo>
                <a:close/>
                <a:lnTo>
                  <a:pt x="820938" y="1317644"/>
                </a:lnTo>
                <a:close/>
                <a:lnTo>
                  <a:pt x="817909" y="1317644"/>
                </a:lnTo>
                <a:close/>
                <a:lnTo>
                  <a:pt x="814879" y="1317644"/>
                </a:lnTo>
                <a:close/>
                <a:lnTo>
                  <a:pt x="811850" y="1317644"/>
                </a:lnTo>
                <a:close/>
                <a:lnTo>
                  <a:pt x="808821" y="1317644"/>
                </a:lnTo>
                <a:close/>
                <a:lnTo>
                  <a:pt x="805791" y="1317644"/>
                </a:lnTo>
                <a:close/>
                <a:lnTo>
                  <a:pt x="802762" y="1317644"/>
                </a:lnTo>
                <a:close/>
                <a:lnTo>
                  <a:pt x="799733" y="1317644"/>
                </a:lnTo>
                <a:close/>
                <a:lnTo>
                  <a:pt x="796703" y="1317644"/>
                </a:lnTo>
                <a:close/>
                <a:lnTo>
                  <a:pt x="793674" y="1317644"/>
                </a:lnTo>
                <a:close/>
                <a:lnTo>
                  <a:pt x="790645" y="1317644"/>
                </a:lnTo>
                <a:close/>
                <a:lnTo>
                  <a:pt x="787616" y="1317644"/>
                </a:lnTo>
                <a:close/>
                <a:lnTo>
                  <a:pt x="784586" y="1317644"/>
                </a:lnTo>
                <a:close/>
                <a:lnTo>
                  <a:pt x="781557" y="1317644"/>
                </a:lnTo>
                <a:close/>
                <a:lnTo>
                  <a:pt x="778528" y="1317644"/>
                </a:lnTo>
                <a:close/>
                <a:lnTo>
                  <a:pt x="775498" y="1317644"/>
                </a:lnTo>
                <a:close/>
                <a:lnTo>
                  <a:pt x="772469" y="1317644"/>
                </a:lnTo>
                <a:close/>
                <a:lnTo>
                  <a:pt x="769440" y="1317644"/>
                </a:lnTo>
                <a:close/>
                <a:lnTo>
                  <a:pt x="766411" y="1317644"/>
                </a:lnTo>
                <a:close/>
                <a:lnTo>
                  <a:pt x="763381" y="1317644"/>
                </a:lnTo>
                <a:close/>
                <a:lnTo>
                  <a:pt x="760352" y="1317644"/>
                </a:lnTo>
                <a:close/>
                <a:lnTo>
                  <a:pt x="757323" y="1317644"/>
                </a:lnTo>
                <a:close/>
                <a:lnTo>
                  <a:pt x="754293" y="1317644"/>
                </a:lnTo>
                <a:close/>
                <a:lnTo>
                  <a:pt x="751264" y="1317644"/>
                </a:lnTo>
                <a:close/>
                <a:lnTo>
                  <a:pt x="748235" y="1317644"/>
                </a:lnTo>
                <a:close/>
                <a:lnTo>
                  <a:pt x="745206" y="1317644"/>
                </a:lnTo>
                <a:close/>
                <a:lnTo>
                  <a:pt x="742176" y="1317644"/>
                </a:lnTo>
                <a:close/>
                <a:lnTo>
                  <a:pt x="739147" y="1317644"/>
                </a:lnTo>
                <a:close/>
                <a:lnTo>
                  <a:pt x="736118" y="1317644"/>
                </a:lnTo>
                <a:close/>
                <a:lnTo>
                  <a:pt x="733088" y="1317644"/>
                </a:lnTo>
                <a:close/>
                <a:lnTo>
                  <a:pt x="730059" y="1317644"/>
                </a:lnTo>
                <a:close/>
                <a:lnTo>
                  <a:pt x="727030" y="1317644"/>
                </a:lnTo>
                <a:close/>
                <a:lnTo>
                  <a:pt x="724000" y="1317644"/>
                </a:lnTo>
                <a:close/>
                <a:lnTo>
                  <a:pt x="720971" y="1317644"/>
                </a:lnTo>
                <a:close/>
                <a:lnTo>
                  <a:pt x="717942" y="1317644"/>
                </a:lnTo>
                <a:close/>
                <a:lnTo>
                  <a:pt x="714913" y="1317644"/>
                </a:lnTo>
                <a:close/>
                <a:lnTo>
                  <a:pt x="711883" y="1317644"/>
                </a:lnTo>
                <a:close/>
                <a:lnTo>
                  <a:pt x="708854" y="1317644"/>
                </a:lnTo>
                <a:close/>
                <a:lnTo>
                  <a:pt x="705825" y="1317644"/>
                </a:lnTo>
                <a:close/>
                <a:lnTo>
                  <a:pt x="702795" y="1317644"/>
                </a:lnTo>
                <a:close/>
                <a:lnTo>
                  <a:pt x="699766" y="1317644"/>
                </a:lnTo>
                <a:close/>
                <a:lnTo>
                  <a:pt x="696737" y="1317644"/>
                </a:lnTo>
                <a:close/>
                <a:lnTo>
                  <a:pt x="693708" y="1317644"/>
                </a:lnTo>
                <a:close/>
                <a:lnTo>
                  <a:pt x="690678" y="1317644"/>
                </a:lnTo>
                <a:close/>
                <a:lnTo>
                  <a:pt x="687649" y="1317644"/>
                </a:lnTo>
                <a:close/>
                <a:lnTo>
                  <a:pt x="684620" y="1317644"/>
                </a:lnTo>
                <a:close/>
                <a:lnTo>
                  <a:pt x="681590" y="1317644"/>
                </a:lnTo>
                <a:close/>
                <a:lnTo>
                  <a:pt x="678561" y="1317644"/>
                </a:lnTo>
                <a:close/>
                <a:lnTo>
                  <a:pt x="675532" y="1317644"/>
                </a:lnTo>
                <a:close/>
                <a:lnTo>
                  <a:pt x="672503" y="1317644"/>
                </a:lnTo>
                <a:close/>
                <a:lnTo>
                  <a:pt x="669473" y="1317644"/>
                </a:lnTo>
                <a:close/>
                <a:lnTo>
                  <a:pt x="666444" y="1317644"/>
                </a:lnTo>
                <a:close/>
                <a:lnTo>
                  <a:pt x="663415" y="1317644"/>
                </a:lnTo>
                <a:close/>
                <a:lnTo>
                  <a:pt x="660385" y="1317644"/>
                </a:lnTo>
                <a:close/>
                <a:lnTo>
                  <a:pt x="657356" y="1317644"/>
                </a:lnTo>
                <a:close/>
                <a:lnTo>
                  <a:pt x="654327" y="1317644"/>
                </a:lnTo>
                <a:close/>
                <a:lnTo>
                  <a:pt x="651298" y="1317644"/>
                </a:lnTo>
                <a:close/>
                <a:lnTo>
                  <a:pt x="648268" y="1317644"/>
                </a:lnTo>
                <a:close/>
                <a:lnTo>
                  <a:pt x="645239" y="1317644"/>
                </a:lnTo>
                <a:close/>
                <a:lnTo>
                  <a:pt x="642210" y="1317644"/>
                </a:lnTo>
                <a:close/>
                <a:lnTo>
                  <a:pt x="639180" y="1317644"/>
                </a:lnTo>
                <a:close/>
                <a:lnTo>
                  <a:pt x="636151" y="1317644"/>
                </a:lnTo>
                <a:close/>
                <a:lnTo>
                  <a:pt x="633122" y="1317644"/>
                </a:lnTo>
                <a:close/>
                <a:lnTo>
                  <a:pt x="630092" y="1317644"/>
                </a:lnTo>
                <a:close/>
                <a:lnTo>
                  <a:pt x="627063" y="1317644"/>
                </a:lnTo>
                <a:close/>
                <a:lnTo>
                  <a:pt x="624034" y="1317644"/>
                </a:lnTo>
                <a:close/>
                <a:lnTo>
                  <a:pt x="621005" y="1317644"/>
                </a:lnTo>
                <a:close/>
                <a:lnTo>
                  <a:pt x="617975" y="1317644"/>
                </a:lnTo>
                <a:close/>
                <a:lnTo>
                  <a:pt x="614946" y="1317644"/>
                </a:lnTo>
                <a:close/>
                <a:lnTo>
                  <a:pt x="611917" y="1317644"/>
                </a:lnTo>
                <a:close/>
                <a:lnTo>
                  <a:pt x="608887" y="1317644"/>
                </a:lnTo>
                <a:close/>
                <a:lnTo>
                  <a:pt x="605858" y="1317644"/>
                </a:lnTo>
                <a:close/>
                <a:lnTo>
                  <a:pt x="602829" y="1317644"/>
                </a:lnTo>
                <a:close/>
                <a:lnTo>
                  <a:pt x="599800" y="1317644"/>
                </a:lnTo>
                <a:close/>
                <a:lnTo>
                  <a:pt x="596770" y="1317644"/>
                </a:lnTo>
                <a:close/>
                <a:lnTo>
                  <a:pt x="593741" y="1317644"/>
                </a:lnTo>
                <a:close/>
                <a:lnTo>
                  <a:pt x="590712" y="1317644"/>
                </a:lnTo>
                <a:close/>
                <a:lnTo>
                  <a:pt x="587682" y="1317644"/>
                </a:lnTo>
                <a:close/>
                <a:lnTo>
                  <a:pt x="584653" y="1317644"/>
                </a:lnTo>
                <a:close/>
                <a:lnTo>
                  <a:pt x="581624" y="1317644"/>
                </a:lnTo>
                <a:close/>
                <a:lnTo>
                  <a:pt x="578595" y="1317644"/>
                </a:lnTo>
                <a:close/>
                <a:lnTo>
                  <a:pt x="575565" y="1317644"/>
                </a:lnTo>
                <a:close/>
                <a:lnTo>
                  <a:pt x="572536" y="1317644"/>
                </a:lnTo>
                <a:close/>
                <a:lnTo>
                  <a:pt x="569507" y="1317644"/>
                </a:lnTo>
                <a:close/>
                <a:lnTo>
                  <a:pt x="566477" y="1317644"/>
                </a:lnTo>
                <a:close/>
                <a:lnTo>
                  <a:pt x="563448" y="1317644"/>
                </a:lnTo>
                <a:close/>
                <a:lnTo>
                  <a:pt x="560419" y="1317644"/>
                </a:lnTo>
                <a:close/>
                <a:lnTo>
                  <a:pt x="557389" y="1317644"/>
                </a:lnTo>
                <a:close/>
                <a:lnTo>
                  <a:pt x="554360" y="1317644"/>
                </a:lnTo>
                <a:close/>
                <a:lnTo>
                  <a:pt x="551331" y="1317644"/>
                </a:lnTo>
                <a:close/>
                <a:lnTo>
                  <a:pt x="548302" y="1317644"/>
                </a:lnTo>
                <a:close/>
                <a:lnTo>
                  <a:pt x="545272" y="1317644"/>
                </a:lnTo>
                <a:close/>
                <a:lnTo>
                  <a:pt x="542243" y="1317644"/>
                </a:lnTo>
                <a:close/>
                <a:lnTo>
                  <a:pt x="539214" y="1317644"/>
                </a:lnTo>
                <a:close/>
                <a:lnTo>
                  <a:pt x="536184" y="1317644"/>
                </a:lnTo>
                <a:close/>
                <a:lnTo>
                  <a:pt x="533155" y="1317644"/>
                </a:lnTo>
                <a:close/>
                <a:lnTo>
                  <a:pt x="530126" y="1317644"/>
                </a:lnTo>
                <a:close/>
                <a:lnTo>
                  <a:pt x="527097" y="1317644"/>
                </a:lnTo>
                <a:close/>
                <a:lnTo>
                  <a:pt x="524067" y="1317644"/>
                </a:lnTo>
                <a:close/>
                <a:lnTo>
                  <a:pt x="521038" y="1317644"/>
                </a:lnTo>
                <a:close/>
                <a:lnTo>
                  <a:pt x="518009" y="1317644"/>
                </a:lnTo>
                <a:close/>
                <a:lnTo>
                  <a:pt x="514979" y="1317644"/>
                </a:lnTo>
                <a:close/>
                <a:lnTo>
                  <a:pt x="511950" y="1317644"/>
                </a:lnTo>
                <a:close/>
                <a:lnTo>
                  <a:pt x="508921" y="1317644"/>
                </a:lnTo>
                <a:close/>
                <a:lnTo>
                  <a:pt x="505892" y="1317644"/>
                </a:lnTo>
                <a:close/>
                <a:lnTo>
                  <a:pt x="502862" y="1317644"/>
                </a:lnTo>
                <a:close/>
                <a:lnTo>
                  <a:pt x="499833" y="1317644"/>
                </a:lnTo>
                <a:close/>
                <a:lnTo>
                  <a:pt x="496804" y="1317644"/>
                </a:lnTo>
                <a:close/>
                <a:lnTo>
                  <a:pt x="493774" y="1317644"/>
                </a:lnTo>
                <a:close/>
                <a:lnTo>
                  <a:pt x="490745" y="1317644"/>
                </a:lnTo>
                <a:close/>
                <a:lnTo>
                  <a:pt x="487716" y="1317644"/>
                </a:lnTo>
                <a:close/>
                <a:lnTo>
                  <a:pt x="484686" y="1317644"/>
                </a:lnTo>
                <a:close/>
                <a:lnTo>
                  <a:pt x="481657" y="1317644"/>
                </a:lnTo>
                <a:close/>
                <a:lnTo>
                  <a:pt x="478628" y="1317644"/>
                </a:lnTo>
                <a:close/>
                <a:lnTo>
                  <a:pt x="475599" y="1317644"/>
                </a:lnTo>
                <a:close/>
                <a:lnTo>
                  <a:pt x="472569" y="1317644"/>
                </a:lnTo>
                <a:close/>
                <a:lnTo>
                  <a:pt x="469540" y="1317644"/>
                </a:lnTo>
                <a:close/>
                <a:lnTo>
                  <a:pt x="466511" y="1317644"/>
                </a:lnTo>
                <a:close/>
                <a:lnTo>
                  <a:pt x="463481" y="1317644"/>
                </a:lnTo>
                <a:close/>
                <a:lnTo>
                  <a:pt x="460452" y="1317644"/>
                </a:lnTo>
                <a:close/>
                <a:lnTo>
                  <a:pt x="457423" y="1317644"/>
                </a:lnTo>
                <a:close/>
                <a:lnTo>
                  <a:pt x="454394" y="1317644"/>
                </a:lnTo>
                <a:close/>
                <a:lnTo>
                  <a:pt x="451364" y="1317644"/>
                </a:lnTo>
                <a:close/>
                <a:lnTo>
                  <a:pt x="448335" y="1317644"/>
                </a:lnTo>
                <a:close/>
                <a:lnTo>
                  <a:pt x="445306" y="1317644"/>
                </a:lnTo>
                <a:close/>
                <a:lnTo>
                  <a:pt x="442276" y="1317644"/>
                </a:lnTo>
                <a:close/>
                <a:lnTo>
                  <a:pt x="439247" y="1317644"/>
                </a:lnTo>
                <a:close/>
                <a:lnTo>
                  <a:pt x="436218" y="1317644"/>
                </a:lnTo>
                <a:close/>
                <a:lnTo>
                  <a:pt x="433189" y="1317644"/>
                </a:lnTo>
                <a:close/>
                <a:lnTo>
                  <a:pt x="430159" y="1317644"/>
                </a:lnTo>
                <a:close/>
                <a:lnTo>
                  <a:pt x="427130" y="1317644"/>
                </a:lnTo>
                <a:close/>
                <a:lnTo>
                  <a:pt x="424101" y="1317644"/>
                </a:lnTo>
                <a:close/>
                <a:lnTo>
                  <a:pt x="421071" y="1317644"/>
                </a:lnTo>
                <a:close/>
                <a:lnTo>
                  <a:pt x="418042" y="1317644"/>
                </a:lnTo>
                <a:close/>
                <a:lnTo>
                  <a:pt x="415013" y="1317644"/>
                </a:lnTo>
                <a:close/>
                <a:lnTo>
                  <a:pt x="411984" y="1317644"/>
                </a:lnTo>
                <a:close/>
                <a:lnTo>
                  <a:pt x="408954" y="1317644"/>
                </a:lnTo>
                <a:close/>
                <a:lnTo>
                  <a:pt x="405925" y="1317644"/>
                </a:lnTo>
                <a:close/>
                <a:lnTo>
                  <a:pt x="402896" y="1317644"/>
                </a:lnTo>
                <a:close/>
                <a:lnTo>
                  <a:pt x="399866" y="1317644"/>
                </a:lnTo>
                <a:close/>
                <a:lnTo>
                  <a:pt x="396837" y="1317644"/>
                </a:lnTo>
                <a:close/>
                <a:lnTo>
                  <a:pt x="393808" y="1317644"/>
                </a:lnTo>
                <a:close/>
                <a:lnTo>
                  <a:pt x="390778" y="1317644"/>
                </a:lnTo>
                <a:close/>
                <a:lnTo>
                  <a:pt x="387749" y="1317644"/>
                </a:lnTo>
                <a:close/>
                <a:lnTo>
                  <a:pt x="384720" y="1317644"/>
                </a:lnTo>
                <a:close/>
                <a:lnTo>
                  <a:pt x="381691" y="1317644"/>
                </a:lnTo>
                <a:close/>
                <a:lnTo>
                  <a:pt x="378661" y="1317644"/>
                </a:lnTo>
                <a:close/>
                <a:lnTo>
                  <a:pt x="375632" y="1317644"/>
                </a:lnTo>
                <a:close/>
                <a:lnTo>
                  <a:pt x="372603" y="1317644"/>
                </a:lnTo>
                <a:close/>
                <a:lnTo>
                  <a:pt x="369573" y="1317644"/>
                </a:lnTo>
                <a:close/>
                <a:lnTo>
                  <a:pt x="366544" y="1317644"/>
                </a:lnTo>
                <a:close/>
                <a:lnTo>
                  <a:pt x="363515" y="1317644"/>
                </a:lnTo>
                <a:close/>
                <a:lnTo>
                  <a:pt x="360486" y="1317644"/>
                </a:lnTo>
                <a:close/>
                <a:lnTo>
                  <a:pt x="357456" y="1317644"/>
                </a:lnTo>
                <a:close/>
                <a:lnTo>
                  <a:pt x="354427" y="1317644"/>
                </a:lnTo>
                <a:close/>
                <a:lnTo>
                  <a:pt x="351398" y="1317644"/>
                </a:lnTo>
                <a:close/>
                <a:lnTo>
                  <a:pt x="348368" y="1317644"/>
                </a:lnTo>
                <a:close/>
                <a:lnTo>
                  <a:pt x="345339" y="1317644"/>
                </a:lnTo>
                <a:close/>
                <a:lnTo>
                  <a:pt x="342310" y="1317644"/>
                </a:lnTo>
                <a:close/>
                <a:lnTo>
                  <a:pt x="339281" y="1317644"/>
                </a:lnTo>
                <a:close/>
                <a:lnTo>
                  <a:pt x="336251" y="1317644"/>
                </a:lnTo>
                <a:close/>
                <a:lnTo>
                  <a:pt x="333222" y="1317644"/>
                </a:lnTo>
                <a:close/>
                <a:lnTo>
                  <a:pt x="330193" y="1317644"/>
                </a:lnTo>
                <a:close/>
                <a:lnTo>
                  <a:pt x="327163" y="1317644"/>
                </a:lnTo>
                <a:close/>
                <a:lnTo>
                  <a:pt x="324134" y="1317644"/>
                </a:lnTo>
                <a:close/>
                <a:lnTo>
                  <a:pt x="321105" y="1317644"/>
                </a:lnTo>
                <a:close/>
                <a:lnTo>
                  <a:pt x="318075" y="1317644"/>
                </a:lnTo>
                <a:close/>
                <a:lnTo>
                  <a:pt x="315046" y="1317644"/>
                </a:lnTo>
                <a:close/>
                <a:lnTo>
                  <a:pt x="312017" y="1317644"/>
                </a:lnTo>
                <a:close/>
                <a:lnTo>
                  <a:pt x="308988" y="1317644"/>
                </a:lnTo>
                <a:close/>
                <a:lnTo>
                  <a:pt x="305958" y="1317644"/>
                </a:lnTo>
                <a:close/>
                <a:lnTo>
                  <a:pt x="302929" y="1317644"/>
                </a:lnTo>
                <a:close/>
                <a:lnTo>
                  <a:pt x="299900" y="1317644"/>
                </a:lnTo>
                <a:close/>
                <a:lnTo>
                  <a:pt x="296870" y="1317644"/>
                </a:lnTo>
                <a:close/>
                <a:lnTo>
                  <a:pt x="293841" y="1317644"/>
                </a:lnTo>
                <a:close/>
                <a:lnTo>
                  <a:pt x="290812" y="1317644"/>
                </a:lnTo>
                <a:close/>
                <a:lnTo>
                  <a:pt x="287783" y="1317644"/>
                </a:lnTo>
                <a:close/>
                <a:lnTo>
                  <a:pt x="284753" y="1317644"/>
                </a:lnTo>
                <a:close/>
                <a:lnTo>
                  <a:pt x="281724" y="1317644"/>
                </a:lnTo>
                <a:close/>
                <a:lnTo>
                  <a:pt x="278695" y="1317644"/>
                </a:lnTo>
                <a:close/>
                <a:lnTo>
                  <a:pt x="275665" y="1317644"/>
                </a:lnTo>
                <a:close/>
                <a:lnTo>
                  <a:pt x="272636" y="1317644"/>
                </a:lnTo>
                <a:close/>
                <a:lnTo>
                  <a:pt x="269607" y="1317644"/>
                </a:lnTo>
                <a:close/>
                <a:lnTo>
                  <a:pt x="266578" y="1317644"/>
                </a:lnTo>
                <a:close/>
                <a:lnTo>
                  <a:pt x="263548" y="1317644"/>
                </a:lnTo>
                <a:close/>
                <a:lnTo>
                  <a:pt x="260519" y="1317644"/>
                </a:lnTo>
                <a:close/>
                <a:lnTo>
                  <a:pt x="257490" y="1317644"/>
                </a:lnTo>
                <a:close/>
                <a:lnTo>
                  <a:pt x="254460" y="1317644"/>
                </a:lnTo>
                <a:close/>
                <a:lnTo>
                  <a:pt x="251431" y="1317644"/>
                </a:lnTo>
                <a:close/>
                <a:lnTo>
                  <a:pt x="248402" y="1317644"/>
                </a:lnTo>
                <a:close/>
                <a:lnTo>
                  <a:pt x="245372" y="1317644"/>
                </a:lnTo>
                <a:close/>
                <a:lnTo>
                  <a:pt x="242343" y="1317644"/>
                </a:lnTo>
                <a:close/>
                <a:lnTo>
                  <a:pt x="239314" y="1317644"/>
                </a:lnTo>
                <a:close/>
                <a:lnTo>
                  <a:pt x="236285" y="1317644"/>
                </a:lnTo>
                <a:close/>
                <a:lnTo>
                  <a:pt x="233255" y="1317644"/>
                </a:lnTo>
                <a:close/>
                <a:lnTo>
                  <a:pt x="230226" y="1317644"/>
                </a:lnTo>
                <a:close/>
                <a:lnTo>
                  <a:pt x="227197" y="1317644"/>
                </a:lnTo>
                <a:close/>
                <a:lnTo>
                  <a:pt x="224167" y="1317644"/>
                </a:lnTo>
                <a:close/>
                <a:lnTo>
                  <a:pt x="221138" y="1317644"/>
                </a:lnTo>
                <a:close/>
                <a:lnTo>
                  <a:pt x="218109" y="1317644"/>
                </a:lnTo>
                <a:close/>
                <a:lnTo>
                  <a:pt x="215080" y="1317644"/>
                </a:lnTo>
                <a:close/>
                <a:lnTo>
                  <a:pt x="212050" y="1317644"/>
                </a:lnTo>
                <a:close/>
                <a:lnTo>
                  <a:pt x="209021" y="1317644"/>
                </a:lnTo>
                <a:close/>
                <a:lnTo>
                  <a:pt x="205992" y="1317644"/>
                </a:lnTo>
                <a:close/>
                <a:lnTo>
                  <a:pt x="202962" y="1317644"/>
                </a:lnTo>
                <a:close/>
                <a:lnTo>
                  <a:pt x="199933" y="1317644"/>
                </a:lnTo>
                <a:close/>
                <a:lnTo>
                  <a:pt x="196904" y="1317644"/>
                </a:lnTo>
                <a:close/>
                <a:lnTo>
                  <a:pt x="193875" y="1317644"/>
                </a:lnTo>
                <a:close/>
                <a:lnTo>
                  <a:pt x="190845" y="1317644"/>
                </a:lnTo>
                <a:close/>
                <a:lnTo>
                  <a:pt x="187816" y="1317644"/>
                </a:lnTo>
                <a:close/>
                <a:lnTo>
                  <a:pt x="184787" y="1317644"/>
                </a:lnTo>
                <a:close/>
                <a:lnTo>
                  <a:pt x="181757" y="1317644"/>
                </a:lnTo>
                <a:close/>
                <a:lnTo>
                  <a:pt x="178728" y="1317644"/>
                </a:lnTo>
                <a:close/>
                <a:lnTo>
                  <a:pt x="175699" y="1317644"/>
                </a:lnTo>
                <a:close/>
                <a:lnTo>
                  <a:pt x="172670" y="1317644"/>
                </a:lnTo>
                <a:close/>
                <a:lnTo>
                  <a:pt x="169640" y="1317644"/>
                </a:lnTo>
                <a:close/>
                <a:lnTo>
                  <a:pt x="166611" y="1317644"/>
                </a:lnTo>
                <a:close/>
                <a:lnTo>
                  <a:pt x="163582" y="1317644"/>
                </a:lnTo>
                <a:close/>
                <a:lnTo>
                  <a:pt x="160552" y="1317644"/>
                </a:lnTo>
                <a:close/>
                <a:lnTo>
                  <a:pt x="157523" y="1317644"/>
                </a:lnTo>
                <a:close/>
                <a:lnTo>
                  <a:pt x="154494" y="1317644"/>
                </a:lnTo>
                <a:close/>
                <a:lnTo>
                  <a:pt x="151464" y="1317644"/>
                </a:lnTo>
                <a:close/>
                <a:lnTo>
                  <a:pt x="148435" y="1317644"/>
                </a:lnTo>
                <a:close/>
                <a:lnTo>
                  <a:pt x="145406" y="1317644"/>
                </a:lnTo>
                <a:close/>
                <a:lnTo>
                  <a:pt x="142377" y="1317644"/>
                </a:lnTo>
                <a:close/>
                <a:lnTo>
                  <a:pt x="139347" y="1317644"/>
                </a:lnTo>
                <a:close/>
                <a:lnTo>
                  <a:pt x="136318" y="1317644"/>
                </a:lnTo>
                <a:close/>
                <a:lnTo>
                  <a:pt x="133289" y="1317644"/>
                </a:lnTo>
                <a:close/>
                <a:lnTo>
                  <a:pt x="130259" y="1317644"/>
                </a:lnTo>
                <a:close/>
                <a:lnTo>
                  <a:pt x="127230" y="1317644"/>
                </a:lnTo>
                <a:close/>
                <a:lnTo>
                  <a:pt x="124201" y="1317644"/>
                </a:lnTo>
                <a:close/>
                <a:lnTo>
                  <a:pt x="121172" y="1317644"/>
                </a:lnTo>
                <a:close/>
                <a:lnTo>
                  <a:pt x="118142" y="1317644"/>
                </a:lnTo>
                <a:close/>
                <a:lnTo>
                  <a:pt x="115113" y="1317644"/>
                </a:lnTo>
                <a:close/>
                <a:lnTo>
                  <a:pt x="112084" y="1317644"/>
                </a:lnTo>
                <a:close/>
                <a:lnTo>
                  <a:pt x="109054" y="1317644"/>
                </a:lnTo>
                <a:close/>
                <a:lnTo>
                  <a:pt x="106025" y="1317644"/>
                </a:lnTo>
                <a:close/>
                <a:lnTo>
                  <a:pt x="102996" y="1317644"/>
                </a:lnTo>
                <a:close/>
                <a:lnTo>
                  <a:pt x="99967" y="1317644"/>
                </a:lnTo>
                <a:close/>
                <a:lnTo>
                  <a:pt x="96937" y="1317644"/>
                </a:lnTo>
                <a:close/>
                <a:lnTo>
                  <a:pt x="93908" y="1317644"/>
                </a:lnTo>
                <a:close/>
                <a:lnTo>
                  <a:pt x="90879" y="1317644"/>
                </a:lnTo>
                <a:close/>
                <a:lnTo>
                  <a:pt x="87849" y="1317644"/>
                </a:lnTo>
                <a:close/>
                <a:lnTo>
                  <a:pt x="84820" y="1317644"/>
                </a:lnTo>
                <a:close/>
                <a:lnTo>
                  <a:pt x="81791" y="1317644"/>
                </a:lnTo>
                <a:close/>
                <a:lnTo>
                  <a:pt x="78761" y="1317644"/>
                </a:lnTo>
                <a:close/>
                <a:lnTo>
                  <a:pt x="75732" y="1317644"/>
                </a:lnTo>
                <a:close/>
                <a:lnTo>
                  <a:pt x="72703" y="1317644"/>
                </a:lnTo>
                <a:close/>
                <a:lnTo>
                  <a:pt x="69674" y="1317644"/>
                </a:lnTo>
                <a:close/>
                <a:lnTo>
                  <a:pt x="66644" y="1317644"/>
                </a:lnTo>
                <a:close/>
                <a:lnTo>
                  <a:pt x="63615" y="1317644"/>
                </a:lnTo>
                <a:close/>
                <a:lnTo>
                  <a:pt x="60586" y="1317644"/>
                </a:lnTo>
                <a:close/>
                <a:lnTo>
                  <a:pt x="57556" y="1317644"/>
                </a:lnTo>
                <a:close/>
                <a:lnTo>
                  <a:pt x="54527" y="1317644"/>
                </a:lnTo>
                <a:close/>
                <a:lnTo>
                  <a:pt x="51498" y="1317644"/>
                </a:lnTo>
                <a:close/>
                <a:lnTo>
                  <a:pt x="48469" y="1317644"/>
                </a:lnTo>
                <a:close/>
                <a:lnTo>
                  <a:pt x="45439" y="1317644"/>
                </a:lnTo>
                <a:close/>
                <a:lnTo>
                  <a:pt x="42410" y="1317644"/>
                </a:lnTo>
                <a:close/>
                <a:lnTo>
                  <a:pt x="39381" y="1317644"/>
                </a:lnTo>
                <a:close/>
                <a:lnTo>
                  <a:pt x="36351" y="1317644"/>
                </a:lnTo>
                <a:close/>
                <a:lnTo>
                  <a:pt x="33322" y="1317644"/>
                </a:lnTo>
                <a:close/>
                <a:lnTo>
                  <a:pt x="30293" y="1317644"/>
                </a:lnTo>
                <a:close/>
                <a:lnTo>
                  <a:pt x="27264" y="1317644"/>
                </a:lnTo>
                <a:close/>
                <a:lnTo>
                  <a:pt x="24234" y="1317644"/>
                </a:lnTo>
                <a:close/>
                <a:lnTo>
                  <a:pt x="21205" y="1317644"/>
                </a:lnTo>
                <a:close/>
                <a:lnTo>
                  <a:pt x="18176" y="1317644"/>
                </a:lnTo>
                <a:close/>
                <a:lnTo>
                  <a:pt x="15146" y="1317644"/>
                </a:lnTo>
                <a:close/>
                <a:lnTo>
                  <a:pt x="12117" y="1317644"/>
                </a:lnTo>
                <a:close/>
                <a:lnTo>
                  <a:pt x="9088" y="1317644"/>
                </a:lnTo>
                <a:close/>
                <a:lnTo>
                  <a:pt x="6058" y="1317644"/>
                </a:lnTo>
                <a:close/>
                <a:lnTo>
                  <a:pt x="3029" y="1317644"/>
                </a:lnTo>
                <a:close/>
                <a:lnTo>
                  <a:pt x="0" y="1317644"/>
                </a:lnTo>
                <a:close/>
                <a:lnTo>
                  <a:pt x="0" y="1317644"/>
                </a:lnTo>
                <a:close/>
              </a:path>
            </a:pathLst>
          </a:custGeom>
          <a:solidFill>
            <a:srgbClr val="8C3A3A">
              <a:alpha val="20000"/>
            </a:srgbClr>
          </a:solidFill>
          <a:ln w="12700">
            <a:solidFill>
              <a:srgbClr val="8C3A3A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886204" y="182204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175306" y="182204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464409" y="182204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716356" y="438515"/>
            <a:ext cx="905758" cy="1317644"/>
          </a:xfrm>
          <a:custGeom>
            <a:avLst/>
            <a:gdLst/>
            <a:ahLst/>
            <a:cxnLst/>
            <a:rect l="l" t="t" r="r" b="b"/>
            <a:pathLst>
              <a:path w="905758" h="1317644">
                <a:moveTo>
                  <a:pt x="0" y="1317632"/>
                </a:moveTo>
                <a:lnTo>
                  <a:pt x="87849" y="1316258"/>
                </a:lnTo>
                <a:close/>
                <a:lnTo>
                  <a:pt x="115113" y="1312953"/>
                </a:lnTo>
                <a:close/>
                <a:lnTo>
                  <a:pt x="133289" y="1307750"/>
                </a:lnTo>
                <a:close/>
                <a:lnTo>
                  <a:pt x="145406" y="1301843"/>
                </a:lnTo>
                <a:close/>
                <a:lnTo>
                  <a:pt x="157523" y="1292997"/>
                </a:lnTo>
                <a:close/>
                <a:lnTo>
                  <a:pt x="169640" y="1280093"/>
                </a:lnTo>
                <a:close/>
                <a:lnTo>
                  <a:pt x="181757" y="1261765"/>
                </a:lnTo>
                <a:close/>
                <a:lnTo>
                  <a:pt x="193875" y="1236425"/>
                </a:lnTo>
                <a:close/>
                <a:lnTo>
                  <a:pt x="205992" y="1202340"/>
                </a:lnTo>
                <a:close/>
                <a:lnTo>
                  <a:pt x="218109" y="1157760"/>
                </a:lnTo>
                <a:close/>
                <a:lnTo>
                  <a:pt x="230226" y="1101100"/>
                </a:lnTo>
                <a:close/>
                <a:lnTo>
                  <a:pt x="242343" y="1031184"/>
                </a:lnTo>
                <a:close/>
                <a:lnTo>
                  <a:pt x="257490" y="924469"/>
                </a:lnTo>
                <a:close/>
                <a:lnTo>
                  <a:pt x="272636" y="797485"/>
                </a:lnTo>
                <a:close/>
                <a:lnTo>
                  <a:pt x="293841" y="594087"/>
                </a:lnTo>
                <a:close/>
                <a:lnTo>
                  <a:pt x="330193" y="240286"/>
                </a:lnTo>
                <a:close/>
                <a:lnTo>
                  <a:pt x="345339" y="122985"/>
                </a:lnTo>
                <a:close/>
                <a:lnTo>
                  <a:pt x="354427" y="68802"/>
                </a:lnTo>
                <a:close/>
                <a:lnTo>
                  <a:pt x="363515" y="29332"/>
                </a:lnTo>
                <a:close/>
                <a:lnTo>
                  <a:pt x="369573" y="11967"/>
                </a:lnTo>
                <a:close/>
                <a:lnTo>
                  <a:pt x="375632" y="2132"/>
                </a:lnTo>
                <a:close/>
                <a:lnTo>
                  <a:pt x="378661" y="98"/>
                </a:lnTo>
                <a:close/>
                <a:lnTo>
                  <a:pt x="381691" y="0"/>
                </a:lnTo>
                <a:close/>
                <a:lnTo>
                  <a:pt x="384720" y="1839"/>
                </a:lnTo>
                <a:close/>
                <a:lnTo>
                  <a:pt x="390778" y="11287"/>
                </a:lnTo>
                <a:close/>
                <a:lnTo>
                  <a:pt x="396837" y="28277"/>
                </a:lnTo>
                <a:close/>
                <a:lnTo>
                  <a:pt x="405925" y="67222"/>
                </a:lnTo>
                <a:close/>
                <a:lnTo>
                  <a:pt x="415013" y="120939"/>
                </a:lnTo>
                <a:close/>
                <a:lnTo>
                  <a:pt x="427130" y="211997"/>
                </a:lnTo>
                <a:close/>
                <a:lnTo>
                  <a:pt x="442276" y="348746"/>
                </a:lnTo>
                <a:close/>
                <a:lnTo>
                  <a:pt x="499833" y="898149"/>
                </a:lnTo>
                <a:close/>
                <a:lnTo>
                  <a:pt x="514979" y="1009523"/>
                </a:lnTo>
                <a:close/>
                <a:lnTo>
                  <a:pt x="530126" y="1099499"/>
                </a:lnTo>
                <a:close/>
                <a:lnTo>
                  <a:pt x="542243" y="1156482"/>
                </a:lnTo>
                <a:close/>
                <a:lnTo>
                  <a:pt x="554360" y="1201350"/>
                </a:lnTo>
                <a:close/>
                <a:lnTo>
                  <a:pt x="566477" y="1235678"/>
                </a:lnTo>
                <a:close/>
                <a:lnTo>
                  <a:pt x="578595" y="1261218"/>
                </a:lnTo>
                <a:close/>
                <a:lnTo>
                  <a:pt x="590712" y="1279703"/>
                </a:lnTo>
                <a:close/>
                <a:lnTo>
                  <a:pt x="602829" y="1292726"/>
                </a:lnTo>
                <a:close/>
                <a:lnTo>
                  <a:pt x="614946" y="1301660"/>
                </a:lnTo>
                <a:close/>
                <a:lnTo>
                  <a:pt x="630092" y="1308766"/>
                </a:lnTo>
                <a:close/>
                <a:lnTo>
                  <a:pt x="648268" y="1313468"/>
                </a:lnTo>
                <a:close/>
                <a:lnTo>
                  <a:pt x="672503" y="1316238"/>
                </a:lnTo>
                <a:close/>
                <a:lnTo>
                  <a:pt x="714913" y="1317477"/>
                </a:lnTo>
                <a:close/>
                <a:lnTo>
                  <a:pt x="902729" y="1317644"/>
                </a:lnTo>
                <a:close/>
                <a:lnTo>
                  <a:pt x="905758" y="1317644"/>
                </a:lnTo>
                <a:close/>
                <a:lnTo>
                  <a:pt x="905758" y="1317644"/>
                </a:lnTo>
                <a:close/>
              </a:path>
            </a:pathLst>
          </a:custGeom>
          <a:noFill/>
          <a:ln w="15240">
            <a:solidFill>
              <a:srgbClr val="8C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024201" y="372633"/>
            <a:ext cx="0" cy="1449409"/>
          </a:xfrm>
          <a:custGeom>
            <a:avLst/>
            <a:gdLst/>
            <a:ahLst/>
            <a:cxnLst/>
            <a:rect l="l" t="t" r="r" b="b"/>
            <a:pathLst>
              <a:path w="0" h="1449409">
                <a:moveTo>
                  <a:pt x="0" y="1449409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671068" y="372633"/>
            <a:ext cx="0" cy="1449409"/>
          </a:xfrm>
          <a:custGeom>
            <a:avLst/>
            <a:gdLst/>
            <a:ahLst/>
            <a:cxnLst/>
            <a:rect l="l" t="t" r="r" b="b"/>
            <a:pathLst>
              <a:path w="0" h="1449409">
                <a:moveTo>
                  <a:pt x="0" y="1449409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71068" y="1822042"/>
            <a:ext cx="996334" cy="0"/>
          </a:xfrm>
          <a:custGeom>
            <a:avLst/>
            <a:gdLst/>
            <a:ahLst/>
            <a:cxnLst/>
            <a:rect l="l" t="t" r="r" b="b"/>
            <a:pathLst>
              <a:path w="996334" h="0">
                <a:moveTo>
                  <a:pt x="0" y="0"/>
                </a:moveTo>
                <a:lnTo>
                  <a:pt x="99633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6662" y="431559"/>
            <a:ext cx="127000" cy="44450"/>
          </a:xfrm>
          <a:prstGeom prst="rect">
            <a:avLst/>
          </a:prstGeom>
          <a:solidFill>
            <a:srgbClr val="A9B8D6">
              <a:alpha val="25000"/>
            </a:srgbClr>
          </a:solidFill>
          <a:ln w="12700">
            <a:solidFill>
              <a:srgbClr val="A9B8D6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6662" y="545124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 h="0">
                <a:moveTo>
                  <a:pt x="0" y="0"/>
                </a:moveTo>
                <a:lnTo>
                  <a:pt x="63500" y="0"/>
                </a:lnTo>
                <a:close/>
                <a:lnTo>
                  <a:pt x="127000" y="0"/>
                </a:lnTo>
                <a:close/>
              </a:path>
            </a:pathLst>
          </a:custGeom>
          <a:noFill/>
          <a:ln w="15240">
            <a:solidFill>
              <a:srgbClr val="8C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906662" y="635691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 h="0">
                <a:moveTo>
                  <a:pt x="0" y="0"/>
                </a:moveTo>
                <a:lnTo>
                  <a:pt x="63500" y="0"/>
                </a:lnTo>
                <a:close/>
                <a:lnTo>
                  <a:pt x="127000" y="0"/>
                </a:lnTo>
                <a:close/>
              </a:path>
            </a:pathLst>
          </a:custGeom>
          <a:noFill/>
          <a:ln w="1016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6119" y="372633"/>
            <a:ext cx="996334" cy="1449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061407" y="1288379"/>
            <a:ext cx="905758" cy="467780"/>
          </a:xfrm>
          <a:custGeom>
            <a:avLst/>
            <a:gdLst/>
            <a:ahLst/>
            <a:cxnLst/>
            <a:rect l="l" t="t" r="r" b="b"/>
            <a:pathLst>
              <a:path w="905758" h="467780">
                <a:moveTo>
                  <a:pt x="0" y="467780"/>
                </a:moveTo>
                <a:lnTo>
                  <a:pt x="0" y="467780"/>
                </a:lnTo>
                <a:close/>
                <a:lnTo>
                  <a:pt x="1514" y="467780"/>
                </a:lnTo>
                <a:close/>
                <a:lnTo>
                  <a:pt x="1514" y="467780"/>
                </a:lnTo>
                <a:close/>
                <a:lnTo>
                  <a:pt x="4544" y="467780"/>
                </a:lnTo>
                <a:close/>
                <a:lnTo>
                  <a:pt x="4544" y="467780"/>
                </a:lnTo>
                <a:close/>
                <a:lnTo>
                  <a:pt x="7573" y="467780"/>
                </a:lnTo>
                <a:close/>
                <a:lnTo>
                  <a:pt x="7573" y="467780"/>
                </a:lnTo>
                <a:close/>
                <a:lnTo>
                  <a:pt x="10602" y="467780"/>
                </a:lnTo>
                <a:close/>
                <a:lnTo>
                  <a:pt x="10602" y="467780"/>
                </a:lnTo>
                <a:close/>
                <a:lnTo>
                  <a:pt x="13631" y="467780"/>
                </a:lnTo>
                <a:close/>
                <a:lnTo>
                  <a:pt x="13631" y="467780"/>
                </a:lnTo>
                <a:close/>
                <a:lnTo>
                  <a:pt x="16661" y="467780"/>
                </a:lnTo>
                <a:close/>
                <a:lnTo>
                  <a:pt x="16661" y="467780"/>
                </a:lnTo>
                <a:close/>
                <a:lnTo>
                  <a:pt x="19690" y="467780"/>
                </a:lnTo>
                <a:close/>
                <a:lnTo>
                  <a:pt x="19690" y="467780"/>
                </a:lnTo>
                <a:close/>
                <a:lnTo>
                  <a:pt x="22719" y="467780"/>
                </a:lnTo>
                <a:close/>
                <a:lnTo>
                  <a:pt x="22719" y="467780"/>
                </a:lnTo>
                <a:close/>
                <a:lnTo>
                  <a:pt x="25749" y="467780"/>
                </a:lnTo>
                <a:close/>
                <a:lnTo>
                  <a:pt x="25749" y="467780"/>
                </a:lnTo>
                <a:close/>
                <a:lnTo>
                  <a:pt x="28778" y="467780"/>
                </a:lnTo>
                <a:close/>
                <a:lnTo>
                  <a:pt x="28778" y="467780"/>
                </a:lnTo>
                <a:close/>
                <a:lnTo>
                  <a:pt x="31807" y="467780"/>
                </a:lnTo>
                <a:close/>
                <a:lnTo>
                  <a:pt x="31807" y="467780"/>
                </a:lnTo>
                <a:close/>
                <a:lnTo>
                  <a:pt x="34836" y="467780"/>
                </a:lnTo>
                <a:close/>
                <a:lnTo>
                  <a:pt x="34836" y="467780"/>
                </a:lnTo>
                <a:close/>
                <a:lnTo>
                  <a:pt x="37866" y="467780"/>
                </a:lnTo>
                <a:close/>
                <a:lnTo>
                  <a:pt x="37866" y="467780"/>
                </a:lnTo>
                <a:close/>
                <a:lnTo>
                  <a:pt x="40895" y="467780"/>
                </a:lnTo>
                <a:close/>
                <a:lnTo>
                  <a:pt x="40895" y="467780"/>
                </a:lnTo>
                <a:close/>
                <a:lnTo>
                  <a:pt x="43924" y="467780"/>
                </a:lnTo>
                <a:close/>
                <a:lnTo>
                  <a:pt x="43924" y="467780"/>
                </a:lnTo>
                <a:close/>
                <a:lnTo>
                  <a:pt x="46954" y="467780"/>
                </a:lnTo>
                <a:close/>
                <a:lnTo>
                  <a:pt x="46954" y="467780"/>
                </a:lnTo>
                <a:close/>
                <a:lnTo>
                  <a:pt x="49983" y="467780"/>
                </a:lnTo>
                <a:close/>
                <a:lnTo>
                  <a:pt x="49983" y="467780"/>
                </a:lnTo>
                <a:close/>
                <a:lnTo>
                  <a:pt x="53012" y="467780"/>
                </a:lnTo>
                <a:close/>
                <a:lnTo>
                  <a:pt x="53012" y="467780"/>
                </a:lnTo>
                <a:close/>
                <a:lnTo>
                  <a:pt x="56042" y="467780"/>
                </a:lnTo>
                <a:close/>
                <a:lnTo>
                  <a:pt x="56042" y="467780"/>
                </a:lnTo>
                <a:close/>
                <a:lnTo>
                  <a:pt x="59071" y="467780"/>
                </a:lnTo>
                <a:close/>
                <a:lnTo>
                  <a:pt x="59071" y="467780"/>
                </a:lnTo>
                <a:close/>
                <a:lnTo>
                  <a:pt x="62100" y="467780"/>
                </a:lnTo>
                <a:close/>
                <a:lnTo>
                  <a:pt x="62100" y="467780"/>
                </a:lnTo>
                <a:close/>
                <a:lnTo>
                  <a:pt x="65129" y="467780"/>
                </a:lnTo>
                <a:close/>
                <a:lnTo>
                  <a:pt x="65129" y="467780"/>
                </a:lnTo>
                <a:close/>
                <a:lnTo>
                  <a:pt x="68159" y="467780"/>
                </a:lnTo>
                <a:close/>
                <a:lnTo>
                  <a:pt x="68159" y="467780"/>
                </a:lnTo>
                <a:close/>
                <a:lnTo>
                  <a:pt x="71188" y="467780"/>
                </a:lnTo>
                <a:close/>
                <a:lnTo>
                  <a:pt x="71188" y="467780"/>
                </a:lnTo>
                <a:close/>
                <a:lnTo>
                  <a:pt x="74217" y="467780"/>
                </a:lnTo>
                <a:close/>
                <a:lnTo>
                  <a:pt x="74217" y="467780"/>
                </a:lnTo>
                <a:close/>
                <a:lnTo>
                  <a:pt x="77247" y="467780"/>
                </a:lnTo>
                <a:close/>
                <a:lnTo>
                  <a:pt x="77247" y="467780"/>
                </a:lnTo>
                <a:close/>
                <a:lnTo>
                  <a:pt x="80276" y="467780"/>
                </a:lnTo>
                <a:close/>
                <a:lnTo>
                  <a:pt x="80276" y="467780"/>
                </a:lnTo>
                <a:close/>
                <a:lnTo>
                  <a:pt x="83305" y="467780"/>
                </a:lnTo>
                <a:close/>
                <a:lnTo>
                  <a:pt x="83305" y="467780"/>
                </a:lnTo>
                <a:close/>
                <a:lnTo>
                  <a:pt x="86334" y="467780"/>
                </a:lnTo>
                <a:close/>
                <a:lnTo>
                  <a:pt x="86334" y="467780"/>
                </a:lnTo>
                <a:close/>
                <a:lnTo>
                  <a:pt x="89364" y="467780"/>
                </a:lnTo>
                <a:close/>
                <a:lnTo>
                  <a:pt x="89364" y="467780"/>
                </a:lnTo>
                <a:close/>
                <a:lnTo>
                  <a:pt x="92393" y="467780"/>
                </a:lnTo>
                <a:close/>
                <a:lnTo>
                  <a:pt x="92393" y="467780"/>
                </a:lnTo>
                <a:close/>
                <a:lnTo>
                  <a:pt x="95422" y="467780"/>
                </a:lnTo>
                <a:close/>
                <a:lnTo>
                  <a:pt x="95422" y="467780"/>
                </a:lnTo>
                <a:close/>
                <a:lnTo>
                  <a:pt x="98452" y="467780"/>
                </a:lnTo>
                <a:close/>
                <a:lnTo>
                  <a:pt x="98452" y="467780"/>
                </a:lnTo>
                <a:close/>
                <a:lnTo>
                  <a:pt x="101481" y="467780"/>
                </a:lnTo>
                <a:close/>
                <a:lnTo>
                  <a:pt x="101481" y="467780"/>
                </a:lnTo>
                <a:close/>
                <a:lnTo>
                  <a:pt x="104510" y="467780"/>
                </a:lnTo>
                <a:close/>
                <a:lnTo>
                  <a:pt x="104510" y="0"/>
                </a:lnTo>
                <a:close/>
                <a:lnTo>
                  <a:pt x="107539" y="0"/>
                </a:lnTo>
                <a:close/>
                <a:lnTo>
                  <a:pt x="107539" y="0"/>
                </a:lnTo>
                <a:close/>
                <a:lnTo>
                  <a:pt x="110569" y="0"/>
                </a:lnTo>
                <a:close/>
                <a:lnTo>
                  <a:pt x="110569" y="0"/>
                </a:lnTo>
                <a:close/>
                <a:lnTo>
                  <a:pt x="113598" y="0"/>
                </a:lnTo>
                <a:close/>
                <a:lnTo>
                  <a:pt x="113598" y="0"/>
                </a:lnTo>
                <a:close/>
                <a:lnTo>
                  <a:pt x="116627" y="0"/>
                </a:lnTo>
                <a:close/>
                <a:lnTo>
                  <a:pt x="116627" y="0"/>
                </a:lnTo>
                <a:close/>
                <a:lnTo>
                  <a:pt x="119657" y="0"/>
                </a:lnTo>
                <a:close/>
                <a:lnTo>
                  <a:pt x="119657" y="0"/>
                </a:lnTo>
                <a:close/>
                <a:lnTo>
                  <a:pt x="122686" y="0"/>
                </a:lnTo>
                <a:close/>
                <a:lnTo>
                  <a:pt x="122686" y="0"/>
                </a:lnTo>
                <a:close/>
                <a:lnTo>
                  <a:pt x="125715" y="0"/>
                </a:lnTo>
                <a:close/>
                <a:lnTo>
                  <a:pt x="125715" y="0"/>
                </a:lnTo>
                <a:close/>
                <a:lnTo>
                  <a:pt x="128744" y="0"/>
                </a:lnTo>
                <a:close/>
                <a:lnTo>
                  <a:pt x="128744" y="0"/>
                </a:lnTo>
                <a:close/>
                <a:lnTo>
                  <a:pt x="131774" y="0"/>
                </a:lnTo>
                <a:close/>
                <a:lnTo>
                  <a:pt x="131774" y="0"/>
                </a:lnTo>
                <a:close/>
                <a:lnTo>
                  <a:pt x="134803" y="0"/>
                </a:lnTo>
                <a:close/>
                <a:lnTo>
                  <a:pt x="134803" y="0"/>
                </a:lnTo>
                <a:close/>
                <a:lnTo>
                  <a:pt x="137832" y="0"/>
                </a:lnTo>
                <a:close/>
                <a:lnTo>
                  <a:pt x="137832" y="0"/>
                </a:lnTo>
                <a:close/>
                <a:lnTo>
                  <a:pt x="140862" y="0"/>
                </a:lnTo>
                <a:close/>
                <a:lnTo>
                  <a:pt x="140862" y="0"/>
                </a:lnTo>
                <a:close/>
                <a:lnTo>
                  <a:pt x="143891" y="0"/>
                </a:lnTo>
                <a:close/>
                <a:lnTo>
                  <a:pt x="143891" y="0"/>
                </a:lnTo>
                <a:close/>
                <a:lnTo>
                  <a:pt x="146920" y="0"/>
                </a:lnTo>
                <a:close/>
                <a:lnTo>
                  <a:pt x="146920" y="0"/>
                </a:lnTo>
                <a:close/>
                <a:lnTo>
                  <a:pt x="149950" y="0"/>
                </a:lnTo>
                <a:close/>
                <a:lnTo>
                  <a:pt x="149950" y="0"/>
                </a:lnTo>
                <a:close/>
                <a:lnTo>
                  <a:pt x="152979" y="0"/>
                </a:lnTo>
                <a:close/>
                <a:lnTo>
                  <a:pt x="152979" y="0"/>
                </a:lnTo>
                <a:close/>
                <a:lnTo>
                  <a:pt x="156008" y="0"/>
                </a:lnTo>
                <a:close/>
                <a:lnTo>
                  <a:pt x="156008" y="0"/>
                </a:lnTo>
                <a:close/>
                <a:lnTo>
                  <a:pt x="159037" y="0"/>
                </a:lnTo>
                <a:close/>
                <a:lnTo>
                  <a:pt x="159037" y="0"/>
                </a:lnTo>
                <a:close/>
                <a:lnTo>
                  <a:pt x="162067" y="0"/>
                </a:lnTo>
                <a:close/>
                <a:lnTo>
                  <a:pt x="162067" y="0"/>
                </a:lnTo>
                <a:close/>
                <a:lnTo>
                  <a:pt x="165096" y="0"/>
                </a:lnTo>
                <a:close/>
                <a:lnTo>
                  <a:pt x="165096" y="0"/>
                </a:lnTo>
                <a:close/>
                <a:lnTo>
                  <a:pt x="168125" y="0"/>
                </a:lnTo>
                <a:close/>
                <a:lnTo>
                  <a:pt x="168125" y="0"/>
                </a:lnTo>
                <a:close/>
                <a:lnTo>
                  <a:pt x="171155" y="0"/>
                </a:lnTo>
                <a:close/>
                <a:lnTo>
                  <a:pt x="171155" y="0"/>
                </a:lnTo>
                <a:close/>
                <a:lnTo>
                  <a:pt x="174184" y="0"/>
                </a:lnTo>
                <a:close/>
                <a:lnTo>
                  <a:pt x="174184" y="0"/>
                </a:lnTo>
                <a:close/>
                <a:lnTo>
                  <a:pt x="177213" y="0"/>
                </a:lnTo>
                <a:close/>
                <a:lnTo>
                  <a:pt x="177213" y="0"/>
                </a:lnTo>
                <a:close/>
                <a:lnTo>
                  <a:pt x="180242" y="0"/>
                </a:lnTo>
                <a:close/>
                <a:lnTo>
                  <a:pt x="180242" y="0"/>
                </a:lnTo>
                <a:close/>
                <a:lnTo>
                  <a:pt x="183272" y="0"/>
                </a:lnTo>
                <a:close/>
                <a:lnTo>
                  <a:pt x="183272" y="0"/>
                </a:lnTo>
                <a:close/>
                <a:lnTo>
                  <a:pt x="186301" y="0"/>
                </a:lnTo>
                <a:close/>
                <a:lnTo>
                  <a:pt x="186301" y="0"/>
                </a:lnTo>
                <a:close/>
                <a:lnTo>
                  <a:pt x="189330" y="0"/>
                </a:lnTo>
                <a:close/>
                <a:lnTo>
                  <a:pt x="189330" y="0"/>
                </a:lnTo>
                <a:close/>
                <a:lnTo>
                  <a:pt x="192360" y="0"/>
                </a:lnTo>
                <a:close/>
                <a:lnTo>
                  <a:pt x="192360" y="0"/>
                </a:lnTo>
                <a:close/>
                <a:lnTo>
                  <a:pt x="195389" y="0"/>
                </a:lnTo>
                <a:close/>
                <a:lnTo>
                  <a:pt x="195389" y="0"/>
                </a:lnTo>
                <a:close/>
                <a:lnTo>
                  <a:pt x="198418" y="0"/>
                </a:lnTo>
                <a:close/>
                <a:lnTo>
                  <a:pt x="198418" y="0"/>
                </a:lnTo>
                <a:close/>
                <a:lnTo>
                  <a:pt x="201447" y="0"/>
                </a:lnTo>
                <a:close/>
                <a:lnTo>
                  <a:pt x="201447" y="0"/>
                </a:lnTo>
                <a:close/>
                <a:lnTo>
                  <a:pt x="204477" y="0"/>
                </a:lnTo>
                <a:close/>
                <a:lnTo>
                  <a:pt x="204477" y="0"/>
                </a:lnTo>
                <a:close/>
                <a:lnTo>
                  <a:pt x="207506" y="0"/>
                </a:lnTo>
                <a:close/>
                <a:lnTo>
                  <a:pt x="207506" y="0"/>
                </a:lnTo>
                <a:close/>
                <a:lnTo>
                  <a:pt x="210535" y="0"/>
                </a:lnTo>
                <a:close/>
                <a:lnTo>
                  <a:pt x="210535" y="0"/>
                </a:lnTo>
                <a:close/>
                <a:lnTo>
                  <a:pt x="213565" y="0"/>
                </a:lnTo>
                <a:close/>
                <a:lnTo>
                  <a:pt x="213565" y="0"/>
                </a:lnTo>
                <a:close/>
                <a:lnTo>
                  <a:pt x="216594" y="0"/>
                </a:lnTo>
                <a:close/>
                <a:lnTo>
                  <a:pt x="216594" y="0"/>
                </a:lnTo>
                <a:close/>
                <a:lnTo>
                  <a:pt x="219623" y="0"/>
                </a:lnTo>
                <a:close/>
                <a:lnTo>
                  <a:pt x="219623" y="0"/>
                </a:lnTo>
                <a:close/>
                <a:lnTo>
                  <a:pt x="222653" y="0"/>
                </a:lnTo>
                <a:close/>
                <a:lnTo>
                  <a:pt x="222653" y="0"/>
                </a:lnTo>
                <a:close/>
                <a:lnTo>
                  <a:pt x="225682" y="0"/>
                </a:lnTo>
                <a:close/>
                <a:lnTo>
                  <a:pt x="225682" y="0"/>
                </a:lnTo>
                <a:close/>
                <a:lnTo>
                  <a:pt x="228711" y="0"/>
                </a:lnTo>
                <a:close/>
                <a:lnTo>
                  <a:pt x="228711" y="0"/>
                </a:lnTo>
                <a:close/>
                <a:lnTo>
                  <a:pt x="231740" y="0"/>
                </a:lnTo>
                <a:close/>
                <a:lnTo>
                  <a:pt x="231740" y="0"/>
                </a:lnTo>
                <a:close/>
                <a:lnTo>
                  <a:pt x="234770" y="0"/>
                </a:lnTo>
                <a:close/>
                <a:lnTo>
                  <a:pt x="234770" y="0"/>
                </a:lnTo>
                <a:close/>
                <a:lnTo>
                  <a:pt x="237799" y="0"/>
                </a:lnTo>
                <a:close/>
                <a:lnTo>
                  <a:pt x="237799" y="0"/>
                </a:lnTo>
                <a:close/>
                <a:lnTo>
                  <a:pt x="240828" y="0"/>
                </a:lnTo>
                <a:close/>
                <a:lnTo>
                  <a:pt x="240828" y="0"/>
                </a:lnTo>
                <a:close/>
                <a:lnTo>
                  <a:pt x="243858" y="0"/>
                </a:lnTo>
                <a:close/>
                <a:lnTo>
                  <a:pt x="243858" y="0"/>
                </a:lnTo>
                <a:close/>
                <a:lnTo>
                  <a:pt x="246887" y="0"/>
                </a:lnTo>
                <a:close/>
                <a:lnTo>
                  <a:pt x="246887" y="0"/>
                </a:lnTo>
                <a:close/>
                <a:lnTo>
                  <a:pt x="249916" y="0"/>
                </a:lnTo>
                <a:close/>
                <a:lnTo>
                  <a:pt x="249916" y="0"/>
                </a:lnTo>
                <a:close/>
                <a:lnTo>
                  <a:pt x="252945" y="0"/>
                </a:lnTo>
                <a:close/>
                <a:lnTo>
                  <a:pt x="252945" y="0"/>
                </a:lnTo>
                <a:close/>
                <a:lnTo>
                  <a:pt x="255975" y="0"/>
                </a:lnTo>
                <a:close/>
                <a:lnTo>
                  <a:pt x="255975" y="0"/>
                </a:lnTo>
                <a:close/>
                <a:lnTo>
                  <a:pt x="259004" y="0"/>
                </a:lnTo>
                <a:close/>
                <a:lnTo>
                  <a:pt x="259004" y="0"/>
                </a:lnTo>
                <a:close/>
                <a:lnTo>
                  <a:pt x="262033" y="0"/>
                </a:lnTo>
                <a:close/>
                <a:lnTo>
                  <a:pt x="262033" y="0"/>
                </a:lnTo>
                <a:close/>
                <a:lnTo>
                  <a:pt x="265063" y="0"/>
                </a:lnTo>
                <a:close/>
                <a:lnTo>
                  <a:pt x="265063" y="0"/>
                </a:lnTo>
                <a:close/>
                <a:lnTo>
                  <a:pt x="268092" y="0"/>
                </a:lnTo>
                <a:close/>
                <a:lnTo>
                  <a:pt x="268092" y="0"/>
                </a:lnTo>
                <a:close/>
                <a:lnTo>
                  <a:pt x="271121" y="0"/>
                </a:lnTo>
                <a:close/>
                <a:lnTo>
                  <a:pt x="271121" y="0"/>
                </a:lnTo>
                <a:close/>
                <a:lnTo>
                  <a:pt x="274150" y="0"/>
                </a:lnTo>
                <a:close/>
                <a:lnTo>
                  <a:pt x="274150" y="0"/>
                </a:lnTo>
                <a:close/>
                <a:lnTo>
                  <a:pt x="277180" y="0"/>
                </a:lnTo>
                <a:close/>
                <a:lnTo>
                  <a:pt x="277180" y="0"/>
                </a:lnTo>
                <a:close/>
                <a:lnTo>
                  <a:pt x="280209" y="0"/>
                </a:lnTo>
                <a:close/>
                <a:lnTo>
                  <a:pt x="280209" y="0"/>
                </a:lnTo>
                <a:close/>
                <a:lnTo>
                  <a:pt x="283238" y="0"/>
                </a:lnTo>
                <a:close/>
                <a:lnTo>
                  <a:pt x="283238" y="0"/>
                </a:lnTo>
                <a:close/>
                <a:lnTo>
                  <a:pt x="286268" y="0"/>
                </a:lnTo>
                <a:close/>
                <a:lnTo>
                  <a:pt x="286268" y="0"/>
                </a:lnTo>
                <a:close/>
                <a:lnTo>
                  <a:pt x="289297" y="0"/>
                </a:lnTo>
                <a:close/>
                <a:lnTo>
                  <a:pt x="289297" y="0"/>
                </a:lnTo>
                <a:close/>
                <a:lnTo>
                  <a:pt x="292326" y="0"/>
                </a:lnTo>
                <a:close/>
                <a:lnTo>
                  <a:pt x="292326" y="0"/>
                </a:lnTo>
                <a:close/>
                <a:lnTo>
                  <a:pt x="295356" y="0"/>
                </a:lnTo>
                <a:close/>
                <a:lnTo>
                  <a:pt x="295356" y="0"/>
                </a:lnTo>
                <a:close/>
                <a:lnTo>
                  <a:pt x="298385" y="0"/>
                </a:lnTo>
                <a:close/>
                <a:lnTo>
                  <a:pt x="298385" y="0"/>
                </a:lnTo>
                <a:close/>
                <a:lnTo>
                  <a:pt x="301414" y="0"/>
                </a:lnTo>
                <a:close/>
                <a:lnTo>
                  <a:pt x="301414" y="0"/>
                </a:lnTo>
                <a:close/>
                <a:lnTo>
                  <a:pt x="304443" y="0"/>
                </a:lnTo>
                <a:close/>
                <a:lnTo>
                  <a:pt x="304443" y="0"/>
                </a:lnTo>
                <a:close/>
                <a:lnTo>
                  <a:pt x="307473" y="0"/>
                </a:lnTo>
                <a:close/>
                <a:lnTo>
                  <a:pt x="307473" y="0"/>
                </a:lnTo>
                <a:close/>
                <a:lnTo>
                  <a:pt x="310502" y="0"/>
                </a:lnTo>
                <a:close/>
                <a:lnTo>
                  <a:pt x="310502" y="0"/>
                </a:lnTo>
                <a:close/>
                <a:lnTo>
                  <a:pt x="313531" y="0"/>
                </a:lnTo>
                <a:close/>
                <a:lnTo>
                  <a:pt x="313531" y="0"/>
                </a:lnTo>
                <a:close/>
                <a:lnTo>
                  <a:pt x="316561" y="0"/>
                </a:lnTo>
                <a:close/>
                <a:lnTo>
                  <a:pt x="316561" y="0"/>
                </a:lnTo>
                <a:close/>
                <a:lnTo>
                  <a:pt x="319590" y="0"/>
                </a:lnTo>
                <a:close/>
                <a:lnTo>
                  <a:pt x="319590" y="0"/>
                </a:lnTo>
                <a:close/>
                <a:lnTo>
                  <a:pt x="322619" y="0"/>
                </a:lnTo>
                <a:close/>
                <a:lnTo>
                  <a:pt x="322619" y="0"/>
                </a:lnTo>
                <a:close/>
                <a:lnTo>
                  <a:pt x="325648" y="0"/>
                </a:lnTo>
                <a:close/>
                <a:lnTo>
                  <a:pt x="325648" y="0"/>
                </a:lnTo>
                <a:close/>
                <a:lnTo>
                  <a:pt x="328678" y="0"/>
                </a:lnTo>
                <a:close/>
                <a:lnTo>
                  <a:pt x="328678" y="0"/>
                </a:lnTo>
                <a:close/>
                <a:lnTo>
                  <a:pt x="331707" y="0"/>
                </a:lnTo>
                <a:close/>
                <a:lnTo>
                  <a:pt x="331707" y="0"/>
                </a:lnTo>
                <a:close/>
                <a:lnTo>
                  <a:pt x="334736" y="0"/>
                </a:lnTo>
                <a:close/>
                <a:lnTo>
                  <a:pt x="334736" y="0"/>
                </a:lnTo>
                <a:close/>
                <a:lnTo>
                  <a:pt x="337766" y="0"/>
                </a:lnTo>
                <a:close/>
                <a:lnTo>
                  <a:pt x="337766" y="0"/>
                </a:lnTo>
                <a:close/>
                <a:lnTo>
                  <a:pt x="340795" y="0"/>
                </a:lnTo>
                <a:close/>
                <a:lnTo>
                  <a:pt x="340795" y="0"/>
                </a:lnTo>
                <a:close/>
                <a:lnTo>
                  <a:pt x="343824" y="0"/>
                </a:lnTo>
                <a:close/>
                <a:lnTo>
                  <a:pt x="343824" y="0"/>
                </a:lnTo>
                <a:close/>
                <a:lnTo>
                  <a:pt x="346853" y="0"/>
                </a:lnTo>
                <a:close/>
                <a:lnTo>
                  <a:pt x="346853" y="0"/>
                </a:lnTo>
                <a:close/>
                <a:lnTo>
                  <a:pt x="349883" y="0"/>
                </a:lnTo>
                <a:close/>
                <a:lnTo>
                  <a:pt x="349883" y="0"/>
                </a:lnTo>
                <a:close/>
                <a:lnTo>
                  <a:pt x="352912" y="0"/>
                </a:lnTo>
                <a:close/>
                <a:lnTo>
                  <a:pt x="352912" y="0"/>
                </a:lnTo>
                <a:close/>
                <a:lnTo>
                  <a:pt x="355941" y="0"/>
                </a:lnTo>
                <a:close/>
                <a:lnTo>
                  <a:pt x="355941" y="0"/>
                </a:lnTo>
                <a:close/>
                <a:lnTo>
                  <a:pt x="358971" y="0"/>
                </a:lnTo>
                <a:close/>
                <a:lnTo>
                  <a:pt x="358971" y="0"/>
                </a:lnTo>
                <a:close/>
                <a:lnTo>
                  <a:pt x="362000" y="0"/>
                </a:lnTo>
                <a:close/>
                <a:lnTo>
                  <a:pt x="362000" y="0"/>
                </a:lnTo>
                <a:close/>
                <a:lnTo>
                  <a:pt x="365029" y="0"/>
                </a:lnTo>
                <a:close/>
                <a:lnTo>
                  <a:pt x="365029" y="0"/>
                </a:lnTo>
                <a:close/>
                <a:lnTo>
                  <a:pt x="368058" y="0"/>
                </a:lnTo>
                <a:close/>
                <a:lnTo>
                  <a:pt x="368058" y="0"/>
                </a:lnTo>
                <a:close/>
                <a:lnTo>
                  <a:pt x="371088" y="0"/>
                </a:lnTo>
                <a:close/>
                <a:lnTo>
                  <a:pt x="371088" y="0"/>
                </a:lnTo>
                <a:close/>
                <a:lnTo>
                  <a:pt x="374117" y="0"/>
                </a:lnTo>
                <a:close/>
                <a:lnTo>
                  <a:pt x="374117" y="0"/>
                </a:lnTo>
                <a:close/>
                <a:lnTo>
                  <a:pt x="377146" y="0"/>
                </a:lnTo>
                <a:close/>
                <a:lnTo>
                  <a:pt x="377146" y="0"/>
                </a:lnTo>
                <a:close/>
                <a:lnTo>
                  <a:pt x="380176" y="0"/>
                </a:lnTo>
                <a:close/>
                <a:lnTo>
                  <a:pt x="380176" y="0"/>
                </a:lnTo>
                <a:close/>
                <a:lnTo>
                  <a:pt x="383205" y="0"/>
                </a:lnTo>
                <a:close/>
                <a:lnTo>
                  <a:pt x="383205" y="0"/>
                </a:lnTo>
                <a:close/>
                <a:lnTo>
                  <a:pt x="386234" y="0"/>
                </a:lnTo>
                <a:close/>
                <a:lnTo>
                  <a:pt x="386234" y="0"/>
                </a:lnTo>
                <a:close/>
                <a:lnTo>
                  <a:pt x="389264" y="0"/>
                </a:lnTo>
                <a:close/>
                <a:lnTo>
                  <a:pt x="389264" y="0"/>
                </a:lnTo>
                <a:close/>
                <a:lnTo>
                  <a:pt x="392293" y="0"/>
                </a:lnTo>
                <a:close/>
                <a:lnTo>
                  <a:pt x="392293" y="0"/>
                </a:lnTo>
                <a:close/>
                <a:lnTo>
                  <a:pt x="395322" y="0"/>
                </a:lnTo>
                <a:close/>
                <a:lnTo>
                  <a:pt x="395322" y="0"/>
                </a:lnTo>
                <a:close/>
                <a:lnTo>
                  <a:pt x="398351" y="0"/>
                </a:lnTo>
                <a:close/>
                <a:lnTo>
                  <a:pt x="398351" y="0"/>
                </a:lnTo>
                <a:close/>
                <a:lnTo>
                  <a:pt x="401381" y="0"/>
                </a:lnTo>
                <a:close/>
                <a:lnTo>
                  <a:pt x="401381" y="0"/>
                </a:lnTo>
                <a:close/>
                <a:lnTo>
                  <a:pt x="404410" y="0"/>
                </a:lnTo>
                <a:close/>
                <a:lnTo>
                  <a:pt x="404410" y="0"/>
                </a:lnTo>
                <a:close/>
                <a:lnTo>
                  <a:pt x="407439" y="0"/>
                </a:lnTo>
                <a:close/>
                <a:lnTo>
                  <a:pt x="407439" y="0"/>
                </a:lnTo>
                <a:close/>
                <a:lnTo>
                  <a:pt x="410469" y="0"/>
                </a:lnTo>
                <a:close/>
                <a:lnTo>
                  <a:pt x="410469" y="0"/>
                </a:lnTo>
                <a:close/>
                <a:lnTo>
                  <a:pt x="413498" y="0"/>
                </a:lnTo>
                <a:close/>
                <a:lnTo>
                  <a:pt x="413498" y="0"/>
                </a:lnTo>
                <a:close/>
                <a:lnTo>
                  <a:pt x="416527" y="0"/>
                </a:lnTo>
                <a:close/>
                <a:lnTo>
                  <a:pt x="416527" y="0"/>
                </a:lnTo>
                <a:close/>
                <a:lnTo>
                  <a:pt x="419556" y="0"/>
                </a:lnTo>
                <a:close/>
                <a:lnTo>
                  <a:pt x="419556" y="0"/>
                </a:lnTo>
                <a:close/>
                <a:lnTo>
                  <a:pt x="422586" y="0"/>
                </a:lnTo>
                <a:close/>
                <a:lnTo>
                  <a:pt x="422586" y="0"/>
                </a:lnTo>
                <a:close/>
                <a:lnTo>
                  <a:pt x="425615" y="0"/>
                </a:lnTo>
                <a:close/>
                <a:lnTo>
                  <a:pt x="425615" y="0"/>
                </a:lnTo>
                <a:close/>
                <a:lnTo>
                  <a:pt x="428644" y="0"/>
                </a:lnTo>
                <a:close/>
                <a:lnTo>
                  <a:pt x="428644" y="0"/>
                </a:lnTo>
                <a:close/>
                <a:lnTo>
                  <a:pt x="431674" y="0"/>
                </a:lnTo>
                <a:close/>
                <a:lnTo>
                  <a:pt x="431674" y="0"/>
                </a:lnTo>
                <a:close/>
                <a:lnTo>
                  <a:pt x="434703" y="0"/>
                </a:lnTo>
                <a:close/>
                <a:lnTo>
                  <a:pt x="434703" y="0"/>
                </a:lnTo>
                <a:close/>
                <a:lnTo>
                  <a:pt x="437732" y="0"/>
                </a:lnTo>
                <a:close/>
                <a:lnTo>
                  <a:pt x="437732" y="0"/>
                </a:lnTo>
                <a:close/>
                <a:lnTo>
                  <a:pt x="440761" y="0"/>
                </a:lnTo>
                <a:close/>
                <a:lnTo>
                  <a:pt x="440761" y="0"/>
                </a:lnTo>
                <a:close/>
                <a:lnTo>
                  <a:pt x="443791" y="0"/>
                </a:lnTo>
                <a:close/>
                <a:lnTo>
                  <a:pt x="443791" y="0"/>
                </a:lnTo>
                <a:close/>
                <a:lnTo>
                  <a:pt x="446820" y="0"/>
                </a:lnTo>
                <a:close/>
                <a:lnTo>
                  <a:pt x="446820" y="0"/>
                </a:lnTo>
                <a:close/>
                <a:lnTo>
                  <a:pt x="449849" y="0"/>
                </a:lnTo>
                <a:close/>
                <a:lnTo>
                  <a:pt x="449849" y="0"/>
                </a:lnTo>
                <a:close/>
                <a:lnTo>
                  <a:pt x="452879" y="0"/>
                </a:lnTo>
                <a:close/>
                <a:lnTo>
                  <a:pt x="452879" y="0"/>
                </a:lnTo>
                <a:close/>
                <a:lnTo>
                  <a:pt x="455908" y="0"/>
                </a:lnTo>
                <a:close/>
                <a:lnTo>
                  <a:pt x="455908" y="0"/>
                </a:lnTo>
                <a:close/>
                <a:lnTo>
                  <a:pt x="458937" y="0"/>
                </a:lnTo>
                <a:close/>
                <a:lnTo>
                  <a:pt x="458937" y="0"/>
                </a:lnTo>
                <a:close/>
                <a:lnTo>
                  <a:pt x="461967" y="0"/>
                </a:lnTo>
                <a:close/>
                <a:lnTo>
                  <a:pt x="461967" y="0"/>
                </a:lnTo>
                <a:close/>
                <a:lnTo>
                  <a:pt x="464996" y="0"/>
                </a:lnTo>
                <a:close/>
                <a:lnTo>
                  <a:pt x="464996" y="0"/>
                </a:lnTo>
                <a:close/>
                <a:lnTo>
                  <a:pt x="468025" y="0"/>
                </a:lnTo>
                <a:close/>
                <a:lnTo>
                  <a:pt x="468025" y="0"/>
                </a:lnTo>
                <a:close/>
                <a:lnTo>
                  <a:pt x="471054" y="0"/>
                </a:lnTo>
                <a:close/>
                <a:lnTo>
                  <a:pt x="471054" y="0"/>
                </a:lnTo>
                <a:close/>
                <a:lnTo>
                  <a:pt x="474084" y="0"/>
                </a:lnTo>
                <a:close/>
                <a:lnTo>
                  <a:pt x="474084" y="0"/>
                </a:lnTo>
                <a:close/>
                <a:lnTo>
                  <a:pt x="477113" y="0"/>
                </a:lnTo>
                <a:close/>
                <a:lnTo>
                  <a:pt x="477113" y="0"/>
                </a:lnTo>
                <a:close/>
                <a:lnTo>
                  <a:pt x="480142" y="0"/>
                </a:lnTo>
                <a:close/>
                <a:lnTo>
                  <a:pt x="480142" y="0"/>
                </a:lnTo>
                <a:close/>
                <a:lnTo>
                  <a:pt x="483172" y="0"/>
                </a:lnTo>
                <a:close/>
                <a:lnTo>
                  <a:pt x="483172" y="0"/>
                </a:lnTo>
                <a:close/>
                <a:lnTo>
                  <a:pt x="486201" y="0"/>
                </a:lnTo>
                <a:close/>
                <a:lnTo>
                  <a:pt x="486201" y="0"/>
                </a:lnTo>
                <a:close/>
                <a:lnTo>
                  <a:pt x="489230" y="0"/>
                </a:lnTo>
                <a:close/>
                <a:lnTo>
                  <a:pt x="489230" y="0"/>
                </a:lnTo>
                <a:close/>
                <a:lnTo>
                  <a:pt x="492259" y="0"/>
                </a:lnTo>
                <a:close/>
                <a:lnTo>
                  <a:pt x="492259" y="0"/>
                </a:lnTo>
                <a:close/>
                <a:lnTo>
                  <a:pt x="495289" y="0"/>
                </a:lnTo>
                <a:close/>
                <a:lnTo>
                  <a:pt x="495289" y="0"/>
                </a:lnTo>
                <a:close/>
                <a:lnTo>
                  <a:pt x="498318" y="0"/>
                </a:lnTo>
                <a:close/>
                <a:lnTo>
                  <a:pt x="498318" y="0"/>
                </a:lnTo>
                <a:close/>
                <a:lnTo>
                  <a:pt x="501347" y="0"/>
                </a:lnTo>
                <a:close/>
                <a:lnTo>
                  <a:pt x="501347" y="0"/>
                </a:lnTo>
                <a:close/>
                <a:lnTo>
                  <a:pt x="504377" y="0"/>
                </a:lnTo>
                <a:close/>
                <a:lnTo>
                  <a:pt x="504377" y="0"/>
                </a:lnTo>
                <a:close/>
                <a:lnTo>
                  <a:pt x="507406" y="0"/>
                </a:lnTo>
                <a:close/>
                <a:lnTo>
                  <a:pt x="507406" y="0"/>
                </a:lnTo>
                <a:close/>
                <a:lnTo>
                  <a:pt x="510435" y="0"/>
                </a:lnTo>
                <a:close/>
                <a:lnTo>
                  <a:pt x="510435" y="0"/>
                </a:lnTo>
                <a:close/>
                <a:lnTo>
                  <a:pt x="513464" y="0"/>
                </a:lnTo>
                <a:close/>
                <a:lnTo>
                  <a:pt x="513464" y="0"/>
                </a:lnTo>
                <a:close/>
                <a:lnTo>
                  <a:pt x="516494" y="0"/>
                </a:lnTo>
                <a:close/>
                <a:lnTo>
                  <a:pt x="516494" y="0"/>
                </a:lnTo>
                <a:close/>
                <a:lnTo>
                  <a:pt x="519523" y="0"/>
                </a:lnTo>
                <a:close/>
                <a:lnTo>
                  <a:pt x="519523" y="0"/>
                </a:lnTo>
                <a:close/>
                <a:lnTo>
                  <a:pt x="522552" y="0"/>
                </a:lnTo>
                <a:close/>
                <a:lnTo>
                  <a:pt x="522552" y="0"/>
                </a:lnTo>
                <a:close/>
                <a:lnTo>
                  <a:pt x="525582" y="0"/>
                </a:lnTo>
                <a:close/>
                <a:lnTo>
                  <a:pt x="525582" y="0"/>
                </a:lnTo>
                <a:close/>
                <a:lnTo>
                  <a:pt x="528611" y="0"/>
                </a:lnTo>
                <a:close/>
                <a:lnTo>
                  <a:pt x="528611" y="0"/>
                </a:lnTo>
                <a:close/>
                <a:lnTo>
                  <a:pt x="531640" y="0"/>
                </a:lnTo>
                <a:close/>
                <a:lnTo>
                  <a:pt x="531640" y="0"/>
                </a:lnTo>
                <a:close/>
                <a:lnTo>
                  <a:pt x="534670" y="0"/>
                </a:lnTo>
                <a:close/>
                <a:lnTo>
                  <a:pt x="534670" y="0"/>
                </a:lnTo>
                <a:close/>
                <a:lnTo>
                  <a:pt x="537699" y="0"/>
                </a:lnTo>
                <a:close/>
                <a:lnTo>
                  <a:pt x="537699" y="0"/>
                </a:lnTo>
                <a:close/>
                <a:lnTo>
                  <a:pt x="540728" y="0"/>
                </a:lnTo>
                <a:close/>
                <a:lnTo>
                  <a:pt x="540728" y="0"/>
                </a:lnTo>
                <a:close/>
                <a:lnTo>
                  <a:pt x="543757" y="0"/>
                </a:lnTo>
                <a:close/>
                <a:lnTo>
                  <a:pt x="543757" y="0"/>
                </a:lnTo>
                <a:close/>
                <a:lnTo>
                  <a:pt x="546787" y="0"/>
                </a:lnTo>
                <a:close/>
                <a:lnTo>
                  <a:pt x="546787" y="0"/>
                </a:lnTo>
                <a:close/>
                <a:lnTo>
                  <a:pt x="549816" y="0"/>
                </a:lnTo>
                <a:close/>
                <a:lnTo>
                  <a:pt x="549816" y="0"/>
                </a:lnTo>
                <a:close/>
                <a:lnTo>
                  <a:pt x="552845" y="0"/>
                </a:lnTo>
                <a:close/>
                <a:lnTo>
                  <a:pt x="552845" y="0"/>
                </a:lnTo>
                <a:close/>
                <a:lnTo>
                  <a:pt x="555875" y="0"/>
                </a:lnTo>
                <a:close/>
                <a:lnTo>
                  <a:pt x="555875" y="0"/>
                </a:lnTo>
                <a:close/>
                <a:lnTo>
                  <a:pt x="558904" y="0"/>
                </a:lnTo>
                <a:close/>
                <a:lnTo>
                  <a:pt x="558904" y="0"/>
                </a:lnTo>
                <a:close/>
                <a:lnTo>
                  <a:pt x="561933" y="0"/>
                </a:lnTo>
                <a:close/>
                <a:lnTo>
                  <a:pt x="561933" y="0"/>
                </a:lnTo>
                <a:close/>
                <a:lnTo>
                  <a:pt x="564962" y="0"/>
                </a:lnTo>
                <a:close/>
                <a:lnTo>
                  <a:pt x="564962" y="0"/>
                </a:lnTo>
                <a:close/>
                <a:lnTo>
                  <a:pt x="567992" y="0"/>
                </a:lnTo>
                <a:close/>
                <a:lnTo>
                  <a:pt x="567992" y="0"/>
                </a:lnTo>
                <a:close/>
                <a:lnTo>
                  <a:pt x="571021" y="0"/>
                </a:lnTo>
                <a:close/>
                <a:lnTo>
                  <a:pt x="571021" y="0"/>
                </a:lnTo>
                <a:close/>
                <a:lnTo>
                  <a:pt x="574050" y="0"/>
                </a:lnTo>
                <a:close/>
                <a:lnTo>
                  <a:pt x="574050" y="0"/>
                </a:lnTo>
                <a:close/>
                <a:lnTo>
                  <a:pt x="577080" y="0"/>
                </a:lnTo>
                <a:close/>
                <a:lnTo>
                  <a:pt x="577080" y="0"/>
                </a:lnTo>
                <a:close/>
                <a:lnTo>
                  <a:pt x="580109" y="0"/>
                </a:lnTo>
                <a:close/>
                <a:lnTo>
                  <a:pt x="580109" y="0"/>
                </a:lnTo>
                <a:close/>
                <a:lnTo>
                  <a:pt x="583138" y="0"/>
                </a:lnTo>
                <a:close/>
                <a:lnTo>
                  <a:pt x="583138" y="0"/>
                </a:lnTo>
                <a:close/>
                <a:lnTo>
                  <a:pt x="586167" y="0"/>
                </a:lnTo>
                <a:close/>
                <a:lnTo>
                  <a:pt x="586167" y="0"/>
                </a:lnTo>
                <a:close/>
                <a:lnTo>
                  <a:pt x="589197" y="0"/>
                </a:lnTo>
                <a:close/>
                <a:lnTo>
                  <a:pt x="589197" y="0"/>
                </a:lnTo>
                <a:close/>
                <a:lnTo>
                  <a:pt x="592226" y="0"/>
                </a:lnTo>
                <a:close/>
                <a:lnTo>
                  <a:pt x="592226" y="0"/>
                </a:lnTo>
                <a:close/>
                <a:lnTo>
                  <a:pt x="595255" y="0"/>
                </a:lnTo>
                <a:close/>
                <a:lnTo>
                  <a:pt x="595255" y="0"/>
                </a:lnTo>
                <a:close/>
                <a:lnTo>
                  <a:pt x="598285" y="0"/>
                </a:lnTo>
                <a:close/>
                <a:lnTo>
                  <a:pt x="598285" y="0"/>
                </a:lnTo>
                <a:close/>
                <a:lnTo>
                  <a:pt x="601314" y="0"/>
                </a:lnTo>
                <a:close/>
                <a:lnTo>
                  <a:pt x="601314" y="0"/>
                </a:lnTo>
                <a:close/>
                <a:lnTo>
                  <a:pt x="604343" y="0"/>
                </a:lnTo>
                <a:close/>
                <a:lnTo>
                  <a:pt x="604343" y="0"/>
                </a:lnTo>
                <a:close/>
                <a:lnTo>
                  <a:pt x="607372" y="0"/>
                </a:lnTo>
                <a:close/>
                <a:lnTo>
                  <a:pt x="607372" y="0"/>
                </a:lnTo>
                <a:close/>
                <a:lnTo>
                  <a:pt x="610402" y="0"/>
                </a:lnTo>
                <a:close/>
                <a:lnTo>
                  <a:pt x="610402" y="0"/>
                </a:lnTo>
                <a:close/>
                <a:lnTo>
                  <a:pt x="613431" y="0"/>
                </a:lnTo>
                <a:close/>
                <a:lnTo>
                  <a:pt x="613431" y="0"/>
                </a:lnTo>
                <a:close/>
                <a:lnTo>
                  <a:pt x="616460" y="0"/>
                </a:lnTo>
                <a:close/>
                <a:lnTo>
                  <a:pt x="616460" y="0"/>
                </a:lnTo>
                <a:close/>
                <a:lnTo>
                  <a:pt x="619490" y="0"/>
                </a:lnTo>
                <a:close/>
                <a:lnTo>
                  <a:pt x="619490" y="0"/>
                </a:lnTo>
                <a:close/>
                <a:lnTo>
                  <a:pt x="622519" y="0"/>
                </a:lnTo>
                <a:close/>
                <a:lnTo>
                  <a:pt x="622519" y="0"/>
                </a:lnTo>
                <a:close/>
                <a:lnTo>
                  <a:pt x="625548" y="0"/>
                </a:lnTo>
                <a:close/>
                <a:lnTo>
                  <a:pt x="625548" y="0"/>
                </a:lnTo>
                <a:close/>
                <a:lnTo>
                  <a:pt x="628578" y="0"/>
                </a:lnTo>
                <a:close/>
                <a:lnTo>
                  <a:pt x="628578" y="0"/>
                </a:lnTo>
                <a:close/>
                <a:lnTo>
                  <a:pt x="631607" y="0"/>
                </a:lnTo>
                <a:close/>
                <a:lnTo>
                  <a:pt x="631607" y="0"/>
                </a:lnTo>
                <a:close/>
                <a:lnTo>
                  <a:pt x="634636" y="0"/>
                </a:lnTo>
                <a:close/>
                <a:lnTo>
                  <a:pt x="634636" y="0"/>
                </a:lnTo>
                <a:close/>
                <a:lnTo>
                  <a:pt x="637665" y="0"/>
                </a:lnTo>
                <a:close/>
                <a:lnTo>
                  <a:pt x="637665" y="0"/>
                </a:lnTo>
                <a:close/>
                <a:lnTo>
                  <a:pt x="640695" y="0"/>
                </a:lnTo>
                <a:close/>
                <a:lnTo>
                  <a:pt x="640695" y="0"/>
                </a:lnTo>
                <a:close/>
                <a:lnTo>
                  <a:pt x="643724" y="0"/>
                </a:lnTo>
                <a:close/>
                <a:lnTo>
                  <a:pt x="643724" y="0"/>
                </a:lnTo>
                <a:close/>
                <a:lnTo>
                  <a:pt x="646753" y="0"/>
                </a:lnTo>
                <a:close/>
                <a:lnTo>
                  <a:pt x="646753" y="0"/>
                </a:lnTo>
                <a:close/>
                <a:lnTo>
                  <a:pt x="649783" y="0"/>
                </a:lnTo>
                <a:close/>
                <a:lnTo>
                  <a:pt x="649783" y="0"/>
                </a:lnTo>
                <a:close/>
                <a:lnTo>
                  <a:pt x="652812" y="0"/>
                </a:lnTo>
                <a:close/>
                <a:lnTo>
                  <a:pt x="652812" y="0"/>
                </a:lnTo>
                <a:close/>
                <a:lnTo>
                  <a:pt x="655841" y="0"/>
                </a:lnTo>
                <a:close/>
                <a:lnTo>
                  <a:pt x="655841" y="0"/>
                </a:lnTo>
                <a:close/>
                <a:lnTo>
                  <a:pt x="658870" y="0"/>
                </a:lnTo>
                <a:close/>
                <a:lnTo>
                  <a:pt x="658870" y="0"/>
                </a:lnTo>
                <a:close/>
                <a:lnTo>
                  <a:pt x="661900" y="0"/>
                </a:lnTo>
                <a:close/>
                <a:lnTo>
                  <a:pt x="661900" y="0"/>
                </a:lnTo>
                <a:close/>
                <a:lnTo>
                  <a:pt x="664929" y="0"/>
                </a:lnTo>
                <a:close/>
                <a:lnTo>
                  <a:pt x="664929" y="0"/>
                </a:lnTo>
                <a:close/>
                <a:lnTo>
                  <a:pt x="667958" y="0"/>
                </a:lnTo>
                <a:close/>
                <a:lnTo>
                  <a:pt x="667958" y="0"/>
                </a:lnTo>
                <a:close/>
                <a:lnTo>
                  <a:pt x="670988" y="0"/>
                </a:lnTo>
                <a:close/>
                <a:lnTo>
                  <a:pt x="670988" y="0"/>
                </a:lnTo>
                <a:close/>
                <a:lnTo>
                  <a:pt x="674017" y="0"/>
                </a:lnTo>
                <a:close/>
                <a:lnTo>
                  <a:pt x="674017" y="0"/>
                </a:lnTo>
                <a:close/>
                <a:lnTo>
                  <a:pt x="677046" y="0"/>
                </a:lnTo>
                <a:close/>
                <a:lnTo>
                  <a:pt x="677046" y="0"/>
                </a:lnTo>
                <a:close/>
                <a:lnTo>
                  <a:pt x="680075" y="0"/>
                </a:lnTo>
                <a:close/>
                <a:lnTo>
                  <a:pt x="680075" y="0"/>
                </a:lnTo>
                <a:close/>
                <a:lnTo>
                  <a:pt x="683105" y="0"/>
                </a:lnTo>
                <a:close/>
                <a:lnTo>
                  <a:pt x="683105" y="0"/>
                </a:lnTo>
                <a:close/>
                <a:lnTo>
                  <a:pt x="686134" y="0"/>
                </a:lnTo>
                <a:close/>
                <a:lnTo>
                  <a:pt x="686134" y="0"/>
                </a:lnTo>
                <a:close/>
                <a:lnTo>
                  <a:pt x="689163" y="0"/>
                </a:lnTo>
                <a:close/>
                <a:lnTo>
                  <a:pt x="689163" y="0"/>
                </a:lnTo>
                <a:close/>
                <a:lnTo>
                  <a:pt x="692193" y="0"/>
                </a:lnTo>
                <a:close/>
                <a:lnTo>
                  <a:pt x="692193" y="0"/>
                </a:lnTo>
                <a:close/>
                <a:lnTo>
                  <a:pt x="695222" y="0"/>
                </a:lnTo>
                <a:close/>
                <a:lnTo>
                  <a:pt x="695222" y="0"/>
                </a:lnTo>
                <a:close/>
                <a:lnTo>
                  <a:pt x="698251" y="0"/>
                </a:lnTo>
                <a:close/>
                <a:lnTo>
                  <a:pt x="698251" y="0"/>
                </a:lnTo>
                <a:close/>
                <a:lnTo>
                  <a:pt x="701281" y="0"/>
                </a:lnTo>
                <a:close/>
                <a:lnTo>
                  <a:pt x="701281" y="0"/>
                </a:lnTo>
                <a:close/>
                <a:lnTo>
                  <a:pt x="704310" y="0"/>
                </a:lnTo>
                <a:close/>
                <a:lnTo>
                  <a:pt x="704310" y="0"/>
                </a:lnTo>
                <a:close/>
                <a:lnTo>
                  <a:pt x="707339" y="0"/>
                </a:lnTo>
                <a:close/>
                <a:lnTo>
                  <a:pt x="707339" y="0"/>
                </a:lnTo>
                <a:close/>
                <a:lnTo>
                  <a:pt x="710368" y="0"/>
                </a:lnTo>
                <a:close/>
                <a:lnTo>
                  <a:pt x="710368" y="0"/>
                </a:lnTo>
                <a:close/>
                <a:lnTo>
                  <a:pt x="713398" y="0"/>
                </a:lnTo>
                <a:close/>
                <a:lnTo>
                  <a:pt x="713398" y="0"/>
                </a:lnTo>
                <a:close/>
                <a:lnTo>
                  <a:pt x="716427" y="0"/>
                </a:lnTo>
                <a:close/>
                <a:lnTo>
                  <a:pt x="716427" y="0"/>
                </a:lnTo>
                <a:close/>
                <a:lnTo>
                  <a:pt x="719456" y="0"/>
                </a:lnTo>
                <a:close/>
                <a:lnTo>
                  <a:pt x="719456" y="0"/>
                </a:lnTo>
                <a:close/>
                <a:lnTo>
                  <a:pt x="722486" y="0"/>
                </a:lnTo>
                <a:close/>
                <a:lnTo>
                  <a:pt x="722486" y="0"/>
                </a:lnTo>
                <a:close/>
                <a:lnTo>
                  <a:pt x="725515" y="0"/>
                </a:lnTo>
                <a:close/>
                <a:lnTo>
                  <a:pt x="725515" y="0"/>
                </a:lnTo>
                <a:close/>
                <a:lnTo>
                  <a:pt x="728544" y="0"/>
                </a:lnTo>
                <a:close/>
                <a:lnTo>
                  <a:pt x="728544" y="0"/>
                </a:lnTo>
                <a:close/>
                <a:lnTo>
                  <a:pt x="731573" y="0"/>
                </a:lnTo>
                <a:close/>
                <a:lnTo>
                  <a:pt x="731573" y="0"/>
                </a:lnTo>
                <a:close/>
                <a:lnTo>
                  <a:pt x="734603" y="0"/>
                </a:lnTo>
                <a:close/>
                <a:lnTo>
                  <a:pt x="734603" y="0"/>
                </a:lnTo>
                <a:close/>
                <a:lnTo>
                  <a:pt x="737632" y="0"/>
                </a:lnTo>
                <a:close/>
                <a:lnTo>
                  <a:pt x="737632" y="0"/>
                </a:lnTo>
                <a:close/>
                <a:lnTo>
                  <a:pt x="740661" y="0"/>
                </a:lnTo>
                <a:close/>
                <a:lnTo>
                  <a:pt x="740661" y="0"/>
                </a:lnTo>
                <a:close/>
                <a:lnTo>
                  <a:pt x="743691" y="0"/>
                </a:lnTo>
                <a:close/>
                <a:lnTo>
                  <a:pt x="743691" y="0"/>
                </a:lnTo>
                <a:close/>
                <a:lnTo>
                  <a:pt x="746720" y="0"/>
                </a:lnTo>
                <a:close/>
                <a:lnTo>
                  <a:pt x="746720" y="0"/>
                </a:lnTo>
                <a:close/>
                <a:lnTo>
                  <a:pt x="749749" y="0"/>
                </a:lnTo>
                <a:close/>
                <a:lnTo>
                  <a:pt x="749749" y="0"/>
                </a:lnTo>
                <a:close/>
                <a:lnTo>
                  <a:pt x="752778" y="0"/>
                </a:lnTo>
                <a:close/>
                <a:lnTo>
                  <a:pt x="752778" y="0"/>
                </a:lnTo>
                <a:close/>
                <a:lnTo>
                  <a:pt x="755808" y="0"/>
                </a:lnTo>
                <a:close/>
                <a:lnTo>
                  <a:pt x="755808" y="0"/>
                </a:lnTo>
                <a:close/>
                <a:lnTo>
                  <a:pt x="758837" y="0"/>
                </a:lnTo>
                <a:close/>
                <a:lnTo>
                  <a:pt x="758837" y="0"/>
                </a:lnTo>
                <a:close/>
                <a:lnTo>
                  <a:pt x="761866" y="0"/>
                </a:lnTo>
                <a:close/>
                <a:lnTo>
                  <a:pt x="761866" y="0"/>
                </a:lnTo>
                <a:close/>
                <a:lnTo>
                  <a:pt x="764896" y="0"/>
                </a:lnTo>
                <a:close/>
                <a:lnTo>
                  <a:pt x="764896" y="0"/>
                </a:lnTo>
                <a:close/>
                <a:lnTo>
                  <a:pt x="767925" y="0"/>
                </a:lnTo>
                <a:close/>
                <a:lnTo>
                  <a:pt x="767925" y="0"/>
                </a:lnTo>
                <a:close/>
                <a:lnTo>
                  <a:pt x="770954" y="0"/>
                </a:lnTo>
                <a:close/>
                <a:lnTo>
                  <a:pt x="770954" y="0"/>
                </a:lnTo>
                <a:close/>
                <a:lnTo>
                  <a:pt x="773984" y="0"/>
                </a:lnTo>
                <a:close/>
                <a:lnTo>
                  <a:pt x="773984" y="0"/>
                </a:lnTo>
                <a:close/>
                <a:lnTo>
                  <a:pt x="777013" y="0"/>
                </a:lnTo>
                <a:close/>
                <a:lnTo>
                  <a:pt x="777013" y="0"/>
                </a:lnTo>
                <a:close/>
                <a:lnTo>
                  <a:pt x="780042" y="0"/>
                </a:lnTo>
                <a:close/>
                <a:lnTo>
                  <a:pt x="780042" y="0"/>
                </a:lnTo>
                <a:close/>
                <a:lnTo>
                  <a:pt x="783071" y="0"/>
                </a:lnTo>
                <a:close/>
                <a:lnTo>
                  <a:pt x="783071" y="0"/>
                </a:lnTo>
                <a:close/>
                <a:lnTo>
                  <a:pt x="786101" y="0"/>
                </a:lnTo>
                <a:close/>
                <a:lnTo>
                  <a:pt x="786101" y="0"/>
                </a:lnTo>
                <a:close/>
                <a:lnTo>
                  <a:pt x="789130" y="0"/>
                </a:lnTo>
                <a:close/>
                <a:lnTo>
                  <a:pt x="789130" y="0"/>
                </a:lnTo>
                <a:close/>
                <a:lnTo>
                  <a:pt x="792159" y="0"/>
                </a:lnTo>
                <a:close/>
                <a:lnTo>
                  <a:pt x="792159" y="0"/>
                </a:lnTo>
                <a:close/>
                <a:lnTo>
                  <a:pt x="795189" y="0"/>
                </a:lnTo>
                <a:close/>
                <a:lnTo>
                  <a:pt x="795189" y="0"/>
                </a:lnTo>
                <a:close/>
                <a:lnTo>
                  <a:pt x="798218" y="0"/>
                </a:lnTo>
                <a:close/>
                <a:lnTo>
                  <a:pt x="798218" y="0"/>
                </a:lnTo>
                <a:close/>
                <a:lnTo>
                  <a:pt x="801247" y="0"/>
                </a:lnTo>
                <a:close/>
                <a:lnTo>
                  <a:pt x="801247" y="467780"/>
                </a:lnTo>
                <a:close/>
                <a:lnTo>
                  <a:pt x="804276" y="467780"/>
                </a:lnTo>
                <a:close/>
                <a:lnTo>
                  <a:pt x="804276" y="467780"/>
                </a:lnTo>
                <a:close/>
                <a:lnTo>
                  <a:pt x="807306" y="467780"/>
                </a:lnTo>
                <a:close/>
                <a:lnTo>
                  <a:pt x="807306" y="467780"/>
                </a:lnTo>
                <a:close/>
                <a:lnTo>
                  <a:pt x="810335" y="467780"/>
                </a:lnTo>
                <a:close/>
                <a:lnTo>
                  <a:pt x="810335" y="467780"/>
                </a:lnTo>
                <a:close/>
                <a:lnTo>
                  <a:pt x="813364" y="467780"/>
                </a:lnTo>
                <a:close/>
                <a:lnTo>
                  <a:pt x="813364" y="467780"/>
                </a:lnTo>
                <a:close/>
                <a:lnTo>
                  <a:pt x="816394" y="467780"/>
                </a:lnTo>
                <a:close/>
                <a:lnTo>
                  <a:pt x="816394" y="467780"/>
                </a:lnTo>
                <a:close/>
                <a:lnTo>
                  <a:pt x="819423" y="467780"/>
                </a:lnTo>
                <a:close/>
                <a:lnTo>
                  <a:pt x="819423" y="467780"/>
                </a:lnTo>
                <a:close/>
                <a:lnTo>
                  <a:pt x="822452" y="467780"/>
                </a:lnTo>
                <a:close/>
                <a:lnTo>
                  <a:pt x="822452" y="467780"/>
                </a:lnTo>
                <a:close/>
                <a:lnTo>
                  <a:pt x="825481" y="467780"/>
                </a:lnTo>
                <a:close/>
                <a:lnTo>
                  <a:pt x="825481" y="467780"/>
                </a:lnTo>
                <a:close/>
                <a:lnTo>
                  <a:pt x="828511" y="467780"/>
                </a:lnTo>
                <a:close/>
                <a:lnTo>
                  <a:pt x="828511" y="467780"/>
                </a:lnTo>
                <a:close/>
                <a:lnTo>
                  <a:pt x="831540" y="467780"/>
                </a:lnTo>
                <a:close/>
                <a:lnTo>
                  <a:pt x="831540" y="467780"/>
                </a:lnTo>
                <a:close/>
                <a:lnTo>
                  <a:pt x="834569" y="467780"/>
                </a:lnTo>
                <a:close/>
                <a:lnTo>
                  <a:pt x="834569" y="467780"/>
                </a:lnTo>
                <a:close/>
                <a:lnTo>
                  <a:pt x="837599" y="467780"/>
                </a:lnTo>
                <a:close/>
                <a:lnTo>
                  <a:pt x="837599" y="467780"/>
                </a:lnTo>
                <a:close/>
                <a:lnTo>
                  <a:pt x="840628" y="467780"/>
                </a:lnTo>
                <a:close/>
                <a:lnTo>
                  <a:pt x="840628" y="467780"/>
                </a:lnTo>
                <a:close/>
                <a:lnTo>
                  <a:pt x="843657" y="467780"/>
                </a:lnTo>
                <a:close/>
                <a:lnTo>
                  <a:pt x="843657" y="467780"/>
                </a:lnTo>
                <a:close/>
                <a:lnTo>
                  <a:pt x="846686" y="467780"/>
                </a:lnTo>
                <a:close/>
                <a:lnTo>
                  <a:pt x="846686" y="467780"/>
                </a:lnTo>
                <a:close/>
                <a:lnTo>
                  <a:pt x="849716" y="467780"/>
                </a:lnTo>
                <a:close/>
                <a:lnTo>
                  <a:pt x="849716" y="467780"/>
                </a:lnTo>
                <a:close/>
                <a:lnTo>
                  <a:pt x="852745" y="467780"/>
                </a:lnTo>
                <a:close/>
                <a:lnTo>
                  <a:pt x="852745" y="467780"/>
                </a:lnTo>
                <a:close/>
                <a:lnTo>
                  <a:pt x="855774" y="467780"/>
                </a:lnTo>
                <a:close/>
                <a:lnTo>
                  <a:pt x="855774" y="467780"/>
                </a:lnTo>
                <a:close/>
                <a:lnTo>
                  <a:pt x="858804" y="467780"/>
                </a:lnTo>
                <a:close/>
                <a:lnTo>
                  <a:pt x="858804" y="467780"/>
                </a:lnTo>
                <a:close/>
                <a:lnTo>
                  <a:pt x="861833" y="467780"/>
                </a:lnTo>
                <a:close/>
                <a:lnTo>
                  <a:pt x="861833" y="467780"/>
                </a:lnTo>
                <a:close/>
                <a:lnTo>
                  <a:pt x="864862" y="467780"/>
                </a:lnTo>
                <a:close/>
                <a:lnTo>
                  <a:pt x="864862" y="467780"/>
                </a:lnTo>
                <a:close/>
                <a:lnTo>
                  <a:pt x="867892" y="467780"/>
                </a:lnTo>
                <a:close/>
                <a:lnTo>
                  <a:pt x="867892" y="467780"/>
                </a:lnTo>
                <a:close/>
                <a:lnTo>
                  <a:pt x="870921" y="467780"/>
                </a:lnTo>
                <a:close/>
                <a:lnTo>
                  <a:pt x="870921" y="467780"/>
                </a:lnTo>
                <a:close/>
                <a:lnTo>
                  <a:pt x="873950" y="467780"/>
                </a:lnTo>
                <a:close/>
                <a:lnTo>
                  <a:pt x="873950" y="467780"/>
                </a:lnTo>
                <a:close/>
                <a:lnTo>
                  <a:pt x="876979" y="467780"/>
                </a:lnTo>
                <a:close/>
                <a:lnTo>
                  <a:pt x="876979" y="467780"/>
                </a:lnTo>
                <a:close/>
                <a:lnTo>
                  <a:pt x="880009" y="467780"/>
                </a:lnTo>
                <a:close/>
                <a:lnTo>
                  <a:pt x="880009" y="467780"/>
                </a:lnTo>
                <a:close/>
                <a:lnTo>
                  <a:pt x="883038" y="467780"/>
                </a:lnTo>
                <a:close/>
                <a:lnTo>
                  <a:pt x="883038" y="467780"/>
                </a:lnTo>
                <a:close/>
                <a:lnTo>
                  <a:pt x="886067" y="467780"/>
                </a:lnTo>
                <a:close/>
                <a:lnTo>
                  <a:pt x="886067" y="467780"/>
                </a:lnTo>
                <a:close/>
                <a:lnTo>
                  <a:pt x="889097" y="467780"/>
                </a:lnTo>
                <a:close/>
                <a:lnTo>
                  <a:pt x="889097" y="467780"/>
                </a:lnTo>
                <a:close/>
                <a:lnTo>
                  <a:pt x="892126" y="467780"/>
                </a:lnTo>
                <a:close/>
                <a:lnTo>
                  <a:pt x="892126" y="467780"/>
                </a:lnTo>
                <a:close/>
                <a:lnTo>
                  <a:pt x="895155" y="467780"/>
                </a:lnTo>
                <a:close/>
                <a:lnTo>
                  <a:pt x="895155" y="467780"/>
                </a:lnTo>
                <a:close/>
                <a:lnTo>
                  <a:pt x="898184" y="467780"/>
                </a:lnTo>
                <a:close/>
                <a:lnTo>
                  <a:pt x="898184" y="467780"/>
                </a:lnTo>
                <a:close/>
                <a:lnTo>
                  <a:pt x="901214" y="467780"/>
                </a:lnTo>
                <a:close/>
                <a:lnTo>
                  <a:pt x="901214" y="467780"/>
                </a:lnTo>
                <a:close/>
                <a:lnTo>
                  <a:pt x="904243" y="467780"/>
                </a:lnTo>
                <a:close/>
                <a:lnTo>
                  <a:pt x="904243" y="467780"/>
                </a:lnTo>
                <a:close/>
                <a:lnTo>
                  <a:pt x="905758" y="467780"/>
                </a:lnTo>
                <a:close/>
                <a:lnTo>
                  <a:pt x="905758" y="467780"/>
                </a:lnTo>
                <a:close/>
                <a:lnTo>
                  <a:pt x="905758" y="467780"/>
                </a:lnTo>
                <a:close/>
                <a:lnTo>
                  <a:pt x="904243" y="467780"/>
                </a:lnTo>
                <a:close/>
                <a:lnTo>
                  <a:pt x="904243" y="467780"/>
                </a:lnTo>
                <a:close/>
                <a:lnTo>
                  <a:pt x="901214" y="467780"/>
                </a:lnTo>
                <a:close/>
                <a:lnTo>
                  <a:pt x="901214" y="467780"/>
                </a:lnTo>
                <a:close/>
                <a:lnTo>
                  <a:pt x="898184" y="467780"/>
                </a:lnTo>
                <a:close/>
                <a:lnTo>
                  <a:pt x="898184" y="467780"/>
                </a:lnTo>
                <a:close/>
                <a:lnTo>
                  <a:pt x="895155" y="467780"/>
                </a:lnTo>
                <a:close/>
                <a:lnTo>
                  <a:pt x="895155" y="467780"/>
                </a:lnTo>
                <a:close/>
                <a:lnTo>
                  <a:pt x="892126" y="467780"/>
                </a:lnTo>
                <a:close/>
                <a:lnTo>
                  <a:pt x="892126" y="467780"/>
                </a:lnTo>
                <a:close/>
                <a:lnTo>
                  <a:pt x="889097" y="467780"/>
                </a:lnTo>
                <a:close/>
                <a:lnTo>
                  <a:pt x="889097" y="467780"/>
                </a:lnTo>
                <a:close/>
                <a:lnTo>
                  <a:pt x="886067" y="467780"/>
                </a:lnTo>
                <a:close/>
                <a:lnTo>
                  <a:pt x="886067" y="467780"/>
                </a:lnTo>
                <a:close/>
                <a:lnTo>
                  <a:pt x="883038" y="467780"/>
                </a:lnTo>
                <a:close/>
                <a:lnTo>
                  <a:pt x="883038" y="467780"/>
                </a:lnTo>
                <a:close/>
                <a:lnTo>
                  <a:pt x="880009" y="467780"/>
                </a:lnTo>
                <a:close/>
                <a:lnTo>
                  <a:pt x="880009" y="467780"/>
                </a:lnTo>
                <a:close/>
                <a:lnTo>
                  <a:pt x="876979" y="467780"/>
                </a:lnTo>
                <a:close/>
                <a:lnTo>
                  <a:pt x="876979" y="467780"/>
                </a:lnTo>
                <a:close/>
                <a:lnTo>
                  <a:pt x="873950" y="467780"/>
                </a:lnTo>
                <a:close/>
                <a:lnTo>
                  <a:pt x="873950" y="467780"/>
                </a:lnTo>
                <a:close/>
                <a:lnTo>
                  <a:pt x="870921" y="467780"/>
                </a:lnTo>
                <a:close/>
                <a:lnTo>
                  <a:pt x="870921" y="467780"/>
                </a:lnTo>
                <a:close/>
                <a:lnTo>
                  <a:pt x="867892" y="467780"/>
                </a:lnTo>
                <a:close/>
                <a:lnTo>
                  <a:pt x="867892" y="467780"/>
                </a:lnTo>
                <a:close/>
                <a:lnTo>
                  <a:pt x="864862" y="467780"/>
                </a:lnTo>
                <a:close/>
                <a:lnTo>
                  <a:pt x="864862" y="467780"/>
                </a:lnTo>
                <a:close/>
                <a:lnTo>
                  <a:pt x="861833" y="467780"/>
                </a:lnTo>
                <a:close/>
                <a:lnTo>
                  <a:pt x="861833" y="467780"/>
                </a:lnTo>
                <a:close/>
                <a:lnTo>
                  <a:pt x="858804" y="467780"/>
                </a:lnTo>
                <a:close/>
                <a:lnTo>
                  <a:pt x="858804" y="467780"/>
                </a:lnTo>
                <a:close/>
                <a:lnTo>
                  <a:pt x="855774" y="467780"/>
                </a:lnTo>
                <a:close/>
                <a:lnTo>
                  <a:pt x="855774" y="467780"/>
                </a:lnTo>
                <a:close/>
                <a:lnTo>
                  <a:pt x="852745" y="467780"/>
                </a:lnTo>
                <a:close/>
                <a:lnTo>
                  <a:pt x="852745" y="467780"/>
                </a:lnTo>
                <a:close/>
                <a:lnTo>
                  <a:pt x="849716" y="467780"/>
                </a:lnTo>
                <a:close/>
                <a:lnTo>
                  <a:pt x="849716" y="467780"/>
                </a:lnTo>
                <a:close/>
                <a:lnTo>
                  <a:pt x="846686" y="467780"/>
                </a:lnTo>
                <a:close/>
                <a:lnTo>
                  <a:pt x="846686" y="467780"/>
                </a:lnTo>
                <a:close/>
                <a:lnTo>
                  <a:pt x="843657" y="467780"/>
                </a:lnTo>
                <a:close/>
                <a:lnTo>
                  <a:pt x="843657" y="467780"/>
                </a:lnTo>
                <a:close/>
                <a:lnTo>
                  <a:pt x="840628" y="467780"/>
                </a:lnTo>
                <a:close/>
                <a:lnTo>
                  <a:pt x="840628" y="467780"/>
                </a:lnTo>
                <a:close/>
                <a:lnTo>
                  <a:pt x="837599" y="467780"/>
                </a:lnTo>
                <a:close/>
                <a:lnTo>
                  <a:pt x="837599" y="467780"/>
                </a:lnTo>
                <a:close/>
                <a:lnTo>
                  <a:pt x="834569" y="467780"/>
                </a:lnTo>
                <a:close/>
                <a:lnTo>
                  <a:pt x="834569" y="467780"/>
                </a:lnTo>
                <a:close/>
                <a:lnTo>
                  <a:pt x="831540" y="467780"/>
                </a:lnTo>
                <a:close/>
                <a:lnTo>
                  <a:pt x="831540" y="467780"/>
                </a:lnTo>
                <a:close/>
                <a:lnTo>
                  <a:pt x="828511" y="467780"/>
                </a:lnTo>
                <a:close/>
                <a:lnTo>
                  <a:pt x="828511" y="467780"/>
                </a:lnTo>
                <a:close/>
                <a:lnTo>
                  <a:pt x="825481" y="467780"/>
                </a:lnTo>
                <a:close/>
                <a:lnTo>
                  <a:pt x="825481" y="467780"/>
                </a:lnTo>
                <a:close/>
                <a:lnTo>
                  <a:pt x="822452" y="467780"/>
                </a:lnTo>
                <a:close/>
                <a:lnTo>
                  <a:pt x="822452" y="467780"/>
                </a:lnTo>
                <a:close/>
                <a:lnTo>
                  <a:pt x="819423" y="467780"/>
                </a:lnTo>
                <a:close/>
                <a:lnTo>
                  <a:pt x="819423" y="467780"/>
                </a:lnTo>
                <a:close/>
                <a:lnTo>
                  <a:pt x="816394" y="467780"/>
                </a:lnTo>
                <a:close/>
                <a:lnTo>
                  <a:pt x="816394" y="467780"/>
                </a:lnTo>
                <a:close/>
                <a:lnTo>
                  <a:pt x="813364" y="467780"/>
                </a:lnTo>
                <a:close/>
                <a:lnTo>
                  <a:pt x="813364" y="467780"/>
                </a:lnTo>
                <a:close/>
                <a:lnTo>
                  <a:pt x="810335" y="467780"/>
                </a:lnTo>
                <a:close/>
                <a:lnTo>
                  <a:pt x="810335" y="467780"/>
                </a:lnTo>
                <a:close/>
                <a:lnTo>
                  <a:pt x="807306" y="467780"/>
                </a:lnTo>
                <a:close/>
                <a:lnTo>
                  <a:pt x="807306" y="467780"/>
                </a:lnTo>
                <a:close/>
                <a:lnTo>
                  <a:pt x="804276" y="467780"/>
                </a:lnTo>
                <a:close/>
                <a:lnTo>
                  <a:pt x="804276" y="467780"/>
                </a:lnTo>
                <a:close/>
                <a:lnTo>
                  <a:pt x="801247" y="467780"/>
                </a:lnTo>
                <a:close/>
                <a:lnTo>
                  <a:pt x="801247" y="467780"/>
                </a:lnTo>
                <a:close/>
                <a:lnTo>
                  <a:pt x="798218" y="467780"/>
                </a:lnTo>
                <a:close/>
                <a:lnTo>
                  <a:pt x="798218" y="467780"/>
                </a:lnTo>
                <a:close/>
                <a:lnTo>
                  <a:pt x="795189" y="467780"/>
                </a:lnTo>
                <a:close/>
                <a:lnTo>
                  <a:pt x="795189" y="467780"/>
                </a:lnTo>
                <a:close/>
                <a:lnTo>
                  <a:pt x="792159" y="467780"/>
                </a:lnTo>
                <a:close/>
                <a:lnTo>
                  <a:pt x="792159" y="467780"/>
                </a:lnTo>
                <a:close/>
                <a:lnTo>
                  <a:pt x="789130" y="467780"/>
                </a:lnTo>
                <a:close/>
                <a:lnTo>
                  <a:pt x="789130" y="467780"/>
                </a:lnTo>
                <a:close/>
                <a:lnTo>
                  <a:pt x="786101" y="467780"/>
                </a:lnTo>
                <a:close/>
                <a:lnTo>
                  <a:pt x="786101" y="467780"/>
                </a:lnTo>
                <a:close/>
                <a:lnTo>
                  <a:pt x="783071" y="467780"/>
                </a:lnTo>
                <a:close/>
                <a:lnTo>
                  <a:pt x="783071" y="467780"/>
                </a:lnTo>
                <a:close/>
                <a:lnTo>
                  <a:pt x="780042" y="467780"/>
                </a:lnTo>
                <a:close/>
                <a:lnTo>
                  <a:pt x="780042" y="467780"/>
                </a:lnTo>
                <a:close/>
                <a:lnTo>
                  <a:pt x="777013" y="467780"/>
                </a:lnTo>
                <a:close/>
                <a:lnTo>
                  <a:pt x="777013" y="467780"/>
                </a:lnTo>
                <a:close/>
                <a:lnTo>
                  <a:pt x="773984" y="467780"/>
                </a:lnTo>
                <a:close/>
                <a:lnTo>
                  <a:pt x="773984" y="467780"/>
                </a:lnTo>
                <a:close/>
                <a:lnTo>
                  <a:pt x="770954" y="467780"/>
                </a:lnTo>
                <a:close/>
                <a:lnTo>
                  <a:pt x="770954" y="467780"/>
                </a:lnTo>
                <a:close/>
                <a:lnTo>
                  <a:pt x="767925" y="467780"/>
                </a:lnTo>
                <a:close/>
                <a:lnTo>
                  <a:pt x="767925" y="467780"/>
                </a:lnTo>
                <a:close/>
                <a:lnTo>
                  <a:pt x="764896" y="467780"/>
                </a:lnTo>
                <a:close/>
                <a:lnTo>
                  <a:pt x="764896" y="467780"/>
                </a:lnTo>
                <a:close/>
                <a:lnTo>
                  <a:pt x="761866" y="467780"/>
                </a:lnTo>
                <a:close/>
                <a:lnTo>
                  <a:pt x="761866" y="467780"/>
                </a:lnTo>
                <a:close/>
                <a:lnTo>
                  <a:pt x="758837" y="467780"/>
                </a:lnTo>
                <a:close/>
                <a:lnTo>
                  <a:pt x="758837" y="467780"/>
                </a:lnTo>
                <a:close/>
                <a:lnTo>
                  <a:pt x="755808" y="467780"/>
                </a:lnTo>
                <a:close/>
                <a:lnTo>
                  <a:pt x="755808" y="467780"/>
                </a:lnTo>
                <a:close/>
                <a:lnTo>
                  <a:pt x="752778" y="467780"/>
                </a:lnTo>
                <a:close/>
                <a:lnTo>
                  <a:pt x="752778" y="467780"/>
                </a:lnTo>
                <a:close/>
                <a:lnTo>
                  <a:pt x="749749" y="467780"/>
                </a:lnTo>
                <a:close/>
                <a:lnTo>
                  <a:pt x="749749" y="467780"/>
                </a:lnTo>
                <a:close/>
                <a:lnTo>
                  <a:pt x="746720" y="467780"/>
                </a:lnTo>
                <a:close/>
                <a:lnTo>
                  <a:pt x="746720" y="467780"/>
                </a:lnTo>
                <a:close/>
                <a:lnTo>
                  <a:pt x="743691" y="467780"/>
                </a:lnTo>
                <a:close/>
                <a:lnTo>
                  <a:pt x="743691" y="467780"/>
                </a:lnTo>
                <a:close/>
                <a:lnTo>
                  <a:pt x="740661" y="467780"/>
                </a:lnTo>
                <a:close/>
                <a:lnTo>
                  <a:pt x="740661" y="467780"/>
                </a:lnTo>
                <a:close/>
                <a:lnTo>
                  <a:pt x="737632" y="467780"/>
                </a:lnTo>
                <a:close/>
                <a:lnTo>
                  <a:pt x="737632" y="467780"/>
                </a:lnTo>
                <a:close/>
                <a:lnTo>
                  <a:pt x="734603" y="467780"/>
                </a:lnTo>
                <a:close/>
                <a:lnTo>
                  <a:pt x="734603" y="467780"/>
                </a:lnTo>
                <a:close/>
                <a:lnTo>
                  <a:pt x="731573" y="467780"/>
                </a:lnTo>
                <a:close/>
                <a:lnTo>
                  <a:pt x="731573" y="467780"/>
                </a:lnTo>
                <a:close/>
                <a:lnTo>
                  <a:pt x="728544" y="467780"/>
                </a:lnTo>
                <a:close/>
                <a:lnTo>
                  <a:pt x="728544" y="467780"/>
                </a:lnTo>
                <a:close/>
                <a:lnTo>
                  <a:pt x="725515" y="467780"/>
                </a:lnTo>
                <a:close/>
                <a:lnTo>
                  <a:pt x="725515" y="467780"/>
                </a:lnTo>
                <a:close/>
                <a:lnTo>
                  <a:pt x="722486" y="467780"/>
                </a:lnTo>
                <a:close/>
                <a:lnTo>
                  <a:pt x="722486" y="467780"/>
                </a:lnTo>
                <a:close/>
                <a:lnTo>
                  <a:pt x="719456" y="467780"/>
                </a:lnTo>
                <a:close/>
                <a:lnTo>
                  <a:pt x="719456" y="467780"/>
                </a:lnTo>
                <a:close/>
                <a:lnTo>
                  <a:pt x="716427" y="467780"/>
                </a:lnTo>
                <a:close/>
                <a:lnTo>
                  <a:pt x="716427" y="467780"/>
                </a:lnTo>
                <a:close/>
                <a:lnTo>
                  <a:pt x="713398" y="467780"/>
                </a:lnTo>
                <a:close/>
                <a:lnTo>
                  <a:pt x="713398" y="467780"/>
                </a:lnTo>
                <a:close/>
                <a:lnTo>
                  <a:pt x="710368" y="467780"/>
                </a:lnTo>
                <a:close/>
                <a:lnTo>
                  <a:pt x="710368" y="467780"/>
                </a:lnTo>
                <a:close/>
                <a:lnTo>
                  <a:pt x="707339" y="467780"/>
                </a:lnTo>
                <a:close/>
                <a:lnTo>
                  <a:pt x="707339" y="467780"/>
                </a:lnTo>
                <a:close/>
                <a:lnTo>
                  <a:pt x="704310" y="467780"/>
                </a:lnTo>
                <a:close/>
                <a:lnTo>
                  <a:pt x="704310" y="467780"/>
                </a:lnTo>
                <a:close/>
                <a:lnTo>
                  <a:pt x="701281" y="467780"/>
                </a:lnTo>
                <a:close/>
                <a:lnTo>
                  <a:pt x="701281" y="467780"/>
                </a:lnTo>
                <a:close/>
                <a:lnTo>
                  <a:pt x="698251" y="467780"/>
                </a:lnTo>
                <a:close/>
                <a:lnTo>
                  <a:pt x="698251" y="467780"/>
                </a:lnTo>
                <a:close/>
                <a:lnTo>
                  <a:pt x="695222" y="467780"/>
                </a:lnTo>
                <a:close/>
                <a:lnTo>
                  <a:pt x="695222" y="467780"/>
                </a:lnTo>
                <a:close/>
                <a:lnTo>
                  <a:pt x="692193" y="467780"/>
                </a:lnTo>
                <a:close/>
                <a:lnTo>
                  <a:pt x="692193" y="467780"/>
                </a:lnTo>
                <a:close/>
                <a:lnTo>
                  <a:pt x="689163" y="467780"/>
                </a:lnTo>
                <a:close/>
                <a:lnTo>
                  <a:pt x="689163" y="467780"/>
                </a:lnTo>
                <a:close/>
                <a:lnTo>
                  <a:pt x="686134" y="467780"/>
                </a:lnTo>
                <a:close/>
                <a:lnTo>
                  <a:pt x="686134" y="467780"/>
                </a:lnTo>
                <a:close/>
                <a:lnTo>
                  <a:pt x="683105" y="467780"/>
                </a:lnTo>
                <a:close/>
                <a:lnTo>
                  <a:pt x="683105" y="467780"/>
                </a:lnTo>
                <a:close/>
                <a:lnTo>
                  <a:pt x="680075" y="467780"/>
                </a:lnTo>
                <a:close/>
                <a:lnTo>
                  <a:pt x="680075" y="467780"/>
                </a:lnTo>
                <a:close/>
                <a:lnTo>
                  <a:pt x="677046" y="467780"/>
                </a:lnTo>
                <a:close/>
                <a:lnTo>
                  <a:pt x="677046" y="467780"/>
                </a:lnTo>
                <a:close/>
                <a:lnTo>
                  <a:pt x="674017" y="467780"/>
                </a:lnTo>
                <a:close/>
                <a:lnTo>
                  <a:pt x="674017" y="467780"/>
                </a:lnTo>
                <a:close/>
                <a:lnTo>
                  <a:pt x="670988" y="467780"/>
                </a:lnTo>
                <a:close/>
                <a:lnTo>
                  <a:pt x="670988" y="467780"/>
                </a:lnTo>
                <a:close/>
                <a:lnTo>
                  <a:pt x="667958" y="467780"/>
                </a:lnTo>
                <a:close/>
                <a:lnTo>
                  <a:pt x="667958" y="467780"/>
                </a:lnTo>
                <a:close/>
                <a:lnTo>
                  <a:pt x="664929" y="467780"/>
                </a:lnTo>
                <a:close/>
                <a:lnTo>
                  <a:pt x="664929" y="467780"/>
                </a:lnTo>
                <a:close/>
                <a:lnTo>
                  <a:pt x="661900" y="467780"/>
                </a:lnTo>
                <a:close/>
                <a:lnTo>
                  <a:pt x="661900" y="467780"/>
                </a:lnTo>
                <a:close/>
                <a:lnTo>
                  <a:pt x="658870" y="467780"/>
                </a:lnTo>
                <a:close/>
                <a:lnTo>
                  <a:pt x="658870" y="467780"/>
                </a:lnTo>
                <a:close/>
                <a:lnTo>
                  <a:pt x="655841" y="467780"/>
                </a:lnTo>
                <a:close/>
                <a:lnTo>
                  <a:pt x="655841" y="467780"/>
                </a:lnTo>
                <a:close/>
                <a:lnTo>
                  <a:pt x="652812" y="467780"/>
                </a:lnTo>
                <a:close/>
                <a:lnTo>
                  <a:pt x="652812" y="467780"/>
                </a:lnTo>
                <a:close/>
                <a:lnTo>
                  <a:pt x="649783" y="467780"/>
                </a:lnTo>
                <a:close/>
                <a:lnTo>
                  <a:pt x="649783" y="467780"/>
                </a:lnTo>
                <a:close/>
                <a:lnTo>
                  <a:pt x="646753" y="467780"/>
                </a:lnTo>
                <a:close/>
                <a:lnTo>
                  <a:pt x="646753" y="467780"/>
                </a:lnTo>
                <a:close/>
                <a:lnTo>
                  <a:pt x="643724" y="467780"/>
                </a:lnTo>
                <a:close/>
                <a:lnTo>
                  <a:pt x="643724" y="467780"/>
                </a:lnTo>
                <a:close/>
                <a:lnTo>
                  <a:pt x="640695" y="467780"/>
                </a:lnTo>
                <a:close/>
                <a:lnTo>
                  <a:pt x="640695" y="467780"/>
                </a:lnTo>
                <a:close/>
                <a:lnTo>
                  <a:pt x="637665" y="467780"/>
                </a:lnTo>
                <a:close/>
                <a:lnTo>
                  <a:pt x="637665" y="467780"/>
                </a:lnTo>
                <a:close/>
                <a:lnTo>
                  <a:pt x="634636" y="467780"/>
                </a:lnTo>
                <a:close/>
                <a:lnTo>
                  <a:pt x="634636" y="467780"/>
                </a:lnTo>
                <a:close/>
                <a:lnTo>
                  <a:pt x="631607" y="467780"/>
                </a:lnTo>
                <a:close/>
                <a:lnTo>
                  <a:pt x="631607" y="467780"/>
                </a:lnTo>
                <a:close/>
                <a:lnTo>
                  <a:pt x="628578" y="467780"/>
                </a:lnTo>
                <a:close/>
                <a:lnTo>
                  <a:pt x="628578" y="467780"/>
                </a:lnTo>
                <a:close/>
                <a:lnTo>
                  <a:pt x="625548" y="467780"/>
                </a:lnTo>
                <a:close/>
                <a:lnTo>
                  <a:pt x="625548" y="467780"/>
                </a:lnTo>
                <a:close/>
                <a:lnTo>
                  <a:pt x="622519" y="467780"/>
                </a:lnTo>
                <a:close/>
                <a:lnTo>
                  <a:pt x="622519" y="467780"/>
                </a:lnTo>
                <a:close/>
                <a:lnTo>
                  <a:pt x="619490" y="467780"/>
                </a:lnTo>
                <a:close/>
                <a:lnTo>
                  <a:pt x="619490" y="467780"/>
                </a:lnTo>
                <a:close/>
                <a:lnTo>
                  <a:pt x="616460" y="467780"/>
                </a:lnTo>
                <a:close/>
                <a:lnTo>
                  <a:pt x="616460" y="467780"/>
                </a:lnTo>
                <a:close/>
                <a:lnTo>
                  <a:pt x="613431" y="467780"/>
                </a:lnTo>
                <a:close/>
                <a:lnTo>
                  <a:pt x="613431" y="467780"/>
                </a:lnTo>
                <a:close/>
                <a:lnTo>
                  <a:pt x="610402" y="467780"/>
                </a:lnTo>
                <a:close/>
                <a:lnTo>
                  <a:pt x="610402" y="467780"/>
                </a:lnTo>
                <a:close/>
                <a:lnTo>
                  <a:pt x="607372" y="467780"/>
                </a:lnTo>
                <a:close/>
                <a:lnTo>
                  <a:pt x="607372" y="467780"/>
                </a:lnTo>
                <a:close/>
                <a:lnTo>
                  <a:pt x="604343" y="467780"/>
                </a:lnTo>
                <a:close/>
                <a:lnTo>
                  <a:pt x="604343" y="467780"/>
                </a:lnTo>
                <a:close/>
                <a:lnTo>
                  <a:pt x="601314" y="467780"/>
                </a:lnTo>
                <a:close/>
                <a:lnTo>
                  <a:pt x="601314" y="467780"/>
                </a:lnTo>
                <a:close/>
                <a:lnTo>
                  <a:pt x="598285" y="467780"/>
                </a:lnTo>
                <a:close/>
                <a:lnTo>
                  <a:pt x="598285" y="467780"/>
                </a:lnTo>
                <a:close/>
                <a:lnTo>
                  <a:pt x="595255" y="467780"/>
                </a:lnTo>
                <a:close/>
                <a:lnTo>
                  <a:pt x="595255" y="467780"/>
                </a:lnTo>
                <a:close/>
                <a:lnTo>
                  <a:pt x="592226" y="467780"/>
                </a:lnTo>
                <a:close/>
                <a:lnTo>
                  <a:pt x="592226" y="467780"/>
                </a:lnTo>
                <a:close/>
                <a:lnTo>
                  <a:pt x="589197" y="467780"/>
                </a:lnTo>
                <a:close/>
                <a:lnTo>
                  <a:pt x="589197" y="467780"/>
                </a:lnTo>
                <a:close/>
                <a:lnTo>
                  <a:pt x="586167" y="467780"/>
                </a:lnTo>
                <a:close/>
                <a:lnTo>
                  <a:pt x="586167" y="467780"/>
                </a:lnTo>
                <a:close/>
                <a:lnTo>
                  <a:pt x="583138" y="467780"/>
                </a:lnTo>
                <a:close/>
                <a:lnTo>
                  <a:pt x="583138" y="467780"/>
                </a:lnTo>
                <a:close/>
                <a:lnTo>
                  <a:pt x="580109" y="467780"/>
                </a:lnTo>
                <a:close/>
                <a:lnTo>
                  <a:pt x="580109" y="467780"/>
                </a:lnTo>
                <a:close/>
                <a:lnTo>
                  <a:pt x="577080" y="467780"/>
                </a:lnTo>
                <a:close/>
                <a:lnTo>
                  <a:pt x="577080" y="467780"/>
                </a:lnTo>
                <a:close/>
                <a:lnTo>
                  <a:pt x="574050" y="467780"/>
                </a:lnTo>
                <a:close/>
                <a:lnTo>
                  <a:pt x="574050" y="467780"/>
                </a:lnTo>
                <a:close/>
                <a:lnTo>
                  <a:pt x="571021" y="467780"/>
                </a:lnTo>
                <a:close/>
                <a:lnTo>
                  <a:pt x="571021" y="467780"/>
                </a:lnTo>
                <a:close/>
                <a:lnTo>
                  <a:pt x="567992" y="467780"/>
                </a:lnTo>
                <a:close/>
                <a:lnTo>
                  <a:pt x="567992" y="467780"/>
                </a:lnTo>
                <a:close/>
                <a:lnTo>
                  <a:pt x="564962" y="467780"/>
                </a:lnTo>
                <a:close/>
                <a:lnTo>
                  <a:pt x="564962" y="467780"/>
                </a:lnTo>
                <a:close/>
                <a:lnTo>
                  <a:pt x="561933" y="467780"/>
                </a:lnTo>
                <a:close/>
                <a:lnTo>
                  <a:pt x="561933" y="467780"/>
                </a:lnTo>
                <a:close/>
                <a:lnTo>
                  <a:pt x="558904" y="467780"/>
                </a:lnTo>
                <a:close/>
                <a:lnTo>
                  <a:pt x="558904" y="467780"/>
                </a:lnTo>
                <a:close/>
                <a:lnTo>
                  <a:pt x="555875" y="467780"/>
                </a:lnTo>
                <a:close/>
                <a:lnTo>
                  <a:pt x="555875" y="467780"/>
                </a:lnTo>
                <a:close/>
                <a:lnTo>
                  <a:pt x="552845" y="467780"/>
                </a:lnTo>
                <a:close/>
                <a:lnTo>
                  <a:pt x="552845" y="467780"/>
                </a:lnTo>
                <a:close/>
                <a:lnTo>
                  <a:pt x="549816" y="467780"/>
                </a:lnTo>
                <a:close/>
                <a:lnTo>
                  <a:pt x="549816" y="467780"/>
                </a:lnTo>
                <a:close/>
                <a:lnTo>
                  <a:pt x="546787" y="467780"/>
                </a:lnTo>
                <a:close/>
                <a:lnTo>
                  <a:pt x="546787" y="467780"/>
                </a:lnTo>
                <a:close/>
                <a:lnTo>
                  <a:pt x="543757" y="467780"/>
                </a:lnTo>
                <a:close/>
                <a:lnTo>
                  <a:pt x="543757" y="467780"/>
                </a:lnTo>
                <a:close/>
                <a:lnTo>
                  <a:pt x="540728" y="467780"/>
                </a:lnTo>
                <a:close/>
                <a:lnTo>
                  <a:pt x="540728" y="467780"/>
                </a:lnTo>
                <a:close/>
                <a:lnTo>
                  <a:pt x="537699" y="467780"/>
                </a:lnTo>
                <a:close/>
                <a:lnTo>
                  <a:pt x="537699" y="467780"/>
                </a:lnTo>
                <a:close/>
                <a:lnTo>
                  <a:pt x="534670" y="467780"/>
                </a:lnTo>
                <a:close/>
                <a:lnTo>
                  <a:pt x="534670" y="467780"/>
                </a:lnTo>
                <a:close/>
                <a:lnTo>
                  <a:pt x="531640" y="467780"/>
                </a:lnTo>
                <a:close/>
                <a:lnTo>
                  <a:pt x="531640" y="467780"/>
                </a:lnTo>
                <a:close/>
                <a:lnTo>
                  <a:pt x="528611" y="467780"/>
                </a:lnTo>
                <a:close/>
                <a:lnTo>
                  <a:pt x="528611" y="467780"/>
                </a:lnTo>
                <a:close/>
                <a:lnTo>
                  <a:pt x="525582" y="467780"/>
                </a:lnTo>
                <a:close/>
                <a:lnTo>
                  <a:pt x="525582" y="467780"/>
                </a:lnTo>
                <a:close/>
                <a:lnTo>
                  <a:pt x="522552" y="467780"/>
                </a:lnTo>
                <a:close/>
                <a:lnTo>
                  <a:pt x="522552" y="467780"/>
                </a:lnTo>
                <a:close/>
                <a:lnTo>
                  <a:pt x="519523" y="467780"/>
                </a:lnTo>
                <a:close/>
                <a:lnTo>
                  <a:pt x="519523" y="467780"/>
                </a:lnTo>
                <a:close/>
                <a:lnTo>
                  <a:pt x="516494" y="467780"/>
                </a:lnTo>
                <a:close/>
                <a:lnTo>
                  <a:pt x="516494" y="467780"/>
                </a:lnTo>
                <a:close/>
                <a:lnTo>
                  <a:pt x="513464" y="467780"/>
                </a:lnTo>
                <a:close/>
                <a:lnTo>
                  <a:pt x="513464" y="467780"/>
                </a:lnTo>
                <a:close/>
                <a:lnTo>
                  <a:pt x="510435" y="467780"/>
                </a:lnTo>
                <a:close/>
                <a:lnTo>
                  <a:pt x="510435" y="467780"/>
                </a:lnTo>
                <a:close/>
                <a:lnTo>
                  <a:pt x="507406" y="467780"/>
                </a:lnTo>
                <a:close/>
                <a:lnTo>
                  <a:pt x="507406" y="467780"/>
                </a:lnTo>
                <a:close/>
                <a:lnTo>
                  <a:pt x="504377" y="467780"/>
                </a:lnTo>
                <a:close/>
                <a:lnTo>
                  <a:pt x="504377" y="467780"/>
                </a:lnTo>
                <a:close/>
                <a:lnTo>
                  <a:pt x="501347" y="467780"/>
                </a:lnTo>
                <a:close/>
                <a:lnTo>
                  <a:pt x="501347" y="467780"/>
                </a:lnTo>
                <a:close/>
                <a:lnTo>
                  <a:pt x="498318" y="467780"/>
                </a:lnTo>
                <a:close/>
                <a:lnTo>
                  <a:pt x="498318" y="467780"/>
                </a:lnTo>
                <a:close/>
                <a:lnTo>
                  <a:pt x="495289" y="467780"/>
                </a:lnTo>
                <a:close/>
                <a:lnTo>
                  <a:pt x="495289" y="467780"/>
                </a:lnTo>
                <a:close/>
                <a:lnTo>
                  <a:pt x="492259" y="467780"/>
                </a:lnTo>
                <a:close/>
                <a:lnTo>
                  <a:pt x="492259" y="467780"/>
                </a:lnTo>
                <a:close/>
                <a:lnTo>
                  <a:pt x="489230" y="467780"/>
                </a:lnTo>
                <a:close/>
                <a:lnTo>
                  <a:pt x="489230" y="467780"/>
                </a:lnTo>
                <a:close/>
                <a:lnTo>
                  <a:pt x="486201" y="467780"/>
                </a:lnTo>
                <a:close/>
                <a:lnTo>
                  <a:pt x="486201" y="467780"/>
                </a:lnTo>
                <a:close/>
                <a:lnTo>
                  <a:pt x="483172" y="467780"/>
                </a:lnTo>
                <a:close/>
                <a:lnTo>
                  <a:pt x="483172" y="467780"/>
                </a:lnTo>
                <a:close/>
                <a:lnTo>
                  <a:pt x="480142" y="467780"/>
                </a:lnTo>
                <a:close/>
                <a:lnTo>
                  <a:pt x="480142" y="467780"/>
                </a:lnTo>
                <a:close/>
                <a:lnTo>
                  <a:pt x="477113" y="467780"/>
                </a:lnTo>
                <a:close/>
                <a:lnTo>
                  <a:pt x="477113" y="467780"/>
                </a:lnTo>
                <a:close/>
                <a:lnTo>
                  <a:pt x="474084" y="467780"/>
                </a:lnTo>
                <a:close/>
                <a:lnTo>
                  <a:pt x="474084" y="467780"/>
                </a:lnTo>
                <a:close/>
                <a:lnTo>
                  <a:pt x="471054" y="467780"/>
                </a:lnTo>
                <a:close/>
                <a:lnTo>
                  <a:pt x="471054" y="467780"/>
                </a:lnTo>
                <a:close/>
                <a:lnTo>
                  <a:pt x="468025" y="467780"/>
                </a:lnTo>
                <a:close/>
                <a:lnTo>
                  <a:pt x="468025" y="467780"/>
                </a:lnTo>
                <a:close/>
                <a:lnTo>
                  <a:pt x="464996" y="467780"/>
                </a:lnTo>
                <a:close/>
                <a:lnTo>
                  <a:pt x="464996" y="467780"/>
                </a:lnTo>
                <a:close/>
                <a:lnTo>
                  <a:pt x="461967" y="467780"/>
                </a:lnTo>
                <a:close/>
                <a:lnTo>
                  <a:pt x="461967" y="467780"/>
                </a:lnTo>
                <a:close/>
                <a:lnTo>
                  <a:pt x="458937" y="467780"/>
                </a:lnTo>
                <a:close/>
                <a:lnTo>
                  <a:pt x="458937" y="467780"/>
                </a:lnTo>
                <a:close/>
                <a:lnTo>
                  <a:pt x="455908" y="467780"/>
                </a:lnTo>
                <a:close/>
                <a:lnTo>
                  <a:pt x="455908" y="467780"/>
                </a:lnTo>
                <a:close/>
                <a:lnTo>
                  <a:pt x="452879" y="467780"/>
                </a:lnTo>
                <a:close/>
                <a:lnTo>
                  <a:pt x="452879" y="467780"/>
                </a:lnTo>
                <a:close/>
                <a:lnTo>
                  <a:pt x="449849" y="467780"/>
                </a:lnTo>
                <a:close/>
                <a:lnTo>
                  <a:pt x="449849" y="467780"/>
                </a:lnTo>
                <a:close/>
                <a:lnTo>
                  <a:pt x="446820" y="467780"/>
                </a:lnTo>
                <a:close/>
                <a:lnTo>
                  <a:pt x="446820" y="467780"/>
                </a:lnTo>
                <a:close/>
                <a:lnTo>
                  <a:pt x="443791" y="467780"/>
                </a:lnTo>
                <a:close/>
                <a:lnTo>
                  <a:pt x="443791" y="467780"/>
                </a:lnTo>
                <a:close/>
                <a:lnTo>
                  <a:pt x="440761" y="467780"/>
                </a:lnTo>
                <a:close/>
                <a:lnTo>
                  <a:pt x="440761" y="467780"/>
                </a:lnTo>
                <a:close/>
                <a:lnTo>
                  <a:pt x="437732" y="467780"/>
                </a:lnTo>
                <a:close/>
                <a:lnTo>
                  <a:pt x="437732" y="467780"/>
                </a:lnTo>
                <a:close/>
                <a:lnTo>
                  <a:pt x="434703" y="467780"/>
                </a:lnTo>
                <a:close/>
                <a:lnTo>
                  <a:pt x="434703" y="467780"/>
                </a:lnTo>
                <a:close/>
                <a:lnTo>
                  <a:pt x="431674" y="467780"/>
                </a:lnTo>
                <a:close/>
                <a:lnTo>
                  <a:pt x="431674" y="467780"/>
                </a:lnTo>
                <a:close/>
                <a:lnTo>
                  <a:pt x="428644" y="467780"/>
                </a:lnTo>
                <a:close/>
                <a:lnTo>
                  <a:pt x="428644" y="467780"/>
                </a:lnTo>
                <a:close/>
                <a:lnTo>
                  <a:pt x="425615" y="467780"/>
                </a:lnTo>
                <a:close/>
                <a:lnTo>
                  <a:pt x="425615" y="467780"/>
                </a:lnTo>
                <a:close/>
                <a:lnTo>
                  <a:pt x="422586" y="467780"/>
                </a:lnTo>
                <a:close/>
                <a:lnTo>
                  <a:pt x="422586" y="467780"/>
                </a:lnTo>
                <a:close/>
                <a:lnTo>
                  <a:pt x="419556" y="467780"/>
                </a:lnTo>
                <a:close/>
                <a:lnTo>
                  <a:pt x="419556" y="467780"/>
                </a:lnTo>
                <a:close/>
                <a:lnTo>
                  <a:pt x="416527" y="467780"/>
                </a:lnTo>
                <a:close/>
                <a:lnTo>
                  <a:pt x="416527" y="467780"/>
                </a:lnTo>
                <a:close/>
                <a:lnTo>
                  <a:pt x="413498" y="467780"/>
                </a:lnTo>
                <a:close/>
                <a:lnTo>
                  <a:pt x="413498" y="467780"/>
                </a:lnTo>
                <a:close/>
                <a:lnTo>
                  <a:pt x="410469" y="467780"/>
                </a:lnTo>
                <a:close/>
                <a:lnTo>
                  <a:pt x="410469" y="467780"/>
                </a:lnTo>
                <a:close/>
                <a:lnTo>
                  <a:pt x="407439" y="467780"/>
                </a:lnTo>
                <a:close/>
                <a:lnTo>
                  <a:pt x="407439" y="467780"/>
                </a:lnTo>
                <a:close/>
                <a:lnTo>
                  <a:pt x="404410" y="467780"/>
                </a:lnTo>
                <a:close/>
                <a:lnTo>
                  <a:pt x="404410" y="467780"/>
                </a:lnTo>
                <a:close/>
                <a:lnTo>
                  <a:pt x="401381" y="467780"/>
                </a:lnTo>
                <a:close/>
                <a:lnTo>
                  <a:pt x="401381" y="467780"/>
                </a:lnTo>
                <a:close/>
                <a:lnTo>
                  <a:pt x="398351" y="467780"/>
                </a:lnTo>
                <a:close/>
                <a:lnTo>
                  <a:pt x="398351" y="467780"/>
                </a:lnTo>
                <a:close/>
                <a:lnTo>
                  <a:pt x="395322" y="467780"/>
                </a:lnTo>
                <a:close/>
                <a:lnTo>
                  <a:pt x="395322" y="467780"/>
                </a:lnTo>
                <a:close/>
                <a:lnTo>
                  <a:pt x="392293" y="467780"/>
                </a:lnTo>
                <a:close/>
                <a:lnTo>
                  <a:pt x="392293" y="467780"/>
                </a:lnTo>
                <a:close/>
                <a:lnTo>
                  <a:pt x="389264" y="467780"/>
                </a:lnTo>
                <a:close/>
                <a:lnTo>
                  <a:pt x="389264" y="467780"/>
                </a:lnTo>
                <a:close/>
                <a:lnTo>
                  <a:pt x="386234" y="467780"/>
                </a:lnTo>
                <a:close/>
                <a:lnTo>
                  <a:pt x="386234" y="467780"/>
                </a:lnTo>
                <a:close/>
                <a:lnTo>
                  <a:pt x="383205" y="467780"/>
                </a:lnTo>
                <a:close/>
                <a:lnTo>
                  <a:pt x="383205" y="467780"/>
                </a:lnTo>
                <a:close/>
                <a:lnTo>
                  <a:pt x="380176" y="467780"/>
                </a:lnTo>
                <a:close/>
                <a:lnTo>
                  <a:pt x="380176" y="467780"/>
                </a:lnTo>
                <a:close/>
                <a:lnTo>
                  <a:pt x="377146" y="467780"/>
                </a:lnTo>
                <a:close/>
                <a:lnTo>
                  <a:pt x="377146" y="467780"/>
                </a:lnTo>
                <a:close/>
                <a:lnTo>
                  <a:pt x="374117" y="467780"/>
                </a:lnTo>
                <a:close/>
                <a:lnTo>
                  <a:pt x="374117" y="467780"/>
                </a:lnTo>
                <a:close/>
                <a:lnTo>
                  <a:pt x="371088" y="467780"/>
                </a:lnTo>
                <a:close/>
                <a:lnTo>
                  <a:pt x="371088" y="467780"/>
                </a:lnTo>
                <a:close/>
                <a:lnTo>
                  <a:pt x="368058" y="467780"/>
                </a:lnTo>
                <a:close/>
                <a:lnTo>
                  <a:pt x="368058" y="467780"/>
                </a:lnTo>
                <a:close/>
                <a:lnTo>
                  <a:pt x="365029" y="467780"/>
                </a:lnTo>
                <a:close/>
                <a:lnTo>
                  <a:pt x="365029" y="467780"/>
                </a:lnTo>
                <a:close/>
                <a:lnTo>
                  <a:pt x="362000" y="467780"/>
                </a:lnTo>
                <a:close/>
                <a:lnTo>
                  <a:pt x="362000" y="467780"/>
                </a:lnTo>
                <a:close/>
                <a:lnTo>
                  <a:pt x="358971" y="467780"/>
                </a:lnTo>
                <a:close/>
                <a:lnTo>
                  <a:pt x="358971" y="467780"/>
                </a:lnTo>
                <a:close/>
                <a:lnTo>
                  <a:pt x="355941" y="467780"/>
                </a:lnTo>
                <a:close/>
                <a:lnTo>
                  <a:pt x="355941" y="467780"/>
                </a:lnTo>
                <a:close/>
                <a:lnTo>
                  <a:pt x="352912" y="467780"/>
                </a:lnTo>
                <a:close/>
                <a:lnTo>
                  <a:pt x="352912" y="467780"/>
                </a:lnTo>
                <a:close/>
                <a:lnTo>
                  <a:pt x="349883" y="467780"/>
                </a:lnTo>
                <a:close/>
                <a:lnTo>
                  <a:pt x="349883" y="467780"/>
                </a:lnTo>
                <a:close/>
                <a:lnTo>
                  <a:pt x="346853" y="467780"/>
                </a:lnTo>
                <a:close/>
                <a:lnTo>
                  <a:pt x="346853" y="467780"/>
                </a:lnTo>
                <a:close/>
                <a:lnTo>
                  <a:pt x="343824" y="467780"/>
                </a:lnTo>
                <a:close/>
                <a:lnTo>
                  <a:pt x="343824" y="467780"/>
                </a:lnTo>
                <a:close/>
                <a:lnTo>
                  <a:pt x="340795" y="467780"/>
                </a:lnTo>
                <a:close/>
                <a:lnTo>
                  <a:pt x="340795" y="467780"/>
                </a:lnTo>
                <a:close/>
                <a:lnTo>
                  <a:pt x="337766" y="467780"/>
                </a:lnTo>
                <a:close/>
                <a:lnTo>
                  <a:pt x="337766" y="467780"/>
                </a:lnTo>
                <a:close/>
                <a:lnTo>
                  <a:pt x="334736" y="467780"/>
                </a:lnTo>
                <a:close/>
                <a:lnTo>
                  <a:pt x="334736" y="467780"/>
                </a:lnTo>
                <a:close/>
                <a:lnTo>
                  <a:pt x="331707" y="467780"/>
                </a:lnTo>
                <a:close/>
                <a:lnTo>
                  <a:pt x="331707" y="467780"/>
                </a:lnTo>
                <a:close/>
                <a:lnTo>
                  <a:pt x="328678" y="467780"/>
                </a:lnTo>
                <a:close/>
                <a:lnTo>
                  <a:pt x="328678" y="467780"/>
                </a:lnTo>
                <a:close/>
                <a:lnTo>
                  <a:pt x="325648" y="467780"/>
                </a:lnTo>
                <a:close/>
                <a:lnTo>
                  <a:pt x="325648" y="467780"/>
                </a:lnTo>
                <a:close/>
                <a:lnTo>
                  <a:pt x="322619" y="467780"/>
                </a:lnTo>
                <a:close/>
                <a:lnTo>
                  <a:pt x="322619" y="467780"/>
                </a:lnTo>
                <a:close/>
                <a:lnTo>
                  <a:pt x="319590" y="467780"/>
                </a:lnTo>
                <a:close/>
                <a:lnTo>
                  <a:pt x="319590" y="467780"/>
                </a:lnTo>
                <a:close/>
                <a:lnTo>
                  <a:pt x="316561" y="467780"/>
                </a:lnTo>
                <a:close/>
                <a:lnTo>
                  <a:pt x="316561" y="467780"/>
                </a:lnTo>
                <a:close/>
                <a:lnTo>
                  <a:pt x="313531" y="467780"/>
                </a:lnTo>
                <a:close/>
                <a:lnTo>
                  <a:pt x="313531" y="467780"/>
                </a:lnTo>
                <a:close/>
                <a:lnTo>
                  <a:pt x="310502" y="467780"/>
                </a:lnTo>
                <a:close/>
                <a:lnTo>
                  <a:pt x="310502" y="467780"/>
                </a:lnTo>
                <a:close/>
                <a:lnTo>
                  <a:pt x="307473" y="467780"/>
                </a:lnTo>
                <a:close/>
                <a:lnTo>
                  <a:pt x="307473" y="467780"/>
                </a:lnTo>
                <a:close/>
                <a:lnTo>
                  <a:pt x="304443" y="467780"/>
                </a:lnTo>
                <a:close/>
                <a:lnTo>
                  <a:pt x="304443" y="467780"/>
                </a:lnTo>
                <a:close/>
                <a:lnTo>
                  <a:pt x="301414" y="467780"/>
                </a:lnTo>
                <a:close/>
                <a:lnTo>
                  <a:pt x="301414" y="467780"/>
                </a:lnTo>
                <a:close/>
                <a:lnTo>
                  <a:pt x="298385" y="467780"/>
                </a:lnTo>
                <a:close/>
                <a:lnTo>
                  <a:pt x="298385" y="467780"/>
                </a:lnTo>
                <a:close/>
                <a:lnTo>
                  <a:pt x="295356" y="467780"/>
                </a:lnTo>
                <a:close/>
                <a:lnTo>
                  <a:pt x="295356" y="467780"/>
                </a:lnTo>
                <a:close/>
                <a:lnTo>
                  <a:pt x="292326" y="467780"/>
                </a:lnTo>
                <a:close/>
                <a:lnTo>
                  <a:pt x="292326" y="467780"/>
                </a:lnTo>
                <a:close/>
                <a:lnTo>
                  <a:pt x="289297" y="467780"/>
                </a:lnTo>
                <a:close/>
                <a:lnTo>
                  <a:pt x="289297" y="467780"/>
                </a:lnTo>
                <a:close/>
                <a:lnTo>
                  <a:pt x="286268" y="467780"/>
                </a:lnTo>
                <a:close/>
                <a:lnTo>
                  <a:pt x="286268" y="467780"/>
                </a:lnTo>
                <a:close/>
                <a:lnTo>
                  <a:pt x="283238" y="467780"/>
                </a:lnTo>
                <a:close/>
                <a:lnTo>
                  <a:pt x="283238" y="467780"/>
                </a:lnTo>
                <a:close/>
                <a:lnTo>
                  <a:pt x="280209" y="467780"/>
                </a:lnTo>
                <a:close/>
                <a:lnTo>
                  <a:pt x="280209" y="467780"/>
                </a:lnTo>
                <a:close/>
                <a:lnTo>
                  <a:pt x="277180" y="467780"/>
                </a:lnTo>
                <a:close/>
                <a:lnTo>
                  <a:pt x="277180" y="467780"/>
                </a:lnTo>
                <a:close/>
                <a:lnTo>
                  <a:pt x="274150" y="467780"/>
                </a:lnTo>
                <a:close/>
                <a:lnTo>
                  <a:pt x="274150" y="467780"/>
                </a:lnTo>
                <a:close/>
                <a:lnTo>
                  <a:pt x="271121" y="467780"/>
                </a:lnTo>
                <a:close/>
                <a:lnTo>
                  <a:pt x="271121" y="467780"/>
                </a:lnTo>
                <a:close/>
                <a:lnTo>
                  <a:pt x="268092" y="467780"/>
                </a:lnTo>
                <a:close/>
                <a:lnTo>
                  <a:pt x="268092" y="467780"/>
                </a:lnTo>
                <a:close/>
                <a:lnTo>
                  <a:pt x="265063" y="467780"/>
                </a:lnTo>
                <a:close/>
                <a:lnTo>
                  <a:pt x="265063" y="467780"/>
                </a:lnTo>
                <a:close/>
                <a:lnTo>
                  <a:pt x="262033" y="467780"/>
                </a:lnTo>
                <a:close/>
                <a:lnTo>
                  <a:pt x="262033" y="467780"/>
                </a:lnTo>
                <a:close/>
                <a:lnTo>
                  <a:pt x="259004" y="467780"/>
                </a:lnTo>
                <a:close/>
                <a:lnTo>
                  <a:pt x="259004" y="467780"/>
                </a:lnTo>
                <a:close/>
                <a:lnTo>
                  <a:pt x="255975" y="467780"/>
                </a:lnTo>
                <a:close/>
                <a:lnTo>
                  <a:pt x="255975" y="467780"/>
                </a:lnTo>
                <a:close/>
                <a:lnTo>
                  <a:pt x="252945" y="467780"/>
                </a:lnTo>
                <a:close/>
                <a:lnTo>
                  <a:pt x="252945" y="467780"/>
                </a:lnTo>
                <a:close/>
                <a:lnTo>
                  <a:pt x="249916" y="467780"/>
                </a:lnTo>
                <a:close/>
                <a:lnTo>
                  <a:pt x="249916" y="467780"/>
                </a:lnTo>
                <a:close/>
                <a:lnTo>
                  <a:pt x="246887" y="467780"/>
                </a:lnTo>
                <a:close/>
                <a:lnTo>
                  <a:pt x="246887" y="467780"/>
                </a:lnTo>
                <a:close/>
                <a:lnTo>
                  <a:pt x="243858" y="467780"/>
                </a:lnTo>
                <a:close/>
                <a:lnTo>
                  <a:pt x="243858" y="467780"/>
                </a:lnTo>
                <a:close/>
                <a:lnTo>
                  <a:pt x="240828" y="467780"/>
                </a:lnTo>
                <a:close/>
                <a:lnTo>
                  <a:pt x="240828" y="467780"/>
                </a:lnTo>
                <a:close/>
                <a:lnTo>
                  <a:pt x="237799" y="467780"/>
                </a:lnTo>
                <a:close/>
                <a:lnTo>
                  <a:pt x="237799" y="467780"/>
                </a:lnTo>
                <a:close/>
                <a:lnTo>
                  <a:pt x="234770" y="467780"/>
                </a:lnTo>
                <a:close/>
                <a:lnTo>
                  <a:pt x="234770" y="467780"/>
                </a:lnTo>
                <a:close/>
                <a:lnTo>
                  <a:pt x="231740" y="467780"/>
                </a:lnTo>
                <a:close/>
                <a:lnTo>
                  <a:pt x="231740" y="467780"/>
                </a:lnTo>
                <a:close/>
                <a:lnTo>
                  <a:pt x="228711" y="467780"/>
                </a:lnTo>
                <a:close/>
                <a:lnTo>
                  <a:pt x="228711" y="467780"/>
                </a:lnTo>
                <a:close/>
                <a:lnTo>
                  <a:pt x="225682" y="467780"/>
                </a:lnTo>
                <a:close/>
                <a:lnTo>
                  <a:pt x="225682" y="467780"/>
                </a:lnTo>
                <a:close/>
                <a:lnTo>
                  <a:pt x="222653" y="467780"/>
                </a:lnTo>
                <a:close/>
                <a:lnTo>
                  <a:pt x="222653" y="467780"/>
                </a:lnTo>
                <a:close/>
                <a:lnTo>
                  <a:pt x="219623" y="467780"/>
                </a:lnTo>
                <a:close/>
                <a:lnTo>
                  <a:pt x="219623" y="467780"/>
                </a:lnTo>
                <a:close/>
                <a:lnTo>
                  <a:pt x="216594" y="467780"/>
                </a:lnTo>
                <a:close/>
                <a:lnTo>
                  <a:pt x="216594" y="467780"/>
                </a:lnTo>
                <a:close/>
                <a:lnTo>
                  <a:pt x="213565" y="467780"/>
                </a:lnTo>
                <a:close/>
                <a:lnTo>
                  <a:pt x="213565" y="467780"/>
                </a:lnTo>
                <a:close/>
                <a:lnTo>
                  <a:pt x="210535" y="467780"/>
                </a:lnTo>
                <a:close/>
                <a:lnTo>
                  <a:pt x="210535" y="467780"/>
                </a:lnTo>
                <a:close/>
                <a:lnTo>
                  <a:pt x="207506" y="467780"/>
                </a:lnTo>
                <a:close/>
                <a:lnTo>
                  <a:pt x="207506" y="467780"/>
                </a:lnTo>
                <a:close/>
                <a:lnTo>
                  <a:pt x="204477" y="467780"/>
                </a:lnTo>
                <a:close/>
                <a:lnTo>
                  <a:pt x="204477" y="467780"/>
                </a:lnTo>
                <a:close/>
                <a:lnTo>
                  <a:pt x="201447" y="467780"/>
                </a:lnTo>
                <a:close/>
                <a:lnTo>
                  <a:pt x="201447" y="467780"/>
                </a:lnTo>
                <a:close/>
                <a:lnTo>
                  <a:pt x="198418" y="467780"/>
                </a:lnTo>
                <a:close/>
                <a:lnTo>
                  <a:pt x="198418" y="467780"/>
                </a:lnTo>
                <a:close/>
                <a:lnTo>
                  <a:pt x="195389" y="467780"/>
                </a:lnTo>
                <a:close/>
                <a:lnTo>
                  <a:pt x="195389" y="467780"/>
                </a:lnTo>
                <a:close/>
                <a:lnTo>
                  <a:pt x="192360" y="467780"/>
                </a:lnTo>
                <a:close/>
                <a:lnTo>
                  <a:pt x="192360" y="467780"/>
                </a:lnTo>
                <a:close/>
                <a:lnTo>
                  <a:pt x="189330" y="467780"/>
                </a:lnTo>
                <a:close/>
                <a:lnTo>
                  <a:pt x="189330" y="467780"/>
                </a:lnTo>
                <a:close/>
                <a:lnTo>
                  <a:pt x="186301" y="467780"/>
                </a:lnTo>
                <a:close/>
                <a:lnTo>
                  <a:pt x="186301" y="467780"/>
                </a:lnTo>
                <a:close/>
                <a:lnTo>
                  <a:pt x="183272" y="467780"/>
                </a:lnTo>
                <a:close/>
                <a:lnTo>
                  <a:pt x="183272" y="467780"/>
                </a:lnTo>
                <a:close/>
                <a:lnTo>
                  <a:pt x="180242" y="467780"/>
                </a:lnTo>
                <a:close/>
                <a:lnTo>
                  <a:pt x="180242" y="467780"/>
                </a:lnTo>
                <a:close/>
                <a:lnTo>
                  <a:pt x="177213" y="467780"/>
                </a:lnTo>
                <a:close/>
                <a:lnTo>
                  <a:pt x="177213" y="467780"/>
                </a:lnTo>
                <a:close/>
                <a:lnTo>
                  <a:pt x="174184" y="467780"/>
                </a:lnTo>
                <a:close/>
                <a:lnTo>
                  <a:pt x="174184" y="467780"/>
                </a:lnTo>
                <a:close/>
                <a:lnTo>
                  <a:pt x="171155" y="467780"/>
                </a:lnTo>
                <a:close/>
                <a:lnTo>
                  <a:pt x="171155" y="467780"/>
                </a:lnTo>
                <a:close/>
                <a:lnTo>
                  <a:pt x="168125" y="467780"/>
                </a:lnTo>
                <a:close/>
                <a:lnTo>
                  <a:pt x="168125" y="467780"/>
                </a:lnTo>
                <a:close/>
                <a:lnTo>
                  <a:pt x="165096" y="467780"/>
                </a:lnTo>
                <a:close/>
                <a:lnTo>
                  <a:pt x="165096" y="467780"/>
                </a:lnTo>
                <a:close/>
                <a:lnTo>
                  <a:pt x="162067" y="467780"/>
                </a:lnTo>
                <a:close/>
                <a:lnTo>
                  <a:pt x="162067" y="467780"/>
                </a:lnTo>
                <a:close/>
                <a:lnTo>
                  <a:pt x="159037" y="467780"/>
                </a:lnTo>
                <a:close/>
                <a:lnTo>
                  <a:pt x="159037" y="467780"/>
                </a:lnTo>
                <a:close/>
                <a:lnTo>
                  <a:pt x="156008" y="467780"/>
                </a:lnTo>
                <a:close/>
                <a:lnTo>
                  <a:pt x="156008" y="467780"/>
                </a:lnTo>
                <a:close/>
                <a:lnTo>
                  <a:pt x="152979" y="467780"/>
                </a:lnTo>
                <a:close/>
                <a:lnTo>
                  <a:pt x="152979" y="467780"/>
                </a:lnTo>
                <a:close/>
                <a:lnTo>
                  <a:pt x="149950" y="467780"/>
                </a:lnTo>
                <a:close/>
                <a:lnTo>
                  <a:pt x="149950" y="467780"/>
                </a:lnTo>
                <a:close/>
                <a:lnTo>
                  <a:pt x="146920" y="467780"/>
                </a:lnTo>
                <a:close/>
                <a:lnTo>
                  <a:pt x="146920" y="467780"/>
                </a:lnTo>
                <a:close/>
                <a:lnTo>
                  <a:pt x="143891" y="467780"/>
                </a:lnTo>
                <a:close/>
                <a:lnTo>
                  <a:pt x="143891" y="467780"/>
                </a:lnTo>
                <a:close/>
                <a:lnTo>
                  <a:pt x="140862" y="467780"/>
                </a:lnTo>
                <a:close/>
                <a:lnTo>
                  <a:pt x="140862" y="467780"/>
                </a:lnTo>
                <a:close/>
                <a:lnTo>
                  <a:pt x="137832" y="467780"/>
                </a:lnTo>
                <a:close/>
                <a:lnTo>
                  <a:pt x="137832" y="467780"/>
                </a:lnTo>
                <a:close/>
                <a:lnTo>
                  <a:pt x="134803" y="467780"/>
                </a:lnTo>
                <a:close/>
                <a:lnTo>
                  <a:pt x="134803" y="467780"/>
                </a:lnTo>
                <a:close/>
                <a:lnTo>
                  <a:pt x="131774" y="467780"/>
                </a:lnTo>
                <a:close/>
                <a:lnTo>
                  <a:pt x="131774" y="467780"/>
                </a:lnTo>
                <a:close/>
                <a:lnTo>
                  <a:pt x="128744" y="467780"/>
                </a:lnTo>
                <a:close/>
                <a:lnTo>
                  <a:pt x="128744" y="467780"/>
                </a:lnTo>
                <a:close/>
                <a:lnTo>
                  <a:pt x="125715" y="467780"/>
                </a:lnTo>
                <a:close/>
                <a:lnTo>
                  <a:pt x="125715" y="467780"/>
                </a:lnTo>
                <a:close/>
                <a:lnTo>
                  <a:pt x="122686" y="467780"/>
                </a:lnTo>
                <a:close/>
                <a:lnTo>
                  <a:pt x="122686" y="467780"/>
                </a:lnTo>
                <a:close/>
                <a:lnTo>
                  <a:pt x="119657" y="467780"/>
                </a:lnTo>
                <a:close/>
                <a:lnTo>
                  <a:pt x="119657" y="467780"/>
                </a:lnTo>
                <a:close/>
                <a:lnTo>
                  <a:pt x="116627" y="467780"/>
                </a:lnTo>
                <a:close/>
                <a:lnTo>
                  <a:pt x="116627" y="467780"/>
                </a:lnTo>
                <a:close/>
                <a:lnTo>
                  <a:pt x="113598" y="467780"/>
                </a:lnTo>
                <a:close/>
                <a:lnTo>
                  <a:pt x="113598" y="467780"/>
                </a:lnTo>
                <a:close/>
                <a:lnTo>
                  <a:pt x="110569" y="467780"/>
                </a:lnTo>
                <a:close/>
                <a:lnTo>
                  <a:pt x="110569" y="467780"/>
                </a:lnTo>
                <a:close/>
                <a:lnTo>
                  <a:pt x="107539" y="467780"/>
                </a:lnTo>
                <a:close/>
                <a:lnTo>
                  <a:pt x="107539" y="467780"/>
                </a:lnTo>
                <a:close/>
                <a:lnTo>
                  <a:pt x="104510" y="467780"/>
                </a:lnTo>
                <a:close/>
                <a:lnTo>
                  <a:pt x="104510" y="467780"/>
                </a:lnTo>
                <a:close/>
                <a:lnTo>
                  <a:pt x="101481" y="467780"/>
                </a:lnTo>
                <a:close/>
                <a:lnTo>
                  <a:pt x="101481" y="467780"/>
                </a:lnTo>
                <a:close/>
                <a:lnTo>
                  <a:pt x="98452" y="467780"/>
                </a:lnTo>
                <a:close/>
                <a:lnTo>
                  <a:pt x="98452" y="467780"/>
                </a:lnTo>
                <a:close/>
                <a:lnTo>
                  <a:pt x="95422" y="467780"/>
                </a:lnTo>
                <a:close/>
                <a:lnTo>
                  <a:pt x="95422" y="467780"/>
                </a:lnTo>
                <a:close/>
                <a:lnTo>
                  <a:pt x="92393" y="467780"/>
                </a:lnTo>
                <a:close/>
                <a:lnTo>
                  <a:pt x="92393" y="467780"/>
                </a:lnTo>
                <a:close/>
                <a:lnTo>
                  <a:pt x="89364" y="467780"/>
                </a:lnTo>
                <a:close/>
                <a:lnTo>
                  <a:pt x="89364" y="467780"/>
                </a:lnTo>
                <a:close/>
                <a:lnTo>
                  <a:pt x="86334" y="467780"/>
                </a:lnTo>
                <a:close/>
                <a:lnTo>
                  <a:pt x="86334" y="467780"/>
                </a:lnTo>
                <a:close/>
                <a:lnTo>
                  <a:pt x="83305" y="467780"/>
                </a:lnTo>
                <a:close/>
                <a:lnTo>
                  <a:pt x="83305" y="467780"/>
                </a:lnTo>
                <a:close/>
                <a:lnTo>
                  <a:pt x="80276" y="467780"/>
                </a:lnTo>
                <a:close/>
                <a:lnTo>
                  <a:pt x="80276" y="467780"/>
                </a:lnTo>
                <a:close/>
                <a:lnTo>
                  <a:pt x="77247" y="467780"/>
                </a:lnTo>
                <a:close/>
                <a:lnTo>
                  <a:pt x="77247" y="467780"/>
                </a:lnTo>
                <a:close/>
                <a:lnTo>
                  <a:pt x="74217" y="467780"/>
                </a:lnTo>
                <a:close/>
                <a:lnTo>
                  <a:pt x="74217" y="467780"/>
                </a:lnTo>
                <a:close/>
                <a:lnTo>
                  <a:pt x="71188" y="467780"/>
                </a:lnTo>
                <a:close/>
                <a:lnTo>
                  <a:pt x="71188" y="467780"/>
                </a:lnTo>
                <a:close/>
                <a:lnTo>
                  <a:pt x="68159" y="467780"/>
                </a:lnTo>
                <a:close/>
                <a:lnTo>
                  <a:pt x="68159" y="467780"/>
                </a:lnTo>
                <a:close/>
                <a:lnTo>
                  <a:pt x="65129" y="467780"/>
                </a:lnTo>
                <a:close/>
                <a:lnTo>
                  <a:pt x="65129" y="467780"/>
                </a:lnTo>
                <a:close/>
                <a:lnTo>
                  <a:pt x="62100" y="467780"/>
                </a:lnTo>
                <a:close/>
                <a:lnTo>
                  <a:pt x="62100" y="467780"/>
                </a:lnTo>
                <a:close/>
                <a:lnTo>
                  <a:pt x="59071" y="467780"/>
                </a:lnTo>
                <a:close/>
                <a:lnTo>
                  <a:pt x="59071" y="467780"/>
                </a:lnTo>
                <a:close/>
                <a:lnTo>
                  <a:pt x="56042" y="467780"/>
                </a:lnTo>
                <a:close/>
                <a:lnTo>
                  <a:pt x="56042" y="467780"/>
                </a:lnTo>
                <a:close/>
                <a:lnTo>
                  <a:pt x="53012" y="467780"/>
                </a:lnTo>
                <a:close/>
                <a:lnTo>
                  <a:pt x="53012" y="467780"/>
                </a:lnTo>
                <a:close/>
                <a:lnTo>
                  <a:pt x="49983" y="467780"/>
                </a:lnTo>
                <a:close/>
                <a:lnTo>
                  <a:pt x="49983" y="467780"/>
                </a:lnTo>
                <a:close/>
                <a:lnTo>
                  <a:pt x="46954" y="467780"/>
                </a:lnTo>
                <a:close/>
                <a:lnTo>
                  <a:pt x="46954" y="467780"/>
                </a:lnTo>
                <a:close/>
                <a:lnTo>
                  <a:pt x="43924" y="467780"/>
                </a:lnTo>
                <a:close/>
                <a:lnTo>
                  <a:pt x="43924" y="467780"/>
                </a:lnTo>
                <a:close/>
                <a:lnTo>
                  <a:pt x="40895" y="467780"/>
                </a:lnTo>
                <a:close/>
                <a:lnTo>
                  <a:pt x="40895" y="467780"/>
                </a:lnTo>
                <a:close/>
                <a:lnTo>
                  <a:pt x="37866" y="467780"/>
                </a:lnTo>
                <a:close/>
                <a:lnTo>
                  <a:pt x="37866" y="467780"/>
                </a:lnTo>
                <a:close/>
                <a:lnTo>
                  <a:pt x="34836" y="467780"/>
                </a:lnTo>
                <a:close/>
                <a:lnTo>
                  <a:pt x="34836" y="467780"/>
                </a:lnTo>
                <a:close/>
                <a:lnTo>
                  <a:pt x="31807" y="467780"/>
                </a:lnTo>
                <a:close/>
                <a:lnTo>
                  <a:pt x="31807" y="467780"/>
                </a:lnTo>
                <a:close/>
                <a:lnTo>
                  <a:pt x="28778" y="467780"/>
                </a:lnTo>
                <a:close/>
                <a:lnTo>
                  <a:pt x="28778" y="467780"/>
                </a:lnTo>
                <a:close/>
                <a:lnTo>
                  <a:pt x="25749" y="467780"/>
                </a:lnTo>
                <a:close/>
                <a:lnTo>
                  <a:pt x="25749" y="467780"/>
                </a:lnTo>
                <a:close/>
                <a:lnTo>
                  <a:pt x="22719" y="467780"/>
                </a:lnTo>
                <a:close/>
                <a:lnTo>
                  <a:pt x="22719" y="467780"/>
                </a:lnTo>
                <a:close/>
                <a:lnTo>
                  <a:pt x="19690" y="467780"/>
                </a:lnTo>
                <a:close/>
                <a:lnTo>
                  <a:pt x="19690" y="467780"/>
                </a:lnTo>
                <a:close/>
                <a:lnTo>
                  <a:pt x="16661" y="467780"/>
                </a:lnTo>
                <a:close/>
                <a:lnTo>
                  <a:pt x="16661" y="467780"/>
                </a:lnTo>
                <a:close/>
                <a:lnTo>
                  <a:pt x="13631" y="467780"/>
                </a:lnTo>
                <a:close/>
                <a:lnTo>
                  <a:pt x="13631" y="467780"/>
                </a:lnTo>
                <a:close/>
                <a:lnTo>
                  <a:pt x="10602" y="467780"/>
                </a:lnTo>
                <a:close/>
                <a:lnTo>
                  <a:pt x="10602" y="467780"/>
                </a:lnTo>
                <a:close/>
                <a:lnTo>
                  <a:pt x="7573" y="467780"/>
                </a:lnTo>
                <a:close/>
                <a:lnTo>
                  <a:pt x="7573" y="467780"/>
                </a:lnTo>
                <a:close/>
                <a:lnTo>
                  <a:pt x="4544" y="467780"/>
                </a:lnTo>
                <a:close/>
                <a:lnTo>
                  <a:pt x="4544" y="467780"/>
                </a:lnTo>
                <a:close/>
                <a:lnTo>
                  <a:pt x="1514" y="467780"/>
                </a:lnTo>
                <a:close/>
                <a:lnTo>
                  <a:pt x="1514" y="467780"/>
                </a:lnTo>
                <a:close/>
                <a:lnTo>
                  <a:pt x="0" y="467780"/>
                </a:lnTo>
                <a:close/>
                <a:lnTo>
                  <a:pt x="0" y="467780"/>
                </a:lnTo>
                <a:close/>
              </a:path>
            </a:pathLst>
          </a:custGeom>
          <a:solidFill>
            <a:srgbClr val="A9B8D6">
              <a:alpha val="25000"/>
            </a:srgbClr>
          </a:solidFill>
          <a:ln w="12700">
            <a:solidFill>
              <a:srgbClr val="A9B8D6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061407" y="438515"/>
            <a:ext cx="905758" cy="1317644"/>
          </a:xfrm>
          <a:custGeom>
            <a:avLst/>
            <a:gdLst/>
            <a:ahLst/>
            <a:cxnLst/>
            <a:rect l="l" t="t" r="r" b="b"/>
            <a:pathLst>
              <a:path w="905758" h="1317644">
                <a:moveTo>
                  <a:pt x="0" y="1317644"/>
                </a:moveTo>
                <a:lnTo>
                  <a:pt x="0" y="1317497"/>
                </a:lnTo>
                <a:close/>
                <a:lnTo>
                  <a:pt x="3029" y="1317477"/>
                </a:lnTo>
                <a:close/>
                <a:lnTo>
                  <a:pt x="6058" y="1317453"/>
                </a:lnTo>
                <a:close/>
                <a:lnTo>
                  <a:pt x="9087" y="1317427"/>
                </a:lnTo>
                <a:close/>
                <a:lnTo>
                  <a:pt x="12117" y="1317398"/>
                </a:lnTo>
                <a:close/>
                <a:lnTo>
                  <a:pt x="15146" y="1317364"/>
                </a:lnTo>
                <a:close/>
                <a:lnTo>
                  <a:pt x="18175" y="1317327"/>
                </a:lnTo>
                <a:close/>
                <a:lnTo>
                  <a:pt x="21205" y="1317284"/>
                </a:lnTo>
                <a:close/>
                <a:lnTo>
                  <a:pt x="24234" y="1317237"/>
                </a:lnTo>
                <a:close/>
                <a:lnTo>
                  <a:pt x="27263" y="1317183"/>
                </a:lnTo>
                <a:close/>
                <a:lnTo>
                  <a:pt x="30293" y="1317124"/>
                </a:lnTo>
                <a:close/>
                <a:lnTo>
                  <a:pt x="33322" y="1317057"/>
                </a:lnTo>
                <a:close/>
                <a:lnTo>
                  <a:pt x="36351" y="1316982"/>
                </a:lnTo>
                <a:close/>
                <a:lnTo>
                  <a:pt x="39380" y="1316898"/>
                </a:lnTo>
                <a:close/>
                <a:lnTo>
                  <a:pt x="42410" y="1316804"/>
                </a:lnTo>
                <a:close/>
                <a:lnTo>
                  <a:pt x="45439" y="1316699"/>
                </a:lnTo>
                <a:close/>
                <a:lnTo>
                  <a:pt x="48468" y="1316583"/>
                </a:lnTo>
                <a:close/>
                <a:lnTo>
                  <a:pt x="51498" y="1316453"/>
                </a:lnTo>
                <a:close/>
                <a:lnTo>
                  <a:pt x="54527" y="1316309"/>
                </a:lnTo>
                <a:close/>
                <a:lnTo>
                  <a:pt x="57556" y="1316148"/>
                </a:lnTo>
                <a:close/>
                <a:lnTo>
                  <a:pt x="60585" y="1315970"/>
                </a:lnTo>
                <a:close/>
                <a:lnTo>
                  <a:pt x="63615" y="1315772"/>
                </a:lnTo>
                <a:close/>
                <a:lnTo>
                  <a:pt x="66644" y="1315553"/>
                </a:lnTo>
                <a:close/>
                <a:lnTo>
                  <a:pt x="69673" y="1315310"/>
                </a:lnTo>
                <a:close/>
                <a:lnTo>
                  <a:pt x="72703" y="1315042"/>
                </a:lnTo>
                <a:close/>
                <a:lnTo>
                  <a:pt x="75732" y="1314745"/>
                </a:lnTo>
                <a:close/>
                <a:lnTo>
                  <a:pt x="78761" y="1314418"/>
                </a:lnTo>
                <a:close/>
                <a:lnTo>
                  <a:pt x="81790" y="1314057"/>
                </a:lnTo>
                <a:close/>
                <a:lnTo>
                  <a:pt x="84820" y="1313660"/>
                </a:lnTo>
                <a:close/>
                <a:lnTo>
                  <a:pt x="87849" y="1313223"/>
                </a:lnTo>
                <a:close/>
                <a:lnTo>
                  <a:pt x="90878" y="1312742"/>
                </a:lnTo>
                <a:close/>
                <a:lnTo>
                  <a:pt x="93908" y="1312215"/>
                </a:lnTo>
                <a:close/>
                <a:lnTo>
                  <a:pt x="96937" y="1311636"/>
                </a:lnTo>
                <a:close/>
                <a:lnTo>
                  <a:pt x="99966" y="1311002"/>
                </a:lnTo>
                <a:close/>
                <a:lnTo>
                  <a:pt x="102996" y="1310308"/>
                </a:lnTo>
                <a:close/>
                <a:lnTo>
                  <a:pt x="106025" y="1309549"/>
                </a:lnTo>
                <a:close/>
                <a:lnTo>
                  <a:pt x="109054" y="1308720"/>
                </a:lnTo>
                <a:close/>
                <a:lnTo>
                  <a:pt x="112083" y="1307815"/>
                </a:lnTo>
                <a:close/>
                <a:lnTo>
                  <a:pt x="115113" y="1306829"/>
                </a:lnTo>
                <a:close/>
                <a:lnTo>
                  <a:pt x="118142" y="1305755"/>
                </a:lnTo>
                <a:close/>
                <a:lnTo>
                  <a:pt x="121171" y="1304587"/>
                </a:lnTo>
                <a:close/>
                <a:lnTo>
                  <a:pt x="124201" y="1303317"/>
                </a:lnTo>
                <a:close/>
                <a:lnTo>
                  <a:pt x="127230" y="1301939"/>
                </a:lnTo>
                <a:close/>
                <a:lnTo>
                  <a:pt x="130259" y="1300444"/>
                </a:lnTo>
                <a:close/>
                <a:lnTo>
                  <a:pt x="133288" y="1298825"/>
                </a:lnTo>
                <a:close/>
                <a:lnTo>
                  <a:pt x="136318" y="1297073"/>
                </a:lnTo>
                <a:close/>
                <a:lnTo>
                  <a:pt x="139347" y="1295179"/>
                </a:lnTo>
                <a:close/>
                <a:lnTo>
                  <a:pt x="142376" y="1293134"/>
                </a:lnTo>
                <a:close/>
                <a:lnTo>
                  <a:pt x="145406" y="1290928"/>
                </a:lnTo>
                <a:close/>
                <a:lnTo>
                  <a:pt x="148435" y="1288551"/>
                </a:lnTo>
                <a:close/>
                <a:lnTo>
                  <a:pt x="151464" y="1285992"/>
                </a:lnTo>
                <a:close/>
                <a:lnTo>
                  <a:pt x="154493" y="1283240"/>
                </a:lnTo>
                <a:close/>
                <a:lnTo>
                  <a:pt x="157523" y="1280284"/>
                </a:lnTo>
                <a:close/>
                <a:lnTo>
                  <a:pt x="160552" y="1277113"/>
                </a:lnTo>
                <a:close/>
                <a:lnTo>
                  <a:pt x="163581" y="1273713"/>
                </a:lnTo>
                <a:close/>
                <a:lnTo>
                  <a:pt x="166611" y="1270074"/>
                </a:lnTo>
                <a:close/>
                <a:lnTo>
                  <a:pt x="169640" y="1266181"/>
                </a:lnTo>
                <a:close/>
                <a:lnTo>
                  <a:pt x="172669" y="1262023"/>
                </a:lnTo>
                <a:close/>
                <a:lnTo>
                  <a:pt x="175699" y="1257585"/>
                </a:lnTo>
                <a:close/>
                <a:lnTo>
                  <a:pt x="178728" y="1252854"/>
                </a:lnTo>
                <a:close/>
                <a:lnTo>
                  <a:pt x="181757" y="1247816"/>
                </a:lnTo>
                <a:close/>
                <a:lnTo>
                  <a:pt x="184786" y="1242457"/>
                </a:lnTo>
                <a:close/>
                <a:lnTo>
                  <a:pt x="187816" y="1236764"/>
                </a:lnTo>
                <a:close/>
                <a:lnTo>
                  <a:pt x="190845" y="1230721"/>
                </a:lnTo>
                <a:close/>
                <a:lnTo>
                  <a:pt x="193874" y="1224314"/>
                </a:lnTo>
                <a:close/>
                <a:lnTo>
                  <a:pt x="196904" y="1217530"/>
                </a:lnTo>
                <a:close/>
                <a:lnTo>
                  <a:pt x="199933" y="1210354"/>
                </a:lnTo>
                <a:close/>
                <a:lnTo>
                  <a:pt x="202962" y="1202772"/>
                </a:lnTo>
                <a:close/>
                <a:lnTo>
                  <a:pt x="205991" y="1194770"/>
                </a:lnTo>
                <a:close/>
                <a:lnTo>
                  <a:pt x="209021" y="1186334"/>
                </a:lnTo>
                <a:close/>
                <a:lnTo>
                  <a:pt x="212050" y="1177452"/>
                </a:lnTo>
                <a:close/>
                <a:lnTo>
                  <a:pt x="215079" y="1168109"/>
                </a:lnTo>
                <a:close/>
                <a:lnTo>
                  <a:pt x="218109" y="1158294"/>
                </a:lnTo>
                <a:close/>
                <a:lnTo>
                  <a:pt x="221138" y="1147995"/>
                </a:lnTo>
                <a:close/>
                <a:lnTo>
                  <a:pt x="224167" y="1137201"/>
                </a:lnTo>
                <a:close/>
                <a:lnTo>
                  <a:pt x="227196" y="1125900"/>
                </a:lnTo>
                <a:close/>
                <a:lnTo>
                  <a:pt x="230226" y="1114083"/>
                </a:lnTo>
                <a:close/>
                <a:lnTo>
                  <a:pt x="233255" y="1101742"/>
                </a:lnTo>
                <a:close/>
                <a:lnTo>
                  <a:pt x="236284" y="1088869"/>
                </a:lnTo>
                <a:close/>
                <a:lnTo>
                  <a:pt x="239314" y="1075456"/>
                </a:lnTo>
                <a:close/>
                <a:lnTo>
                  <a:pt x="242343" y="1061498"/>
                </a:lnTo>
                <a:close/>
                <a:lnTo>
                  <a:pt x="245372" y="1046991"/>
                </a:lnTo>
                <a:close/>
                <a:lnTo>
                  <a:pt x="248401" y="1031932"/>
                </a:lnTo>
                <a:close/>
                <a:lnTo>
                  <a:pt x="251431" y="1016319"/>
                </a:lnTo>
                <a:close/>
                <a:lnTo>
                  <a:pt x="254460" y="1000152"/>
                </a:lnTo>
                <a:close/>
                <a:lnTo>
                  <a:pt x="257489" y="983433"/>
                </a:lnTo>
                <a:close/>
                <a:lnTo>
                  <a:pt x="260519" y="966164"/>
                </a:lnTo>
                <a:close/>
                <a:lnTo>
                  <a:pt x="263548" y="948352"/>
                </a:lnTo>
                <a:close/>
                <a:lnTo>
                  <a:pt x="266577" y="930003"/>
                </a:lnTo>
                <a:close/>
                <a:lnTo>
                  <a:pt x="269607" y="911125"/>
                </a:lnTo>
                <a:close/>
                <a:lnTo>
                  <a:pt x="272636" y="891729"/>
                </a:lnTo>
                <a:close/>
                <a:lnTo>
                  <a:pt x="275665" y="871828"/>
                </a:lnTo>
                <a:close/>
                <a:lnTo>
                  <a:pt x="278694" y="851437"/>
                </a:lnTo>
                <a:close/>
                <a:lnTo>
                  <a:pt x="281724" y="830573"/>
                </a:lnTo>
                <a:close/>
                <a:lnTo>
                  <a:pt x="284753" y="809254"/>
                </a:lnTo>
                <a:close/>
                <a:lnTo>
                  <a:pt x="287782" y="787502"/>
                </a:lnTo>
                <a:close/>
                <a:lnTo>
                  <a:pt x="290812" y="765339"/>
                </a:lnTo>
                <a:close/>
                <a:lnTo>
                  <a:pt x="293841" y="742793"/>
                </a:lnTo>
                <a:close/>
                <a:lnTo>
                  <a:pt x="296870" y="719889"/>
                </a:lnTo>
                <a:close/>
                <a:lnTo>
                  <a:pt x="299899" y="696659"/>
                </a:lnTo>
                <a:close/>
                <a:lnTo>
                  <a:pt x="302929" y="673133"/>
                </a:lnTo>
                <a:close/>
                <a:lnTo>
                  <a:pt x="305958" y="649347"/>
                </a:lnTo>
                <a:close/>
                <a:lnTo>
                  <a:pt x="308987" y="625335"/>
                </a:lnTo>
                <a:close/>
                <a:lnTo>
                  <a:pt x="312017" y="601136"/>
                </a:lnTo>
                <a:close/>
                <a:lnTo>
                  <a:pt x="315046" y="576790"/>
                </a:lnTo>
                <a:close/>
                <a:lnTo>
                  <a:pt x="318075" y="552337"/>
                </a:lnTo>
                <a:close/>
                <a:lnTo>
                  <a:pt x="321104" y="527823"/>
                </a:lnTo>
                <a:close/>
                <a:lnTo>
                  <a:pt x="324134" y="503291"/>
                </a:lnTo>
                <a:close/>
                <a:lnTo>
                  <a:pt x="327163" y="478788"/>
                </a:lnTo>
                <a:close/>
                <a:lnTo>
                  <a:pt x="330192" y="454362"/>
                </a:lnTo>
                <a:close/>
                <a:lnTo>
                  <a:pt x="333222" y="430061"/>
                </a:lnTo>
                <a:close/>
                <a:lnTo>
                  <a:pt x="336251" y="405936"/>
                </a:lnTo>
                <a:close/>
                <a:lnTo>
                  <a:pt x="339280" y="382038"/>
                </a:lnTo>
                <a:close/>
                <a:lnTo>
                  <a:pt x="342310" y="358417"/>
                </a:lnTo>
                <a:close/>
                <a:lnTo>
                  <a:pt x="345339" y="335126"/>
                </a:lnTo>
                <a:close/>
                <a:lnTo>
                  <a:pt x="348368" y="312218"/>
                </a:lnTo>
                <a:close/>
                <a:lnTo>
                  <a:pt x="351397" y="289745"/>
                </a:lnTo>
                <a:close/>
                <a:lnTo>
                  <a:pt x="354427" y="267759"/>
                </a:lnTo>
                <a:close/>
                <a:lnTo>
                  <a:pt x="357456" y="246313"/>
                </a:lnTo>
                <a:close/>
                <a:lnTo>
                  <a:pt x="360485" y="225459"/>
                </a:lnTo>
                <a:close/>
                <a:lnTo>
                  <a:pt x="363515" y="205248"/>
                </a:lnTo>
                <a:close/>
                <a:lnTo>
                  <a:pt x="366544" y="185730"/>
                </a:lnTo>
                <a:close/>
                <a:lnTo>
                  <a:pt x="369573" y="166955"/>
                </a:lnTo>
                <a:close/>
                <a:lnTo>
                  <a:pt x="372602" y="148970"/>
                </a:lnTo>
                <a:close/>
                <a:lnTo>
                  <a:pt x="375632" y="131822"/>
                </a:lnTo>
                <a:close/>
                <a:lnTo>
                  <a:pt x="378661" y="115555"/>
                </a:lnTo>
                <a:close/>
                <a:lnTo>
                  <a:pt x="381690" y="100214"/>
                </a:lnTo>
                <a:close/>
                <a:lnTo>
                  <a:pt x="384720" y="85838"/>
                </a:lnTo>
                <a:close/>
                <a:lnTo>
                  <a:pt x="387749" y="72466"/>
                </a:lnTo>
                <a:close/>
                <a:lnTo>
                  <a:pt x="390778" y="60135"/>
                </a:lnTo>
                <a:close/>
                <a:lnTo>
                  <a:pt x="393807" y="48878"/>
                </a:lnTo>
                <a:close/>
                <a:lnTo>
                  <a:pt x="396837" y="38726"/>
                </a:lnTo>
                <a:close/>
                <a:lnTo>
                  <a:pt x="399866" y="29707"/>
                </a:lnTo>
                <a:close/>
                <a:lnTo>
                  <a:pt x="402895" y="21846"/>
                </a:lnTo>
                <a:close/>
                <a:lnTo>
                  <a:pt x="405925" y="15165"/>
                </a:lnTo>
                <a:close/>
                <a:lnTo>
                  <a:pt x="408954" y="9683"/>
                </a:lnTo>
                <a:close/>
                <a:lnTo>
                  <a:pt x="411983" y="5415"/>
                </a:lnTo>
                <a:close/>
                <a:lnTo>
                  <a:pt x="415013" y="2374"/>
                </a:lnTo>
                <a:close/>
                <a:lnTo>
                  <a:pt x="418042" y="567"/>
                </a:lnTo>
                <a:close/>
                <a:lnTo>
                  <a:pt x="421071" y="0"/>
                </a:lnTo>
                <a:close/>
                <a:lnTo>
                  <a:pt x="424100" y="674"/>
                </a:lnTo>
                <a:close/>
                <a:lnTo>
                  <a:pt x="427130" y="2588"/>
                </a:lnTo>
                <a:close/>
                <a:lnTo>
                  <a:pt x="430159" y="5736"/>
                </a:lnTo>
                <a:close/>
                <a:lnTo>
                  <a:pt x="433188" y="10110"/>
                </a:lnTo>
                <a:close/>
                <a:lnTo>
                  <a:pt x="436218" y="15696"/>
                </a:lnTo>
                <a:close/>
                <a:lnTo>
                  <a:pt x="439247" y="22480"/>
                </a:lnTo>
                <a:close/>
                <a:lnTo>
                  <a:pt x="442276" y="30442"/>
                </a:lnTo>
                <a:close/>
                <a:lnTo>
                  <a:pt x="445305" y="39560"/>
                </a:lnTo>
                <a:close/>
                <a:lnTo>
                  <a:pt x="448335" y="49809"/>
                </a:lnTo>
                <a:close/>
                <a:lnTo>
                  <a:pt x="451364" y="61160"/>
                </a:lnTo>
                <a:close/>
                <a:lnTo>
                  <a:pt x="454393" y="73583"/>
                </a:lnTo>
                <a:close/>
                <a:lnTo>
                  <a:pt x="457423" y="87043"/>
                </a:lnTo>
                <a:close/>
                <a:lnTo>
                  <a:pt x="460452" y="101504"/>
                </a:lnTo>
                <a:close/>
                <a:lnTo>
                  <a:pt x="463481" y="116927"/>
                </a:lnTo>
                <a:close/>
                <a:lnTo>
                  <a:pt x="466510" y="133272"/>
                </a:lnTo>
                <a:close/>
                <a:lnTo>
                  <a:pt x="469540" y="150494"/>
                </a:lnTo>
                <a:close/>
                <a:lnTo>
                  <a:pt x="472569" y="168549"/>
                </a:lnTo>
                <a:close/>
                <a:lnTo>
                  <a:pt x="475598" y="187391"/>
                </a:lnTo>
                <a:close/>
                <a:lnTo>
                  <a:pt x="478628" y="206971"/>
                </a:lnTo>
                <a:close/>
                <a:lnTo>
                  <a:pt x="481657" y="227240"/>
                </a:lnTo>
                <a:close/>
                <a:lnTo>
                  <a:pt x="484686" y="248147"/>
                </a:lnTo>
                <a:close/>
                <a:lnTo>
                  <a:pt x="487715" y="269642"/>
                </a:lnTo>
                <a:close/>
                <a:lnTo>
                  <a:pt x="490745" y="291672"/>
                </a:lnTo>
                <a:close/>
                <a:lnTo>
                  <a:pt x="493774" y="314185"/>
                </a:lnTo>
                <a:close/>
                <a:lnTo>
                  <a:pt x="496803" y="337128"/>
                </a:lnTo>
                <a:close/>
                <a:lnTo>
                  <a:pt x="499833" y="360449"/>
                </a:lnTo>
                <a:close/>
                <a:lnTo>
                  <a:pt x="502862" y="384096"/>
                </a:lnTo>
                <a:close/>
                <a:lnTo>
                  <a:pt x="505891" y="408016"/>
                </a:lnTo>
                <a:close/>
                <a:lnTo>
                  <a:pt x="508921" y="432159"/>
                </a:lnTo>
                <a:close/>
                <a:lnTo>
                  <a:pt x="511950" y="456472"/>
                </a:lnTo>
                <a:close/>
                <a:lnTo>
                  <a:pt x="514979" y="480907"/>
                </a:lnTo>
                <a:close/>
                <a:lnTo>
                  <a:pt x="518008" y="505414"/>
                </a:lnTo>
                <a:close/>
                <a:lnTo>
                  <a:pt x="521038" y="529946"/>
                </a:lnTo>
                <a:close/>
                <a:lnTo>
                  <a:pt x="524067" y="554457"/>
                </a:lnTo>
                <a:close/>
                <a:lnTo>
                  <a:pt x="527096" y="578902"/>
                </a:lnTo>
                <a:close/>
                <a:lnTo>
                  <a:pt x="530126" y="603237"/>
                </a:lnTo>
                <a:close/>
                <a:lnTo>
                  <a:pt x="533155" y="627421"/>
                </a:lnTo>
                <a:close/>
                <a:lnTo>
                  <a:pt x="536184" y="651415"/>
                </a:lnTo>
                <a:close/>
                <a:lnTo>
                  <a:pt x="539213" y="675181"/>
                </a:lnTo>
                <a:close/>
                <a:lnTo>
                  <a:pt x="542243" y="698682"/>
                </a:lnTo>
                <a:close/>
                <a:lnTo>
                  <a:pt x="545272" y="721885"/>
                </a:lnTo>
                <a:close/>
                <a:lnTo>
                  <a:pt x="548301" y="744759"/>
                </a:lnTo>
                <a:close/>
                <a:lnTo>
                  <a:pt x="551331" y="767273"/>
                </a:lnTo>
                <a:close/>
                <a:lnTo>
                  <a:pt x="554360" y="789401"/>
                </a:lnTo>
                <a:close/>
                <a:lnTo>
                  <a:pt x="557389" y="811117"/>
                </a:lnTo>
                <a:close/>
                <a:lnTo>
                  <a:pt x="560418" y="832397"/>
                </a:lnTo>
                <a:close/>
                <a:lnTo>
                  <a:pt x="563448" y="853221"/>
                </a:lnTo>
                <a:close/>
                <a:lnTo>
                  <a:pt x="566477" y="873570"/>
                </a:lnTo>
                <a:close/>
                <a:lnTo>
                  <a:pt x="569506" y="893428"/>
                </a:lnTo>
                <a:close/>
                <a:lnTo>
                  <a:pt x="572536" y="912779"/>
                </a:lnTo>
                <a:close/>
                <a:lnTo>
                  <a:pt x="575565" y="931612"/>
                </a:lnTo>
                <a:close/>
                <a:lnTo>
                  <a:pt x="578594" y="949915"/>
                </a:lnTo>
                <a:close/>
                <a:lnTo>
                  <a:pt x="581624" y="967681"/>
                </a:lnTo>
                <a:close/>
                <a:lnTo>
                  <a:pt x="584653" y="984901"/>
                </a:lnTo>
                <a:close/>
                <a:lnTo>
                  <a:pt x="587682" y="1001573"/>
                </a:lnTo>
                <a:close/>
                <a:lnTo>
                  <a:pt x="590711" y="1017692"/>
                </a:lnTo>
                <a:close/>
                <a:lnTo>
                  <a:pt x="593741" y="1033257"/>
                </a:lnTo>
                <a:close/>
                <a:lnTo>
                  <a:pt x="596770" y="1048268"/>
                </a:lnTo>
                <a:close/>
                <a:lnTo>
                  <a:pt x="599799" y="1062728"/>
                </a:lnTo>
                <a:close/>
                <a:lnTo>
                  <a:pt x="602829" y="1076638"/>
                </a:lnTo>
                <a:close/>
                <a:lnTo>
                  <a:pt x="605858" y="1090004"/>
                </a:lnTo>
                <a:close/>
                <a:lnTo>
                  <a:pt x="608887" y="1102832"/>
                </a:lnTo>
                <a:close/>
                <a:lnTo>
                  <a:pt x="611916" y="1115127"/>
                </a:lnTo>
                <a:close/>
                <a:lnTo>
                  <a:pt x="614946" y="1126898"/>
                </a:lnTo>
                <a:close/>
                <a:lnTo>
                  <a:pt x="617975" y="1138155"/>
                </a:lnTo>
                <a:close/>
                <a:lnTo>
                  <a:pt x="621004" y="1148906"/>
                </a:lnTo>
                <a:close/>
                <a:lnTo>
                  <a:pt x="624034" y="1159163"/>
                </a:lnTo>
                <a:close/>
                <a:lnTo>
                  <a:pt x="627063" y="1168936"/>
                </a:lnTo>
                <a:close/>
                <a:lnTo>
                  <a:pt x="630092" y="1178239"/>
                </a:lnTo>
                <a:close/>
                <a:lnTo>
                  <a:pt x="633121" y="1187082"/>
                </a:lnTo>
                <a:close/>
                <a:lnTo>
                  <a:pt x="636151" y="1195480"/>
                </a:lnTo>
                <a:close/>
                <a:lnTo>
                  <a:pt x="639180" y="1203445"/>
                </a:lnTo>
                <a:close/>
                <a:lnTo>
                  <a:pt x="642209" y="1210991"/>
                </a:lnTo>
                <a:close/>
                <a:lnTo>
                  <a:pt x="645239" y="1218133"/>
                </a:lnTo>
                <a:close/>
                <a:lnTo>
                  <a:pt x="648268" y="1224884"/>
                </a:lnTo>
                <a:close/>
                <a:lnTo>
                  <a:pt x="651297" y="1231258"/>
                </a:lnTo>
                <a:close/>
                <a:lnTo>
                  <a:pt x="654327" y="1237270"/>
                </a:lnTo>
                <a:close/>
                <a:lnTo>
                  <a:pt x="657356" y="1242934"/>
                </a:lnTo>
                <a:close/>
                <a:lnTo>
                  <a:pt x="660385" y="1248264"/>
                </a:lnTo>
                <a:close/>
                <a:lnTo>
                  <a:pt x="663414" y="1253275"/>
                </a:lnTo>
                <a:close/>
                <a:lnTo>
                  <a:pt x="666444" y="1257980"/>
                </a:lnTo>
                <a:close/>
                <a:lnTo>
                  <a:pt x="669473" y="1262393"/>
                </a:lnTo>
                <a:close/>
                <a:lnTo>
                  <a:pt x="672502" y="1266528"/>
                </a:lnTo>
                <a:close/>
                <a:lnTo>
                  <a:pt x="675532" y="1270399"/>
                </a:lnTo>
                <a:close/>
                <a:lnTo>
                  <a:pt x="678561" y="1274017"/>
                </a:lnTo>
                <a:close/>
                <a:lnTo>
                  <a:pt x="681590" y="1277396"/>
                </a:lnTo>
                <a:close/>
                <a:lnTo>
                  <a:pt x="684619" y="1280548"/>
                </a:lnTo>
                <a:close/>
                <a:lnTo>
                  <a:pt x="687649" y="1283486"/>
                </a:lnTo>
                <a:close/>
                <a:lnTo>
                  <a:pt x="690678" y="1286220"/>
                </a:lnTo>
                <a:close/>
                <a:lnTo>
                  <a:pt x="693707" y="1288763"/>
                </a:lnTo>
                <a:close/>
                <a:lnTo>
                  <a:pt x="696737" y="1291126"/>
                </a:lnTo>
                <a:close/>
                <a:lnTo>
                  <a:pt x="699766" y="1293317"/>
                </a:lnTo>
                <a:close/>
                <a:lnTo>
                  <a:pt x="702795" y="1295349"/>
                </a:lnTo>
                <a:close/>
                <a:lnTo>
                  <a:pt x="705824" y="1297231"/>
                </a:lnTo>
                <a:close/>
                <a:lnTo>
                  <a:pt x="708854" y="1298971"/>
                </a:lnTo>
                <a:close/>
                <a:lnTo>
                  <a:pt x="711883" y="1300579"/>
                </a:lnTo>
                <a:close/>
                <a:lnTo>
                  <a:pt x="714912" y="1302063"/>
                </a:lnTo>
                <a:close/>
                <a:lnTo>
                  <a:pt x="717942" y="1303431"/>
                </a:lnTo>
                <a:close/>
                <a:lnTo>
                  <a:pt x="720971" y="1304692"/>
                </a:lnTo>
                <a:close/>
                <a:lnTo>
                  <a:pt x="724000" y="1305852"/>
                </a:lnTo>
                <a:close/>
                <a:lnTo>
                  <a:pt x="727029" y="1306918"/>
                </a:lnTo>
                <a:close/>
                <a:lnTo>
                  <a:pt x="730059" y="1307897"/>
                </a:lnTo>
                <a:close/>
                <a:lnTo>
                  <a:pt x="733088" y="1308795"/>
                </a:lnTo>
                <a:close/>
                <a:lnTo>
                  <a:pt x="736117" y="1309617"/>
                </a:lnTo>
                <a:close/>
                <a:lnTo>
                  <a:pt x="739147" y="1310370"/>
                </a:lnTo>
                <a:close/>
                <a:lnTo>
                  <a:pt x="742176" y="1311059"/>
                </a:lnTo>
                <a:close/>
                <a:lnTo>
                  <a:pt x="745205" y="1311688"/>
                </a:lnTo>
                <a:close/>
                <a:lnTo>
                  <a:pt x="748235" y="1312262"/>
                </a:lnTo>
                <a:close/>
                <a:lnTo>
                  <a:pt x="751264" y="1312786"/>
                </a:lnTo>
                <a:close/>
                <a:lnTo>
                  <a:pt x="754293" y="1313262"/>
                </a:lnTo>
                <a:close/>
                <a:lnTo>
                  <a:pt x="757322" y="1313696"/>
                </a:lnTo>
                <a:close/>
                <a:lnTo>
                  <a:pt x="760352" y="1314090"/>
                </a:lnTo>
                <a:close/>
                <a:lnTo>
                  <a:pt x="763381" y="1314448"/>
                </a:lnTo>
                <a:close/>
                <a:lnTo>
                  <a:pt x="766410" y="1314772"/>
                </a:lnTo>
                <a:close/>
                <a:lnTo>
                  <a:pt x="769440" y="1315066"/>
                </a:lnTo>
                <a:close/>
                <a:lnTo>
                  <a:pt x="772469" y="1315332"/>
                </a:lnTo>
                <a:close/>
                <a:lnTo>
                  <a:pt x="775498" y="1315572"/>
                </a:lnTo>
                <a:close/>
                <a:lnTo>
                  <a:pt x="778527" y="1315790"/>
                </a:lnTo>
                <a:close/>
                <a:lnTo>
                  <a:pt x="781557" y="1315986"/>
                </a:lnTo>
                <a:close/>
                <a:lnTo>
                  <a:pt x="784586" y="1316162"/>
                </a:lnTo>
                <a:close/>
                <a:lnTo>
                  <a:pt x="787615" y="1316322"/>
                </a:lnTo>
                <a:close/>
                <a:lnTo>
                  <a:pt x="790645" y="1316465"/>
                </a:lnTo>
                <a:close/>
                <a:lnTo>
                  <a:pt x="793674" y="1316593"/>
                </a:lnTo>
                <a:close/>
                <a:lnTo>
                  <a:pt x="796703" y="1316709"/>
                </a:lnTo>
                <a:close/>
                <a:lnTo>
                  <a:pt x="799732" y="1316813"/>
                </a:lnTo>
                <a:close/>
                <a:lnTo>
                  <a:pt x="802762" y="1316905"/>
                </a:lnTo>
                <a:close/>
                <a:lnTo>
                  <a:pt x="805791" y="1316988"/>
                </a:lnTo>
                <a:close/>
                <a:lnTo>
                  <a:pt x="808820" y="1317063"/>
                </a:lnTo>
                <a:close/>
                <a:lnTo>
                  <a:pt x="811850" y="1317129"/>
                </a:lnTo>
                <a:close/>
                <a:lnTo>
                  <a:pt x="814879" y="1317188"/>
                </a:lnTo>
                <a:close/>
                <a:lnTo>
                  <a:pt x="817908" y="1317241"/>
                </a:lnTo>
                <a:close/>
                <a:lnTo>
                  <a:pt x="820938" y="1317288"/>
                </a:lnTo>
                <a:close/>
                <a:lnTo>
                  <a:pt x="823967" y="1317330"/>
                </a:lnTo>
                <a:close/>
                <a:lnTo>
                  <a:pt x="826996" y="1317367"/>
                </a:lnTo>
                <a:close/>
                <a:lnTo>
                  <a:pt x="830025" y="1317400"/>
                </a:lnTo>
                <a:close/>
                <a:lnTo>
                  <a:pt x="833055" y="1317430"/>
                </a:lnTo>
                <a:close/>
                <a:lnTo>
                  <a:pt x="836084" y="1317455"/>
                </a:lnTo>
                <a:close/>
                <a:lnTo>
                  <a:pt x="839113" y="1317478"/>
                </a:lnTo>
                <a:close/>
                <a:lnTo>
                  <a:pt x="842143" y="1317499"/>
                </a:lnTo>
                <a:close/>
                <a:lnTo>
                  <a:pt x="845172" y="1317517"/>
                </a:lnTo>
                <a:close/>
                <a:lnTo>
                  <a:pt x="848201" y="1317533"/>
                </a:lnTo>
                <a:close/>
                <a:lnTo>
                  <a:pt x="851230" y="1317547"/>
                </a:lnTo>
                <a:close/>
                <a:lnTo>
                  <a:pt x="854260" y="1317559"/>
                </a:lnTo>
                <a:close/>
                <a:lnTo>
                  <a:pt x="857289" y="1317570"/>
                </a:lnTo>
                <a:close/>
                <a:lnTo>
                  <a:pt x="860318" y="1317579"/>
                </a:lnTo>
                <a:close/>
                <a:lnTo>
                  <a:pt x="863348" y="1317588"/>
                </a:lnTo>
                <a:close/>
                <a:lnTo>
                  <a:pt x="866377" y="1317595"/>
                </a:lnTo>
                <a:close/>
                <a:lnTo>
                  <a:pt x="869406" y="1317601"/>
                </a:lnTo>
                <a:close/>
                <a:lnTo>
                  <a:pt x="872435" y="1317607"/>
                </a:lnTo>
                <a:close/>
                <a:lnTo>
                  <a:pt x="875465" y="1317612"/>
                </a:lnTo>
                <a:close/>
                <a:lnTo>
                  <a:pt x="878494" y="1317616"/>
                </a:lnTo>
                <a:close/>
                <a:lnTo>
                  <a:pt x="881523" y="1317620"/>
                </a:lnTo>
                <a:close/>
                <a:lnTo>
                  <a:pt x="884553" y="1317623"/>
                </a:lnTo>
                <a:close/>
                <a:lnTo>
                  <a:pt x="887582" y="1317626"/>
                </a:lnTo>
                <a:close/>
                <a:lnTo>
                  <a:pt x="890611" y="1317629"/>
                </a:lnTo>
                <a:close/>
                <a:lnTo>
                  <a:pt x="893641" y="1317631"/>
                </a:lnTo>
                <a:close/>
                <a:lnTo>
                  <a:pt x="896670" y="1317633"/>
                </a:lnTo>
                <a:close/>
                <a:lnTo>
                  <a:pt x="899699" y="1317634"/>
                </a:lnTo>
                <a:close/>
                <a:lnTo>
                  <a:pt x="902728" y="1317636"/>
                </a:lnTo>
                <a:close/>
                <a:lnTo>
                  <a:pt x="905758" y="1317637"/>
                </a:lnTo>
                <a:close/>
                <a:lnTo>
                  <a:pt x="905758" y="1317644"/>
                </a:lnTo>
                <a:close/>
                <a:lnTo>
                  <a:pt x="905758" y="1317644"/>
                </a:lnTo>
                <a:close/>
                <a:lnTo>
                  <a:pt x="902728" y="1317644"/>
                </a:lnTo>
                <a:close/>
                <a:lnTo>
                  <a:pt x="899699" y="1317644"/>
                </a:lnTo>
                <a:close/>
                <a:lnTo>
                  <a:pt x="896670" y="1317644"/>
                </a:lnTo>
                <a:close/>
                <a:lnTo>
                  <a:pt x="893641" y="1317644"/>
                </a:lnTo>
                <a:close/>
                <a:lnTo>
                  <a:pt x="890611" y="1317644"/>
                </a:lnTo>
                <a:close/>
                <a:lnTo>
                  <a:pt x="887582" y="1317644"/>
                </a:lnTo>
                <a:close/>
                <a:lnTo>
                  <a:pt x="884553" y="1317644"/>
                </a:lnTo>
                <a:close/>
                <a:lnTo>
                  <a:pt x="881523" y="1317644"/>
                </a:lnTo>
                <a:close/>
                <a:lnTo>
                  <a:pt x="878494" y="1317644"/>
                </a:lnTo>
                <a:close/>
                <a:lnTo>
                  <a:pt x="875465" y="1317644"/>
                </a:lnTo>
                <a:close/>
                <a:lnTo>
                  <a:pt x="872435" y="1317644"/>
                </a:lnTo>
                <a:close/>
                <a:lnTo>
                  <a:pt x="869406" y="1317644"/>
                </a:lnTo>
                <a:close/>
                <a:lnTo>
                  <a:pt x="866377" y="1317644"/>
                </a:lnTo>
                <a:close/>
                <a:lnTo>
                  <a:pt x="863348" y="1317644"/>
                </a:lnTo>
                <a:close/>
                <a:lnTo>
                  <a:pt x="860318" y="1317644"/>
                </a:lnTo>
                <a:close/>
                <a:lnTo>
                  <a:pt x="857289" y="1317644"/>
                </a:lnTo>
                <a:close/>
                <a:lnTo>
                  <a:pt x="854260" y="1317644"/>
                </a:lnTo>
                <a:close/>
                <a:lnTo>
                  <a:pt x="851230" y="1317644"/>
                </a:lnTo>
                <a:close/>
                <a:lnTo>
                  <a:pt x="848201" y="1317644"/>
                </a:lnTo>
                <a:close/>
                <a:lnTo>
                  <a:pt x="845172" y="1317644"/>
                </a:lnTo>
                <a:close/>
                <a:lnTo>
                  <a:pt x="842143" y="1317644"/>
                </a:lnTo>
                <a:close/>
                <a:lnTo>
                  <a:pt x="839113" y="1317644"/>
                </a:lnTo>
                <a:close/>
                <a:lnTo>
                  <a:pt x="836084" y="1317644"/>
                </a:lnTo>
                <a:close/>
                <a:lnTo>
                  <a:pt x="833055" y="1317644"/>
                </a:lnTo>
                <a:close/>
                <a:lnTo>
                  <a:pt x="830025" y="1317644"/>
                </a:lnTo>
                <a:close/>
                <a:lnTo>
                  <a:pt x="826996" y="1317644"/>
                </a:lnTo>
                <a:close/>
                <a:lnTo>
                  <a:pt x="823967" y="1317644"/>
                </a:lnTo>
                <a:close/>
                <a:lnTo>
                  <a:pt x="820938" y="1317644"/>
                </a:lnTo>
                <a:close/>
                <a:lnTo>
                  <a:pt x="817908" y="1317644"/>
                </a:lnTo>
                <a:close/>
                <a:lnTo>
                  <a:pt x="814879" y="1317644"/>
                </a:lnTo>
                <a:close/>
                <a:lnTo>
                  <a:pt x="811850" y="1317644"/>
                </a:lnTo>
                <a:close/>
                <a:lnTo>
                  <a:pt x="808820" y="1317644"/>
                </a:lnTo>
                <a:close/>
                <a:lnTo>
                  <a:pt x="805791" y="1317644"/>
                </a:lnTo>
                <a:close/>
                <a:lnTo>
                  <a:pt x="802762" y="1317644"/>
                </a:lnTo>
                <a:close/>
                <a:lnTo>
                  <a:pt x="799732" y="1317644"/>
                </a:lnTo>
                <a:close/>
                <a:lnTo>
                  <a:pt x="796703" y="1317644"/>
                </a:lnTo>
                <a:close/>
                <a:lnTo>
                  <a:pt x="793674" y="1317644"/>
                </a:lnTo>
                <a:close/>
                <a:lnTo>
                  <a:pt x="790645" y="1317644"/>
                </a:lnTo>
                <a:close/>
                <a:lnTo>
                  <a:pt x="787615" y="1317644"/>
                </a:lnTo>
                <a:close/>
                <a:lnTo>
                  <a:pt x="784586" y="1317644"/>
                </a:lnTo>
                <a:close/>
                <a:lnTo>
                  <a:pt x="781557" y="1317644"/>
                </a:lnTo>
                <a:close/>
                <a:lnTo>
                  <a:pt x="778527" y="1317644"/>
                </a:lnTo>
                <a:close/>
                <a:lnTo>
                  <a:pt x="775498" y="1317644"/>
                </a:lnTo>
                <a:close/>
                <a:lnTo>
                  <a:pt x="772469" y="1317644"/>
                </a:lnTo>
                <a:close/>
                <a:lnTo>
                  <a:pt x="769440" y="1317644"/>
                </a:lnTo>
                <a:close/>
                <a:lnTo>
                  <a:pt x="766410" y="1317644"/>
                </a:lnTo>
                <a:close/>
                <a:lnTo>
                  <a:pt x="763381" y="1317644"/>
                </a:lnTo>
                <a:close/>
                <a:lnTo>
                  <a:pt x="760352" y="1317644"/>
                </a:lnTo>
                <a:close/>
                <a:lnTo>
                  <a:pt x="757322" y="1317644"/>
                </a:lnTo>
                <a:close/>
                <a:lnTo>
                  <a:pt x="754293" y="1317644"/>
                </a:lnTo>
                <a:close/>
                <a:lnTo>
                  <a:pt x="751264" y="1317644"/>
                </a:lnTo>
                <a:close/>
                <a:lnTo>
                  <a:pt x="748235" y="1317644"/>
                </a:lnTo>
                <a:close/>
                <a:lnTo>
                  <a:pt x="745205" y="1317644"/>
                </a:lnTo>
                <a:close/>
                <a:lnTo>
                  <a:pt x="742176" y="1317644"/>
                </a:lnTo>
                <a:close/>
                <a:lnTo>
                  <a:pt x="739147" y="1317644"/>
                </a:lnTo>
                <a:close/>
                <a:lnTo>
                  <a:pt x="736117" y="1317644"/>
                </a:lnTo>
                <a:close/>
                <a:lnTo>
                  <a:pt x="733088" y="1317644"/>
                </a:lnTo>
                <a:close/>
                <a:lnTo>
                  <a:pt x="730059" y="1317644"/>
                </a:lnTo>
                <a:close/>
                <a:lnTo>
                  <a:pt x="727029" y="1317644"/>
                </a:lnTo>
                <a:close/>
                <a:lnTo>
                  <a:pt x="724000" y="1317644"/>
                </a:lnTo>
                <a:close/>
                <a:lnTo>
                  <a:pt x="720971" y="1317644"/>
                </a:lnTo>
                <a:close/>
                <a:lnTo>
                  <a:pt x="717942" y="1317644"/>
                </a:lnTo>
                <a:close/>
                <a:lnTo>
                  <a:pt x="714912" y="1317644"/>
                </a:lnTo>
                <a:close/>
                <a:lnTo>
                  <a:pt x="711883" y="1317644"/>
                </a:lnTo>
                <a:close/>
                <a:lnTo>
                  <a:pt x="708854" y="1317644"/>
                </a:lnTo>
                <a:close/>
                <a:lnTo>
                  <a:pt x="705824" y="1317644"/>
                </a:lnTo>
                <a:close/>
                <a:lnTo>
                  <a:pt x="702795" y="1317644"/>
                </a:lnTo>
                <a:close/>
                <a:lnTo>
                  <a:pt x="699766" y="1317644"/>
                </a:lnTo>
                <a:close/>
                <a:lnTo>
                  <a:pt x="696737" y="1317644"/>
                </a:lnTo>
                <a:close/>
                <a:lnTo>
                  <a:pt x="693707" y="1317644"/>
                </a:lnTo>
                <a:close/>
                <a:lnTo>
                  <a:pt x="690678" y="1317644"/>
                </a:lnTo>
                <a:close/>
                <a:lnTo>
                  <a:pt x="687649" y="1317644"/>
                </a:lnTo>
                <a:close/>
                <a:lnTo>
                  <a:pt x="684619" y="1317644"/>
                </a:lnTo>
                <a:close/>
                <a:lnTo>
                  <a:pt x="681590" y="1317644"/>
                </a:lnTo>
                <a:close/>
                <a:lnTo>
                  <a:pt x="678561" y="1317644"/>
                </a:lnTo>
                <a:close/>
                <a:lnTo>
                  <a:pt x="675532" y="1317644"/>
                </a:lnTo>
                <a:close/>
                <a:lnTo>
                  <a:pt x="672502" y="1317644"/>
                </a:lnTo>
                <a:close/>
                <a:lnTo>
                  <a:pt x="669473" y="1317644"/>
                </a:lnTo>
                <a:close/>
                <a:lnTo>
                  <a:pt x="666444" y="1317644"/>
                </a:lnTo>
                <a:close/>
                <a:lnTo>
                  <a:pt x="663414" y="1317644"/>
                </a:lnTo>
                <a:close/>
                <a:lnTo>
                  <a:pt x="660385" y="1317644"/>
                </a:lnTo>
                <a:close/>
                <a:lnTo>
                  <a:pt x="657356" y="1317644"/>
                </a:lnTo>
                <a:close/>
                <a:lnTo>
                  <a:pt x="654327" y="1317644"/>
                </a:lnTo>
                <a:close/>
                <a:lnTo>
                  <a:pt x="651297" y="1317644"/>
                </a:lnTo>
                <a:close/>
                <a:lnTo>
                  <a:pt x="648268" y="1317644"/>
                </a:lnTo>
                <a:close/>
                <a:lnTo>
                  <a:pt x="645239" y="1317644"/>
                </a:lnTo>
                <a:close/>
                <a:lnTo>
                  <a:pt x="642209" y="1317644"/>
                </a:lnTo>
                <a:close/>
                <a:lnTo>
                  <a:pt x="639180" y="1317644"/>
                </a:lnTo>
                <a:close/>
                <a:lnTo>
                  <a:pt x="636151" y="1317644"/>
                </a:lnTo>
                <a:close/>
                <a:lnTo>
                  <a:pt x="633121" y="1317644"/>
                </a:lnTo>
                <a:close/>
                <a:lnTo>
                  <a:pt x="630092" y="1317644"/>
                </a:lnTo>
                <a:close/>
                <a:lnTo>
                  <a:pt x="627063" y="1317644"/>
                </a:lnTo>
                <a:close/>
                <a:lnTo>
                  <a:pt x="624034" y="1317644"/>
                </a:lnTo>
                <a:close/>
                <a:lnTo>
                  <a:pt x="621004" y="1317644"/>
                </a:lnTo>
                <a:close/>
                <a:lnTo>
                  <a:pt x="617975" y="1317644"/>
                </a:lnTo>
                <a:close/>
                <a:lnTo>
                  <a:pt x="614946" y="1317644"/>
                </a:lnTo>
                <a:close/>
                <a:lnTo>
                  <a:pt x="611916" y="1317644"/>
                </a:lnTo>
                <a:close/>
                <a:lnTo>
                  <a:pt x="608887" y="1317644"/>
                </a:lnTo>
                <a:close/>
                <a:lnTo>
                  <a:pt x="605858" y="1317644"/>
                </a:lnTo>
                <a:close/>
                <a:lnTo>
                  <a:pt x="602829" y="1317644"/>
                </a:lnTo>
                <a:close/>
                <a:lnTo>
                  <a:pt x="599799" y="1317644"/>
                </a:lnTo>
                <a:close/>
                <a:lnTo>
                  <a:pt x="596770" y="1317644"/>
                </a:lnTo>
                <a:close/>
                <a:lnTo>
                  <a:pt x="593741" y="1317644"/>
                </a:lnTo>
                <a:close/>
                <a:lnTo>
                  <a:pt x="590711" y="1317644"/>
                </a:lnTo>
                <a:close/>
                <a:lnTo>
                  <a:pt x="587682" y="1317644"/>
                </a:lnTo>
                <a:close/>
                <a:lnTo>
                  <a:pt x="584653" y="1317644"/>
                </a:lnTo>
                <a:close/>
                <a:lnTo>
                  <a:pt x="581624" y="1317644"/>
                </a:lnTo>
                <a:close/>
                <a:lnTo>
                  <a:pt x="578594" y="1317644"/>
                </a:lnTo>
                <a:close/>
                <a:lnTo>
                  <a:pt x="575565" y="1317644"/>
                </a:lnTo>
                <a:close/>
                <a:lnTo>
                  <a:pt x="572536" y="1317644"/>
                </a:lnTo>
                <a:close/>
                <a:lnTo>
                  <a:pt x="569506" y="1317644"/>
                </a:lnTo>
                <a:close/>
                <a:lnTo>
                  <a:pt x="566477" y="1317644"/>
                </a:lnTo>
                <a:close/>
                <a:lnTo>
                  <a:pt x="563448" y="1317644"/>
                </a:lnTo>
                <a:close/>
                <a:lnTo>
                  <a:pt x="560418" y="1317644"/>
                </a:lnTo>
                <a:close/>
                <a:lnTo>
                  <a:pt x="557389" y="1317644"/>
                </a:lnTo>
                <a:close/>
                <a:lnTo>
                  <a:pt x="554360" y="1317644"/>
                </a:lnTo>
                <a:close/>
                <a:lnTo>
                  <a:pt x="551331" y="1317644"/>
                </a:lnTo>
                <a:close/>
                <a:lnTo>
                  <a:pt x="548301" y="1317644"/>
                </a:lnTo>
                <a:close/>
                <a:lnTo>
                  <a:pt x="545272" y="1317644"/>
                </a:lnTo>
                <a:close/>
                <a:lnTo>
                  <a:pt x="542243" y="1317644"/>
                </a:lnTo>
                <a:close/>
                <a:lnTo>
                  <a:pt x="539213" y="1317644"/>
                </a:lnTo>
                <a:close/>
                <a:lnTo>
                  <a:pt x="536184" y="1317644"/>
                </a:lnTo>
                <a:close/>
                <a:lnTo>
                  <a:pt x="533155" y="1317644"/>
                </a:lnTo>
                <a:close/>
                <a:lnTo>
                  <a:pt x="530126" y="1317644"/>
                </a:lnTo>
                <a:close/>
                <a:lnTo>
                  <a:pt x="527096" y="1317644"/>
                </a:lnTo>
                <a:close/>
                <a:lnTo>
                  <a:pt x="524067" y="1317644"/>
                </a:lnTo>
                <a:close/>
                <a:lnTo>
                  <a:pt x="521038" y="1317644"/>
                </a:lnTo>
                <a:close/>
                <a:lnTo>
                  <a:pt x="518008" y="1317644"/>
                </a:lnTo>
                <a:close/>
                <a:lnTo>
                  <a:pt x="514979" y="1317644"/>
                </a:lnTo>
                <a:close/>
                <a:lnTo>
                  <a:pt x="511950" y="1317644"/>
                </a:lnTo>
                <a:close/>
                <a:lnTo>
                  <a:pt x="508921" y="1317644"/>
                </a:lnTo>
                <a:close/>
                <a:lnTo>
                  <a:pt x="505891" y="1317644"/>
                </a:lnTo>
                <a:close/>
                <a:lnTo>
                  <a:pt x="502862" y="1317644"/>
                </a:lnTo>
                <a:close/>
                <a:lnTo>
                  <a:pt x="499833" y="1317644"/>
                </a:lnTo>
                <a:close/>
                <a:lnTo>
                  <a:pt x="496803" y="1317644"/>
                </a:lnTo>
                <a:close/>
                <a:lnTo>
                  <a:pt x="493774" y="1317644"/>
                </a:lnTo>
                <a:close/>
                <a:lnTo>
                  <a:pt x="490745" y="1317644"/>
                </a:lnTo>
                <a:close/>
                <a:lnTo>
                  <a:pt x="487715" y="1317644"/>
                </a:lnTo>
                <a:close/>
                <a:lnTo>
                  <a:pt x="484686" y="1317644"/>
                </a:lnTo>
                <a:close/>
                <a:lnTo>
                  <a:pt x="481657" y="1317644"/>
                </a:lnTo>
                <a:close/>
                <a:lnTo>
                  <a:pt x="478628" y="1317644"/>
                </a:lnTo>
                <a:close/>
                <a:lnTo>
                  <a:pt x="475598" y="1317644"/>
                </a:lnTo>
                <a:close/>
                <a:lnTo>
                  <a:pt x="472569" y="1317644"/>
                </a:lnTo>
                <a:close/>
                <a:lnTo>
                  <a:pt x="469540" y="1317644"/>
                </a:lnTo>
                <a:close/>
                <a:lnTo>
                  <a:pt x="466510" y="1317644"/>
                </a:lnTo>
                <a:close/>
                <a:lnTo>
                  <a:pt x="463481" y="1317644"/>
                </a:lnTo>
                <a:close/>
                <a:lnTo>
                  <a:pt x="460452" y="1317644"/>
                </a:lnTo>
                <a:close/>
                <a:lnTo>
                  <a:pt x="457423" y="1317644"/>
                </a:lnTo>
                <a:close/>
                <a:lnTo>
                  <a:pt x="454393" y="1317644"/>
                </a:lnTo>
                <a:close/>
                <a:lnTo>
                  <a:pt x="451364" y="1317644"/>
                </a:lnTo>
                <a:close/>
                <a:lnTo>
                  <a:pt x="448335" y="1317644"/>
                </a:lnTo>
                <a:close/>
                <a:lnTo>
                  <a:pt x="445305" y="1317644"/>
                </a:lnTo>
                <a:close/>
                <a:lnTo>
                  <a:pt x="442276" y="1317644"/>
                </a:lnTo>
                <a:close/>
                <a:lnTo>
                  <a:pt x="439247" y="1317644"/>
                </a:lnTo>
                <a:close/>
                <a:lnTo>
                  <a:pt x="436218" y="1317644"/>
                </a:lnTo>
                <a:close/>
                <a:lnTo>
                  <a:pt x="433188" y="1317644"/>
                </a:lnTo>
                <a:close/>
                <a:lnTo>
                  <a:pt x="430159" y="1317644"/>
                </a:lnTo>
                <a:close/>
                <a:lnTo>
                  <a:pt x="427130" y="1317644"/>
                </a:lnTo>
                <a:close/>
                <a:lnTo>
                  <a:pt x="424100" y="1317644"/>
                </a:lnTo>
                <a:close/>
                <a:lnTo>
                  <a:pt x="421071" y="1317644"/>
                </a:lnTo>
                <a:close/>
                <a:lnTo>
                  <a:pt x="418042" y="1317644"/>
                </a:lnTo>
                <a:close/>
                <a:lnTo>
                  <a:pt x="415013" y="1317644"/>
                </a:lnTo>
                <a:close/>
                <a:lnTo>
                  <a:pt x="411983" y="1317644"/>
                </a:lnTo>
                <a:close/>
                <a:lnTo>
                  <a:pt x="408954" y="1317644"/>
                </a:lnTo>
                <a:close/>
                <a:lnTo>
                  <a:pt x="405925" y="1317644"/>
                </a:lnTo>
                <a:close/>
                <a:lnTo>
                  <a:pt x="402895" y="1317644"/>
                </a:lnTo>
                <a:close/>
                <a:lnTo>
                  <a:pt x="399866" y="1317644"/>
                </a:lnTo>
                <a:close/>
                <a:lnTo>
                  <a:pt x="396837" y="1317644"/>
                </a:lnTo>
                <a:close/>
                <a:lnTo>
                  <a:pt x="393807" y="1317644"/>
                </a:lnTo>
                <a:close/>
                <a:lnTo>
                  <a:pt x="390778" y="1317644"/>
                </a:lnTo>
                <a:close/>
                <a:lnTo>
                  <a:pt x="387749" y="1317644"/>
                </a:lnTo>
                <a:close/>
                <a:lnTo>
                  <a:pt x="384720" y="1317644"/>
                </a:lnTo>
                <a:close/>
                <a:lnTo>
                  <a:pt x="381690" y="1317644"/>
                </a:lnTo>
                <a:close/>
                <a:lnTo>
                  <a:pt x="378661" y="1317644"/>
                </a:lnTo>
                <a:close/>
                <a:lnTo>
                  <a:pt x="375632" y="1317644"/>
                </a:lnTo>
                <a:close/>
                <a:lnTo>
                  <a:pt x="372602" y="1317644"/>
                </a:lnTo>
                <a:close/>
                <a:lnTo>
                  <a:pt x="369573" y="1317644"/>
                </a:lnTo>
                <a:close/>
                <a:lnTo>
                  <a:pt x="366544" y="1317644"/>
                </a:lnTo>
                <a:close/>
                <a:lnTo>
                  <a:pt x="363515" y="1317644"/>
                </a:lnTo>
                <a:close/>
                <a:lnTo>
                  <a:pt x="360485" y="1317644"/>
                </a:lnTo>
                <a:close/>
                <a:lnTo>
                  <a:pt x="357456" y="1317644"/>
                </a:lnTo>
                <a:close/>
                <a:lnTo>
                  <a:pt x="354427" y="1317644"/>
                </a:lnTo>
                <a:close/>
                <a:lnTo>
                  <a:pt x="351397" y="1317644"/>
                </a:lnTo>
                <a:close/>
                <a:lnTo>
                  <a:pt x="348368" y="1317644"/>
                </a:lnTo>
                <a:close/>
                <a:lnTo>
                  <a:pt x="345339" y="1317644"/>
                </a:lnTo>
                <a:close/>
                <a:lnTo>
                  <a:pt x="342310" y="1317644"/>
                </a:lnTo>
                <a:close/>
                <a:lnTo>
                  <a:pt x="339280" y="1317644"/>
                </a:lnTo>
                <a:close/>
                <a:lnTo>
                  <a:pt x="336251" y="1317644"/>
                </a:lnTo>
                <a:close/>
                <a:lnTo>
                  <a:pt x="333222" y="1317644"/>
                </a:lnTo>
                <a:close/>
                <a:lnTo>
                  <a:pt x="330192" y="1317644"/>
                </a:lnTo>
                <a:close/>
                <a:lnTo>
                  <a:pt x="327163" y="1317644"/>
                </a:lnTo>
                <a:close/>
                <a:lnTo>
                  <a:pt x="324134" y="1317644"/>
                </a:lnTo>
                <a:close/>
                <a:lnTo>
                  <a:pt x="321104" y="1317644"/>
                </a:lnTo>
                <a:close/>
                <a:lnTo>
                  <a:pt x="318075" y="1317644"/>
                </a:lnTo>
                <a:close/>
                <a:lnTo>
                  <a:pt x="315046" y="1317644"/>
                </a:lnTo>
                <a:close/>
                <a:lnTo>
                  <a:pt x="312017" y="1317644"/>
                </a:lnTo>
                <a:close/>
                <a:lnTo>
                  <a:pt x="308987" y="1317644"/>
                </a:lnTo>
                <a:close/>
                <a:lnTo>
                  <a:pt x="305958" y="1317644"/>
                </a:lnTo>
                <a:close/>
                <a:lnTo>
                  <a:pt x="302929" y="1317644"/>
                </a:lnTo>
                <a:close/>
                <a:lnTo>
                  <a:pt x="299899" y="1317644"/>
                </a:lnTo>
                <a:close/>
                <a:lnTo>
                  <a:pt x="296870" y="1317644"/>
                </a:lnTo>
                <a:close/>
                <a:lnTo>
                  <a:pt x="293841" y="1317644"/>
                </a:lnTo>
                <a:close/>
                <a:lnTo>
                  <a:pt x="290812" y="1317644"/>
                </a:lnTo>
                <a:close/>
                <a:lnTo>
                  <a:pt x="287782" y="1317644"/>
                </a:lnTo>
                <a:close/>
                <a:lnTo>
                  <a:pt x="284753" y="1317644"/>
                </a:lnTo>
                <a:close/>
                <a:lnTo>
                  <a:pt x="281724" y="1317644"/>
                </a:lnTo>
                <a:close/>
                <a:lnTo>
                  <a:pt x="278694" y="1317644"/>
                </a:lnTo>
                <a:close/>
                <a:lnTo>
                  <a:pt x="275665" y="1317644"/>
                </a:lnTo>
                <a:close/>
                <a:lnTo>
                  <a:pt x="272636" y="1317644"/>
                </a:lnTo>
                <a:close/>
                <a:lnTo>
                  <a:pt x="269607" y="1317644"/>
                </a:lnTo>
                <a:close/>
                <a:lnTo>
                  <a:pt x="266577" y="1317644"/>
                </a:lnTo>
                <a:close/>
                <a:lnTo>
                  <a:pt x="263548" y="1317644"/>
                </a:lnTo>
                <a:close/>
                <a:lnTo>
                  <a:pt x="260519" y="1317644"/>
                </a:lnTo>
                <a:close/>
                <a:lnTo>
                  <a:pt x="257489" y="1317644"/>
                </a:lnTo>
                <a:close/>
                <a:lnTo>
                  <a:pt x="254460" y="1317644"/>
                </a:lnTo>
                <a:close/>
                <a:lnTo>
                  <a:pt x="251431" y="1317644"/>
                </a:lnTo>
                <a:close/>
                <a:lnTo>
                  <a:pt x="248401" y="1317644"/>
                </a:lnTo>
                <a:close/>
                <a:lnTo>
                  <a:pt x="245372" y="1317644"/>
                </a:lnTo>
                <a:close/>
                <a:lnTo>
                  <a:pt x="242343" y="1317644"/>
                </a:lnTo>
                <a:close/>
                <a:lnTo>
                  <a:pt x="239314" y="1317644"/>
                </a:lnTo>
                <a:close/>
                <a:lnTo>
                  <a:pt x="236284" y="1317644"/>
                </a:lnTo>
                <a:close/>
                <a:lnTo>
                  <a:pt x="233255" y="1317644"/>
                </a:lnTo>
                <a:close/>
                <a:lnTo>
                  <a:pt x="230226" y="1317644"/>
                </a:lnTo>
                <a:close/>
                <a:lnTo>
                  <a:pt x="227196" y="1317644"/>
                </a:lnTo>
                <a:close/>
                <a:lnTo>
                  <a:pt x="224167" y="1317644"/>
                </a:lnTo>
                <a:close/>
                <a:lnTo>
                  <a:pt x="221138" y="1317644"/>
                </a:lnTo>
                <a:close/>
                <a:lnTo>
                  <a:pt x="218109" y="1317644"/>
                </a:lnTo>
                <a:close/>
                <a:lnTo>
                  <a:pt x="215079" y="1317644"/>
                </a:lnTo>
                <a:close/>
                <a:lnTo>
                  <a:pt x="212050" y="1317644"/>
                </a:lnTo>
                <a:close/>
                <a:lnTo>
                  <a:pt x="209021" y="1317644"/>
                </a:lnTo>
                <a:close/>
                <a:lnTo>
                  <a:pt x="205991" y="1317644"/>
                </a:lnTo>
                <a:close/>
                <a:lnTo>
                  <a:pt x="202962" y="1317644"/>
                </a:lnTo>
                <a:close/>
                <a:lnTo>
                  <a:pt x="199933" y="1317644"/>
                </a:lnTo>
                <a:close/>
                <a:lnTo>
                  <a:pt x="196904" y="1317644"/>
                </a:lnTo>
                <a:close/>
                <a:lnTo>
                  <a:pt x="193874" y="1317644"/>
                </a:lnTo>
                <a:close/>
                <a:lnTo>
                  <a:pt x="190845" y="1317644"/>
                </a:lnTo>
                <a:close/>
                <a:lnTo>
                  <a:pt x="187816" y="1317644"/>
                </a:lnTo>
                <a:close/>
                <a:lnTo>
                  <a:pt x="184786" y="1317644"/>
                </a:lnTo>
                <a:close/>
                <a:lnTo>
                  <a:pt x="181757" y="1317644"/>
                </a:lnTo>
                <a:close/>
                <a:lnTo>
                  <a:pt x="178728" y="1317644"/>
                </a:lnTo>
                <a:close/>
                <a:lnTo>
                  <a:pt x="175699" y="1317644"/>
                </a:lnTo>
                <a:close/>
                <a:lnTo>
                  <a:pt x="172669" y="1317644"/>
                </a:lnTo>
                <a:close/>
                <a:lnTo>
                  <a:pt x="169640" y="1317644"/>
                </a:lnTo>
                <a:close/>
                <a:lnTo>
                  <a:pt x="166611" y="1317644"/>
                </a:lnTo>
                <a:close/>
                <a:lnTo>
                  <a:pt x="163581" y="1317644"/>
                </a:lnTo>
                <a:close/>
                <a:lnTo>
                  <a:pt x="160552" y="1317644"/>
                </a:lnTo>
                <a:close/>
                <a:lnTo>
                  <a:pt x="157523" y="1317644"/>
                </a:lnTo>
                <a:close/>
                <a:lnTo>
                  <a:pt x="154493" y="1317644"/>
                </a:lnTo>
                <a:close/>
                <a:lnTo>
                  <a:pt x="151464" y="1317644"/>
                </a:lnTo>
                <a:close/>
                <a:lnTo>
                  <a:pt x="148435" y="1317644"/>
                </a:lnTo>
                <a:close/>
                <a:lnTo>
                  <a:pt x="145406" y="1317644"/>
                </a:lnTo>
                <a:close/>
                <a:lnTo>
                  <a:pt x="142376" y="1317644"/>
                </a:lnTo>
                <a:close/>
                <a:lnTo>
                  <a:pt x="139347" y="1317644"/>
                </a:lnTo>
                <a:close/>
                <a:lnTo>
                  <a:pt x="136318" y="1317644"/>
                </a:lnTo>
                <a:close/>
                <a:lnTo>
                  <a:pt x="133288" y="1317644"/>
                </a:lnTo>
                <a:close/>
                <a:lnTo>
                  <a:pt x="130259" y="1317644"/>
                </a:lnTo>
                <a:close/>
                <a:lnTo>
                  <a:pt x="127230" y="1317644"/>
                </a:lnTo>
                <a:close/>
                <a:lnTo>
                  <a:pt x="124201" y="1317644"/>
                </a:lnTo>
                <a:close/>
                <a:lnTo>
                  <a:pt x="121171" y="1317644"/>
                </a:lnTo>
                <a:close/>
                <a:lnTo>
                  <a:pt x="118142" y="1317644"/>
                </a:lnTo>
                <a:close/>
                <a:lnTo>
                  <a:pt x="115113" y="1317644"/>
                </a:lnTo>
                <a:close/>
                <a:lnTo>
                  <a:pt x="112083" y="1317644"/>
                </a:lnTo>
                <a:close/>
                <a:lnTo>
                  <a:pt x="109054" y="1317644"/>
                </a:lnTo>
                <a:close/>
                <a:lnTo>
                  <a:pt x="106025" y="1317644"/>
                </a:lnTo>
                <a:close/>
                <a:lnTo>
                  <a:pt x="102996" y="1317644"/>
                </a:lnTo>
                <a:close/>
                <a:lnTo>
                  <a:pt x="99966" y="1317644"/>
                </a:lnTo>
                <a:close/>
                <a:lnTo>
                  <a:pt x="96937" y="1317644"/>
                </a:lnTo>
                <a:close/>
                <a:lnTo>
                  <a:pt x="93908" y="1317644"/>
                </a:lnTo>
                <a:close/>
                <a:lnTo>
                  <a:pt x="90878" y="1317644"/>
                </a:lnTo>
                <a:close/>
                <a:lnTo>
                  <a:pt x="87849" y="1317644"/>
                </a:lnTo>
                <a:close/>
                <a:lnTo>
                  <a:pt x="84820" y="1317644"/>
                </a:lnTo>
                <a:close/>
                <a:lnTo>
                  <a:pt x="81790" y="1317644"/>
                </a:lnTo>
                <a:close/>
                <a:lnTo>
                  <a:pt x="78761" y="1317644"/>
                </a:lnTo>
                <a:close/>
                <a:lnTo>
                  <a:pt x="75732" y="1317644"/>
                </a:lnTo>
                <a:close/>
                <a:lnTo>
                  <a:pt x="72703" y="1317644"/>
                </a:lnTo>
                <a:close/>
                <a:lnTo>
                  <a:pt x="69673" y="1317644"/>
                </a:lnTo>
                <a:close/>
                <a:lnTo>
                  <a:pt x="66644" y="1317644"/>
                </a:lnTo>
                <a:close/>
                <a:lnTo>
                  <a:pt x="63615" y="1317644"/>
                </a:lnTo>
                <a:close/>
                <a:lnTo>
                  <a:pt x="60585" y="1317644"/>
                </a:lnTo>
                <a:close/>
                <a:lnTo>
                  <a:pt x="57556" y="1317644"/>
                </a:lnTo>
                <a:close/>
                <a:lnTo>
                  <a:pt x="54527" y="1317644"/>
                </a:lnTo>
                <a:close/>
                <a:lnTo>
                  <a:pt x="51498" y="1317644"/>
                </a:lnTo>
                <a:close/>
                <a:lnTo>
                  <a:pt x="48468" y="1317644"/>
                </a:lnTo>
                <a:close/>
                <a:lnTo>
                  <a:pt x="45439" y="1317644"/>
                </a:lnTo>
                <a:close/>
                <a:lnTo>
                  <a:pt x="42410" y="1317644"/>
                </a:lnTo>
                <a:close/>
                <a:lnTo>
                  <a:pt x="39380" y="1317644"/>
                </a:lnTo>
                <a:close/>
                <a:lnTo>
                  <a:pt x="36351" y="1317644"/>
                </a:lnTo>
                <a:close/>
                <a:lnTo>
                  <a:pt x="33322" y="1317644"/>
                </a:lnTo>
                <a:close/>
                <a:lnTo>
                  <a:pt x="30293" y="1317644"/>
                </a:lnTo>
                <a:close/>
                <a:lnTo>
                  <a:pt x="27263" y="1317644"/>
                </a:lnTo>
                <a:close/>
                <a:lnTo>
                  <a:pt x="24234" y="1317644"/>
                </a:lnTo>
                <a:close/>
                <a:lnTo>
                  <a:pt x="21205" y="1317644"/>
                </a:lnTo>
                <a:close/>
                <a:lnTo>
                  <a:pt x="18175" y="1317644"/>
                </a:lnTo>
                <a:close/>
                <a:lnTo>
                  <a:pt x="15146" y="1317644"/>
                </a:lnTo>
                <a:close/>
                <a:lnTo>
                  <a:pt x="12117" y="1317644"/>
                </a:lnTo>
                <a:close/>
                <a:lnTo>
                  <a:pt x="9087" y="1317644"/>
                </a:lnTo>
                <a:close/>
                <a:lnTo>
                  <a:pt x="6058" y="1317644"/>
                </a:lnTo>
                <a:close/>
                <a:lnTo>
                  <a:pt x="3029" y="1317644"/>
                </a:lnTo>
                <a:close/>
                <a:lnTo>
                  <a:pt x="0" y="1317644"/>
                </a:lnTo>
                <a:close/>
                <a:lnTo>
                  <a:pt x="0" y="1317644"/>
                </a:lnTo>
                <a:close/>
              </a:path>
            </a:pathLst>
          </a:custGeom>
          <a:solidFill>
            <a:srgbClr val="8C3A3A">
              <a:alpha val="20000"/>
            </a:srgbClr>
          </a:solidFill>
          <a:ln w="12700">
            <a:solidFill>
              <a:srgbClr val="8C3A3A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264727" y="182204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2518086" y="182204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771445" y="182204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061407" y="438515"/>
            <a:ext cx="905758" cy="1317637"/>
          </a:xfrm>
          <a:custGeom>
            <a:avLst/>
            <a:gdLst/>
            <a:ahLst/>
            <a:cxnLst/>
            <a:rect l="l" t="t" r="r" b="b"/>
            <a:pathLst>
              <a:path w="905758" h="1317637">
                <a:moveTo>
                  <a:pt x="0" y="1317497"/>
                </a:moveTo>
                <a:lnTo>
                  <a:pt x="63615" y="1315772"/>
                </a:lnTo>
                <a:close/>
                <a:lnTo>
                  <a:pt x="93908" y="1312215"/>
                </a:lnTo>
                <a:close/>
                <a:lnTo>
                  <a:pt x="115113" y="1306829"/>
                </a:lnTo>
                <a:close/>
                <a:lnTo>
                  <a:pt x="130259" y="1300444"/>
                </a:lnTo>
                <a:close/>
                <a:lnTo>
                  <a:pt x="145406" y="1290928"/>
                </a:lnTo>
                <a:close/>
                <a:lnTo>
                  <a:pt x="157523" y="1280284"/>
                </a:lnTo>
                <a:close/>
                <a:lnTo>
                  <a:pt x="169640" y="1266181"/>
                </a:lnTo>
                <a:close/>
                <a:lnTo>
                  <a:pt x="181757" y="1247816"/>
                </a:lnTo>
                <a:close/>
                <a:lnTo>
                  <a:pt x="193874" y="1224314"/>
                </a:lnTo>
                <a:close/>
                <a:lnTo>
                  <a:pt x="205991" y="1194770"/>
                </a:lnTo>
                <a:close/>
                <a:lnTo>
                  <a:pt x="218109" y="1158294"/>
                </a:lnTo>
                <a:close/>
                <a:lnTo>
                  <a:pt x="230226" y="1114083"/>
                </a:lnTo>
                <a:close/>
                <a:lnTo>
                  <a:pt x="245372" y="1046991"/>
                </a:lnTo>
                <a:close/>
                <a:lnTo>
                  <a:pt x="260519" y="966164"/>
                </a:lnTo>
                <a:close/>
                <a:lnTo>
                  <a:pt x="278694" y="851437"/>
                </a:lnTo>
                <a:close/>
                <a:lnTo>
                  <a:pt x="299899" y="696659"/>
                </a:lnTo>
                <a:close/>
                <a:lnTo>
                  <a:pt x="366544" y="185730"/>
                </a:lnTo>
                <a:close/>
                <a:lnTo>
                  <a:pt x="381690" y="100214"/>
                </a:lnTo>
                <a:close/>
                <a:lnTo>
                  <a:pt x="393807" y="48878"/>
                </a:lnTo>
                <a:close/>
                <a:lnTo>
                  <a:pt x="402895" y="21846"/>
                </a:lnTo>
                <a:close/>
                <a:lnTo>
                  <a:pt x="408954" y="9683"/>
                </a:lnTo>
                <a:close/>
                <a:lnTo>
                  <a:pt x="415013" y="2374"/>
                </a:lnTo>
                <a:close/>
                <a:lnTo>
                  <a:pt x="421071" y="0"/>
                </a:lnTo>
                <a:close/>
                <a:lnTo>
                  <a:pt x="427130" y="2588"/>
                </a:lnTo>
                <a:close/>
                <a:lnTo>
                  <a:pt x="433188" y="10110"/>
                </a:lnTo>
                <a:close/>
                <a:lnTo>
                  <a:pt x="439247" y="22480"/>
                </a:lnTo>
                <a:close/>
                <a:lnTo>
                  <a:pt x="448335" y="49809"/>
                </a:lnTo>
                <a:close/>
                <a:lnTo>
                  <a:pt x="457423" y="87043"/>
                </a:lnTo>
                <a:close/>
                <a:lnTo>
                  <a:pt x="469540" y="150494"/>
                </a:lnTo>
                <a:close/>
                <a:lnTo>
                  <a:pt x="484686" y="248147"/>
                </a:lnTo>
                <a:close/>
                <a:lnTo>
                  <a:pt x="505891" y="408016"/>
                </a:lnTo>
                <a:close/>
                <a:lnTo>
                  <a:pt x="560418" y="832397"/>
                </a:lnTo>
                <a:close/>
                <a:lnTo>
                  <a:pt x="578594" y="949915"/>
                </a:lnTo>
                <a:close/>
                <a:lnTo>
                  <a:pt x="596770" y="1048268"/>
                </a:lnTo>
                <a:close/>
                <a:lnTo>
                  <a:pt x="611916" y="1115127"/>
                </a:lnTo>
                <a:close/>
                <a:lnTo>
                  <a:pt x="627063" y="1168936"/>
                </a:lnTo>
                <a:close/>
                <a:lnTo>
                  <a:pt x="642209" y="1210991"/>
                </a:lnTo>
                <a:close/>
                <a:lnTo>
                  <a:pt x="654327" y="1237270"/>
                </a:lnTo>
                <a:close/>
                <a:lnTo>
                  <a:pt x="666444" y="1257980"/>
                </a:lnTo>
                <a:close/>
                <a:lnTo>
                  <a:pt x="678561" y="1274017"/>
                </a:lnTo>
                <a:close/>
                <a:lnTo>
                  <a:pt x="690678" y="1286220"/>
                </a:lnTo>
                <a:close/>
                <a:lnTo>
                  <a:pt x="705824" y="1297231"/>
                </a:lnTo>
                <a:close/>
                <a:lnTo>
                  <a:pt x="720971" y="1304692"/>
                </a:lnTo>
                <a:close/>
                <a:lnTo>
                  <a:pt x="739147" y="1310370"/>
                </a:lnTo>
                <a:close/>
                <a:lnTo>
                  <a:pt x="763381" y="1314448"/>
                </a:lnTo>
                <a:close/>
                <a:lnTo>
                  <a:pt x="796703" y="1316709"/>
                </a:lnTo>
                <a:close/>
                <a:lnTo>
                  <a:pt x="863348" y="1317588"/>
                </a:lnTo>
                <a:close/>
                <a:lnTo>
                  <a:pt x="905758" y="1317637"/>
                </a:lnTo>
                <a:close/>
                <a:lnTo>
                  <a:pt x="905758" y="1317637"/>
                </a:lnTo>
                <a:close/>
              </a:path>
            </a:pathLst>
          </a:custGeom>
          <a:noFill/>
          <a:ln w="15240">
            <a:solidFill>
              <a:srgbClr val="8C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746332" y="372633"/>
            <a:ext cx="0" cy="1449409"/>
          </a:xfrm>
          <a:custGeom>
            <a:avLst/>
            <a:gdLst/>
            <a:ahLst/>
            <a:cxnLst/>
            <a:rect l="l" t="t" r="r" b="b"/>
            <a:pathLst>
              <a:path w="0" h="1449409">
                <a:moveTo>
                  <a:pt x="0" y="1449409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016119" y="372633"/>
            <a:ext cx="0" cy="1449409"/>
          </a:xfrm>
          <a:custGeom>
            <a:avLst/>
            <a:gdLst/>
            <a:ahLst/>
            <a:cxnLst/>
            <a:rect l="l" t="t" r="r" b="b"/>
            <a:pathLst>
              <a:path w="0" h="1449409">
                <a:moveTo>
                  <a:pt x="0" y="1449409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016119" y="1822042"/>
            <a:ext cx="996334" cy="0"/>
          </a:xfrm>
          <a:custGeom>
            <a:avLst/>
            <a:gdLst/>
            <a:ahLst/>
            <a:cxnLst/>
            <a:rect l="l" t="t" r="r" b="b"/>
            <a:pathLst>
              <a:path w="996334" h="0">
                <a:moveTo>
                  <a:pt x="0" y="0"/>
                </a:moveTo>
                <a:lnTo>
                  <a:pt x="99633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61169" y="372633"/>
            <a:ext cx="996334" cy="1449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406457" y="1229086"/>
            <a:ext cx="905758" cy="527073"/>
          </a:xfrm>
          <a:custGeom>
            <a:avLst/>
            <a:gdLst/>
            <a:ahLst/>
            <a:cxnLst/>
            <a:rect l="l" t="t" r="r" b="b"/>
            <a:pathLst>
              <a:path w="905758" h="527073">
                <a:moveTo>
                  <a:pt x="0" y="527073"/>
                </a:moveTo>
                <a:lnTo>
                  <a:pt x="0" y="527073"/>
                </a:lnTo>
                <a:close/>
                <a:lnTo>
                  <a:pt x="1515" y="527073"/>
                </a:lnTo>
                <a:close/>
                <a:lnTo>
                  <a:pt x="1515" y="527073"/>
                </a:lnTo>
                <a:close/>
                <a:lnTo>
                  <a:pt x="4544" y="527073"/>
                </a:lnTo>
                <a:close/>
                <a:lnTo>
                  <a:pt x="4544" y="527073"/>
                </a:lnTo>
                <a:close/>
                <a:lnTo>
                  <a:pt x="7574" y="527073"/>
                </a:lnTo>
                <a:close/>
                <a:lnTo>
                  <a:pt x="7574" y="527073"/>
                </a:lnTo>
                <a:close/>
                <a:lnTo>
                  <a:pt x="10603" y="527073"/>
                </a:lnTo>
                <a:close/>
                <a:lnTo>
                  <a:pt x="10603" y="527073"/>
                </a:lnTo>
                <a:close/>
                <a:lnTo>
                  <a:pt x="13632" y="527073"/>
                </a:lnTo>
                <a:close/>
                <a:lnTo>
                  <a:pt x="13632" y="527073"/>
                </a:lnTo>
                <a:close/>
                <a:lnTo>
                  <a:pt x="16661" y="527073"/>
                </a:lnTo>
                <a:close/>
                <a:lnTo>
                  <a:pt x="16661" y="527073"/>
                </a:lnTo>
                <a:close/>
                <a:lnTo>
                  <a:pt x="19691" y="527073"/>
                </a:lnTo>
                <a:close/>
                <a:lnTo>
                  <a:pt x="19691" y="527073"/>
                </a:lnTo>
                <a:close/>
                <a:lnTo>
                  <a:pt x="22720" y="527073"/>
                </a:lnTo>
                <a:close/>
                <a:lnTo>
                  <a:pt x="22720" y="527073"/>
                </a:lnTo>
                <a:close/>
                <a:lnTo>
                  <a:pt x="25749" y="527073"/>
                </a:lnTo>
                <a:close/>
                <a:lnTo>
                  <a:pt x="25749" y="527073"/>
                </a:lnTo>
                <a:close/>
                <a:lnTo>
                  <a:pt x="28779" y="527073"/>
                </a:lnTo>
                <a:close/>
                <a:lnTo>
                  <a:pt x="28779" y="527073"/>
                </a:lnTo>
                <a:close/>
                <a:lnTo>
                  <a:pt x="31808" y="527073"/>
                </a:lnTo>
                <a:close/>
                <a:lnTo>
                  <a:pt x="31808" y="527073"/>
                </a:lnTo>
                <a:close/>
                <a:lnTo>
                  <a:pt x="34837" y="527073"/>
                </a:lnTo>
                <a:close/>
                <a:lnTo>
                  <a:pt x="34837" y="527073"/>
                </a:lnTo>
                <a:close/>
                <a:lnTo>
                  <a:pt x="37866" y="527073"/>
                </a:lnTo>
                <a:close/>
                <a:lnTo>
                  <a:pt x="37866" y="527073"/>
                </a:lnTo>
                <a:close/>
                <a:lnTo>
                  <a:pt x="40896" y="527073"/>
                </a:lnTo>
                <a:close/>
                <a:lnTo>
                  <a:pt x="40896" y="527073"/>
                </a:lnTo>
                <a:close/>
                <a:lnTo>
                  <a:pt x="43925" y="527073"/>
                </a:lnTo>
                <a:close/>
                <a:lnTo>
                  <a:pt x="43925" y="527073"/>
                </a:lnTo>
                <a:close/>
                <a:lnTo>
                  <a:pt x="46954" y="527073"/>
                </a:lnTo>
                <a:close/>
                <a:lnTo>
                  <a:pt x="46954" y="527073"/>
                </a:lnTo>
                <a:close/>
                <a:lnTo>
                  <a:pt x="49984" y="527073"/>
                </a:lnTo>
                <a:close/>
                <a:lnTo>
                  <a:pt x="49984" y="527073"/>
                </a:lnTo>
                <a:close/>
                <a:lnTo>
                  <a:pt x="53013" y="527073"/>
                </a:lnTo>
                <a:close/>
                <a:lnTo>
                  <a:pt x="53013" y="527073"/>
                </a:lnTo>
                <a:close/>
                <a:lnTo>
                  <a:pt x="56042" y="527073"/>
                </a:lnTo>
                <a:close/>
                <a:lnTo>
                  <a:pt x="56042" y="527073"/>
                </a:lnTo>
                <a:close/>
                <a:lnTo>
                  <a:pt x="59072" y="527073"/>
                </a:lnTo>
                <a:close/>
                <a:lnTo>
                  <a:pt x="59072" y="527073"/>
                </a:lnTo>
                <a:close/>
                <a:lnTo>
                  <a:pt x="62101" y="527073"/>
                </a:lnTo>
                <a:close/>
                <a:lnTo>
                  <a:pt x="62101" y="527073"/>
                </a:lnTo>
                <a:close/>
                <a:lnTo>
                  <a:pt x="65130" y="527073"/>
                </a:lnTo>
                <a:close/>
                <a:lnTo>
                  <a:pt x="65130" y="527073"/>
                </a:lnTo>
                <a:close/>
                <a:lnTo>
                  <a:pt x="68159" y="527073"/>
                </a:lnTo>
                <a:close/>
                <a:lnTo>
                  <a:pt x="68159" y="527073"/>
                </a:lnTo>
                <a:close/>
                <a:lnTo>
                  <a:pt x="71189" y="527073"/>
                </a:lnTo>
                <a:close/>
                <a:lnTo>
                  <a:pt x="71189" y="527073"/>
                </a:lnTo>
                <a:close/>
                <a:lnTo>
                  <a:pt x="74218" y="527073"/>
                </a:lnTo>
                <a:close/>
                <a:lnTo>
                  <a:pt x="74218" y="527073"/>
                </a:lnTo>
                <a:close/>
                <a:lnTo>
                  <a:pt x="77247" y="527073"/>
                </a:lnTo>
                <a:close/>
                <a:lnTo>
                  <a:pt x="77247" y="527073"/>
                </a:lnTo>
                <a:close/>
                <a:lnTo>
                  <a:pt x="80277" y="527073"/>
                </a:lnTo>
                <a:close/>
                <a:lnTo>
                  <a:pt x="80277" y="527073"/>
                </a:lnTo>
                <a:close/>
                <a:lnTo>
                  <a:pt x="83306" y="527073"/>
                </a:lnTo>
                <a:close/>
                <a:lnTo>
                  <a:pt x="83306" y="527073"/>
                </a:lnTo>
                <a:close/>
                <a:lnTo>
                  <a:pt x="86335" y="527073"/>
                </a:lnTo>
                <a:close/>
                <a:lnTo>
                  <a:pt x="86335" y="527073"/>
                </a:lnTo>
                <a:close/>
                <a:lnTo>
                  <a:pt x="89364" y="527073"/>
                </a:lnTo>
                <a:close/>
                <a:lnTo>
                  <a:pt x="89364" y="527073"/>
                </a:lnTo>
                <a:close/>
                <a:lnTo>
                  <a:pt x="92394" y="527073"/>
                </a:lnTo>
                <a:close/>
                <a:lnTo>
                  <a:pt x="92394" y="527073"/>
                </a:lnTo>
                <a:close/>
                <a:lnTo>
                  <a:pt x="95423" y="527073"/>
                </a:lnTo>
                <a:close/>
                <a:lnTo>
                  <a:pt x="95423" y="527073"/>
                </a:lnTo>
                <a:close/>
                <a:lnTo>
                  <a:pt x="98452" y="527073"/>
                </a:lnTo>
                <a:close/>
                <a:lnTo>
                  <a:pt x="98452" y="527073"/>
                </a:lnTo>
                <a:close/>
                <a:lnTo>
                  <a:pt x="101482" y="527073"/>
                </a:lnTo>
                <a:close/>
                <a:lnTo>
                  <a:pt x="101482" y="527073"/>
                </a:lnTo>
                <a:close/>
                <a:lnTo>
                  <a:pt x="104511" y="527073"/>
                </a:lnTo>
                <a:close/>
                <a:lnTo>
                  <a:pt x="104511" y="0"/>
                </a:lnTo>
                <a:close/>
                <a:lnTo>
                  <a:pt x="107540" y="0"/>
                </a:lnTo>
                <a:close/>
                <a:lnTo>
                  <a:pt x="107540" y="0"/>
                </a:lnTo>
                <a:close/>
                <a:lnTo>
                  <a:pt x="110569" y="0"/>
                </a:lnTo>
                <a:close/>
                <a:lnTo>
                  <a:pt x="110569" y="0"/>
                </a:lnTo>
                <a:close/>
                <a:lnTo>
                  <a:pt x="113599" y="0"/>
                </a:lnTo>
                <a:close/>
                <a:lnTo>
                  <a:pt x="113599" y="0"/>
                </a:lnTo>
                <a:close/>
                <a:lnTo>
                  <a:pt x="116628" y="0"/>
                </a:lnTo>
                <a:close/>
                <a:lnTo>
                  <a:pt x="116628" y="0"/>
                </a:lnTo>
                <a:close/>
                <a:lnTo>
                  <a:pt x="119657" y="0"/>
                </a:lnTo>
                <a:close/>
                <a:lnTo>
                  <a:pt x="119657" y="0"/>
                </a:lnTo>
                <a:close/>
                <a:lnTo>
                  <a:pt x="122687" y="0"/>
                </a:lnTo>
                <a:close/>
                <a:lnTo>
                  <a:pt x="122687" y="0"/>
                </a:lnTo>
                <a:close/>
                <a:lnTo>
                  <a:pt x="125716" y="0"/>
                </a:lnTo>
                <a:close/>
                <a:lnTo>
                  <a:pt x="125716" y="0"/>
                </a:lnTo>
                <a:close/>
                <a:lnTo>
                  <a:pt x="128745" y="0"/>
                </a:lnTo>
                <a:close/>
                <a:lnTo>
                  <a:pt x="128745" y="0"/>
                </a:lnTo>
                <a:close/>
                <a:lnTo>
                  <a:pt x="131774" y="0"/>
                </a:lnTo>
                <a:close/>
                <a:lnTo>
                  <a:pt x="131774" y="0"/>
                </a:lnTo>
                <a:close/>
                <a:lnTo>
                  <a:pt x="134804" y="0"/>
                </a:lnTo>
                <a:close/>
                <a:lnTo>
                  <a:pt x="134804" y="0"/>
                </a:lnTo>
                <a:close/>
                <a:lnTo>
                  <a:pt x="137833" y="0"/>
                </a:lnTo>
                <a:close/>
                <a:lnTo>
                  <a:pt x="137833" y="0"/>
                </a:lnTo>
                <a:close/>
                <a:lnTo>
                  <a:pt x="140862" y="0"/>
                </a:lnTo>
                <a:close/>
                <a:lnTo>
                  <a:pt x="140862" y="0"/>
                </a:lnTo>
                <a:close/>
                <a:lnTo>
                  <a:pt x="143892" y="0"/>
                </a:lnTo>
                <a:close/>
                <a:lnTo>
                  <a:pt x="143892" y="0"/>
                </a:lnTo>
                <a:close/>
                <a:lnTo>
                  <a:pt x="146921" y="0"/>
                </a:lnTo>
                <a:close/>
                <a:lnTo>
                  <a:pt x="146921" y="0"/>
                </a:lnTo>
                <a:close/>
                <a:lnTo>
                  <a:pt x="149950" y="0"/>
                </a:lnTo>
                <a:close/>
                <a:lnTo>
                  <a:pt x="149950" y="0"/>
                </a:lnTo>
                <a:close/>
                <a:lnTo>
                  <a:pt x="152980" y="0"/>
                </a:lnTo>
                <a:close/>
                <a:lnTo>
                  <a:pt x="152980" y="0"/>
                </a:lnTo>
                <a:close/>
                <a:lnTo>
                  <a:pt x="156009" y="0"/>
                </a:lnTo>
                <a:close/>
                <a:lnTo>
                  <a:pt x="156009" y="0"/>
                </a:lnTo>
                <a:close/>
                <a:lnTo>
                  <a:pt x="159038" y="0"/>
                </a:lnTo>
                <a:close/>
                <a:lnTo>
                  <a:pt x="159038" y="0"/>
                </a:lnTo>
                <a:close/>
                <a:lnTo>
                  <a:pt x="162067" y="0"/>
                </a:lnTo>
                <a:close/>
                <a:lnTo>
                  <a:pt x="162067" y="0"/>
                </a:lnTo>
                <a:close/>
                <a:lnTo>
                  <a:pt x="165097" y="0"/>
                </a:lnTo>
                <a:close/>
                <a:lnTo>
                  <a:pt x="165097" y="0"/>
                </a:lnTo>
                <a:close/>
                <a:lnTo>
                  <a:pt x="168126" y="0"/>
                </a:lnTo>
                <a:close/>
                <a:lnTo>
                  <a:pt x="168126" y="0"/>
                </a:lnTo>
                <a:close/>
                <a:lnTo>
                  <a:pt x="171155" y="0"/>
                </a:lnTo>
                <a:close/>
                <a:lnTo>
                  <a:pt x="171155" y="0"/>
                </a:lnTo>
                <a:close/>
                <a:lnTo>
                  <a:pt x="174185" y="0"/>
                </a:lnTo>
                <a:close/>
                <a:lnTo>
                  <a:pt x="174185" y="0"/>
                </a:lnTo>
                <a:close/>
                <a:lnTo>
                  <a:pt x="177214" y="0"/>
                </a:lnTo>
                <a:close/>
                <a:lnTo>
                  <a:pt x="177214" y="0"/>
                </a:lnTo>
                <a:close/>
                <a:lnTo>
                  <a:pt x="180243" y="0"/>
                </a:lnTo>
                <a:close/>
                <a:lnTo>
                  <a:pt x="180243" y="0"/>
                </a:lnTo>
                <a:close/>
                <a:lnTo>
                  <a:pt x="183272" y="0"/>
                </a:lnTo>
                <a:close/>
                <a:lnTo>
                  <a:pt x="183272" y="0"/>
                </a:lnTo>
                <a:close/>
                <a:lnTo>
                  <a:pt x="186302" y="0"/>
                </a:lnTo>
                <a:close/>
                <a:lnTo>
                  <a:pt x="186302" y="0"/>
                </a:lnTo>
                <a:close/>
                <a:lnTo>
                  <a:pt x="189331" y="0"/>
                </a:lnTo>
                <a:close/>
                <a:lnTo>
                  <a:pt x="189331" y="0"/>
                </a:lnTo>
                <a:close/>
                <a:lnTo>
                  <a:pt x="192360" y="0"/>
                </a:lnTo>
                <a:close/>
                <a:lnTo>
                  <a:pt x="192360" y="0"/>
                </a:lnTo>
                <a:close/>
                <a:lnTo>
                  <a:pt x="195390" y="0"/>
                </a:lnTo>
                <a:close/>
                <a:lnTo>
                  <a:pt x="195390" y="0"/>
                </a:lnTo>
                <a:close/>
                <a:lnTo>
                  <a:pt x="198419" y="0"/>
                </a:lnTo>
                <a:close/>
                <a:lnTo>
                  <a:pt x="198419" y="0"/>
                </a:lnTo>
                <a:close/>
                <a:lnTo>
                  <a:pt x="201448" y="0"/>
                </a:lnTo>
                <a:close/>
                <a:lnTo>
                  <a:pt x="201448" y="0"/>
                </a:lnTo>
                <a:close/>
                <a:lnTo>
                  <a:pt x="204477" y="0"/>
                </a:lnTo>
                <a:close/>
                <a:lnTo>
                  <a:pt x="204477" y="0"/>
                </a:lnTo>
                <a:close/>
                <a:lnTo>
                  <a:pt x="207507" y="0"/>
                </a:lnTo>
                <a:close/>
                <a:lnTo>
                  <a:pt x="207507" y="0"/>
                </a:lnTo>
                <a:close/>
                <a:lnTo>
                  <a:pt x="210536" y="0"/>
                </a:lnTo>
                <a:close/>
                <a:lnTo>
                  <a:pt x="210536" y="0"/>
                </a:lnTo>
                <a:close/>
                <a:lnTo>
                  <a:pt x="213565" y="0"/>
                </a:lnTo>
                <a:close/>
                <a:lnTo>
                  <a:pt x="213565" y="0"/>
                </a:lnTo>
                <a:close/>
                <a:lnTo>
                  <a:pt x="216595" y="0"/>
                </a:lnTo>
                <a:close/>
                <a:lnTo>
                  <a:pt x="216595" y="0"/>
                </a:lnTo>
                <a:close/>
                <a:lnTo>
                  <a:pt x="219624" y="0"/>
                </a:lnTo>
                <a:close/>
                <a:lnTo>
                  <a:pt x="219624" y="0"/>
                </a:lnTo>
                <a:close/>
                <a:lnTo>
                  <a:pt x="222653" y="0"/>
                </a:lnTo>
                <a:close/>
                <a:lnTo>
                  <a:pt x="222653" y="0"/>
                </a:lnTo>
                <a:close/>
                <a:lnTo>
                  <a:pt x="225683" y="0"/>
                </a:lnTo>
                <a:close/>
                <a:lnTo>
                  <a:pt x="225683" y="0"/>
                </a:lnTo>
                <a:close/>
                <a:lnTo>
                  <a:pt x="228712" y="0"/>
                </a:lnTo>
                <a:close/>
                <a:lnTo>
                  <a:pt x="228712" y="0"/>
                </a:lnTo>
                <a:close/>
                <a:lnTo>
                  <a:pt x="231741" y="0"/>
                </a:lnTo>
                <a:close/>
                <a:lnTo>
                  <a:pt x="231741" y="0"/>
                </a:lnTo>
                <a:close/>
                <a:lnTo>
                  <a:pt x="234770" y="0"/>
                </a:lnTo>
                <a:close/>
                <a:lnTo>
                  <a:pt x="234770" y="0"/>
                </a:lnTo>
                <a:close/>
                <a:lnTo>
                  <a:pt x="237800" y="0"/>
                </a:lnTo>
                <a:close/>
                <a:lnTo>
                  <a:pt x="237800" y="0"/>
                </a:lnTo>
                <a:close/>
                <a:lnTo>
                  <a:pt x="240829" y="0"/>
                </a:lnTo>
                <a:close/>
                <a:lnTo>
                  <a:pt x="240829" y="0"/>
                </a:lnTo>
                <a:close/>
                <a:lnTo>
                  <a:pt x="243858" y="0"/>
                </a:lnTo>
                <a:close/>
                <a:lnTo>
                  <a:pt x="243858" y="0"/>
                </a:lnTo>
                <a:close/>
                <a:lnTo>
                  <a:pt x="246888" y="0"/>
                </a:lnTo>
                <a:close/>
                <a:lnTo>
                  <a:pt x="246888" y="0"/>
                </a:lnTo>
                <a:close/>
                <a:lnTo>
                  <a:pt x="249917" y="0"/>
                </a:lnTo>
                <a:close/>
                <a:lnTo>
                  <a:pt x="249917" y="0"/>
                </a:lnTo>
                <a:close/>
                <a:lnTo>
                  <a:pt x="252946" y="0"/>
                </a:lnTo>
                <a:close/>
                <a:lnTo>
                  <a:pt x="252946" y="0"/>
                </a:lnTo>
                <a:close/>
                <a:lnTo>
                  <a:pt x="255975" y="0"/>
                </a:lnTo>
                <a:close/>
                <a:lnTo>
                  <a:pt x="255975" y="0"/>
                </a:lnTo>
                <a:close/>
                <a:lnTo>
                  <a:pt x="259005" y="0"/>
                </a:lnTo>
                <a:close/>
                <a:lnTo>
                  <a:pt x="259005" y="0"/>
                </a:lnTo>
                <a:close/>
                <a:lnTo>
                  <a:pt x="262034" y="0"/>
                </a:lnTo>
                <a:close/>
                <a:lnTo>
                  <a:pt x="262034" y="0"/>
                </a:lnTo>
                <a:close/>
                <a:lnTo>
                  <a:pt x="265063" y="0"/>
                </a:lnTo>
                <a:close/>
                <a:lnTo>
                  <a:pt x="265063" y="0"/>
                </a:lnTo>
                <a:close/>
                <a:lnTo>
                  <a:pt x="268093" y="0"/>
                </a:lnTo>
                <a:close/>
                <a:lnTo>
                  <a:pt x="268093" y="0"/>
                </a:lnTo>
                <a:close/>
                <a:lnTo>
                  <a:pt x="271122" y="0"/>
                </a:lnTo>
                <a:close/>
                <a:lnTo>
                  <a:pt x="271122" y="0"/>
                </a:lnTo>
                <a:close/>
                <a:lnTo>
                  <a:pt x="274151" y="0"/>
                </a:lnTo>
                <a:close/>
                <a:lnTo>
                  <a:pt x="274151" y="0"/>
                </a:lnTo>
                <a:close/>
                <a:lnTo>
                  <a:pt x="277180" y="0"/>
                </a:lnTo>
                <a:close/>
                <a:lnTo>
                  <a:pt x="277180" y="0"/>
                </a:lnTo>
                <a:close/>
                <a:lnTo>
                  <a:pt x="280210" y="0"/>
                </a:lnTo>
                <a:close/>
                <a:lnTo>
                  <a:pt x="280210" y="0"/>
                </a:lnTo>
                <a:close/>
                <a:lnTo>
                  <a:pt x="283239" y="0"/>
                </a:lnTo>
                <a:close/>
                <a:lnTo>
                  <a:pt x="283239" y="0"/>
                </a:lnTo>
                <a:close/>
                <a:lnTo>
                  <a:pt x="286268" y="0"/>
                </a:lnTo>
                <a:close/>
                <a:lnTo>
                  <a:pt x="286268" y="0"/>
                </a:lnTo>
                <a:close/>
                <a:lnTo>
                  <a:pt x="289298" y="0"/>
                </a:lnTo>
                <a:close/>
                <a:lnTo>
                  <a:pt x="289298" y="0"/>
                </a:lnTo>
                <a:close/>
                <a:lnTo>
                  <a:pt x="292327" y="0"/>
                </a:lnTo>
                <a:close/>
                <a:lnTo>
                  <a:pt x="292327" y="0"/>
                </a:lnTo>
                <a:close/>
                <a:lnTo>
                  <a:pt x="295356" y="0"/>
                </a:lnTo>
                <a:close/>
                <a:lnTo>
                  <a:pt x="295356" y="0"/>
                </a:lnTo>
                <a:close/>
                <a:lnTo>
                  <a:pt x="298386" y="0"/>
                </a:lnTo>
                <a:close/>
                <a:lnTo>
                  <a:pt x="298386" y="0"/>
                </a:lnTo>
                <a:close/>
                <a:lnTo>
                  <a:pt x="301415" y="0"/>
                </a:lnTo>
                <a:close/>
                <a:lnTo>
                  <a:pt x="301415" y="0"/>
                </a:lnTo>
                <a:close/>
                <a:lnTo>
                  <a:pt x="304444" y="0"/>
                </a:lnTo>
                <a:close/>
                <a:lnTo>
                  <a:pt x="304444" y="0"/>
                </a:lnTo>
                <a:close/>
                <a:lnTo>
                  <a:pt x="307473" y="0"/>
                </a:lnTo>
                <a:close/>
                <a:lnTo>
                  <a:pt x="307473" y="0"/>
                </a:lnTo>
                <a:close/>
                <a:lnTo>
                  <a:pt x="310503" y="0"/>
                </a:lnTo>
                <a:close/>
                <a:lnTo>
                  <a:pt x="310503" y="0"/>
                </a:lnTo>
                <a:close/>
                <a:lnTo>
                  <a:pt x="313532" y="0"/>
                </a:lnTo>
                <a:close/>
                <a:lnTo>
                  <a:pt x="313532" y="0"/>
                </a:lnTo>
                <a:close/>
                <a:lnTo>
                  <a:pt x="316561" y="0"/>
                </a:lnTo>
                <a:close/>
                <a:lnTo>
                  <a:pt x="316561" y="0"/>
                </a:lnTo>
                <a:close/>
                <a:lnTo>
                  <a:pt x="319591" y="0"/>
                </a:lnTo>
                <a:close/>
                <a:lnTo>
                  <a:pt x="319591" y="0"/>
                </a:lnTo>
                <a:close/>
                <a:lnTo>
                  <a:pt x="322620" y="0"/>
                </a:lnTo>
                <a:close/>
                <a:lnTo>
                  <a:pt x="322620" y="0"/>
                </a:lnTo>
                <a:close/>
                <a:lnTo>
                  <a:pt x="325649" y="0"/>
                </a:lnTo>
                <a:close/>
                <a:lnTo>
                  <a:pt x="325649" y="0"/>
                </a:lnTo>
                <a:close/>
                <a:lnTo>
                  <a:pt x="328678" y="0"/>
                </a:lnTo>
                <a:close/>
                <a:lnTo>
                  <a:pt x="328678" y="0"/>
                </a:lnTo>
                <a:close/>
                <a:lnTo>
                  <a:pt x="331708" y="0"/>
                </a:lnTo>
                <a:close/>
                <a:lnTo>
                  <a:pt x="331708" y="0"/>
                </a:lnTo>
                <a:close/>
                <a:lnTo>
                  <a:pt x="334737" y="0"/>
                </a:lnTo>
                <a:close/>
                <a:lnTo>
                  <a:pt x="334737" y="0"/>
                </a:lnTo>
                <a:close/>
                <a:lnTo>
                  <a:pt x="337766" y="0"/>
                </a:lnTo>
                <a:close/>
                <a:lnTo>
                  <a:pt x="337766" y="0"/>
                </a:lnTo>
                <a:close/>
                <a:lnTo>
                  <a:pt x="340796" y="0"/>
                </a:lnTo>
                <a:close/>
                <a:lnTo>
                  <a:pt x="340796" y="0"/>
                </a:lnTo>
                <a:close/>
                <a:lnTo>
                  <a:pt x="343825" y="0"/>
                </a:lnTo>
                <a:close/>
                <a:lnTo>
                  <a:pt x="343825" y="0"/>
                </a:lnTo>
                <a:close/>
                <a:lnTo>
                  <a:pt x="346854" y="0"/>
                </a:lnTo>
                <a:close/>
                <a:lnTo>
                  <a:pt x="346854" y="0"/>
                </a:lnTo>
                <a:close/>
                <a:lnTo>
                  <a:pt x="349883" y="0"/>
                </a:lnTo>
                <a:close/>
                <a:lnTo>
                  <a:pt x="349883" y="0"/>
                </a:lnTo>
                <a:close/>
                <a:lnTo>
                  <a:pt x="352913" y="0"/>
                </a:lnTo>
                <a:close/>
                <a:lnTo>
                  <a:pt x="352913" y="0"/>
                </a:lnTo>
                <a:close/>
                <a:lnTo>
                  <a:pt x="355942" y="0"/>
                </a:lnTo>
                <a:close/>
                <a:lnTo>
                  <a:pt x="355942" y="0"/>
                </a:lnTo>
                <a:close/>
                <a:lnTo>
                  <a:pt x="358971" y="0"/>
                </a:lnTo>
                <a:close/>
                <a:lnTo>
                  <a:pt x="358971" y="0"/>
                </a:lnTo>
                <a:close/>
                <a:lnTo>
                  <a:pt x="362001" y="0"/>
                </a:lnTo>
                <a:close/>
                <a:lnTo>
                  <a:pt x="362001" y="0"/>
                </a:lnTo>
                <a:close/>
                <a:lnTo>
                  <a:pt x="365030" y="0"/>
                </a:lnTo>
                <a:close/>
                <a:lnTo>
                  <a:pt x="365030" y="0"/>
                </a:lnTo>
                <a:close/>
                <a:lnTo>
                  <a:pt x="368059" y="0"/>
                </a:lnTo>
                <a:close/>
                <a:lnTo>
                  <a:pt x="368059" y="0"/>
                </a:lnTo>
                <a:close/>
                <a:lnTo>
                  <a:pt x="371088" y="0"/>
                </a:lnTo>
                <a:close/>
                <a:lnTo>
                  <a:pt x="371088" y="0"/>
                </a:lnTo>
                <a:close/>
                <a:lnTo>
                  <a:pt x="374118" y="0"/>
                </a:lnTo>
                <a:close/>
                <a:lnTo>
                  <a:pt x="374118" y="0"/>
                </a:lnTo>
                <a:close/>
                <a:lnTo>
                  <a:pt x="377147" y="0"/>
                </a:lnTo>
                <a:close/>
                <a:lnTo>
                  <a:pt x="377147" y="0"/>
                </a:lnTo>
                <a:close/>
                <a:lnTo>
                  <a:pt x="380176" y="0"/>
                </a:lnTo>
                <a:close/>
                <a:lnTo>
                  <a:pt x="380176" y="0"/>
                </a:lnTo>
                <a:close/>
                <a:lnTo>
                  <a:pt x="383206" y="0"/>
                </a:lnTo>
                <a:close/>
                <a:lnTo>
                  <a:pt x="383206" y="0"/>
                </a:lnTo>
                <a:close/>
                <a:lnTo>
                  <a:pt x="386235" y="0"/>
                </a:lnTo>
                <a:close/>
                <a:lnTo>
                  <a:pt x="386235" y="0"/>
                </a:lnTo>
                <a:close/>
                <a:lnTo>
                  <a:pt x="389264" y="0"/>
                </a:lnTo>
                <a:close/>
                <a:lnTo>
                  <a:pt x="389264" y="0"/>
                </a:lnTo>
                <a:close/>
                <a:lnTo>
                  <a:pt x="392294" y="0"/>
                </a:lnTo>
                <a:close/>
                <a:lnTo>
                  <a:pt x="392294" y="0"/>
                </a:lnTo>
                <a:close/>
                <a:lnTo>
                  <a:pt x="395323" y="0"/>
                </a:lnTo>
                <a:close/>
                <a:lnTo>
                  <a:pt x="395323" y="0"/>
                </a:lnTo>
                <a:close/>
                <a:lnTo>
                  <a:pt x="398352" y="0"/>
                </a:lnTo>
                <a:close/>
                <a:lnTo>
                  <a:pt x="398352" y="0"/>
                </a:lnTo>
                <a:close/>
                <a:lnTo>
                  <a:pt x="401381" y="0"/>
                </a:lnTo>
                <a:close/>
                <a:lnTo>
                  <a:pt x="401381" y="0"/>
                </a:lnTo>
                <a:close/>
                <a:lnTo>
                  <a:pt x="404411" y="0"/>
                </a:lnTo>
                <a:close/>
                <a:lnTo>
                  <a:pt x="404411" y="0"/>
                </a:lnTo>
                <a:close/>
                <a:lnTo>
                  <a:pt x="407440" y="0"/>
                </a:lnTo>
                <a:close/>
                <a:lnTo>
                  <a:pt x="407440" y="0"/>
                </a:lnTo>
                <a:close/>
                <a:lnTo>
                  <a:pt x="410469" y="0"/>
                </a:lnTo>
                <a:close/>
                <a:lnTo>
                  <a:pt x="410469" y="0"/>
                </a:lnTo>
                <a:close/>
                <a:lnTo>
                  <a:pt x="413499" y="0"/>
                </a:lnTo>
                <a:close/>
                <a:lnTo>
                  <a:pt x="413499" y="0"/>
                </a:lnTo>
                <a:close/>
                <a:lnTo>
                  <a:pt x="416528" y="0"/>
                </a:lnTo>
                <a:close/>
                <a:lnTo>
                  <a:pt x="416528" y="0"/>
                </a:lnTo>
                <a:close/>
                <a:lnTo>
                  <a:pt x="419557" y="0"/>
                </a:lnTo>
                <a:close/>
                <a:lnTo>
                  <a:pt x="419557" y="0"/>
                </a:lnTo>
                <a:close/>
                <a:lnTo>
                  <a:pt x="422586" y="0"/>
                </a:lnTo>
                <a:close/>
                <a:lnTo>
                  <a:pt x="422586" y="0"/>
                </a:lnTo>
                <a:close/>
                <a:lnTo>
                  <a:pt x="425616" y="0"/>
                </a:lnTo>
                <a:close/>
                <a:lnTo>
                  <a:pt x="425616" y="0"/>
                </a:lnTo>
                <a:close/>
                <a:lnTo>
                  <a:pt x="428645" y="0"/>
                </a:lnTo>
                <a:close/>
                <a:lnTo>
                  <a:pt x="428645" y="0"/>
                </a:lnTo>
                <a:close/>
                <a:lnTo>
                  <a:pt x="431674" y="0"/>
                </a:lnTo>
                <a:close/>
                <a:lnTo>
                  <a:pt x="431674" y="0"/>
                </a:lnTo>
                <a:close/>
                <a:lnTo>
                  <a:pt x="434704" y="0"/>
                </a:lnTo>
                <a:close/>
                <a:lnTo>
                  <a:pt x="434704" y="0"/>
                </a:lnTo>
                <a:close/>
                <a:lnTo>
                  <a:pt x="437733" y="0"/>
                </a:lnTo>
                <a:close/>
                <a:lnTo>
                  <a:pt x="437733" y="0"/>
                </a:lnTo>
                <a:close/>
                <a:lnTo>
                  <a:pt x="440762" y="0"/>
                </a:lnTo>
                <a:close/>
                <a:lnTo>
                  <a:pt x="440762" y="0"/>
                </a:lnTo>
                <a:close/>
                <a:lnTo>
                  <a:pt x="443791" y="0"/>
                </a:lnTo>
                <a:close/>
                <a:lnTo>
                  <a:pt x="443791" y="0"/>
                </a:lnTo>
                <a:close/>
                <a:lnTo>
                  <a:pt x="446821" y="0"/>
                </a:lnTo>
                <a:close/>
                <a:lnTo>
                  <a:pt x="446821" y="0"/>
                </a:lnTo>
                <a:close/>
                <a:lnTo>
                  <a:pt x="449850" y="0"/>
                </a:lnTo>
                <a:close/>
                <a:lnTo>
                  <a:pt x="449850" y="0"/>
                </a:lnTo>
                <a:close/>
                <a:lnTo>
                  <a:pt x="452879" y="0"/>
                </a:lnTo>
                <a:close/>
                <a:lnTo>
                  <a:pt x="452879" y="0"/>
                </a:lnTo>
                <a:close/>
                <a:lnTo>
                  <a:pt x="455909" y="0"/>
                </a:lnTo>
                <a:close/>
                <a:lnTo>
                  <a:pt x="455909" y="0"/>
                </a:lnTo>
                <a:close/>
                <a:lnTo>
                  <a:pt x="458938" y="0"/>
                </a:lnTo>
                <a:close/>
                <a:lnTo>
                  <a:pt x="458938" y="0"/>
                </a:lnTo>
                <a:close/>
                <a:lnTo>
                  <a:pt x="461967" y="0"/>
                </a:lnTo>
                <a:close/>
                <a:lnTo>
                  <a:pt x="461967" y="0"/>
                </a:lnTo>
                <a:close/>
                <a:lnTo>
                  <a:pt x="464997" y="0"/>
                </a:lnTo>
                <a:close/>
                <a:lnTo>
                  <a:pt x="464997" y="0"/>
                </a:lnTo>
                <a:close/>
                <a:lnTo>
                  <a:pt x="468026" y="0"/>
                </a:lnTo>
                <a:close/>
                <a:lnTo>
                  <a:pt x="468026" y="0"/>
                </a:lnTo>
                <a:close/>
                <a:lnTo>
                  <a:pt x="471055" y="0"/>
                </a:lnTo>
                <a:close/>
                <a:lnTo>
                  <a:pt x="471055" y="0"/>
                </a:lnTo>
                <a:close/>
                <a:lnTo>
                  <a:pt x="474084" y="0"/>
                </a:lnTo>
                <a:close/>
                <a:lnTo>
                  <a:pt x="474084" y="0"/>
                </a:lnTo>
                <a:close/>
                <a:lnTo>
                  <a:pt x="477114" y="0"/>
                </a:lnTo>
                <a:close/>
                <a:lnTo>
                  <a:pt x="477114" y="0"/>
                </a:lnTo>
                <a:close/>
                <a:lnTo>
                  <a:pt x="480143" y="0"/>
                </a:lnTo>
                <a:close/>
                <a:lnTo>
                  <a:pt x="480143" y="0"/>
                </a:lnTo>
                <a:close/>
                <a:lnTo>
                  <a:pt x="483172" y="0"/>
                </a:lnTo>
                <a:close/>
                <a:lnTo>
                  <a:pt x="483172" y="0"/>
                </a:lnTo>
                <a:close/>
                <a:lnTo>
                  <a:pt x="486202" y="0"/>
                </a:lnTo>
                <a:close/>
                <a:lnTo>
                  <a:pt x="486202" y="0"/>
                </a:lnTo>
                <a:close/>
                <a:lnTo>
                  <a:pt x="489231" y="0"/>
                </a:lnTo>
                <a:close/>
                <a:lnTo>
                  <a:pt x="489231" y="0"/>
                </a:lnTo>
                <a:close/>
                <a:lnTo>
                  <a:pt x="492260" y="0"/>
                </a:lnTo>
                <a:close/>
                <a:lnTo>
                  <a:pt x="492260" y="0"/>
                </a:lnTo>
                <a:close/>
                <a:lnTo>
                  <a:pt x="495289" y="0"/>
                </a:lnTo>
                <a:close/>
                <a:lnTo>
                  <a:pt x="495289" y="0"/>
                </a:lnTo>
                <a:close/>
                <a:lnTo>
                  <a:pt x="498319" y="0"/>
                </a:lnTo>
                <a:close/>
                <a:lnTo>
                  <a:pt x="498319" y="0"/>
                </a:lnTo>
                <a:close/>
                <a:lnTo>
                  <a:pt x="501348" y="0"/>
                </a:lnTo>
                <a:close/>
                <a:lnTo>
                  <a:pt x="501348" y="0"/>
                </a:lnTo>
                <a:close/>
                <a:lnTo>
                  <a:pt x="504377" y="0"/>
                </a:lnTo>
                <a:close/>
                <a:lnTo>
                  <a:pt x="504377" y="0"/>
                </a:lnTo>
                <a:close/>
                <a:lnTo>
                  <a:pt x="507407" y="0"/>
                </a:lnTo>
                <a:close/>
                <a:lnTo>
                  <a:pt x="507407" y="0"/>
                </a:lnTo>
                <a:close/>
                <a:lnTo>
                  <a:pt x="510436" y="0"/>
                </a:lnTo>
                <a:close/>
                <a:lnTo>
                  <a:pt x="510436" y="0"/>
                </a:lnTo>
                <a:close/>
                <a:lnTo>
                  <a:pt x="513465" y="0"/>
                </a:lnTo>
                <a:close/>
                <a:lnTo>
                  <a:pt x="513465" y="0"/>
                </a:lnTo>
                <a:close/>
                <a:lnTo>
                  <a:pt x="516494" y="0"/>
                </a:lnTo>
                <a:close/>
                <a:lnTo>
                  <a:pt x="516494" y="0"/>
                </a:lnTo>
                <a:close/>
                <a:lnTo>
                  <a:pt x="519524" y="0"/>
                </a:lnTo>
                <a:close/>
                <a:lnTo>
                  <a:pt x="519524" y="0"/>
                </a:lnTo>
                <a:close/>
                <a:lnTo>
                  <a:pt x="522553" y="0"/>
                </a:lnTo>
                <a:close/>
                <a:lnTo>
                  <a:pt x="522553" y="0"/>
                </a:lnTo>
                <a:close/>
                <a:lnTo>
                  <a:pt x="525582" y="0"/>
                </a:lnTo>
                <a:close/>
                <a:lnTo>
                  <a:pt x="525582" y="0"/>
                </a:lnTo>
                <a:close/>
                <a:lnTo>
                  <a:pt x="528612" y="0"/>
                </a:lnTo>
                <a:close/>
                <a:lnTo>
                  <a:pt x="528612" y="0"/>
                </a:lnTo>
                <a:close/>
                <a:lnTo>
                  <a:pt x="531641" y="0"/>
                </a:lnTo>
                <a:close/>
                <a:lnTo>
                  <a:pt x="531641" y="0"/>
                </a:lnTo>
                <a:close/>
                <a:lnTo>
                  <a:pt x="534670" y="0"/>
                </a:lnTo>
                <a:close/>
                <a:lnTo>
                  <a:pt x="534670" y="0"/>
                </a:lnTo>
                <a:close/>
                <a:lnTo>
                  <a:pt x="537700" y="0"/>
                </a:lnTo>
                <a:close/>
                <a:lnTo>
                  <a:pt x="537700" y="0"/>
                </a:lnTo>
                <a:close/>
                <a:lnTo>
                  <a:pt x="540729" y="0"/>
                </a:lnTo>
                <a:close/>
                <a:lnTo>
                  <a:pt x="540729" y="0"/>
                </a:lnTo>
                <a:close/>
                <a:lnTo>
                  <a:pt x="543758" y="0"/>
                </a:lnTo>
                <a:close/>
                <a:lnTo>
                  <a:pt x="543758" y="0"/>
                </a:lnTo>
                <a:close/>
                <a:lnTo>
                  <a:pt x="546787" y="0"/>
                </a:lnTo>
                <a:close/>
                <a:lnTo>
                  <a:pt x="546787" y="0"/>
                </a:lnTo>
                <a:close/>
                <a:lnTo>
                  <a:pt x="549817" y="0"/>
                </a:lnTo>
                <a:close/>
                <a:lnTo>
                  <a:pt x="549817" y="0"/>
                </a:lnTo>
                <a:close/>
                <a:lnTo>
                  <a:pt x="552846" y="0"/>
                </a:lnTo>
                <a:close/>
                <a:lnTo>
                  <a:pt x="552846" y="0"/>
                </a:lnTo>
                <a:close/>
                <a:lnTo>
                  <a:pt x="555875" y="0"/>
                </a:lnTo>
                <a:close/>
                <a:lnTo>
                  <a:pt x="555875" y="0"/>
                </a:lnTo>
                <a:close/>
                <a:lnTo>
                  <a:pt x="558905" y="0"/>
                </a:lnTo>
                <a:close/>
                <a:lnTo>
                  <a:pt x="558905" y="0"/>
                </a:lnTo>
                <a:close/>
                <a:lnTo>
                  <a:pt x="561934" y="0"/>
                </a:lnTo>
                <a:close/>
                <a:lnTo>
                  <a:pt x="561934" y="0"/>
                </a:lnTo>
                <a:close/>
                <a:lnTo>
                  <a:pt x="564963" y="0"/>
                </a:lnTo>
                <a:close/>
                <a:lnTo>
                  <a:pt x="564963" y="0"/>
                </a:lnTo>
                <a:close/>
                <a:lnTo>
                  <a:pt x="567992" y="0"/>
                </a:lnTo>
                <a:close/>
                <a:lnTo>
                  <a:pt x="567992" y="0"/>
                </a:lnTo>
                <a:close/>
                <a:lnTo>
                  <a:pt x="571022" y="0"/>
                </a:lnTo>
                <a:close/>
                <a:lnTo>
                  <a:pt x="571022" y="0"/>
                </a:lnTo>
                <a:close/>
                <a:lnTo>
                  <a:pt x="574051" y="0"/>
                </a:lnTo>
                <a:close/>
                <a:lnTo>
                  <a:pt x="574051" y="0"/>
                </a:lnTo>
                <a:close/>
                <a:lnTo>
                  <a:pt x="577080" y="0"/>
                </a:lnTo>
                <a:close/>
                <a:lnTo>
                  <a:pt x="577080" y="0"/>
                </a:lnTo>
                <a:close/>
                <a:lnTo>
                  <a:pt x="580110" y="0"/>
                </a:lnTo>
                <a:close/>
                <a:lnTo>
                  <a:pt x="580110" y="0"/>
                </a:lnTo>
                <a:close/>
                <a:lnTo>
                  <a:pt x="583139" y="0"/>
                </a:lnTo>
                <a:close/>
                <a:lnTo>
                  <a:pt x="583139" y="0"/>
                </a:lnTo>
                <a:close/>
                <a:lnTo>
                  <a:pt x="586168" y="0"/>
                </a:lnTo>
                <a:close/>
                <a:lnTo>
                  <a:pt x="586168" y="0"/>
                </a:lnTo>
                <a:close/>
                <a:lnTo>
                  <a:pt x="589197" y="0"/>
                </a:lnTo>
                <a:close/>
                <a:lnTo>
                  <a:pt x="589197" y="0"/>
                </a:lnTo>
                <a:close/>
                <a:lnTo>
                  <a:pt x="592227" y="0"/>
                </a:lnTo>
                <a:close/>
                <a:lnTo>
                  <a:pt x="592227" y="0"/>
                </a:lnTo>
                <a:close/>
                <a:lnTo>
                  <a:pt x="595256" y="0"/>
                </a:lnTo>
                <a:close/>
                <a:lnTo>
                  <a:pt x="595256" y="0"/>
                </a:lnTo>
                <a:close/>
                <a:lnTo>
                  <a:pt x="598285" y="0"/>
                </a:lnTo>
                <a:close/>
                <a:lnTo>
                  <a:pt x="598285" y="0"/>
                </a:lnTo>
                <a:close/>
                <a:lnTo>
                  <a:pt x="601315" y="0"/>
                </a:lnTo>
                <a:close/>
                <a:lnTo>
                  <a:pt x="601315" y="0"/>
                </a:lnTo>
                <a:close/>
                <a:lnTo>
                  <a:pt x="604344" y="0"/>
                </a:lnTo>
                <a:close/>
                <a:lnTo>
                  <a:pt x="604344" y="0"/>
                </a:lnTo>
                <a:close/>
                <a:lnTo>
                  <a:pt x="607373" y="0"/>
                </a:lnTo>
                <a:close/>
                <a:lnTo>
                  <a:pt x="607373" y="0"/>
                </a:lnTo>
                <a:close/>
                <a:lnTo>
                  <a:pt x="610402" y="0"/>
                </a:lnTo>
                <a:close/>
                <a:lnTo>
                  <a:pt x="610402" y="0"/>
                </a:lnTo>
                <a:close/>
                <a:lnTo>
                  <a:pt x="613432" y="0"/>
                </a:lnTo>
                <a:close/>
                <a:lnTo>
                  <a:pt x="613432" y="0"/>
                </a:lnTo>
                <a:close/>
                <a:lnTo>
                  <a:pt x="616461" y="0"/>
                </a:lnTo>
                <a:close/>
                <a:lnTo>
                  <a:pt x="616461" y="0"/>
                </a:lnTo>
                <a:close/>
                <a:lnTo>
                  <a:pt x="619490" y="0"/>
                </a:lnTo>
                <a:close/>
                <a:lnTo>
                  <a:pt x="619490" y="0"/>
                </a:lnTo>
                <a:close/>
                <a:lnTo>
                  <a:pt x="622520" y="0"/>
                </a:lnTo>
                <a:close/>
                <a:lnTo>
                  <a:pt x="622520" y="0"/>
                </a:lnTo>
                <a:close/>
                <a:lnTo>
                  <a:pt x="625549" y="0"/>
                </a:lnTo>
                <a:close/>
                <a:lnTo>
                  <a:pt x="625549" y="0"/>
                </a:lnTo>
                <a:close/>
                <a:lnTo>
                  <a:pt x="628578" y="0"/>
                </a:lnTo>
                <a:close/>
                <a:lnTo>
                  <a:pt x="628578" y="0"/>
                </a:lnTo>
                <a:close/>
                <a:lnTo>
                  <a:pt x="631608" y="0"/>
                </a:lnTo>
                <a:close/>
                <a:lnTo>
                  <a:pt x="631608" y="0"/>
                </a:lnTo>
                <a:close/>
                <a:lnTo>
                  <a:pt x="634637" y="0"/>
                </a:lnTo>
                <a:close/>
                <a:lnTo>
                  <a:pt x="634637" y="0"/>
                </a:lnTo>
                <a:close/>
                <a:lnTo>
                  <a:pt x="637666" y="0"/>
                </a:lnTo>
                <a:close/>
                <a:lnTo>
                  <a:pt x="637666" y="0"/>
                </a:lnTo>
                <a:close/>
                <a:lnTo>
                  <a:pt x="640695" y="0"/>
                </a:lnTo>
                <a:close/>
                <a:lnTo>
                  <a:pt x="640695" y="0"/>
                </a:lnTo>
                <a:close/>
                <a:lnTo>
                  <a:pt x="643725" y="0"/>
                </a:lnTo>
                <a:close/>
                <a:lnTo>
                  <a:pt x="643725" y="0"/>
                </a:lnTo>
                <a:close/>
                <a:lnTo>
                  <a:pt x="646754" y="0"/>
                </a:lnTo>
                <a:close/>
                <a:lnTo>
                  <a:pt x="646754" y="0"/>
                </a:lnTo>
                <a:close/>
                <a:lnTo>
                  <a:pt x="649783" y="0"/>
                </a:lnTo>
                <a:close/>
                <a:lnTo>
                  <a:pt x="649783" y="0"/>
                </a:lnTo>
                <a:close/>
                <a:lnTo>
                  <a:pt x="652813" y="0"/>
                </a:lnTo>
                <a:close/>
                <a:lnTo>
                  <a:pt x="652813" y="0"/>
                </a:lnTo>
                <a:close/>
                <a:lnTo>
                  <a:pt x="655842" y="0"/>
                </a:lnTo>
                <a:close/>
                <a:lnTo>
                  <a:pt x="655842" y="0"/>
                </a:lnTo>
                <a:close/>
                <a:lnTo>
                  <a:pt x="658871" y="0"/>
                </a:lnTo>
                <a:close/>
                <a:lnTo>
                  <a:pt x="658871" y="0"/>
                </a:lnTo>
                <a:close/>
                <a:lnTo>
                  <a:pt x="661900" y="0"/>
                </a:lnTo>
                <a:close/>
                <a:lnTo>
                  <a:pt x="661900" y="0"/>
                </a:lnTo>
                <a:close/>
                <a:lnTo>
                  <a:pt x="664930" y="0"/>
                </a:lnTo>
                <a:close/>
                <a:lnTo>
                  <a:pt x="664930" y="0"/>
                </a:lnTo>
                <a:close/>
                <a:lnTo>
                  <a:pt x="667959" y="0"/>
                </a:lnTo>
                <a:close/>
                <a:lnTo>
                  <a:pt x="667959" y="0"/>
                </a:lnTo>
                <a:close/>
                <a:lnTo>
                  <a:pt x="670988" y="0"/>
                </a:lnTo>
                <a:close/>
                <a:lnTo>
                  <a:pt x="670988" y="0"/>
                </a:lnTo>
                <a:close/>
                <a:lnTo>
                  <a:pt x="674018" y="0"/>
                </a:lnTo>
                <a:close/>
                <a:lnTo>
                  <a:pt x="674018" y="0"/>
                </a:lnTo>
                <a:close/>
                <a:lnTo>
                  <a:pt x="677047" y="0"/>
                </a:lnTo>
                <a:close/>
                <a:lnTo>
                  <a:pt x="677047" y="0"/>
                </a:lnTo>
                <a:close/>
                <a:lnTo>
                  <a:pt x="680076" y="0"/>
                </a:lnTo>
                <a:close/>
                <a:lnTo>
                  <a:pt x="680076" y="0"/>
                </a:lnTo>
                <a:close/>
                <a:lnTo>
                  <a:pt x="683105" y="0"/>
                </a:lnTo>
                <a:close/>
                <a:lnTo>
                  <a:pt x="683105" y="0"/>
                </a:lnTo>
                <a:close/>
                <a:lnTo>
                  <a:pt x="686135" y="0"/>
                </a:lnTo>
                <a:close/>
                <a:lnTo>
                  <a:pt x="686135" y="0"/>
                </a:lnTo>
                <a:close/>
                <a:lnTo>
                  <a:pt x="689164" y="0"/>
                </a:lnTo>
                <a:close/>
                <a:lnTo>
                  <a:pt x="689164" y="0"/>
                </a:lnTo>
                <a:close/>
                <a:lnTo>
                  <a:pt x="692193" y="0"/>
                </a:lnTo>
                <a:close/>
                <a:lnTo>
                  <a:pt x="692193" y="0"/>
                </a:lnTo>
                <a:close/>
                <a:lnTo>
                  <a:pt x="695223" y="0"/>
                </a:lnTo>
                <a:close/>
                <a:lnTo>
                  <a:pt x="695223" y="0"/>
                </a:lnTo>
                <a:close/>
                <a:lnTo>
                  <a:pt x="698252" y="0"/>
                </a:lnTo>
                <a:close/>
                <a:lnTo>
                  <a:pt x="698252" y="0"/>
                </a:lnTo>
                <a:close/>
                <a:lnTo>
                  <a:pt x="701281" y="0"/>
                </a:lnTo>
                <a:close/>
                <a:lnTo>
                  <a:pt x="701281" y="0"/>
                </a:lnTo>
                <a:close/>
                <a:lnTo>
                  <a:pt x="704311" y="0"/>
                </a:lnTo>
                <a:close/>
                <a:lnTo>
                  <a:pt x="704311" y="0"/>
                </a:lnTo>
                <a:close/>
                <a:lnTo>
                  <a:pt x="707340" y="0"/>
                </a:lnTo>
                <a:close/>
                <a:lnTo>
                  <a:pt x="707340" y="0"/>
                </a:lnTo>
                <a:close/>
                <a:lnTo>
                  <a:pt x="710369" y="0"/>
                </a:lnTo>
                <a:close/>
                <a:lnTo>
                  <a:pt x="710369" y="0"/>
                </a:lnTo>
                <a:close/>
                <a:lnTo>
                  <a:pt x="713398" y="0"/>
                </a:lnTo>
                <a:close/>
                <a:lnTo>
                  <a:pt x="713398" y="0"/>
                </a:lnTo>
                <a:close/>
                <a:lnTo>
                  <a:pt x="716428" y="0"/>
                </a:lnTo>
                <a:close/>
                <a:lnTo>
                  <a:pt x="716428" y="0"/>
                </a:lnTo>
                <a:close/>
                <a:lnTo>
                  <a:pt x="719457" y="0"/>
                </a:lnTo>
                <a:close/>
                <a:lnTo>
                  <a:pt x="719457" y="0"/>
                </a:lnTo>
                <a:close/>
                <a:lnTo>
                  <a:pt x="722486" y="0"/>
                </a:lnTo>
                <a:close/>
                <a:lnTo>
                  <a:pt x="722486" y="0"/>
                </a:lnTo>
                <a:close/>
                <a:lnTo>
                  <a:pt x="725516" y="0"/>
                </a:lnTo>
                <a:close/>
                <a:lnTo>
                  <a:pt x="725516" y="0"/>
                </a:lnTo>
                <a:close/>
                <a:lnTo>
                  <a:pt x="728545" y="0"/>
                </a:lnTo>
                <a:close/>
                <a:lnTo>
                  <a:pt x="728545" y="0"/>
                </a:lnTo>
                <a:close/>
                <a:lnTo>
                  <a:pt x="731574" y="0"/>
                </a:lnTo>
                <a:close/>
                <a:lnTo>
                  <a:pt x="731574" y="0"/>
                </a:lnTo>
                <a:close/>
                <a:lnTo>
                  <a:pt x="734603" y="0"/>
                </a:lnTo>
                <a:close/>
                <a:lnTo>
                  <a:pt x="734603" y="0"/>
                </a:lnTo>
                <a:close/>
                <a:lnTo>
                  <a:pt x="737633" y="0"/>
                </a:lnTo>
                <a:close/>
                <a:lnTo>
                  <a:pt x="737633" y="0"/>
                </a:lnTo>
                <a:close/>
                <a:lnTo>
                  <a:pt x="740662" y="0"/>
                </a:lnTo>
                <a:close/>
                <a:lnTo>
                  <a:pt x="740662" y="0"/>
                </a:lnTo>
                <a:close/>
                <a:lnTo>
                  <a:pt x="743691" y="0"/>
                </a:lnTo>
                <a:close/>
                <a:lnTo>
                  <a:pt x="743691" y="0"/>
                </a:lnTo>
                <a:close/>
                <a:lnTo>
                  <a:pt x="746721" y="0"/>
                </a:lnTo>
                <a:close/>
                <a:lnTo>
                  <a:pt x="746721" y="0"/>
                </a:lnTo>
                <a:close/>
                <a:lnTo>
                  <a:pt x="749750" y="0"/>
                </a:lnTo>
                <a:close/>
                <a:lnTo>
                  <a:pt x="749750" y="0"/>
                </a:lnTo>
                <a:close/>
                <a:lnTo>
                  <a:pt x="752779" y="0"/>
                </a:lnTo>
                <a:close/>
                <a:lnTo>
                  <a:pt x="752779" y="0"/>
                </a:lnTo>
                <a:close/>
                <a:lnTo>
                  <a:pt x="755808" y="0"/>
                </a:lnTo>
                <a:close/>
                <a:lnTo>
                  <a:pt x="755808" y="0"/>
                </a:lnTo>
                <a:close/>
                <a:lnTo>
                  <a:pt x="758838" y="0"/>
                </a:lnTo>
                <a:close/>
                <a:lnTo>
                  <a:pt x="758838" y="0"/>
                </a:lnTo>
                <a:close/>
                <a:lnTo>
                  <a:pt x="761867" y="0"/>
                </a:lnTo>
                <a:close/>
                <a:lnTo>
                  <a:pt x="761867" y="0"/>
                </a:lnTo>
                <a:close/>
                <a:lnTo>
                  <a:pt x="764896" y="0"/>
                </a:lnTo>
                <a:close/>
                <a:lnTo>
                  <a:pt x="764896" y="0"/>
                </a:lnTo>
                <a:close/>
                <a:lnTo>
                  <a:pt x="767926" y="0"/>
                </a:lnTo>
                <a:close/>
                <a:lnTo>
                  <a:pt x="767926" y="0"/>
                </a:lnTo>
                <a:close/>
                <a:lnTo>
                  <a:pt x="770955" y="0"/>
                </a:lnTo>
                <a:close/>
                <a:lnTo>
                  <a:pt x="770955" y="0"/>
                </a:lnTo>
                <a:close/>
                <a:lnTo>
                  <a:pt x="773984" y="0"/>
                </a:lnTo>
                <a:close/>
                <a:lnTo>
                  <a:pt x="773984" y="0"/>
                </a:lnTo>
                <a:close/>
                <a:lnTo>
                  <a:pt x="777014" y="0"/>
                </a:lnTo>
                <a:close/>
                <a:lnTo>
                  <a:pt x="777014" y="0"/>
                </a:lnTo>
                <a:close/>
                <a:lnTo>
                  <a:pt x="780043" y="0"/>
                </a:lnTo>
                <a:close/>
                <a:lnTo>
                  <a:pt x="780043" y="0"/>
                </a:lnTo>
                <a:close/>
                <a:lnTo>
                  <a:pt x="783072" y="0"/>
                </a:lnTo>
                <a:close/>
                <a:lnTo>
                  <a:pt x="783072" y="0"/>
                </a:lnTo>
                <a:close/>
                <a:lnTo>
                  <a:pt x="786101" y="0"/>
                </a:lnTo>
                <a:close/>
                <a:lnTo>
                  <a:pt x="786101" y="0"/>
                </a:lnTo>
                <a:close/>
                <a:lnTo>
                  <a:pt x="789131" y="0"/>
                </a:lnTo>
                <a:close/>
                <a:lnTo>
                  <a:pt x="789131" y="0"/>
                </a:lnTo>
                <a:close/>
                <a:lnTo>
                  <a:pt x="792160" y="0"/>
                </a:lnTo>
                <a:close/>
                <a:lnTo>
                  <a:pt x="792160" y="0"/>
                </a:lnTo>
                <a:close/>
                <a:lnTo>
                  <a:pt x="795189" y="0"/>
                </a:lnTo>
                <a:close/>
                <a:lnTo>
                  <a:pt x="795189" y="0"/>
                </a:lnTo>
                <a:close/>
                <a:lnTo>
                  <a:pt x="798219" y="0"/>
                </a:lnTo>
                <a:close/>
                <a:lnTo>
                  <a:pt x="798219" y="0"/>
                </a:lnTo>
                <a:close/>
                <a:lnTo>
                  <a:pt x="801248" y="0"/>
                </a:lnTo>
                <a:close/>
                <a:lnTo>
                  <a:pt x="801248" y="527073"/>
                </a:lnTo>
                <a:close/>
                <a:lnTo>
                  <a:pt x="804277" y="527073"/>
                </a:lnTo>
                <a:close/>
                <a:lnTo>
                  <a:pt x="804277" y="527073"/>
                </a:lnTo>
                <a:close/>
                <a:lnTo>
                  <a:pt x="807306" y="527073"/>
                </a:lnTo>
                <a:close/>
                <a:lnTo>
                  <a:pt x="807306" y="527073"/>
                </a:lnTo>
                <a:close/>
                <a:lnTo>
                  <a:pt x="810336" y="527073"/>
                </a:lnTo>
                <a:close/>
                <a:lnTo>
                  <a:pt x="810336" y="527073"/>
                </a:lnTo>
                <a:close/>
                <a:lnTo>
                  <a:pt x="813365" y="527073"/>
                </a:lnTo>
                <a:close/>
                <a:lnTo>
                  <a:pt x="813365" y="527073"/>
                </a:lnTo>
                <a:close/>
                <a:lnTo>
                  <a:pt x="816394" y="527073"/>
                </a:lnTo>
                <a:close/>
                <a:lnTo>
                  <a:pt x="816394" y="527073"/>
                </a:lnTo>
                <a:close/>
                <a:lnTo>
                  <a:pt x="819424" y="527073"/>
                </a:lnTo>
                <a:close/>
                <a:lnTo>
                  <a:pt x="819424" y="527073"/>
                </a:lnTo>
                <a:close/>
                <a:lnTo>
                  <a:pt x="822453" y="527073"/>
                </a:lnTo>
                <a:close/>
                <a:lnTo>
                  <a:pt x="822453" y="527073"/>
                </a:lnTo>
                <a:close/>
                <a:lnTo>
                  <a:pt x="825482" y="527073"/>
                </a:lnTo>
                <a:close/>
                <a:lnTo>
                  <a:pt x="825482" y="527073"/>
                </a:lnTo>
                <a:close/>
                <a:lnTo>
                  <a:pt x="828511" y="527073"/>
                </a:lnTo>
                <a:close/>
                <a:lnTo>
                  <a:pt x="828511" y="527073"/>
                </a:lnTo>
                <a:close/>
                <a:lnTo>
                  <a:pt x="831541" y="527073"/>
                </a:lnTo>
                <a:close/>
                <a:lnTo>
                  <a:pt x="831541" y="527073"/>
                </a:lnTo>
                <a:close/>
                <a:lnTo>
                  <a:pt x="834570" y="527073"/>
                </a:lnTo>
                <a:close/>
                <a:lnTo>
                  <a:pt x="834570" y="527073"/>
                </a:lnTo>
                <a:close/>
                <a:lnTo>
                  <a:pt x="837599" y="527073"/>
                </a:lnTo>
                <a:close/>
                <a:lnTo>
                  <a:pt x="837599" y="527073"/>
                </a:lnTo>
                <a:close/>
                <a:lnTo>
                  <a:pt x="840629" y="527073"/>
                </a:lnTo>
                <a:close/>
                <a:lnTo>
                  <a:pt x="840629" y="527073"/>
                </a:lnTo>
                <a:close/>
                <a:lnTo>
                  <a:pt x="843658" y="527073"/>
                </a:lnTo>
                <a:close/>
                <a:lnTo>
                  <a:pt x="843658" y="527073"/>
                </a:lnTo>
                <a:close/>
                <a:lnTo>
                  <a:pt x="846687" y="527073"/>
                </a:lnTo>
                <a:close/>
                <a:lnTo>
                  <a:pt x="846687" y="527073"/>
                </a:lnTo>
                <a:close/>
                <a:lnTo>
                  <a:pt x="849716" y="527073"/>
                </a:lnTo>
                <a:close/>
                <a:lnTo>
                  <a:pt x="849716" y="527073"/>
                </a:lnTo>
                <a:close/>
                <a:lnTo>
                  <a:pt x="852746" y="527073"/>
                </a:lnTo>
                <a:close/>
                <a:lnTo>
                  <a:pt x="852746" y="527073"/>
                </a:lnTo>
                <a:close/>
                <a:lnTo>
                  <a:pt x="855775" y="527073"/>
                </a:lnTo>
                <a:close/>
                <a:lnTo>
                  <a:pt x="855775" y="527073"/>
                </a:lnTo>
                <a:close/>
                <a:lnTo>
                  <a:pt x="858804" y="527073"/>
                </a:lnTo>
                <a:close/>
                <a:lnTo>
                  <a:pt x="858804" y="527073"/>
                </a:lnTo>
                <a:close/>
                <a:lnTo>
                  <a:pt x="861834" y="527073"/>
                </a:lnTo>
                <a:close/>
                <a:lnTo>
                  <a:pt x="861834" y="527073"/>
                </a:lnTo>
                <a:close/>
                <a:lnTo>
                  <a:pt x="864863" y="527073"/>
                </a:lnTo>
                <a:close/>
                <a:lnTo>
                  <a:pt x="864863" y="527073"/>
                </a:lnTo>
                <a:close/>
                <a:lnTo>
                  <a:pt x="867892" y="527073"/>
                </a:lnTo>
                <a:close/>
                <a:lnTo>
                  <a:pt x="867892" y="527073"/>
                </a:lnTo>
                <a:close/>
                <a:lnTo>
                  <a:pt x="870922" y="527073"/>
                </a:lnTo>
                <a:close/>
                <a:lnTo>
                  <a:pt x="870922" y="527073"/>
                </a:lnTo>
                <a:close/>
                <a:lnTo>
                  <a:pt x="873951" y="527073"/>
                </a:lnTo>
                <a:close/>
                <a:lnTo>
                  <a:pt x="873951" y="527073"/>
                </a:lnTo>
                <a:close/>
                <a:lnTo>
                  <a:pt x="876980" y="527073"/>
                </a:lnTo>
                <a:close/>
                <a:lnTo>
                  <a:pt x="876980" y="527073"/>
                </a:lnTo>
                <a:close/>
                <a:lnTo>
                  <a:pt x="880009" y="527073"/>
                </a:lnTo>
                <a:close/>
                <a:lnTo>
                  <a:pt x="880009" y="527073"/>
                </a:lnTo>
                <a:close/>
                <a:lnTo>
                  <a:pt x="883039" y="527073"/>
                </a:lnTo>
                <a:close/>
                <a:lnTo>
                  <a:pt x="883039" y="527073"/>
                </a:lnTo>
                <a:close/>
                <a:lnTo>
                  <a:pt x="886068" y="527073"/>
                </a:lnTo>
                <a:close/>
                <a:lnTo>
                  <a:pt x="886068" y="527073"/>
                </a:lnTo>
                <a:close/>
                <a:lnTo>
                  <a:pt x="889097" y="527073"/>
                </a:lnTo>
                <a:close/>
                <a:lnTo>
                  <a:pt x="889097" y="527073"/>
                </a:lnTo>
                <a:close/>
                <a:lnTo>
                  <a:pt x="892127" y="527073"/>
                </a:lnTo>
                <a:close/>
                <a:lnTo>
                  <a:pt x="892127" y="527073"/>
                </a:lnTo>
                <a:close/>
                <a:lnTo>
                  <a:pt x="895156" y="527073"/>
                </a:lnTo>
                <a:close/>
                <a:lnTo>
                  <a:pt x="895156" y="527073"/>
                </a:lnTo>
                <a:close/>
                <a:lnTo>
                  <a:pt x="898185" y="527073"/>
                </a:lnTo>
                <a:close/>
                <a:lnTo>
                  <a:pt x="898185" y="527073"/>
                </a:lnTo>
                <a:close/>
                <a:lnTo>
                  <a:pt x="901214" y="527073"/>
                </a:lnTo>
                <a:close/>
                <a:lnTo>
                  <a:pt x="901214" y="527073"/>
                </a:lnTo>
                <a:close/>
                <a:lnTo>
                  <a:pt x="904244" y="527073"/>
                </a:lnTo>
                <a:close/>
                <a:lnTo>
                  <a:pt x="904244" y="527073"/>
                </a:lnTo>
                <a:close/>
                <a:lnTo>
                  <a:pt x="905758" y="527073"/>
                </a:lnTo>
                <a:close/>
                <a:lnTo>
                  <a:pt x="905758" y="527073"/>
                </a:lnTo>
                <a:close/>
                <a:lnTo>
                  <a:pt x="905758" y="527073"/>
                </a:lnTo>
                <a:close/>
                <a:lnTo>
                  <a:pt x="904244" y="527073"/>
                </a:lnTo>
                <a:close/>
                <a:lnTo>
                  <a:pt x="904244" y="527073"/>
                </a:lnTo>
                <a:close/>
                <a:lnTo>
                  <a:pt x="901214" y="527073"/>
                </a:lnTo>
                <a:close/>
                <a:lnTo>
                  <a:pt x="901214" y="527073"/>
                </a:lnTo>
                <a:close/>
                <a:lnTo>
                  <a:pt x="898185" y="527073"/>
                </a:lnTo>
                <a:close/>
                <a:lnTo>
                  <a:pt x="898185" y="527073"/>
                </a:lnTo>
                <a:close/>
                <a:lnTo>
                  <a:pt x="895156" y="527073"/>
                </a:lnTo>
                <a:close/>
                <a:lnTo>
                  <a:pt x="895156" y="527073"/>
                </a:lnTo>
                <a:close/>
                <a:lnTo>
                  <a:pt x="892127" y="527073"/>
                </a:lnTo>
                <a:close/>
                <a:lnTo>
                  <a:pt x="892127" y="527073"/>
                </a:lnTo>
                <a:close/>
                <a:lnTo>
                  <a:pt x="889097" y="527073"/>
                </a:lnTo>
                <a:close/>
                <a:lnTo>
                  <a:pt x="889097" y="527073"/>
                </a:lnTo>
                <a:close/>
                <a:lnTo>
                  <a:pt x="886068" y="527073"/>
                </a:lnTo>
                <a:close/>
                <a:lnTo>
                  <a:pt x="886068" y="527073"/>
                </a:lnTo>
                <a:close/>
                <a:lnTo>
                  <a:pt x="883039" y="527073"/>
                </a:lnTo>
                <a:close/>
                <a:lnTo>
                  <a:pt x="883039" y="527073"/>
                </a:lnTo>
                <a:close/>
                <a:lnTo>
                  <a:pt x="880009" y="527073"/>
                </a:lnTo>
                <a:close/>
                <a:lnTo>
                  <a:pt x="880009" y="527073"/>
                </a:lnTo>
                <a:close/>
                <a:lnTo>
                  <a:pt x="876980" y="527073"/>
                </a:lnTo>
                <a:close/>
                <a:lnTo>
                  <a:pt x="876980" y="527073"/>
                </a:lnTo>
                <a:close/>
                <a:lnTo>
                  <a:pt x="873951" y="527073"/>
                </a:lnTo>
                <a:close/>
                <a:lnTo>
                  <a:pt x="873951" y="527073"/>
                </a:lnTo>
                <a:close/>
                <a:lnTo>
                  <a:pt x="870922" y="527073"/>
                </a:lnTo>
                <a:close/>
                <a:lnTo>
                  <a:pt x="870922" y="527073"/>
                </a:lnTo>
                <a:close/>
                <a:lnTo>
                  <a:pt x="867892" y="527073"/>
                </a:lnTo>
                <a:close/>
                <a:lnTo>
                  <a:pt x="867892" y="527073"/>
                </a:lnTo>
                <a:close/>
                <a:lnTo>
                  <a:pt x="864863" y="527073"/>
                </a:lnTo>
                <a:close/>
                <a:lnTo>
                  <a:pt x="864863" y="527073"/>
                </a:lnTo>
                <a:close/>
                <a:lnTo>
                  <a:pt x="861834" y="527073"/>
                </a:lnTo>
                <a:close/>
                <a:lnTo>
                  <a:pt x="861834" y="527073"/>
                </a:lnTo>
                <a:close/>
                <a:lnTo>
                  <a:pt x="858804" y="527073"/>
                </a:lnTo>
                <a:close/>
                <a:lnTo>
                  <a:pt x="858804" y="527073"/>
                </a:lnTo>
                <a:close/>
                <a:lnTo>
                  <a:pt x="855775" y="527073"/>
                </a:lnTo>
                <a:close/>
                <a:lnTo>
                  <a:pt x="855775" y="527073"/>
                </a:lnTo>
                <a:close/>
                <a:lnTo>
                  <a:pt x="852746" y="527073"/>
                </a:lnTo>
                <a:close/>
                <a:lnTo>
                  <a:pt x="852746" y="527073"/>
                </a:lnTo>
                <a:close/>
                <a:lnTo>
                  <a:pt x="849716" y="527073"/>
                </a:lnTo>
                <a:close/>
                <a:lnTo>
                  <a:pt x="849716" y="527073"/>
                </a:lnTo>
                <a:close/>
                <a:lnTo>
                  <a:pt x="846687" y="527073"/>
                </a:lnTo>
                <a:close/>
                <a:lnTo>
                  <a:pt x="846687" y="527073"/>
                </a:lnTo>
                <a:close/>
                <a:lnTo>
                  <a:pt x="843658" y="527073"/>
                </a:lnTo>
                <a:close/>
                <a:lnTo>
                  <a:pt x="843658" y="527073"/>
                </a:lnTo>
                <a:close/>
                <a:lnTo>
                  <a:pt x="840629" y="527073"/>
                </a:lnTo>
                <a:close/>
                <a:lnTo>
                  <a:pt x="840629" y="527073"/>
                </a:lnTo>
                <a:close/>
                <a:lnTo>
                  <a:pt x="837599" y="527073"/>
                </a:lnTo>
                <a:close/>
                <a:lnTo>
                  <a:pt x="837599" y="527073"/>
                </a:lnTo>
                <a:close/>
                <a:lnTo>
                  <a:pt x="834570" y="527073"/>
                </a:lnTo>
                <a:close/>
                <a:lnTo>
                  <a:pt x="834570" y="527073"/>
                </a:lnTo>
                <a:close/>
                <a:lnTo>
                  <a:pt x="831541" y="527073"/>
                </a:lnTo>
                <a:close/>
                <a:lnTo>
                  <a:pt x="831541" y="527073"/>
                </a:lnTo>
                <a:close/>
                <a:lnTo>
                  <a:pt x="828511" y="527073"/>
                </a:lnTo>
                <a:close/>
                <a:lnTo>
                  <a:pt x="828511" y="527073"/>
                </a:lnTo>
                <a:close/>
                <a:lnTo>
                  <a:pt x="825482" y="527073"/>
                </a:lnTo>
                <a:close/>
                <a:lnTo>
                  <a:pt x="825482" y="527073"/>
                </a:lnTo>
                <a:close/>
                <a:lnTo>
                  <a:pt x="822453" y="527073"/>
                </a:lnTo>
                <a:close/>
                <a:lnTo>
                  <a:pt x="822453" y="527073"/>
                </a:lnTo>
                <a:close/>
                <a:lnTo>
                  <a:pt x="819424" y="527073"/>
                </a:lnTo>
                <a:close/>
                <a:lnTo>
                  <a:pt x="819424" y="527073"/>
                </a:lnTo>
                <a:close/>
                <a:lnTo>
                  <a:pt x="816394" y="527073"/>
                </a:lnTo>
                <a:close/>
                <a:lnTo>
                  <a:pt x="816394" y="527073"/>
                </a:lnTo>
                <a:close/>
                <a:lnTo>
                  <a:pt x="813365" y="527073"/>
                </a:lnTo>
                <a:close/>
                <a:lnTo>
                  <a:pt x="813365" y="527073"/>
                </a:lnTo>
                <a:close/>
                <a:lnTo>
                  <a:pt x="810336" y="527073"/>
                </a:lnTo>
                <a:close/>
                <a:lnTo>
                  <a:pt x="810336" y="527073"/>
                </a:lnTo>
                <a:close/>
                <a:lnTo>
                  <a:pt x="807306" y="527073"/>
                </a:lnTo>
                <a:close/>
                <a:lnTo>
                  <a:pt x="807306" y="527073"/>
                </a:lnTo>
                <a:close/>
                <a:lnTo>
                  <a:pt x="804277" y="527073"/>
                </a:lnTo>
                <a:close/>
                <a:lnTo>
                  <a:pt x="804277" y="527073"/>
                </a:lnTo>
                <a:close/>
                <a:lnTo>
                  <a:pt x="801248" y="527073"/>
                </a:lnTo>
                <a:close/>
                <a:lnTo>
                  <a:pt x="801248" y="527073"/>
                </a:lnTo>
                <a:close/>
                <a:lnTo>
                  <a:pt x="798219" y="527073"/>
                </a:lnTo>
                <a:close/>
                <a:lnTo>
                  <a:pt x="798219" y="527073"/>
                </a:lnTo>
                <a:close/>
                <a:lnTo>
                  <a:pt x="795189" y="527073"/>
                </a:lnTo>
                <a:close/>
                <a:lnTo>
                  <a:pt x="795189" y="527073"/>
                </a:lnTo>
                <a:close/>
                <a:lnTo>
                  <a:pt x="792160" y="527073"/>
                </a:lnTo>
                <a:close/>
                <a:lnTo>
                  <a:pt x="792160" y="527073"/>
                </a:lnTo>
                <a:close/>
                <a:lnTo>
                  <a:pt x="789131" y="527073"/>
                </a:lnTo>
                <a:close/>
                <a:lnTo>
                  <a:pt x="789131" y="527073"/>
                </a:lnTo>
                <a:close/>
                <a:lnTo>
                  <a:pt x="786101" y="527073"/>
                </a:lnTo>
                <a:close/>
                <a:lnTo>
                  <a:pt x="786101" y="527073"/>
                </a:lnTo>
                <a:close/>
                <a:lnTo>
                  <a:pt x="783072" y="527073"/>
                </a:lnTo>
                <a:close/>
                <a:lnTo>
                  <a:pt x="783072" y="527073"/>
                </a:lnTo>
                <a:close/>
                <a:lnTo>
                  <a:pt x="780043" y="527073"/>
                </a:lnTo>
                <a:close/>
                <a:lnTo>
                  <a:pt x="780043" y="527073"/>
                </a:lnTo>
                <a:close/>
                <a:lnTo>
                  <a:pt x="777014" y="527073"/>
                </a:lnTo>
                <a:close/>
                <a:lnTo>
                  <a:pt x="777014" y="527073"/>
                </a:lnTo>
                <a:close/>
                <a:lnTo>
                  <a:pt x="773984" y="527073"/>
                </a:lnTo>
                <a:close/>
                <a:lnTo>
                  <a:pt x="773984" y="527073"/>
                </a:lnTo>
                <a:close/>
                <a:lnTo>
                  <a:pt x="770955" y="527073"/>
                </a:lnTo>
                <a:close/>
                <a:lnTo>
                  <a:pt x="770955" y="527073"/>
                </a:lnTo>
                <a:close/>
                <a:lnTo>
                  <a:pt x="767926" y="527073"/>
                </a:lnTo>
                <a:close/>
                <a:lnTo>
                  <a:pt x="767926" y="527073"/>
                </a:lnTo>
                <a:close/>
                <a:lnTo>
                  <a:pt x="764896" y="527073"/>
                </a:lnTo>
                <a:close/>
                <a:lnTo>
                  <a:pt x="764896" y="527073"/>
                </a:lnTo>
                <a:close/>
                <a:lnTo>
                  <a:pt x="761867" y="527073"/>
                </a:lnTo>
                <a:close/>
                <a:lnTo>
                  <a:pt x="761867" y="527073"/>
                </a:lnTo>
                <a:close/>
                <a:lnTo>
                  <a:pt x="758838" y="527073"/>
                </a:lnTo>
                <a:close/>
                <a:lnTo>
                  <a:pt x="758838" y="527073"/>
                </a:lnTo>
                <a:close/>
                <a:lnTo>
                  <a:pt x="755808" y="527073"/>
                </a:lnTo>
                <a:close/>
                <a:lnTo>
                  <a:pt x="755808" y="527073"/>
                </a:lnTo>
                <a:close/>
                <a:lnTo>
                  <a:pt x="752779" y="527073"/>
                </a:lnTo>
                <a:close/>
                <a:lnTo>
                  <a:pt x="752779" y="527073"/>
                </a:lnTo>
                <a:close/>
                <a:lnTo>
                  <a:pt x="749750" y="527073"/>
                </a:lnTo>
                <a:close/>
                <a:lnTo>
                  <a:pt x="749750" y="527073"/>
                </a:lnTo>
                <a:close/>
                <a:lnTo>
                  <a:pt x="746721" y="527073"/>
                </a:lnTo>
                <a:close/>
                <a:lnTo>
                  <a:pt x="746721" y="527073"/>
                </a:lnTo>
                <a:close/>
                <a:lnTo>
                  <a:pt x="743691" y="527073"/>
                </a:lnTo>
                <a:close/>
                <a:lnTo>
                  <a:pt x="743691" y="527073"/>
                </a:lnTo>
                <a:close/>
                <a:lnTo>
                  <a:pt x="740662" y="527073"/>
                </a:lnTo>
                <a:close/>
                <a:lnTo>
                  <a:pt x="740662" y="527073"/>
                </a:lnTo>
                <a:close/>
                <a:lnTo>
                  <a:pt x="737633" y="527073"/>
                </a:lnTo>
                <a:close/>
                <a:lnTo>
                  <a:pt x="737633" y="527073"/>
                </a:lnTo>
                <a:close/>
                <a:lnTo>
                  <a:pt x="734603" y="527073"/>
                </a:lnTo>
                <a:close/>
                <a:lnTo>
                  <a:pt x="734603" y="527073"/>
                </a:lnTo>
                <a:close/>
                <a:lnTo>
                  <a:pt x="731574" y="527073"/>
                </a:lnTo>
                <a:close/>
                <a:lnTo>
                  <a:pt x="731574" y="527073"/>
                </a:lnTo>
                <a:close/>
                <a:lnTo>
                  <a:pt x="728545" y="527073"/>
                </a:lnTo>
                <a:close/>
                <a:lnTo>
                  <a:pt x="728545" y="527073"/>
                </a:lnTo>
                <a:close/>
                <a:lnTo>
                  <a:pt x="725516" y="527073"/>
                </a:lnTo>
                <a:close/>
                <a:lnTo>
                  <a:pt x="725516" y="527073"/>
                </a:lnTo>
                <a:close/>
                <a:lnTo>
                  <a:pt x="722486" y="527073"/>
                </a:lnTo>
                <a:close/>
                <a:lnTo>
                  <a:pt x="722486" y="527073"/>
                </a:lnTo>
                <a:close/>
                <a:lnTo>
                  <a:pt x="719457" y="527073"/>
                </a:lnTo>
                <a:close/>
                <a:lnTo>
                  <a:pt x="719457" y="527073"/>
                </a:lnTo>
                <a:close/>
                <a:lnTo>
                  <a:pt x="716428" y="527073"/>
                </a:lnTo>
                <a:close/>
                <a:lnTo>
                  <a:pt x="716428" y="527073"/>
                </a:lnTo>
                <a:close/>
                <a:lnTo>
                  <a:pt x="713398" y="527073"/>
                </a:lnTo>
                <a:close/>
                <a:lnTo>
                  <a:pt x="713398" y="527073"/>
                </a:lnTo>
                <a:close/>
                <a:lnTo>
                  <a:pt x="710369" y="527073"/>
                </a:lnTo>
                <a:close/>
                <a:lnTo>
                  <a:pt x="710369" y="527073"/>
                </a:lnTo>
                <a:close/>
                <a:lnTo>
                  <a:pt x="707340" y="527073"/>
                </a:lnTo>
                <a:close/>
                <a:lnTo>
                  <a:pt x="707340" y="527073"/>
                </a:lnTo>
                <a:close/>
                <a:lnTo>
                  <a:pt x="704311" y="527073"/>
                </a:lnTo>
                <a:close/>
                <a:lnTo>
                  <a:pt x="704311" y="527073"/>
                </a:lnTo>
                <a:close/>
                <a:lnTo>
                  <a:pt x="701281" y="527073"/>
                </a:lnTo>
                <a:close/>
                <a:lnTo>
                  <a:pt x="701281" y="527073"/>
                </a:lnTo>
                <a:close/>
                <a:lnTo>
                  <a:pt x="698252" y="527073"/>
                </a:lnTo>
                <a:close/>
                <a:lnTo>
                  <a:pt x="698252" y="527073"/>
                </a:lnTo>
                <a:close/>
                <a:lnTo>
                  <a:pt x="695223" y="527073"/>
                </a:lnTo>
                <a:close/>
                <a:lnTo>
                  <a:pt x="695223" y="527073"/>
                </a:lnTo>
                <a:close/>
                <a:lnTo>
                  <a:pt x="692193" y="527073"/>
                </a:lnTo>
                <a:close/>
                <a:lnTo>
                  <a:pt x="692193" y="527073"/>
                </a:lnTo>
                <a:close/>
                <a:lnTo>
                  <a:pt x="689164" y="527073"/>
                </a:lnTo>
                <a:close/>
                <a:lnTo>
                  <a:pt x="689164" y="527073"/>
                </a:lnTo>
                <a:close/>
                <a:lnTo>
                  <a:pt x="686135" y="527073"/>
                </a:lnTo>
                <a:close/>
                <a:lnTo>
                  <a:pt x="686135" y="527073"/>
                </a:lnTo>
                <a:close/>
                <a:lnTo>
                  <a:pt x="683105" y="527073"/>
                </a:lnTo>
                <a:close/>
                <a:lnTo>
                  <a:pt x="683105" y="527073"/>
                </a:lnTo>
                <a:close/>
                <a:lnTo>
                  <a:pt x="680076" y="527073"/>
                </a:lnTo>
                <a:close/>
                <a:lnTo>
                  <a:pt x="680076" y="527073"/>
                </a:lnTo>
                <a:close/>
                <a:lnTo>
                  <a:pt x="677047" y="527073"/>
                </a:lnTo>
                <a:close/>
                <a:lnTo>
                  <a:pt x="677047" y="527073"/>
                </a:lnTo>
                <a:close/>
                <a:lnTo>
                  <a:pt x="674018" y="527073"/>
                </a:lnTo>
                <a:close/>
                <a:lnTo>
                  <a:pt x="674018" y="527073"/>
                </a:lnTo>
                <a:close/>
                <a:lnTo>
                  <a:pt x="670988" y="527073"/>
                </a:lnTo>
                <a:close/>
                <a:lnTo>
                  <a:pt x="670988" y="527073"/>
                </a:lnTo>
                <a:close/>
                <a:lnTo>
                  <a:pt x="667959" y="527073"/>
                </a:lnTo>
                <a:close/>
                <a:lnTo>
                  <a:pt x="667959" y="527073"/>
                </a:lnTo>
                <a:close/>
                <a:lnTo>
                  <a:pt x="664930" y="527073"/>
                </a:lnTo>
                <a:close/>
                <a:lnTo>
                  <a:pt x="664930" y="527073"/>
                </a:lnTo>
                <a:close/>
                <a:lnTo>
                  <a:pt x="661900" y="527073"/>
                </a:lnTo>
                <a:close/>
                <a:lnTo>
                  <a:pt x="661900" y="527073"/>
                </a:lnTo>
                <a:close/>
                <a:lnTo>
                  <a:pt x="658871" y="527073"/>
                </a:lnTo>
                <a:close/>
                <a:lnTo>
                  <a:pt x="658871" y="527073"/>
                </a:lnTo>
                <a:close/>
                <a:lnTo>
                  <a:pt x="655842" y="527073"/>
                </a:lnTo>
                <a:close/>
                <a:lnTo>
                  <a:pt x="655842" y="527073"/>
                </a:lnTo>
                <a:close/>
                <a:lnTo>
                  <a:pt x="652813" y="527073"/>
                </a:lnTo>
                <a:close/>
                <a:lnTo>
                  <a:pt x="652813" y="527073"/>
                </a:lnTo>
                <a:close/>
                <a:lnTo>
                  <a:pt x="649783" y="527073"/>
                </a:lnTo>
                <a:close/>
                <a:lnTo>
                  <a:pt x="649783" y="527073"/>
                </a:lnTo>
                <a:close/>
                <a:lnTo>
                  <a:pt x="646754" y="527073"/>
                </a:lnTo>
                <a:close/>
                <a:lnTo>
                  <a:pt x="646754" y="527073"/>
                </a:lnTo>
                <a:close/>
                <a:lnTo>
                  <a:pt x="643725" y="527073"/>
                </a:lnTo>
                <a:close/>
                <a:lnTo>
                  <a:pt x="643725" y="527073"/>
                </a:lnTo>
                <a:close/>
                <a:lnTo>
                  <a:pt x="640695" y="527073"/>
                </a:lnTo>
                <a:close/>
                <a:lnTo>
                  <a:pt x="640695" y="527073"/>
                </a:lnTo>
                <a:close/>
                <a:lnTo>
                  <a:pt x="637666" y="527073"/>
                </a:lnTo>
                <a:close/>
                <a:lnTo>
                  <a:pt x="637666" y="527073"/>
                </a:lnTo>
                <a:close/>
                <a:lnTo>
                  <a:pt x="634637" y="527073"/>
                </a:lnTo>
                <a:close/>
                <a:lnTo>
                  <a:pt x="634637" y="527073"/>
                </a:lnTo>
                <a:close/>
                <a:lnTo>
                  <a:pt x="631608" y="527073"/>
                </a:lnTo>
                <a:close/>
                <a:lnTo>
                  <a:pt x="631608" y="527073"/>
                </a:lnTo>
                <a:close/>
                <a:lnTo>
                  <a:pt x="628578" y="527073"/>
                </a:lnTo>
                <a:close/>
                <a:lnTo>
                  <a:pt x="628578" y="527073"/>
                </a:lnTo>
                <a:close/>
                <a:lnTo>
                  <a:pt x="625549" y="527073"/>
                </a:lnTo>
                <a:close/>
                <a:lnTo>
                  <a:pt x="625549" y="527073"/>
                </a:lnTo>
                <a:close/>
                <a:lnTo>
                  <a:pt x="622520" y="527073"/>
                </a:lnTo>
                <a:close/>
                <a:lnTo>
                  <a:pt x="622520" y="527073"/>
                </a:lnTo>
                <a:close/>
                <a:lnTo>
                  <a:pt x="619490" y="527073"/>
                </a:lnTo>
                <a:close/>
                <a:lnTo>
                  <a:pt x="619490" y="527073"/>
                </a:lnTo>
                <a:close/>
                <a:lnTo>
                  <a:pt x="616461" y="527073"/>
                </a:lnTo>
                <a:close/>
                <a:lnTo>
                  <a:pt x="616461" y="527073"/>
                </a:lnTo>
                <a:close/>
                <a:lnTo>
                  <a:pt x="613432" y="527073"/>
                </a:lnTo>
                <a:close/>
                <a:lnTo>
                  <a:pt x="613432" y="527073"/>
                </a:lnTo>
                <a:close/>
                <a:lnTo>
                  <a:pt x="610402" y="527073"/>
                </a:lnTo>
                <a:close/>
                <a:lnTo>
                  <a:pt x="610402" y="527073"/>
                </a:lnTo>
                <a:close/>
                <a:lnTo>
                  <a:pt x="607373" y="527073"/>
                </a:lnTo>
                <a:close/>
                <a:lnTo>
                  <a:pt x="607373" y="527073"/>
                </a:lnTo>
                <a:close/>
                <a:lnTo>
                  <a:pt x="604344" y="527073"/>
                </a:lnTo>
                <a:close/>
                <a:lnTo>
                  <a:pt x="604344" y="527073"/>
                </a:lnTo>
                <a:close/>
                <a:lnTo>
                  <a:pt x="601315" y="527073"/>
                </a:lnTo>
                <a:close/>
                <a:lnTo>
                  <a:pt x="601315" y="527073"/>
                </a:lnTo>
                <a:close/>
                <a:lnTo>
                  <a:pt x="598285" y="527073"/>
                </a:lnTo>
                <a:close/>
                <a:lnTo>
                  <a:pt x="598285" y="527073"/>
                </a:lnTo>
                <a:close/>
                <a:lnTo>
                  <a:pt x="595256" y="527073"/>
                </a:lnTo>
                <a:close/>
                <a:lnTo>
                  <a:pt x="595256" y="527073"/>
                </a:lnTo>
                <a:close/>
                <a:lnTo>
                  <a:pt x="592227" y="527073"/>
                </a:lnTo>
                <a:close/>
                <a:lnTo>
                  <a:pt x="592227" y="527073"/>
                </a:lnTo>
                <a:close/>
                <a:lnTo>
                  <a:pt x="589197" y="527073"/>
                </a:lnTo>
                <a:close/>
                <a:lnTo>
                  <a:pt x="589197" y="527073"/>
                </a:lnTo>
                <a:close/>
                <a:lnTo>
                  <a:pt x="586168" y="527073"/>
                </a:lnTo>
                <a:close/>
                <a:lnTo>
                  <a:pt x="586168" y="527073"/>
                </a:lnTo>
                <a:close/>
                <a:lnTo>
                  <a:pt x="583139" y="527073"/>
                </a:lnTo>
                <a:close/>
                <a:lnTo>
                  <a:pt x="583139" y="527073"/>
                </a:lnTo>
                <a:close/>
                <a:lnTo>
                  <a:pt x="580110" y="527073"/>
                </a:lnTo>
                <a:close/>
                <a:lnTo>
                  <a:pt x="580110" y="527073"/>
                </a:lnTo>
                <a:close/>
                <a:lnTo>
                  <a:pt x="577080" y="527073"/>
                </a:lnTo>
                <a:close/>
                <a:lnTo>
                  <a:pt x="577080" y="527073"/>
                </a:lnTo>
                <a:close/>
                <a:lnTo>
                  <a:pt x="574051" y="527073"/>
                </a:lnTo>
                <a:close/>
                <a:lnTo>
                  <a:pt x="574051" y="527073"/>
                </a:lnTo>
                <a:close/>
                <a:lnTo>
                  <a:pt x="571022" y="527073"/>
                </a:lnTo>
                <a:close/>
                <a:lnTo>
                  <a:pt x="571022" y="527073"/>
                </a:lnTo>
                <a:close/>
                <a:lnTo>
                  <a:pt x="567992" y="527073"/>
                </a:lnTo>
                <a:close/>
                <a:lnTo>
                  <a:pt x="567992" y="527073"/>
                </a:lnTo>
                <a:close/>
                <a:lnTo>
                  <a:pt x="564963" y="527073"/>
                </a:lnTo>
                <a:close/>
                <a:lnTo>
                  <a:pt x="564963" y="527073"/>
                </a:lnTo>
                <a:close/>
                <a:lnTo>
                  <a:pt x="561934" y="527073"/>
                </a:lnTo>
                <a:close/>
                <a:lnTo>
                  <a:pt x="561934" y="527073"/>
                </a:lnTo>
                <a:close/>
                <a:lnTo>
                  <a:pt x="558905" y="527073"/>
                </a:lnTo>
                <a:close/>
                <a:lnTo>
                  <a:pt x="558905" y="527073"/>
                </a:lnTo>
                <a:close/>
                <a:lnTo>
                  <a:pt x="555875" y="527073"/>
                </a:lnTo>
                <a:close/>
                <a:lnTo>
                  <a:pt x="555875" y="527073"/>
                </a:lnTo>
                <a:close/>
                <a:lnTo>
                  <a:pt x="552846" y="527073"/>
                </a:lnTo>
                <a:close/>
                <a:lnTo>
                  <a:pt x="552846" y="527073"/>
                </a:lnTo>
                <a:close/>
                <a:lnTo>
                  <a:pt x="549817" y="527073"/>
                </a:lnTo>
                <a:close/>
                <a:lnTo>
                  <a:pt x="549817" y="527073"/>
                </a:lnTo>
                <a:close/>
                <a:lnTo>
                  <a:pt x="546787" y="527073"/>
                </a:lnTo>
                <a:close/>
                <a:lnTo>
                  <a:pt x="546787" y="527073"/>
                </a:lnTo>
                <a:close/>
                <a:lnTo>
                  <a:pt x="543758" y="527073"/>
                </a:lnTo>
                <a:close/>
                <a:lnTo>
                  <a:pt x="543758" y="527073"/>
                </a:lnTo>
                <a:close/>
                <a:lnTo>
                  <a:pt x="540729" y="527073"/>
                </a:lnTo>
                <a:close/>
                <a:lnTo>
                  <a:pt x="540729" y="527073"/>
                </a:lnTo>
                <a:close/>
                <a:lnTo>
                  <a:pt x="537700" y="527073"/>
                </a:lnTo>
                <a:close/>
                <a:lnTo>
                  <a:pt x="537700" y="527073"/>
                </a:lnTo>
                <a:close/>
                <a:lnTo>
                  <a:pt x="534670" y="527073"/>
                </a:lnTo>
                <a:close/>
                <a:lnTo>
                  <a:pt x="534670" y="527073"/>
                </a:lnTo>
                <a:close/>
                <a:lnTo>
                  <a:pt x="531641" y="527073"/>
                </a:lnTo>
                <a:close/>
                <a:lnTo>
                  <a:pt x="531641" y="527073"/>
                </a:lnTo>
                <a:close/>
                <a:lnTo>
                  <a:pt x="528612" y="527073"/>
                </a:lnTo>
                <a:close/>
                <a:lnTo>
                  <a:pt x="528612" y="527073"/>
                </a:lnTo>
                <a:close/>
                <a:lnTo>
                  <a:pt x="525582" y="527073"/>
                </a:lnTo>
                <a:close/>
                <a:lnTo>
                  <a:pt x="525582" y="527073"/>
                </a:lnTo>
                <a:close/>
                <a:lnTo>
                  <a:pt x="522553" y="527073"/>
                </a:lnTo>
                <a:close/>
                <a:lnTo>
                  <a:pt x="522553" y="527073"/>
                </a:lnTo>
                <a:close/>
                <a:lnTo>
                  <a:pt x="519524" y="527073"/>
                </a:lnTo>
                <a:close/>
                <a:lnTo>
                  <a:pt x="519524" y="527073"/>
                </a:lnTo>
                <a:close/>
                <a:lnTo>
                  <a:pt x="516494" y="527073"/>
                </a:lnTo>
                <a:close/>
                <a:lnTo>
                  <a:pt x="516494" y="527073"/>
                </a:lnTo>
                <a:close/>
                <a:lnTo>
                  <a:pt x="513465" y="527073"/>
                </a:lnTo>
                <a:close/>
                <a:lnTo>
                  <a:pt x="513465" y="527073"/>
                </a:lnTo>
                <a:close/>
                <a:lnTo>
                  <a:pt x="510436" y="527073"/>
                </a:lnTo>
                <a:close/>
                <a:lnTo>
                  <a:pt x="510436" y="527073"/>
                </a:lnTo>
                <a:close/>
                <a:lnTo>
                  <a:pt x="507407" y="527073"/>
                </a:lnTo>
                <a:close/>
                <a:lnTo>
                  <a:pt x="507407" y="527073"/>
                </a:lnTo>
                <a:close/>
                <a:lnTo>
                  <a:pt x="504377" y="527073"/>
                </a:lnTo>
                <a:close/>
                <a:lnTo>
                  <a:pt x="504377" y="527073"/>
                </a:lnTo>
                <a:close/>
                <a:lnTo>
                  <a:pt x="501348" y="527073"/>
                </a:lnTo>
                <a:close/>
                <a:lnTo>
                  <a:pt x="501348" y="527073"/>
                </a:lnTo>
                <a:close/>
                <a:lnTo>
                  <a:pt x="498319" y="527073"/>
                </a:lnTo>
                <a:close/>
                <a:lnTo>
                  <a:pt x="498319" y="527073"/>
                </a:lnTo>
                <a:close/>
                <a:lnTo>
                  <a:pt x="495289" y="527073"/>
                </a:lnTo>
                <a:close/>
                <a:lnTo>
                  <a:pt x="495289" y="527073"/>
                </a:lnTo>
                <a:close/>
                <a:lnTo>
                  <a:pt x="492260" y="527073"/>
                </a:lnTo>
                <a:close/>
                <a:lnTo>
                  <a:pt x="492260" y="527073"/>
                </a:lnTo>
                <a:close/>
                <a:lnTo>
                  <a:pt x="489231" y="527073"/>
                </a:lnTo>
                <a:close/>
                <a:lnTo>
                  <a:pt x="489231" y="527073"/>
                </a:lnTo>
                <a:close/>
                <a:lnTo>
                  <a:pt x="486202" y="527073"/>
                </a:lnTo>
                <a:close/>
                <a:lnTo>
                  <a:pt x="486202" y="527073"/>
                </a:lnTo>
                <a:close/>
                <a:lnTo>
                  <a:pt x="483172" y="527073"/>
                </a:lnTo>
                <a:close/>
                <a:lnTo>
                  <a:pt x="483172" y="527073"/>
                </a:lnTo>
                <a:close/>
                <a:lnTo>
                  <a:pt x="480143" y="527073"/>
                </a:lnTo>
                <a:close/>
                <a:lnTo>
                  <a:pt x="480143" y="527073"/>
                </a:lnTo>
                <a:close/>
                <a:lnTo>
                  <a:pt x="477114" y="527073"/>
                </a:lnTo>
                <a:close/>
                <a:lnTo>
                  <a:pt x="477114" y="527073"/>
                </a:lnTo>
                <a:close/>
                <a:lnTo>
                  <a:pt x="474084" y="527073"/>
                </a:lnTo>
                <a:close/>
                <a:lnTo>
                  <a:pt x="474084" y="527073"/>
                </a:lnTo>
                <a:close/>
                <a:lnTo>
                  <a:pt x="471055" y="527073"/>
                </a:lnTo>
                <a:close/>
                <a:lnTo>
                  <a:pt x="471055" y="527073"/>
                </a:lnTo>
                <a:close/>
                <a:lnTo>
                  <a:pt x="468026" y="527073"/>
                </a:lnTo>
                <a:close/>
                <a:lnTo>
                  <a:pt x="468026" y="527073"/>
                </a:lnTo>
                <a:close/>
                <a:lnTo>
                  <a:pt x="464997" y="527073"/>
                </a:lnTo>
                <a:close/>
                <a:lnTo>
                  <a:pt x="464997" y="527073"/>
                </a:lnTo>
                <a:close/>
                <a:lnTo>
                  <a:pt x="461967" y="527073"/>
                </a:lnTo>
                <a:close/>
                <a:lnTo>
                  <a:pt x="461967" y="527073"/>
                </a:lnTo>
                <a:close/>
                <a:lnTo>
                  <a:pt x="458938" y="527073"/>
                </a:lnTo>
                <a:close/>
                <a:lnTo>
                  <a:pt x="458938" y="527073"/>
                </a:lnTo>
                <a:close/>
                <a:lnTo>
                  <a:pt x="455909" y="527073"/>
                </a:lnTo>
                <a:close/>
                <a:lnTo>
                  <a:pt x="455909" y="527073"/>
                </a:lnTo>
                <a:close/>
                <a:lnTo>
                  <a:pt x="452879" y="527073"/>
                </a:lnTo>
                <a:close/>
                <a:lnTo>
                  <a:pt x="452879" y="527073"/>
                </a:lnTo>
                <a:close/>
                <a:lnTo>
                  <a:pt x="449850" y="527073"/>
                </a:lnTo>
                <a:close/>
                <a:lnTo>
                  <a:pt x="449850" y="527073"/>
                </a:lnTo>
                <a:close/>
                <a:lnTo>
                  <a:pt x="446821" y="527073"/>
                </a:lnTo>
                <a:close/>
                <a:lnTo>
                  <a:pt x="446821" y="527073"/>
                </a:lnTo>
                <a:close/>
                <a:lnTo>
                  <a:pt x="443791" y="527073"/>
                </a:lnTo>
                <a:close/>
                <a:lnTo>
                  <a:pt x="443791" y="527073"/>
                </a:lnTo>
                <a:close/>
                <a:lnTo>
                  <a:pt x="440762" y="527073"/>
                </a:lnTo>
                <a:close/>
                <a:lnTo>
                  <a:pt x="440762" y="527073"/>
                </a:lnTo>
                <a:close/>
                <a:lnTo>
                  <a:pt x="437733" y="527073"/>
                </a:lnTo>
                <a:close/>
                <a:lnTo>
                  <a:pt x="437733" y="527073"/>
                </a:lnTo>
                <a:close/>
                <a:lnTo>
                  <a:pt x="434704" y="527073"/>
                </a:lnTo>
                <a:close/>
                <a:lnTo>
                  <a:pt x="434704" y="527073"/>
                </a:lnTo>
                <a:close/>
                <a:lnTo>
                  <a:pt x="431674" y="527073"/>
                </a:lnTo>
                <a:close/>
                <a:lnTo>
                  <a:pt x="431674" y="527073"/>
                </a:lnTo>
                <a:close/>
                <a:lnTo>
                  <a:pt x="428645" y="527073"/>
                </a:lnTo>
                <a:close/>
                <a:lnTo>
                  <a:pt x="428645" y="527073"/>
                </a:lnTo>
                <a:close/>
                <a:lnTo>
                  <a:pt x="425616" y="527073"/>
                </a:lnTo>
                <a:close/>
                <a:lnTo>
                  <a:pt x="425616" y="527073"/>
                </a:lnTo>
                <a:close/>
                <a:lnTo>
                  <a:pt x="422586" y="527073"/>
                </a:lnTo>
                <a:close/>
                <a:lnTo>
                  <a:pt x="422586" y="527073"/>
                </a:lnTo>
                <a:close/>
                <a:lnTo>
                  <a:pt x="419557" y="527073"/>
                </a:lnTo>
                <a:close/>
                <a:lnTo>
                  <a:pt x="419557" y="527073"/>
                </a:lnTo>
                <a:close/>
                <a:lnTo>
                  <a:pt x="416528" y="527073"/>
                </a:lnTo>
                <a:close/>
                <a:lnTo>
                  <a:pt x="416528" y="527073"/>
                </a:lnTo>
                <a:close/>
                <a:lnTo>
                  <a:pt x="413499" y="527073"/>
                </a:lnTo>
                <a:close/>
                <a:lnTo>
                  <a:pt x="413499" y="527073"/>
                </a:lnTo>
                <a:close/>
                <a:lnTo>
                  <a:pt x="410469" y="527073"/>
                </a:lnTo>
                <a:close/>
                <a:lnTo>
                  <a:pt x="410469" y="527073"/>
                </a:lnTo>
                <a:close/>
                <a:lnTo>
                  <a:pt x="407440" y="527073"/>
                </a:lnTo>
                <a:close/>
                <a:lnTo>
                  <a:pt x="407440" y="527073"/>
                </a:lnTo>
                <a:close/>
                <a:lnTo>
                  <a:pt x="404411" y="527073"/>
                </a:lnTo>
                <a:close/>
                <a:lnTo>
                  <a:pt x="404411" y="527073"/>
                </a:lnTo>
                <a:close/>
                <a:lnTo>
                  <a:pt x="401381" y="527073"/>
                </a:lnTo>
                <a:close/>
                <a:lnTo>
                  <a:pt x="401381" y="527073"/>
                </a:lnTo>
                <a:close/>
                <a:lnTo>
                  <a:pt x="398352" y="527073"/>
                </a:lnTo>
                <a:close/>
                <a:lnTo>
                  <a:pt x="398352" y="527073"/>
                </a:lnTo>
                <a:close/>
                <a:lnTo>
                  <a:pt x="395323" y="527073"/>
                </a:lnTo>
                <a:close/>
                <a:lnTo>
                  <a:pt x="395323" y="527073"/>
                </a:lnTo>
                <a:close/>
                <a:lnTo>
                  <a:pt x="392294" y="527073"/>
                </a:lnTo>
                <a:close/>
                <a:lnTo>
                  <a:pt x="392294" y="527073"/>
                </a:lnTo>
                <a:close/>
                <a:lnTo>
                  <a:pt x="389264" y="527073"/>
                </a:lnTo>
                <a:close/>
                <a:lnTo>
                  <a:pt x="389264" y="527073"/>
                </a:lnTo>
                <a:close/>
                <a:lnTo>
                  <a:pt x="386235" y="527073"/>
                </a:lnTo>
                <a:close/>
                <a:lnTo>
                  <a:pt x="386235" y="527073"/>
                </a:lnTo>
                <a:close/>
                <a:lnTo>
                  <a:pt x="383206" y="527073"/>
                </a:lnTo>
                <a:close/>
                <a:lnTo>
                  <a:pt x="383206" y="527073"/>
                </a:lnTo>
                <a:close/>
                <a:lnTo>
                  <a:pt x="380176" y="527073"/>
                </a:lnTo>
                <a:close/>
                <a:lnTo>
                  <a:pt x="380176" y="527073"/>
                </a:lnTo>
                <a:close/>
                <a:lnTo>
                  <a:pt x="377147" y="527073"/>
                </a:lnTo>
                <a:close/>
                <a:lnTo>
                  <a:pt x="377147" y="527073"/>
                </a:lnTo>
                <a:close/>
                <a:lnTo>
                  <a:pt x="374118" y="527073"/>
                </a:lnTo>
                <a:close/>
                <a:lnTo>
                  <a:pt x="374118" y="527073"/>
                </a:lnTo>
                <a:close/>
                <a:lnTo>
                  <a:pt x="371088" y="527073"/>
                </a:lnTo>
                <a:close/>
                <a:lnTo>
                  <a:pt x="371088" y="527073"/>
                </a:lnTo>
                <a:close/>
                <a:lnTo>
                  <a:pt x="368059" y="527073"/>
                </a:lnTo>
                <a:close/>
                <a:lnTo>
                  <a:pt x="368059" y="527073"/>
                </a:lnTo>
                <a:close/>
                <a:lnTo>
                  <a:pt x="365030" y="527073"/>
                </a:lnTo>
                <a:close/>
                <a:lnTo>
                  <a:pt x="365030" y="527073"/>
                </a:lnTo>
                <a:close/>
                <a:lnTo>
                  <a:pt x="362001" y="527073"/>
                </a:lnTo>
                <a:close/>
                <a:lnTo>
                  <a:pt x="362001" y="527073"/>
                </a:lnTo>
                <a:close/>
                <a:lnTo>
                  <a:pt x="358971" y="527073"/>
                </a:lnTo>
                <a:close/>
                <a:lnTo>
                  <a:pt x="358971" y="527073"/>
                </a:lnTo>
                <a:close/>
                <a:lnTo>
                  <a:pt x="355942" y="527073"/>
                </a:lnTo>
                <a:close/>
                <a:lnTo>
                  <a:pt x="355942" y="527073"/>
                </a:lnTo>
                <a:close/>
                <a:lnTo>
                  <a:pt x="352913" y="527073"/>
                </a:lnTo>
                <a:close/>
                <a:lnTo>
                  <a:pt x="352913" y="527073"/>
                </a:lnTo>
                <a:close/>
                <a:lnTo>
                  <a:pt x="349883" y="527073"/>
                </a:lnTo>
                <a:close/>
                <a:lnTo>
                  <a:pt x="349883" y="527073"/>
                </a:lnTo>
                <a:close/>
                <a:lnTo>
                  <a:pt x="346854" y="527073"/>
                </a:lnTo>
                <a:close/>
                <a:lnTo>
                  <a:pt x="346854" y="527073"/>
                </a:lnTo>
                <a:close/>
                <a:lnTo>
                  <a:pt x="343825" y="527073"/>
                </a:lnTo>
                <a:close/>
                <a:lnTo>
                  <a:pt x="343825" y="527073"/>
                </a:lnTo>
                <a:close/>
                <a:lnTo>
                  <a:pt x="340796" y="527073"/>
                </a:lnTo>
                <a:close/>
                <a:lnTo>
                  <a:pt x="340796" y="527073"/>
                </a:lnTo>
                <a:close/>
                <a:lnTo>
                  <a:pt x="337766" y="527073"/>
                </a:lnTo>
                <a:close/>
                <a:lnTo>
                  <a:pt x="337766" y="527073"/>
                </a:lnTo>
                <a:close/>
                <a:lnTo>
                  <a:pt x="334737" y="527073"/>
                </a:lnTo>
                <a:close/>
                <a:lnTo>
                  <a:pt x="334737" y="527073"/>
                </a:lnTo>
                <a:close/>
                <a:lnTo>
                  <a:pt x="331708" y="527073"/>
                </a:lnTo>
                <a:close/>
                <a:lnTo>
                  <a:pt x="331708" y="527073"/>
                </a:lnTo>
                <a:close/>
                <a:lnTo>
                  <a:pt x="328678" y="527073"/>
                </a:lnTo>
                <a:close/>
                <a:lnTo>
                  <a:pt x="328678" y="527073"/>
                </a:lnTo>
                <a:close/>
                <a:lnTo>
                  <a:pt x="325649" y="527073"/>
                </a:lnTo>
                <a:close/>
                <a:lnTo>
                  <a:pt x="325649" y="527073"/>
                </a:lnTo>
                <a:close/>
                <a:lnTo>
                  <a:pt x="322620" y="527073"/>
                </a:lnTo>
                <a:close/>
                <a:lnTo>
                  <a:pt x="322620" y="527073"/>
                </a:lnTo>
                <a:close/>
                <a:lnTo>
                  <a:pt x="319591" y="527073"/>
                </a:lnTo>
                <a:close/>
                <a:lnTo>
                  <a:pt x="319591" y="527073"/>
                </a:lnTo>
                <a:close/>
                <a:lnTo>
                  <a:pt x="316561" y="527073"/>
                </a:lnTo>
                <a:close/>
                <a:lnTo>
                  <a:pt x="316561" y="527073"/>
                </a:lnTo>
                <a:close/>
                <a:lnTo>
                  <a:pt x="313532" y="527073"/>
                </a:lnTo>
                <a:close/>
                <a:lnTo>
                  <a:pt x="313532" y="527073"/>
                </a:lnTo>
                <a:close/>
                <a:lnTo>
                  <a:pt x="310503" y="527073"/>
                </a:lnTo>
                <a:close/>
                <a:lnTo>
                  <a:pt x="310503" y="527073"/>
                </a:lnTo>
                <a:close/>
                <a:lnTo>
                  <a:pt x="307473" y="527073"/>
                </a:lnTo>
                <a:close/>
                <a:lnTo>
                  <a:pt x="307473" y="527073"/>
                </a:lnTo>
                <a:close/>
                <a:lnTo>
                  <a:pt x="304444" y="527073"/>
                </a:lnTo>
                <a:close/>
                <a:lnTo>
                  <a:pt x="304444" y="527073"/>
                </a:lnTo>
                <a:close/>
                <a:lnTo>
                  <a:pt x="301415" y="527073"/>
                </a:lnTo>
                <a:close/>
                <a:lnTo>
                  <a:pt x="301415" y="527073"/>
                </a:lnTo>
                <a:close/>
                <a:lnTo>
                  <a:pt x="298386" y="527073"/>
                </a:lnTo>
                <a:close/>
                <a:lnTo>
                  <a:pt x="298386" y="527073"/>
                </a:lnTo>
                <a:close/>
                <a:lnTo>
                  <a:pt x="295356" y="527073"/>
                </a:lnTo>
                <a:close/>
                <a:lnTo>
                  <a:pt x="295356" y="527073"/>
                </a:lnTo>
                <a:close/>
                <a:lnTo>
                  <a:pt x="292327" y="527073"/>
                </a:lnTo>
                <a:close/>
                <a:lnTo>
                  <a:pt x="292327" y="527073"/>
                </a:lnTo>
                <a:close/>
                <a:lnTo>
                  <a:pt x="289298" y="527073"/>
                </a:lnTo>
                <a:close/>
                <a:lnTo>
                  <a:pt x="289298" y="527073"/>
                </a:lnTo>
                <a:close/>
                <a:lnTo>
                  <a:pt x="286268" y="527073"/>
                </a:lnTo>
                <a:close/>
                <a:lnTo>
                  <a:pt x="286268" y="527073"/>
                </a:lnTo>
                <a:close/>
                <a:lnTo>
                  <a:pt x="283239" y="527073"/>
                </a:lnTo>
                <a:close/>
                <a:lnTo>
                  <a:pt x="283239" y="527073"/>
                </a:lnTo>
                <a:close/>
                <a:lnTo>
                  <a:pt x="280210" y="527073"/>
                </a:lnTo>
                <a:close/>
                <a:lnTo>
                  <a:pt x="280210" y="527073"/>
                </a:lnTo>
                <a:close/>
                <a:lnTo>
                  <a:pt x="277180" y="527073"/>
                </a:lnTo>
                <a:close/>
                <a:lnTo>
                  <a:pt x="277180" y="527073"/>
                </a:lnTo>
                <a:close/>
                <a:lnTo>
                  <a:pt x="274151" y="527073"/>
                </a:lnTo>
                <a:close/>
                <a:lnTo>
                  <a:pt x="274151" y="527073"/>
                </a:lnTo>
                <a:close/>
                <a:lnTo>
                  <a:pt x="271122" y="527073"/>
                </a:lnTo>
                <a:close/>
                <a:lnTo>
                  <a:pt x="271122" y="527073"/>
                </a:lnTo>
                <a:close/>
                <a:lnTo>
                  <a:pt x="268093" y="527073"/>
                </a:lnTo>
                <a:close/>
                <a:lnTo>
                  <a:pt x="268093" y="527073"/>
                </a:lnTo>
                <a:close/>
                <a:lnTo>
                  <a:pt x="265063" y="527073"/>
                </a:lnTo>
                <a:close/>
                <a:lnTo>
                  <a:pt x="265063" y="527073"/>
                </a:lnTo>
                <a:close/>
                <a:lnTo>
                  <a:pt x="262034" y="527073"/>
                </a:lnTo>
                <a:close/>
                <a:lnTo>
                  <a:pt x="262034" y="527073"/>
                </a:lnTo>
                <a:close/>
                <a:lnTo>
                  <a:pt x="259005" y="527073"/>
                </a:lnTo>
                <a:close/>
                <a:lnTo>
                  <a:pt x="259005" y="527073"/>
                </a:lnTo>
                <a:close/>
                <a:lnTo>
                  <a:pt x="255975" y="527073"/>
                </a:lnTo>
                <a:close/>
                <a:lnTo>
                  <a:pt x="255975" y="527073"/>
                </a:lnTo>
                <a:close/>
                <a:lnTo>
                  <a:pt x="252946" y="527073"/>
                </a:lnTo>
                <a:close/>
                <a:lnTo>
                  <a:pt x="252946" y="527073"/>
                </a:lnTo>
                <a:close/>
                <a:lnTo>
                  <a:pt x="249917" y="527073"/>
                </a:lnTo>
                <a:close/>
                <a:lnTo>
                  <a:pt x="249917" y="527073"/>
                </a:lnTo>
                <a:close/>
                <a:lnTo>
                  <a:pt x="246888" y="527073"/>
                </a:lnTo>
                <a:close/>
                <a:lnTo>
                  <a:pt x="246888" y="527073"/>
                </a:lnTo>
                <a:close/>
                <a:lnTo>
                  <a:pt x="243858" y="527073"/>
                </a:lnTo>
                <a:close/>
                <a:lnTo>
                  <a:pt x="243858" y="527073"/>
                </a:lnTo>
                <a:close/>
                <a:lnTo>
                  <a:pt x="240829" y="527073"/>
                </a:lnTo>
                <a:close/>
                <a:lnTo>
                  <a:pt x="240829" y="527073"/>
                </a:lnTo>
                <a:close/>
                <a:lnTo>
                  <a:pt x="237800" y="527073"/>
                </a:lnTo>
                <a:close/>
                <a:lnTo>
                  <a:pt x="237800" y="527073"/>
                </a:lnTo>
                <a:close/>
                <a:lnTo>
                  <a:pt x="234770" y="527073"/>
                </a:lnTo>
                <a:close/>
                <a:lnTo>
                  <a:pt x="234770" y="527073"/>
                </a:lnTo>
                <a:close/>
                <a:lnTo>
                  <a:pt x="231741" y="527073"/>
                </a:lnTo>
                <a:close/>
                <a:lnTo>
                  <a:pt x="231741" y="527073"/>
                </a:lnTo>
                <a:close/>
                <a:lnTo>
                  <a:pt x="228712" y="527073"/>
                </a:lnTo>
                <a:close/>
                <a:lnTo>
                  <a:pt x="228712" y="527073"/>
                </a:lnTo>
                <a:close/>
                <a:lnTo>
                  <a:pt x="225683" y="527073"/>
                </a:lnTo>
                <a:close/>
                <a:lnTo>
                  <a:pt x="225683" y="527073"/>
                </a:lnTo>
                <a:close/>
                <a:lnTo>
                  <a:pt x="222653" y="527073"/>
                </a:lnTo>
                <a:close/>
                <a:lnTo>
                  <a:pt x="222653" y="527073"/>
                </a:lnTo>
                <a:close/>
                <a:lnTo>
                  <a:pt x="219624" y="527073"/>
                </a:lnTo>
                <a:close/>
                <a:lnTo>
                  <a:pt x="219624" y="527073"/>
                </a:lnTo>
                <a:close/>
                <a:lnTo>
                  <a:pt x="216595" y="527073"/>
                </a:lnTo>
                <a:close/>
                <a:lnTo>
                  <a:pt x="216595" y="527073"/>
                </a:lnTo>
                <a:close/>
                <a:lnTo>
                  <a:pt x="213565" y="527073"/>
                </a:lnTo>
                <a:close/>
                <a:lnTo>
                  <a:pt x="213565" y="527073"/>
                </a:lnTo>
                <a:close/>
                <a:lnTo>
                  <a:pt x="210536" y="527073"/>
                </a:lnTo>
                <a:close/>
                <a:lnTo>
                  <a:pt x="210536" y="527073"/>
                </a:lnTo>
                <a:close/>
                <a:lnTo>
                  <a:pt x="207507" y="527073"/>
                </a:lnTo>
                <a:close/>
                <a:lnTo>
                  <a:pt x="207507" y="527073"/>
                </a:lnTo>
                <a:close/>
                <a:lnTo>
                  <a:pt x="204477" y="527073"/>
                </a:lnTo>
                <a:close/>
                <a:lnTo>
                  <a:pt x="204477" y="527073"/>
                </a:lnTo>
                <a:close/>
                <a:lnTo>
                  <a:pt x="201448" y="527073"/>
                </a:lnTo>
                <a:close/>
                <a:lnTo>
                  <a:pt x="201448" y="527073"/>
                </a:lnTo>
                <a:close/>
                <a:lnTo>
                  <a:pt x="198419" y="527073"/>
                </a:lnTo>
                <a:close/>
                <a:lnTo>
                  <a:pt x="198419" y="527073"/>
                </a:lnTo>
                <a:close/>
                <a:lnTo>
                  <a:pt x="195390" y="527073"/>
                </a:lnTo>
                <a:close/>
                <a:lnTo>
                  <a:pt x="195390" y="527073"/>
                </a:lnTo>
                <a:close/>
                <a:lnTo>
                  <a:pt x="192360" y="527073"/>
                </a:lnTo>
                <a:close/>
                <a:lnTo>
                  <a:pt x="192360" y="527073"/>
                </a:lnTo>
                <a:close/>
                <a:lnTo>
                  <a:pt x="189331" y="527073"/>
                </a:lnTo>
                <a:close/>
                <a:lnTo>
                  <a:pt x="189331" y="527073"/>
                </a:lnTo>
                <a:close/>
                <a:lnTo>
                  <a:pt x="186302" y="527073"/>
                </a:lnTo>
                <a:close/>
                <a:lnTo>
                  <a:pt x="186302" y="527073"/>
                </a:lnTo>
                <a:close/>
                <a:lnTo>
                  <a:pt x="183272" y="527073"/>
                </a:lnTo>
                <a:close/>
                <a:lnTo>
                  <a:pt x="183272" y="527073"/>
                </a:lnTo>
                <a:close/>
                <a:lnTo>
                  <a:pt x="180243" y="527073"/>
                </a:lnTo>
                <a:close/>
                <a:lnTo>
                  <a:pt x="180243" y="527073"/>
                </a:lnTo>
                <a:close/>
                <a:lnTo>
                  <a:pt x="177214" y="527073"/>
                </a:lnTo>
                <a:close/>
                <a:lnTo>
                  <a:pt x="177214" y="527073"/>
                </a:lnTo>
                <a:close/>
                <a:lnTo>
                  <a:pt x="174185" y="527073"/>
                </a:lnTo>
                <a:close/>
                <a:lnTo>
                  <a:pt x="174185" y="527073"/>
                </a:lnTo>
                <a:close/>
                <a:lnTo>
                  <a:pt x="171155" y="527073"/>
                </a:lnTo>
                <a:close/>
                <a:lnTo>
                  <a:pt x="171155" y="527073"/>
                </a:lnTo>
                <a:close/>
                <a:lnTo>
                  <a:pt x="168126" y="527073"/>
                </a:lnTo>
                <a:close/>
                <a:lnTo>
                  <a:pt x="168126" y="527073"/>
                </a:lnTo>
                <a:close/>
                <a:lnTo>
                  <a:pt x="165097" y="527073"/>
                </a:lnTo>
                <a:close/>
                <a:lnTo>
                  <a:pt x="165097" y="527073"/>
                </a:lnTo>
                <a:close/>
                <a:lnTo>
                  <a:pt x="162067" y="527073"/>
                </a:lnTo>
                <a:close/>
                <a:lnTo>
                  <a:pt x="162067" y="527073"/>
                </a:lnTo>
                <a:close/>
                <a:lnTo>
                  <a:pt x="159038" y="527073"/>
                </a:lnTo>
                <a:close/>
                <a:lnTo>
                  <a:pt x="159038" y="527073"/>
                </a:lnTo>
                <a:close/>
                <a:lnTo>
                  <a:pt x="156009" y="527073"/>
                </a:lnTo>
                <a:close/>
                <a:lnTo>
                  <a:pt x="156009" y="527073"/>
                </a:lnTo>
                <a:close/>
                <a:lnTo>
                  <a:pt x="152980" y="527073"/>
                </a:lnTo>
                <a:close/>
                <a:lnTo>
                  <a:pt x="152980" y="527073"/>
                </a:lnTo>
                <a:close/>
                <a:lnTo>
                  <a:pt x="149950" y="527073"/>
                </a:lnTo>
                <a:close/>
                <a:lnTo>
                  <a:pt x="149950" y="527073"/>
                </a:lnTo>
                <a:close/>
                <a:lnTo>
                  <a:pt x="146921" y="527073"/>
                </a:lnTo>
                <a:close/>
                <a:lnTo>
                  <a:pt x="146921" y="527073"/>
                </a:lnTo>
                <a:close/>
                <a:lnTo>
                  <a:pt x="143892" y="527073"/>
                </a:lnTo>
                <a:close/>
                <a:lnTo>
                  <a:pt x="143892" y="527073"/>
                </a:lnTo>
                <a:close/>
                <a:lnTo>
                  <a:pt x="140862" y="527073"/>
                </a:lnTo>
                <a:close/>
                <a:lnTo>
                  <a:pt x="140862" y="527073"/>
                </a:lnTo>
                <a:close/>
                <a:lnTo>
                  <a:pt x="137833" y="527073"/>
                </a:lnTo>
                <a:close/>
                <a:lnTo>
                  <a:pt x="137833" y="527073"/>
                </a:lnTo>
                <a:close/>
                <a:lnTo>
                  <a:pt x="134804" y="527073"/>
                </a:lnTo>
                <a:close/>
                <a:lnTo>
                  <a:pt x="134804" y="527073"/>
                </a:lnTo>
                <a:close/>
                <a:lnTo>
                  <a:pt x="131774" y="527073"/>
                </a:lnTo>
                <a:close/>
                <a:lnTo>
                  <a:pt x="131774" y="527073"/>
                </a:lnTo>
                <a:close/>
                <a:lnTo>
                  <a:pt x="128745" y="527073"/>
                </a:lnTo>
                <a:close/>
                <a:lnTo>
                  <a:pt x="128745" y="527073"/>
                </a:lnTo>
                <a:close/>
                <a:lnTo>
                  <a:pt x="125716" y="527073"/>
                </a:lnTo>
                <a:close/>
                <a:lnTo>
                  <a:pt x="125716" y="527073"/>
                </a:lnTo>
                <a:close/>
                <a:lnTo>
                  <a:pt x="122687" y="527073"/>
                </a:lnTo>
                <a:close/>
                <a:lnTo>
                  <a:pt x="122687" y="527073"/>
                </a:lnTo>
                <a:close/>
                <a:lnTo>
                  <a:pt x="119657" y="527073"/>
                </a:lnTo>
                <a:close/>
                <a:lnTo>
                  <a:pt x="119657" y="527073"/>
                </a:lnTo>
                <a:close/>
                <a:lnTo>
                  <a:pt x="116628" y="527073"/>
                </a:lnTo>
                <a:close/>
                <a:lnTo>
                  <a:pt x="116628" y="527073"/>
                </a:lnTo>
                <a:close/>
                <a:lnTo>
                  <a:pt x="113599" y="527073"/>
                </a:lnTo>
                <a:close/>
                <a:lnTo>
                  <a:pt x="113599" y="527073"/>
                </a:lnTo>
                <a:close/>
                <a:lnTo>
                  <a:pt x="110569" y="527073"/>
                </a:lnTo>
                <a:close/>
                <a:lnTo>
                  <a:pt x="110569" y="527073"/>
                </a:lnTo>
                <a:close/>
                <a:lnTo>
                  <a:pt x="107540" y="527073"/>
                </a:lnTo>
                <a:close/>
                <a:lnTo>
                  <a:pt x="107540" y="527073"/>
                </a:lnTo>
                <a:close/>
                <a:lnTo>
                  <a:pt x="104511" y="527073"/>
                </a:lnTo>
                <a:close/>
                <a:lnTo>
                  <a:pt x="104511" y="527073"/>
                </a:lnTo>
                <a:close/>
                <a:lnTo>
                  <a:pt x="101482" y="527073"/>
                </a:lnTo>
                <a:close/>
                <a:lnTo>
                  <a:pt x="101482" y="527073"/>
                </a:lnTo>
                <a:close/>
                <a:lnTo>
                  <a:pt x="98452" y="527073"/>
                </a:lnTo>
                <a:close/>
                <a:lnTo>
                  <a:pt x="98452" y="527073"/>
                </a:lnTo>
                <a:close/>
                <a:lnTo>
                  <a:pt x="95423" y="527073"/>
                </a:lnTo>
                <a:close/>
                <a:lnTo>
                  <a:pt x="95423" y="527073"/>
                </a:lnTo>
                <a:close/>
                <a:lnTo>
                  <a:pt x="92394" y="527073"/>
                </a:lnTo>
                <a:close/>
                <a:lnTo>
                  <a:pt x="92394" y="527073"/>
                </a:lnTo>
                <a:close/>
                <a:lnTo>
                  <a:pt x="89364" y="527073"/>
                </a:lnTo>
                <a:close/>
                <a:lnTo>
                  <a:pt x="89364" y="527073"/>
                </a:lnTo>
                <a:close/>
                <a:lnTo>
                  <a:pt x="86335" y="527073"/>
                </a:lnTo>
                <a:close/>
                <a:lnTo>
                  <a:pt x="86335" y="527073"/>
                </a:lnTo>
                <a:close/>
                <a:lnTo>
                  <a:pt x="83306" y="527073"/>
                </a:lnTo>
                <a:close/>
                <a:lnTo>
                  <a:pt x="83306" y="527073"/>
                </a:lnTo>
                <a:close/>
                <a:lnTo>
                  <a:pt x="80277" y="527073"/>
                </a:lnTo>
                <a:close/>
                <a:lnTo>
                  <a:pt x="80277" y="527073"/>
                </a:lnTo>
                <a:close/>
                <a:lnTo>
                  <a:pt x="77247" y="527073"/>
                </a:lnTo>
                <a:close/>
                <a:lnTo>
                  <a:pt x="77247" y="527073"/>
                </a:lnTo>
                <a:close/>
                <a:lnTo>
                  <a:pt x="74218" y="527073"/>
                </a:lnTo>
                <a:close/>
                <a:lnTo>
                  <a:pt x="74218" y="527073"/>
                </a:lnTo>
                <a:close/>
                <a:lnTo>
                  <a:pt x="71189" y="527073"/>
                </a:lnTo>
                <a:close/>
                <a:lnTo>
                  <a:pt x="71189" y="527073"/>
                </a:lnTo>
                <a:close/>
                <a:lnTo>
                  <a:pt x="68159" y="527073"/>
                </a:lnTo>
                <a:close/>
                <a:lnTo>
                  <a:pt x="68159" y="527073"/>
                </a:lnTo>
                <a:close/>
                <a:lnTo>
                  <a:pt x="65130" y="527073"/>
                </a:lnTo>
                <a:close/>
                <a:lnTo>
                  <a:pt x="65130" y="527073"/>
                </a:lnTo>
                <a:close/>
                <a:lnTo>
                  <a:pt x="62101" y="527073"/>
                </a:lnTo>
                <a:close/>
                <a:lnTo>
                  <a:pt x="62101" y="527073"/>
                </a:lnTo>
                <a:close/>
                <a:lnTo>
                  <a:pt x="59072" y="527073"/>
                </a:lnTo>
                <a:close/>
                <a:lnTo>
                  <a:pt x="59072" y="527073"/>
                </a:lnTo>
                <a:close/>
                <a:lnTo>
                  <a:pt x="56042" y="527073"/>
                </a:lnTo>
                <a:close/>
                <a:lnTo>
                  <a:pt x="56042" y="527073"/>
                </a:lnTo>
                <a:close/>
                <a:lnTo>
                  <a:pt x="53013" y="527073"/>
                </a:lnTo>
                <a:close/>
                <a:lnTo>
                  <a:pt x="53013" y="527073"/>
                </a:lnTo>
                <a:close/>
                <a:lnTo>
                  <a:pt x="49984" y="527073"/>
                </a:lnTo>
                <a:close/>
                <a:lnTo>
                  <a:pt x="49984" y="527073"/>
                </a:lnTo>
                <a:close/>
                <a:lnTo>
                  <a:pt x="46954" y="527073"/>
                </a:lnTo>
                <a:close/>
                <a:lnTo>
                  <a:pt x="46954" y="527073"/>
                </a:lnTo>
                <a:close/>
                <a:lnTo>
                  <a:pt x="43925" y="527073"/>
                </a:lnTo>
                <a:close/>
                <a:lnTo>
                  <a:pt x="43925" y="527073"/>
                </a:lnTo>
                <a:close/>
                <a:lnTo>
                  <a:pt x="40896" y="527073"/>
                </a:lnTo>
                <a:close/>
                <a:lnTo>
                  <a:pt x="40896" y="527073"/>
                </a:lnTo>
                <a:close/>
                <a:lnTo>
                  <a:pt x="37866" y="527073"/>
                </a:lnTo>
                <a:close/>
                <a:lnTo>
                  <a:pt x="37866" y="527073"/>
                </a:lnTo>
                <a:close/>
                <a:lnTo>
                  <a:pt x="34837" y="527073"/>
                </a:lnTo>
                <a:close/>
                <a:lnTo>
                  <a:pt x="34837" y="527073"/>
                </a:lnTo>
                <a:close/>
                <a:lnTo>
                  <a:pt x="31808" y="527073"/>
                </a:lnTo>
                <a:close/>
                <a:lnTo>
                  <a:pt x="31808" y="527073"/>
                </a:lnTo>
                <a:close/>
                <a:lnTo>
                  <a:pt x="28779" y="527073"/>
                </a:lnTo>
                <a:close/>
                <a:lnTo>
                  <a:pt x="28779" y="527073"/>
                </a:lnTo>
                <a:close/>
                <a:lnTo>
                  <a:pt x="25749" y="527073"/>
                </a:lnTo>
                <a:close/>
                <a:lnTo>
                  <a:pt x="25749" y="527073"/>
                </a:lnTo>
                <a:close/>
                <a:lnTo>
                  <a:pt x="22720" y="527073"/>
                </a:lnTo>
                <a:close/>
                <a:lnTo>
                  <a:pt x="22720" y="527073"/>
                </a:lnTo>
                <a:close/>
                <a:lnTo>
                  <a:pt x="19691" y="527073"/>
                </a:lnTo>
                <a:close/>
                <a:lnTo>
                  <a:pt x="19691" y="527073"/>
                </a:lnTo>
                <a:close/>
                <a:lnTo>
                  <a:pt x="16661" y="527073"/>
                </a:lnTo>
                <a:close/>
                <a:lnTo>
                  <a:pt x="16661" y="527073"/>
                </a:lnTo>
                <a:close/>
                <a:lnTo>
                  <a:pt x="13632" y="527073"/>
                </a:lnTo>
                <a:close/>
                <a:lnTo>
                  <a:pt x="13632" y="527073"/>
                </a:lnTo>
                <a:close/>
                <a:lnTo>
                  <a:pt x="10603" y="527073"/>
                </a:lnTo>
                <a:close/>
                <a:lnTo>
                  <a:pt x="10603" y="527073"/>
                </a:lnTo>
                <a:close/>
                <a:lnTo>
                  <a:pt x="7574" y="527073"/>
                </a:lnTo>
                <a:close/>
                <a:lnTo>
                  <a:pt x="7574" y="527073"/>
                </a:lnTo>
                <a:close/>
                <a:lnTo>
                  <a:pt x="4544" y="527073"/>
                </a:lnTo>
                <a:close/>
                <a:lnTo>
                  <a:pt x="4544" y="527073"/>
                </a:lnTo>
                <a:close/>
                <a:lnTo>
                  <a:pt x="1515" y="527073"/>
                </a:lnTo>
                <a:close/>
                <a:lnTo>
                  <a:pt x="1515" y="527073"/>
                </a:lnTo>
                <a:close/>
                <a:lnTo>
                  <a:pt x="0" y="527073"/>
                </a:lnTo>
                <a:close/>
                <a:lnTo>
                  <a:pt x="0" y="527073"/>
                </a:lnTo>
                <a:close/>
              </a:path>
            </a:pathLst>
          </a:custGeom>
          <a:solidFill>
            <a:srgbClr val="A9B8D6">
              <a:alpha val="25000"/>
            </a:srgbClr>
          </a:solidFill>
          <a:ln w="12700">
            <a:solidFill>
              <a:srgbClr val="A9B8D6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406457" y="438515"/>
            <a:ext cx="905758" cy="1317644"/>
          </a:xfrm>
          <a:custGeom>
            <a:avLst/>
            <a:gdLst/>
            <a:ahLst/>
            <a:cxnLst/>
            <a:rect l="l" t="t" r="r" b="b"/>
            <a:pathLst>
              <a:path w="905758" h="1317644">
                <a:moveTo>
                  <a:pt x="0" y="1317644"/>
                </a:moveTo>
                <a:lnTo>
                  <a:pt x="0" y="1317022"/>
                </a:lnTo>
                <a:close/>
                <a:lnTo>
                  <a:pt x="3030" y="1316952"/>
                </a:lnTo>
                <a:close/>
                <a:lnTo>
                  <a:pt x="6059" y="1316875"/>
                </a:lnTo>
                <a:close/>
                <a:lnTo>
                  <a:pt x="9088" y="1316790"/>
                </a:lnTo>
                <a:close/>
                <a:lnTo>
                  <a:pt x="12117" y="1316697"/>
                </a:lnTo>
                <a:close/>
                <a:lnTo>
                  <a:pt x="15147" y="1316594"/>
                </a:lnTo>
                <a:close/>
                <a:lnTo>
                  <a:pt x="18176" y="1316480"/>
                </a:lnTo>
                <a:close/>
                <a:lnTo>
                  <a:pt x="21205" y="1316355"/>
                </a:lnTo>
                <a:close/>
                <a:lnTo>
                  <a:pt x="24235" y="1316218"/>
                </a:lnTo>
                <a:close/>
                <a:lnTo>
                  <a:pt x="27264" y="1316068"/>
                </a:lnTo>
                <a:close/>
                <a:lnTo>
                  <a:pt x="30293" y="1315903"/>
                </a:lnTo>
                <a:close/>
                <a:lnTo>
                  <a:pt x="33323" y="1315722"/>
                </a:lnTo>
                <a:close/>
                <a:lnTo>
                  <a:pt x="36352" y="1315524"/>
                </a:lnTo>
                <a:close/>
                <a:lnTo>
                  <a:pt x="39381" y="1315307"/>
                </a:lnTo>
                <a:close/>
                <a:lnTo>
                  <a:pt x="42410" y="1315070"/>
                </a:lnTo>
                <a:close/>
                <a:lnTo>
                  <a:pt x="45440" y="1314811"/>
                </a:lnTo>
                <a:close/>
                <a:lnTo>
                  <a:pt x="48469" y="1314528"/>
                </a:lnTo>
                <a:close/>
                <a:lnTo>
                  <a:pt x="51498" y="1314219"/>
                </a:lnTo>
                <a:close/>
                <a:lnTo>
                  <a:pt x="54528" y="1313883"/>
                </a:lnTo>
                <a:close/>
                <a:lnTo>
                  <a:pt x="57557" y="1313517"/>
                </a:lnTo>
                <a:close/>
                <a:lnTo>
                  <a:pt x="60586" y="1313118"/>
                </a:lnTo>
                <a:close/>
                <a:lnTo>
                  <a:pt x="63615" y="1312685"/>
                </a:lnTo>
                <a:close/>
                <a:lnTo>
                  <a:pt x="66645" y="1312214"/>
                </a:lnTo>
                <a:close/>
                <a:lnTo>
                  <a:pt x="69674" y="1311703"/>
                </a:lnTo>
                <a:close/>
                <a:lnTo>
                  <a:pt x="72703" y="1311149"/>
                </a:lnTo>
                <a:close/>
                <a:lnTo>
                  <a:pt x="75733" y="1310549"/>
                </a:lnTo>
                <a:close/>
                <a:lnTo>
                  <a:pt x="78762" y="1309898"/>
                </a:lnTo>
                <a:close/>
                <a:lnTo>
                  <a:pt x="81791" y="1309195"/>
                </a:lnTo>
                <a:close/>
                <a:lnTo>
                  <a:pt x="84820" y="1308434"/>
                </a:lnTo>
                <a:close/>
                <a:lnTo>
                  <a:pt x="87850" y="1307612"/>
                </a:lnTo>
                <a:close/>
                <a:lnTo>
                  <a:pt x="90879" y="1306725"/>
                </a:lnTo>
                <a:close/>
                <a:lnTo>
                  <a:pt x="93908" y="1305768"/>
                </a:lnTo>
                <a:close/>
                <a:lnTo>
                  <a:pt x="96938" y="1304737"/>
                </a:lnTo>
                <a:close/>
                <a:lnTo>
                  <a:pt x="99967" y="1303627"/>
                </a:lnTo>
                <a:close/>
                <a:lnTo>
                  <a:pt x="102996" y="1302433"/>
                </a:lnTo>
                <a:close/>
                <a:lnTo>
                  <a:pt x="106026" y="1301149"/>
                </a:lnTo>
                <a:close/>
                <a:lnTo>
                  <a:pt x="109055" y="1299770"/>
                </a:lnTo>
                <a:close/>
                <a:lnTo>
                  <a:pt x="112084" y="1298290"/>
                </a:lnTo>
                <a:close/>
                <a:lnTo>
                  <a:pt x="115113" y="1296704"/>
                </a:lnTo>
                <a:close/>
                <a:lnTo>
                  <a:pt x="118143" y="1295004"/>
                </a:lnTo>
                <a:close/>
                <a:lnTo>
                  <a:pt x="121172" y="1293184"/>
                </a:lnTo>
                <a:close/>
                <a:lnTo>
                  <a:pt x="124201" y="1291238"/>
                </a:lnTo>
                <a:close/>
                <a:lnTo>
                  <a:pt x="127231" y="1289158"/>
                </a:lnTo>
                <a:close/>
                <a:lnTo>
                  <a:pt x="130260" y="1286937"/>
                </a:lnTo>
                <a:close/>
                <a:lnTo>
                  <a:pt x="133289" y="1284567"/>
                </a:lnTo>
                <a:close/>
                <a:lnTo>
                  <a:pt x="136318" y="1282041"/>
                </a:lnTo>
                <a:close/>
                <a:lnTo>
                  <a:pt x="139348" y="1279350"/>
                </a:lnTo>
                <a:close/>
                <a:lnTo>
                  <a:pt x="142377" y="1276487"/>
                </a:lnTo>
                <a:close/>
                <a:lnTo>
                  <a:pt x="145406" y="1273442"/>
                </a:lnTo>
                <a:close/>
                <a:lnTo>
                  <a:pt x="148436" y="1270207"/>
                </a:lnTo>
                <a:close/>
                <a:lnTo>
                  <a:pt x="151465" y="1266774"/>
                </a:lnTo>
                <a:close/>
                <a:lnTo>
                  <a:pt x="154494" y="1263132"/>
                </a:lnTo>
                <a:close/>
                <a:lnTo>
                  <a:pt x="157523" y="1259273"/>
                </a:lnTo>
                <a:close/>
                <a:lnTo>
                  <a:pt x="160553" y="1255187"/>
                </a:lnTo>
                <a:close/>
                <a:lnTo>
                  <a:pt x="163582" y="1250865"/>
                </a:lnTo>
                <a:close/>
                <a:lnTo>
                  <a:pt x="166611" y="1246297"/>
                </a:lnTo>
                <a:close/>
                <a:lnTo>
                  <a:pt x="169641" y="1241472"/>
                </a:lnTo>
                <a:close/>
                <a:lnTo>
                  <a:pt x="172670" y="1236382"/>
                </a:lnTo>
                <a:close/>
                <a:lnTo>
                  <a:pt x="175699" y="1231016"/>
                </a:lnTo>
                <a:close/>
                <a:lnTo>
                  <a:pt x="178729" y="1225364"/>
                </a:lnTo>
                <a:close/>
                <a:lnTo>
                  <a:pt x="181758" y="1219417"/>
                </a:lnTo>
                <a:close/>
                <a:lnTo>
                  <a:pt x="184787" y="1213164"/>
                </a:lnTo>
                <a:close/>
                <a:lnTo>
                  <a:pt x="187816" y="1206595"/>
                </a:lnTo>
                <a:close/>
                <a:lnTo>
                  <a:pt x="190846" y="1199700"/>
                </a:lnTo>
                <a:close/>
                <a:lnTo>
                  <a:pt x="193875" y="1192471"/>
                </a:lnTo>
                <a:close/>
                <a:lnTo>
                  <a:pt x="196904" y="1184897"/>
                </a:lnTo>
                <a:close/>
                <a:lnTo>
                  <a:pt x="199934" y="1176969"/>
                </a:lnTo>
                <a:close/>
                <a:lnTo>
                  <a:pt x="202963" y="1168679"/>
                </a:lnTo>
                <a:close/>
                <a:lnTo>
                  <a:pt x="205992" y="1160017"/>
                </a:lnTo>
                <a:close/>
                <a:lnTo>
                  <a:pt x="209021" y="1150975"/>
                </a:lnTo>
                <a:close/>
                <a:lnTo>
                  <a:pt x="212051" y="1141545"/>
                </a:lnTo>
                <a:close/>
                <a:lnTo>
                  <a:pt x="215080" y="1131720"/>
                </a:lnTo>
                <a:close/>
                <a:lnTo>
                  <a:pt x="218109" y="1121492"/>
                </a:lnTo>
                <a:close/>
                <a:lnTo>
                  <a:pt x="221139" y="1110855"/>
                </a:lnTo>
                <a:close/>
                <a:lnTo>
                  <a:pt x="224168" y="1099803"/>
                </a:lnTo>
                <a:close/>
                <a:lnTo>
                  <a:pt x="227197" y="1088330"/>
                </a:lnTo>
                <a:close/>
                <a:lnTo>
                  <a:pt x="230226" y="1076433"/>
                </a:lnTo>
                <a:close/>
                <a:lnTo>
                  <a:pt x="233256" y="1064107"/>
                </a:lnTo>
                <a:close/>
                <a:lnTo>
                  <a:pt x="236285" y="1051348"/>
                </a:lnTo>
                <a:close/>
                <a:lnTo>
                  <a:pt x="239314" y="1038155"/>
                </a:lnTo>
                <a:close/>
                <a:lnTo>
                  <a:pt x="242344" y="1024526"/>
                </a:lnTo>
                <a:close/>
                <a:lnTo>
                  <a:pt x="245373" y="1010461"/>
                </a:lnTo>
                <a:close/>
                <a:lnTo>
                  <a:pt x="248402" y="995960"/>
                </a:lnTo>
                <a:close/>
                <a:lnTo>
                  <a:pt x="251431" y="981024"/>
                </a:lnTo>
                <a:close/>
                <a:lnTo>
                  <a:pt x="254461" y="965656"/>
                </a:lnTo>
                <a:close/>
                <a:lnTo>
                  <a:pt x="257490" y="949859"/>
                </a:lnTo>
                <a:close/>
                <a:lnTo>
                  <a:pt x="260519" y="933639"/>
                </a:lnTo>
                <a:close/>
                <a:lnTo>
                  <a:pt x="263549" y="917001"/>
                </a:lnTo>
                <a:close/>
                <a:lnTo>
                  <a:pt x="266578" y="899952"/>
                </a:lnTo>
                <a:close/>
                <a:lnTo>
                  <a:pt x="269607" y="882501"/>
                </a:lnTo>
                <a:close/>
                <a:lnTo>
                  <a:pt x="272637" y="864657"/>
                </a:lnTo>
                <a:close/>
                <a:lnTo>
                  <a:pt x="275666" y="846432"/>
                </a:lnTo>
                <a:close/>
                <a:lnTo>
                  <a:pt x="278695" y="827837"/>
                </a:lnTo>
                <a:close/>
                <a:lnTo>
                  <a:pt x="281724" y="808886"/>
                </a:lnTo>
                <a:close/>
                <a:lnTo>
                  <a:pt x="284754" y="789594"/>
                </a:lnTo>
                <a:close/>
                <a:lnTo>
                  <a:pt x="287783" y="769977"/>
                </a:lnTo>
                <a:close/>
                <a:lnTo>
                  <a:pt x="290812" y="750052"/>
                </a:lnTo>
                <a:close/>
                <a:lnTo>
                  <a:pt x="293842" y="729840"/>
                </a:lnTo>
                <a:close/>
                <a:lnTo>
                  <a:pt x="296871" y="709359"/>
                </a:lnTo>
                <a:close/>
                <a:lnTo>
                  <a:pt x="299900" y="688632"/>
                </a:lnTo>
                <a:close/>
                <a:lnTo>
                  <a:pt x="302929" y="667682"/>
                </a:lnTo>
                <a:close/>
                <a:lnTo>
                  <a:pt x="305959" y="646532"/>
                </a:lnTo>
                <a:close/>
                <a:lnTo>
                  <a:pt x="308988" y="625208"/>
                </a:lnTo>
                <a:close/>
                <a:lnTo>
                  <a:pt x="312017" y="603737"/>
                </a:lnTo>
                <a:close/>
                <a:lnTo>
                  <a:pt x="315047" y="582146"/>
                </a:lnTo>
                <a:close/>
                <a:lnTo>
                  <a:pt x="318076" y="560464"/>
                </a:lnTo>
                <a:close/>
                <a:lnTo>
                  <a:pt x="321105" y="538722"/>
                </a:lnTo>
                <a:close/>
                <a:lnTo>
                  <a:pt x="324134" y="516950"/>
                </a:lnTo>
                <a:close/>
                <a:lnTo>
                  <a:pt x="327164" y="495180"/>
                </a:lnTo>
                <a:close/>
                <a:lnTo>
                  <a:pt x="330193" y="473446"/>
                </a:lnTo>
                <a:close/>
                <a:lnTo>
                  <a:pt x="333222" y="451780"/>
                </a:lnTo>
                <a:close/>
                <a:lnTo>
                  <a:pt x="336252" y="430217"/>
                </a:lnTo>
                <a:close/>
                <a:lnTo>
                  <a:pt x="339281" y="408792"/>
                </a:lnTo>
                <a:close/>
                <a:lnTo>
                  <a:pt x="342310" y="387540"/>
                </a:lnTo>
                <a:close/>
                <a:lnTo>
                  <a:pt x="345340" y="366498"/>
                </a:lnTo>
                <a:close/>
                <a:lnTo>
                  <a:pt x="348369" y="345702"/>
                </a:lnTo>
                <a:close/>
                <a:lnTo>
                  <a:pt x="351398" y="325188"/>
                </a:lnTo>
                <a:close/>
                <a:lnTo>
                  <a:pt x="354427" y="304993"/>
                </a:lnTo>
                <a:close/>
                <a:lnTo>
                  <a:pt x="357457" y="285154"/>
                </a:lnTo>
                <a:close/>
                <a:lnTo>
                  <a:pt x="360486" y="265708"/>
                </a:lnTo>
                <a:close/>
                <a:lnTo>
                  <a:pt x="363515" y="246690"/>
                </a:lnTo>
                <a:close/>
                <a:lnTo>
                  <a:pt x="366545" y="228138"/>
                </a:lnTo>
                <a:close/>
                <a:lnTo>
                  <a:pt x="369574" y="210087"/>
                </a:lnTo>
                <a:close/>
                <a:lnTo>
                  <a:pt x="372603" y="192573"/>
                </a:lnTo>
                <a:close/>
                <a:lnTo>
                  <a:pt x="375632" y="175630"/>
                </a:lnTo>
                <a:close/>
                <a:lnTo>
                  <a:pt x="378662" y="159291"/>
                </a:lnTo>
                <a:close/>
                <a:lnTo>
                  <a:pt x="381691" y="143591"/>
                </a:lnTo>
                <a:close/>
                <a:lnTo>
                  <a:pt x="384720" y="128562"/>
                </a:lnTo>
                <a:close/>
                <a:lnTo>
                  <a:pt x="387750" y="114233"/>
                </a:lnTo>
                <a:close/>
                <a:lnTo>
                  <a:pt x="390779" y="100636"/>
                </a:lnTo>
                <a:close/>
                <a:lnTo>
                  <a:pt x="393808" y="87798"/>
                </a:lnTo>
                <a:close/>
                <a:lnTo>
                  <a:pt x="396837" y="75747"/>
                </a:lnTo>
                <a:close/>
                <a:lnTo>
                  <a:pt x="399867" y="64509"/>
                </a:lnTo>
                <a:close/>
                <a:lnTo>
                  <a:pt x="402896" y="54108"/>
                </a:lnTo>
                <a:close/>
                <a:lnTo>
                  <a:pt x="405925" y="44565"/>
                </a:lnTo>
                <a:close/>
                <a:lnTo>
                  <a:pt x="408955" y="35903"/>
                </a:lnTo>
                <a:close/>
                <a:lnTo>
                  <a:pt x="411984" y="28139"/>
                </a:lnTo>
                <a:close/>
                <a:lnTo>
                  <a:pt x="415013" y="21291"/>
                </a:lnTo>
                <a:close/>
                <a:lnTo>
                  <a:pt x="418043" y="15373"/>
                </a:lnTo>
                <a:close/>
                <a:lnTo>
                  <a:pt x="421072" y="10399"/>
                </a:lnTo>
                <a:close/>
                <a:lnTo>
                  <a:pt x="424101" y="6381"/>
                </a:lnTo>
                <a:close/>
                <a:lnTo>
                  <a:pt x="427130" y="3326"/>
                </a:lnTo>
                <a:close/>
                <a:lnTo>
                  <a:pt x="430160" y="1241"/>
                </a:lnTo>
                <a:close/>
                <a:lnTo>
                  <a:pt x="433189" y="132"/>
                </a:lnTo>
                <a:close/>
                <a:lnTo>
                  <a:pt x="436218" y="0"/>
                </a:lnTo>
                <a:close/>
                <a:lnTo>
                  <a:pt x="439248" y="846"/>
                </a:lnTo>
                <a:close/>
                <a:lnTo>
                  <a:pt x="442277" y="2668"/>
                </a:lnTo>
                <a:close/>
                <a:lnTo>
                  <a:pt x="445306" y="5462"/>
                </a:lnTo>
                <a:close/>
                <a:lnTo>
                  <a:pt x="448335" y="9222"/>
                </a:lnTo>
                <a:close/>
                <a:lnTo>
                  <a:pt x="451365" y="13939"/>
                </a:lnTo>
                <a:close/>
                <a:lnTo>
                  <a:pt x="454394" y="19603"/>
                </a:lnTo>
                <a:close/>
                <a:lnTo>
                  <a:pt x="457423" y="26202"/>
                </a:lnTo>
                <a:close/>
                <a:lnTo>
                  <a:pt x="460453" y="33721"/>
                </a:lnTo>
                <a:close/>
                <a:lnTo>
                  <a:pt x="463482" y="42143"/>
                </a:lnTo>
                <a:close/>
                <a:lnTo>
                  <a:pt x="466511" y="51450"/>
                </a:lnTo>
                <a:close/>
                <a:lnTo>
                  <a:pt x="469540" y="61622"/>
                </a:lnTo>
                <a:close/>
                <a:lnTo>
                  <a:pt x="472570" y="72637"/>
                </a:lnTo>
                <a:close/>
                <a:lnTo>
                  <a:pt x="475599" y="84471"/>
                </a:lnTo>
                <a:close/>
                <a:lnTo>
                  <a:pt x="478628" y="97099"/>
                </a:lnTo>
                <a:close/>
                <a:lnTo>
                  <a:pt x="481658" y="110495"/>
                </a:lnTo>
                <a:close/>
                <a:lnTo>
                  <a:pt x="484687" y="124629"/>
                </a:lnTo>
                <a:close/>
                <a:lnTo>
                  <a:pt x="487716" y="139473"/>
                </a:lnTo>
                <a:close/>
                <a:lnTo>
                  <a:pt x="490745" y="154995"/>
                </a:lnTo>
                <a:close/>
                <a:lnTo>
                  <a:pt x="493775" y="171165"/>
                </a:lnTo>
                <a:close/>
                <a:lnTo>
                  <a:pt x="496804" y="187948"/>
                </a:lnTo>
                <a:close/>
                <a:lnTo>
                  <a:pt x="499833" y="205312"/>
                </a:lnTo>
                <a:close/>
                <a:lnTo>
                  <a:pt x="502863" y="223222"/>
                </a:lnTo>
                <a:close/>
                <a:lnTo>
                  <a:pt x="505892" y="241643"/>
                </a:lnTo>
                <a:close/>
                <a:lnTo>
                  <a:pt x="508921" y="260538"/>
                </a:lnTo>
                <a:close/>
                <a:lnTo>
                  <a:pt x="511951" y="279872"/>
                </a:lnTo>
                <a:close/>
                <a:lnTo>
                  <a:pt x="514980" y="299609"/>
                </a:lnTo>
                <a:close/>
                <a:lnTo>
                  <a:pt x="518009" y="319712"/>
                </a:lnTo>
                <a:close/>
                <a:lnTo>
                  <a:pt x="521038" y="340143"/>
                </a:lnTo>
                <a:close/>
                <a:lnTo>
                  <a:pt x="524068" y="360867"/>
                </a:lnTo>
                <a:close/>
                <a:lnTo>
                  <a:pt x="527097" y="381847"/>
                </a:lnTo>
                <a:close/>
                <a:lnTo>
                  <a:pt x="530126" y="403045"/>
                </a:lnTo>
                <a:close/>
                <a:lnTo>
                  <a:pt x="533156" y="424427"/>
                </a:lnTo>
                <a:close/>
                <a:lnTo>
                  <a:pt x="536185" y="445956"/>
                </a:lnTo>
                <a:close/>
                <a:lnTo>
                  <a:pt x="539214" y="467598"/>
                </a:lnTo>
                <a:close/>
                <a:lnTo>
                  <a:pt x="542243" y="489317"/>
                </a:lnTo>
                <a:close/>
                <a:lnTo>
                  <a:pt x="545273" y="511081"/>
                </a:lnTo>
                <a:close/>
                <a:lnTo>
                  <a:pt x="548302" y="532855"/>
                </a:lnTo>
                <a:close/>
                <a:lnTo>
                  <a:pt x="551331" y="554608"/>
                </a:lnTo>
                <a:close/>
                <a:lnTo>
                  <a:pt x="554361" y="576309"/>
                </a:lnTo>
                <a:close/>
                <a:lnTo>
                  <a:pt x="557390" y="597928"/>
                </a:lnTo>
                <a:close/>
                <a:lnTo>
                  <a:pt x="560419" y="619434"/>
                </a:lnTo>
                <a:close/>
                <a:lnTo>
                  <a:pt x="563448" y="640800"/>
                </a:lnTo>
                <a:close/>
                <a:lnTo>
                  <a:pt x="566478" y="662000"/>
                </a:lnTo>
                <a:close/>
                <a:lnTo>
                  <a:pt x="569507" y="683006"/>
                </a:lnTo>
                <a:close/>
                <a:lnTo>
                  <a:pt x="572536" y="703796"/>
                </a:lnTo>
                <a:close/>
                <a:lnTo>
                  <a:pt x="575566" y="724345"/>
                </a:lnTo>
                <a:close/>
                <a:lnTo>
                  <a:pt x="578595" y="744632"/>
                </a:lnTo>
                <a:close/>
                <a:lnTo>
                  <a:pt x="581624" y="764636"/>
                </a:lnTo>
                <a:close/>
                <a:lnTo>
                  <a:pt x="584654" y="784337"/>
                </a:lnTo>
                <a:close/>
                <a:lnTo>
                  <a:pt x="587683" y="803719"/>
                </a:lnTo>
                <a:close/>
                <a:lnTo>
                  <a:pt x="590712" y="822763"/>
                </a:lnTo>
                <a:close/>
                <a:lnTo>
                  <a:pt x="593741" y="841455"/>
                </a:lnTo>
                <a:close/>
                <a:lnTo>
                  <a:pt x="596771" y="859782"/>
                </a:lnTo>
                <a:close/>
                <a:lnTo>
                  <a:pt x="599800" y="877730"/>
                </a:lnTo>
                <a:close/>
                <a:lnTo>
                  <a:pt x="602829" y="895288"/>
                </a:lnTo>
                <a:close/>
                <a:lnTo>
                  <a:pt x="605859" y="912446"/>
                </a:lnTo>
                <a:close/>
                <a:lnTo>
                  <a:pt x="608888" y="929195"/>
                </a:lnTo>
                <a:close/>
                <a:lnTo>
                  <a:pt x="611917" y="945529"/>
                </a:lnTo>
                <a:close/>
                <a:lnTo>
                  <a:pt x="614946" y="961440"/>
                </a:lnTo>
                <a:close/>
                <a:lnTo>
                  <a:pt x="617976" y="976924"/>
                </a:lnTo>
                <a:close/>
                <a:lnTo>
                  <a:pt x="621005" y="991977"/>
                </a:lnTo>
                <a:close/>
                <a:lnTo>
                  <a:pt x="624034" y="1006595"/>
                </a:lnTo>
                <a:close/>
                <a:lnTo>
                  <a:pt x="627064" y="1020778"/>
                </a:lnTo>
                <a:close/>
                <a:lnTo>
                  <a:pt x="630093" y="1034525"/>
                </a:lnTo>
                <a:close/>
                <a:lnTo>
                  <a:pt x="633122" y="1047835"/>
                </a:lnTo>
                <a:close/>
                <a:lnTo>
                  <a:pt x="636151" y="1060710"/>
                </a:lnTo>
                <a:close/>
                <a:lnTo>
                  <a:pt x="639181" y="1073153"/>
                </a:lnTo>
                <a:close/>
                <a:lnTo>
                  <a:pt x="642210" y="1085166"/>
                </a:lnTo>
                <a:close/>
                <a:lnTo>
                  <a:pt x="645239" y="1096752"/>
                </a:lnTo>
                <a:close/>
                <a:lnTo>
                  <a:pt x="648269" y="1107917"/>
                </a:lnTo>
                <a:close/>
                <a:lnTo>
                  <a:pt x="651298" y="1118665"/>
                </a:lnTo>
                <a:close/>
                <a:lnTo>
                  <a:pt x="654327" y="1129003"/>
                </a:lnTo>
                <a:close/>
                <a:lnTo>
                  <a:pt x="657357" y="1138936"/>
                </a:lnTo>
                <a:close/>
                <a:lnTo>
                  <a:pt x="660386" y="1148471"/>
                </a:lnTo>
                <a:close/>
                <a:lnTo>
                  <a:pt x="663415" y="1157617"/>
                </a:lnTo>
                <a:close/>
                <a:lnTo>
                  <a:pt x="666444" y="1166381"/>
                </a:lnTo>
                <a:close/>
                <a:lnTo>
                  <a:pt x="669474" y="1174771"/>
                </a:lnTo>
                <a:close/>
                <a:lnTo>
                  <a:pt x="672503" y="1182795"/>
                </a:lnTo>
                <a:close/>
                <a:lnTo>
                  <a:pt x="675532" y="1190464"/>
                </a:lnTo>
                <a:close/>
                <a:lnTo>
                  <a:pt x="678562" y="1197785"/>
                </a:lnTo>
                <a:close/>
                <a:lnTo>
                  <a:pt x="681591" y="1204769"/>
                </a:lnTo>
                <a:close/>
                <a:lnTo>
                  <a:pt x="684620" y="1211424"/>
                </a:lnTo>
                <a:close/>
                <a:lnTo>
                  <a:pt x="687649" y="1217762"/>
                </a:lnTo>
                <a:close/>
                <a:lnTo>
                  <a:pt x="690679" y="1223791"/>
                </a:lnTo>
                <a:close/>
                <a:lnTo>
                  <a:pt x="693708" y="1229521"/>
                </a:lnTo>
                <a:close/>
                <a:lnTo>
                  <a:pt x="696737" y="1234963"/>
                </a:lnTo>
                <a:close/>
                <a:lnTo>
                  <a:pt x="699767" y="1240127"/>
                </a:lnTo>
                <a:close/>
                <a:lnTo>
                  <a:pt x="702796" y="1245022"/>
                </a:lnTo>
                <a:close/>
                <a:lnTo>
                  <a:pt x="705825" y="1249658"/>
                </a:lnTo>
                <a:close/>
                <a:lnTo>
                  <a:pt x="708854" y="1254046"/>
                </a:lnTo>
                <a:close/>
                <a:lnTo>
                  <a:pt x="711884" y="1258194"/>
                </a:lnTo>
                <a:close/>
                <a:lnTo>
                  <a:pt x="714913" y="1262114"/>
                </a:lnTo>
                <a:close/>
                <a:lnTo>
                  <a:pt x="717942" y="1265813"/>
                </a:lnTo>
                <a:close/>
                <a:lnTo>
                  <a:pt x="720972" y="1269302"/>
                </a:lnTo>
                <a:close/>
                <a:lnTo>
                  <a:pt x="724001" y="1272589"/>
                </a:lnTo>
                <a:close/>
                <a:lnTo>
                  <a:pt x="727030" y="1275684"/>
                </a:lnTo>
                <a:close/>
                <a:lnTo>
                  <a:pt x="730059" y="1278596"/>
                </a:lnTo>
                <a:close/>
                <a:lnTo>
                  <a:pt x="733089" y="1281332"/>
                </a:lnTo>
                <a:close/>
                <a:lnTo>
                  <a:pt x="736118" y="1283902"/>
                </a:lnTo>
                <a:close/>
                <a:lnTo>
                  <a:pt x="739147" y="1286313"/>
                </a:lnTo>
                <a:close/>
                <a:lnTo>
                  <a:pt x="742177" y="1288573"/>
                </a:lnTo>
                <a:close/>
                <a:lnTo>
                  <a:pt x="745206" y="1290691"/>
                </a:lnTo>
                <a:close/>
                <a:lnTo>
                  <a:pt x="748235" y="1292672"/>
                </a:lnTo>
                <a:close/>
                <a:lnTo>
                  <a:pt x="751265" y="1294525"/>
                </a:lnTo>
                <a:close/>
                <a:lnTo>
                  <a:pt x="754294" y="1296257"/>
                </a:lnTo>
                <a:close/>
                <a:lnTo>
                  <a:pt x="757323" y="1297874"/>
                </a:lnTo>
                <a:close/>
                <a:lnTo>
                  <a:pt x="760352" y="1299381"/>
                </a:lnTo>
                <a:close/>
                <a:lnTo>
                  <a:pt x="763382" y="1300787"/>
                </a:lnTo>
                <a:close/>
                <a:lnTo>
                  <a:pt x="766411" y="1302096"/>
                </a:lnTo>
                <a:close/>
                <a:lnTo>
                  <a:pt x="769440" y="1303313"/>
                </a:lnTo>
                <a:close/>
                <a:lnTo>
                  <a:pt x="772470" y="1304446"/>
                </a:lnTo>
                <a:close/>
                <a:lnTo>
                  <a:pt x="775499" y="1305498"/>
                </a:lnTo>
                <a:close/>
                <a:lnTo>
                  <a:pt x="778528" y="1306474"/>
                </a:lnTo>
                <a:close/>
                <a:lnTo>
                  <a:pt x="781557" y="1307379"/>
                </a:lnTo>
                <a:close/>
                <a:lnTo>
                  <a:pt x="784587" y="1308218"/>
                </a:lnTo>
                <a:close/>
                <a:lnTo>
                  <a:pt x="787616" y="1308995"/>
                </a:lnTo>
                <a:close/>
                <a:lnTo>
                  <a:pt x="790645" y="1309714"/>
                </a:lnTo>
                <a:close/>
                <a:lnTo>
                  <a:pt x="793675" y="1310378"/>
                </a:lnTo>
                <a:close/>
                <a:lnTo>
                  <a:pt x="796704" y="1310992"/>
                </a:lnTo>
                <a:close/>
                <a:lnTo>
                  <a:pt x="799733" y="1311559"/>
                </a:lnTo>
                <a:close/>
                <a:lnTo>
                  <a:pt x="802762" y="1312081"/>
                </a:lnTo>
                <a:close/>
                <a:lnTo>
                  <a:pt x="805792" y="1312562"/>
                </a:lnTo>
                <a:close/>
                <a:lnTo>
                  <a:pt x="808821" y="1313005"/>
                </a:lnTo>
                <a:close/>
                <a:lnTo>
                  <a:pt x="811850" y="1313413"/>
                </a:lnTo>
                <a:close/>
                <a:lnTo>
                  <a:pt x="814880" y="1313787"/>
                </a:lnTo>
                <a:close/>
                <a:lnTo>
                  <a:pt x="817909" y="1314131"/>
                </a:lnTo>
                <a:close/>
                <a:lnTo>
                  <a:pt x="820938" y="1314447"/>
                </a:lnTo>
                <a:close/>
                <a:lnTo>
                  <a:pt x="823968" y="1314737"/>
                </a:lnTo>
                <a:close/>
                <a:lnTo>
                  <a:pt x="826997" y="1315002"/>
                </a:lnTo>
                <a:close/>
                <a:lnTo>
                  <a:pt x="830026" y="1315245"/>
                </a:lnTo>
                <a:close/>
                <a:lnTo>
                  <a:pt x="833055" y="1315467"/>
                </a:lnTo>
                <a:close/>
                <a:lnTo>
                  <a:pt x="836085" y="1315670"/>
                </a:lnTo>
                <a:close/>
                <a:lnTo>
                  <a:pt x="839114" y="1315856"/>
                </a:lnTo>
                <a:close/>
                <a:lnTo>
                  <a:pt x="842143" y="1316025"/>
                </a:lnTo>
                <a:close/>
                <a:lnTo>
                  <a:pt x="845173" y="1316179"/>
                </a:lnTo>
                <a:close/>
                <a:lnTo>
                  <a:pt x="848202" y="1316320"/>
                </a:lnTo>
                <a:close/>
                <a:lnTo>
                  <a:pt x="851231" y="1316448"/>
                </a:lnTo>
                <a:close/>
                <a:lnTo>
                  <a:pt x="854260" y="1316564"/>
                </a:lnTo>
                <a:close/>
                <a:lnTo>
                  <a:pt x="857290" y="1316670"/>
                </a:lnTo>
                <a:close/>
                <a:lnTo>
                  <a:pt x="860319" y="1316766"/>
                </a:lnTo>
                <a:close/>
                <a:lnTo>
                  <a:pt x="863348" y="1316853"/>
                </a:lnTo>
                <a:close/>
                <a:lnTo>
                  <a:pt x="866378" y="1316932"/>
                </a:lnTo>
                <a:close/>
                <a:lnTo>
                  <a:pt x="869407" y="1317004"/>
                </a:lnTo>
                <a:close/>
                <a:lnTo>
                  <a:pt x="872436" y="1317069"/>
                </a:lnTo>
                <a:close/>
                <a:lnTo>
                  <a:pt x="875465" y="1317128"/>
                </a:lnTo>
                <a:close/>
                <a:lnTo>
                  <a:pt x="878495" y="1317181"/>
                </a:lnTo>
                <a:close/>
                <a:lnTo>
                  <a:pt x="881524" y="1317229"/>
                </a:lnTo>
                <a:close/>
                <a:lnTo>
                  <a:pt x="884553" y="1317272"/>
                </a:lnTo>
                <a:close/>
                <a:lnTo>
                  <a:pt x="887583" y="1317311"/>
                </a:lnTo>
                <a:close/>
                <a:lnTo>
                  <a:pt x="890612" y="1317346"/>
                </a:lnTo>
                <a:close/>
                <a:lnTo>
                  <a:pt x="893641" y="1317378"/>
                </a:lnTo>
                <a:close/>
                <a:lnTo>
                  <a:pt x="896671" y="1317406"/>
                </a:lnTo>
                <a:close/>
                <a:lnTo>
                  <a:pt x="899700" y="1317432"/>
                </a:lnTo>
                <a:close/>
                <a:lnTo>
                  <a:pt x="902729" y="1317455"/>
                </a:lnTo>
                <a:close/>
                <a:lnTo>
                  <a:pt x="905758" y="1317475"/>
                </a:lnTo>
                <a:close/>
                <a:lnTo>
                  <a:pt x="905758" y="1317644"/>
                </a:lnTo>
                <a:close/>
                <a:lnTo>
                  <a:pt x="905758" y="1317644"/>
                </a:lnTo>
                <a:close/>
                <a:lnTo>
                  <a:pt x="902729" y="1317644"/>
                </a:lnTo>
                <a:close/>
                <a:lnTo>
                  <a:pt x="899700" y="1317644"/>
                </a:lnTo>
                <a:close/>
                <a:lnTo>
                  <a:pt x="896671" y="1317644"/>
                </a:lnTo>
                <a:close/>
                <a:lnTo>
                  <a:pt x="893641" y="1317644"/>
                </a:lnTo>
                <a:close/>
                <a:lnTo>
                  <a:pt x="890612" y="1317644"/>
                </a:lnTo>
                <a:close/>
                <a:lnTo>
                  <a:pt x="887583" y="1317644"/>
                </a:lnTo>
                <a:close/>
                <a:lnTo>
                  <a:pt x="884553" y="1317644"/>
                </a:lnTo>
                <a:close/>
                <a:lnTo>
                  <a:pt x="881524" y="1317644"/>
                </a:lnTo>
                <a:close/>
                <a:lnTo>
                  <a:pt x="878495" y="1317644"/>
                </a:lnTo>
                <a:close/>
                <a:lnTo>
                  <a:pt x="875465" y="1317644"/>
                </a:lnTo>
                <a:close/>
                <a:lnTo>
                  <a:pt x="872436" y="1317644"/>
                </a:lnTo>
                <a:close/>
                <a:lnTo>
                  <a:pt x="869407" y="1317644"/>
                </a:lnTo>
                <a:close/>
                <a:lnTo>
                  <a:pt x="866378" y="1317644"/>
                </a:lnTo>
                <a:close/>
                <a:lnTo>
                  <a:pt x="863348" y="1317644"/>
                </a:lnTo>
                <a:close/>
                <a:lnTo>
                  <a:pt x="860319" y="1317644"/>
                </a:lnTo>
                <a:close/>
                <a:lnTo>
                  <a:pt x="857290" y="1317644"/>
                </a:lnTo>
                <a:close/>
                <a:lnTo>
                  <a:pt x="854260" y="1317644"/>
                </a:lnTo>
                <a:close/>
                <a:lnTo>
                  <a:pt x="851231" y="1317644"/>
                </a:lnTo>
                <a:close/>
                <a:lnTo>
                  <a:pt x="848202" y="1317644"/>
                </a:lnTo>
                <a:close/>
                <a:lnTo>
                  <a:pt x="845173" y="1317644"/>
                </a:lnTo>
                <a:close/>
                <a:lnTo>
                  <a:pt x="842143" y="1317644"/>
                </a:lnTo>
                <a:close/>
                <a:lnTo>
                  <a:pt x="839114" y="1317644"/>
                </a:lnTo>
                <a:close/>
                <a:lnTo>
                  <a:pt x="836085" y="1317644"/>
                </a:lnTo>
                <a:close/>
                <a:lnTo>
                  <a:pt x="833055" y="1317644"/>
                </a:lnTo>
                <a:close/>
                <a:lnTo>
                  <a:pt x="830026" y="1317644"/>
                </a:lnTo>
                <a:close/>
                <a:lnTo>
                  <a:pt x="826997" y="1317644"/>
                </a:lnTo>
                <a:close/>
                <a:lnTo>
                  <a:pt x="823968" y="1317644"/>
                </a:lnTo>
                <a:close/>
                <a:lnTo>
                  <a:pt x="820938" y="1317644"/>
                </a:lnTo>
                <a:close/>
                <a:lnTo>
                  <a:pt x="817909" y="1317644"/>
                </a:lnTo>
                <a:close/>
                <a:lnTo>
                  <a:pt x="814880" y="1317644"/>
                </a:lnTo>
                <a:close/>
                <a:lnTo>
                  <a:pt x="811850" y="1317644"/>
                </a:lnTo>
                <a:close/>
                <a:lnTo>
                  <a:pt x="808821" y="1317644"/>
                </a:lnTo>
                <a:close/>
                <a:lnTo>
                  <a:pt x="805792" y="1317644"/>
                </a:lnTo>
                <a:close/>
                <a:lnTo>
                  <a:pt x="802762" y="1317644"/>
                </a:lnTo>
                <a:close/>
                <a:lnTo>
                  <a:pt x="799733" y="1317644"/>
                </a:lnTo>
                <a:close/>
                <a:lnTo>
                  <a:pt x="796704" y="1317644"/>
                </a:lnTo>
                <a:close/>
                <a:lnTo>
                  <a:pt x="793675" y="1317644"/>
                </a:lnTo>
                <a:close/>
                <a:lnTo>
                  <a:pt x="790645" y="1317644"/>
                </a:lnTo>
                <a:close/>
                <a:lnTo>
                  <a:pt x="787616" y="1317644"/>
                </a:lnTo>
                <a:close/>
                <a:lnTo>
                  <a:pt x="784587" y="1317644"/>
                </a:lnTo>
                <a:close/>
                <a:lnTo>
                  <a:pt x="781557" y="1317644"/>
                </a:lnTo>
                <a:close/>
                <a:lnTo>
                  <a:pt x="778528" y="1317644"/>
                </a:lnTo>
                <a:close/>
                <a:lnTo>
                  <a:pt x="775499" y="1317644"/>
                </a:lnTo>
                <a:close/>
                <a:lnTo>
                  <a:pt x="772470" y="1317644"/>
                </a:lnTo>
                <a:close/>
                <a:lnTo>
                  <a:pt x="769440" y="1317644"/>
                </a:lnTo>
                <a:close/>
                <a:lnTo>
                  <a:pt x="766411" y="1317644"/>
                </a:lnTo>
                <a:close/>
                <a:lnTo>
                  <a:pt x="763382" y="1317644"/>
                </a:lnTo>
                <a:close/>
                <a:lnTo>
                  <a:pt x="760352" y="1317644"/>
                </a:lnTo>
                <a:close/>
                <a:lnTo>
                  <a:pt x="757323" y="1317644"/>
                </a:lnTo>
                <a:close/>
                <a:lnTo>
                  <a:pt x="754294" y="1317644"/>
                </a:lnTo>
                <a:close/>
                <a:lnTo>
                  <a:pt x="751265" y="1317644"/>
                </a:lnTo>
                <a:close/>
                <a:lnTo>
                  <a:pt x="748235" y="1317644"/>
                </a:lnTo>
                <a:close/>
                <a:lnTo>
                  <a:pt x="745206" y="1317644"/>
                </a:lnTo>
                <a:close/>
                <a:lnTo>
                  <a:pt x="742177" y="1317644"/>
                </a:lnTo>
                <a:close/>
                <a:lnTo>
                  <a:pt x="739147" y="1317644"/>
                </a:lnTo>
                <a:close/>
                <a:lnTo>
                  <a:pt x="736118" y="1317644"/>
                </a:lnTo>
                <a:close/>
                <a:lnTo>
                  <a:pt x="733089" y="1317644"/>
                </a:lnTo>
                <a:close/>
                <a:lnTo>
                  <a:pt x="730059" y="1317644"/>
                </a:lnTo>
                <a:close/>
                <a:lnTo>
                  <a:pt x="727030" y="1317644"/>
                </a:lnTo>
                <a:close/>
                <a:lnTo>
                  <a:pt x="724001" y="1317644"/>
                </a:lnTo>
                <a:close/>
                <a:lnTo>
                  <a:pt x="720972" y="1317644"/>
                </a:lnTo>
                <a:close/>
                <a:lnTo>
                  <a:pt x="717942" y="1317644"/>
                </a:lnTo>
                <a:close/>
                <a:lnTo>
                  <a:pt x="714913" y="1317644"/>
                </a:lnTo>
                <a:close/>
                <a:lnTo>
                  <a:pt x="711884" y="1317644"/>
                </a:lnTo>
                <a:close/>
                <a:lnTo>
                  <a:pt x="708854" y="1317644"/>
                </a:lnTo>
                <a:close/>
                <a:lnTo>
                  <a:pt x="705825" y="1317644"/>
                </a:lnTo>
                <a:close/>
                <a:lnTo>
                  <a:pt x="702796" y="1317644"/>
                </a:lnTo>
                <a:close/>
                <a:lnTo>
                  <a:pt x="699767" y="1317644"/>
                </a:lnTo>
                <a:close/>
                <a:lnTo>
                  <a:pt x="696737" y="1317644"/>
                </a:lnTo>
                <a:close/>
                <a:lnTo>
                  <a:pt x="693708" y="1317644"/>
                </a:lnTo>
                <a:close/>
                <a:lnTo>
                  <a:pt x="690679" y="1317644"/>
                </a:lnTo>
                <a:close/>
                <a:lnTo>
                  <a:pt x="687649" y="1317644"/>
                </a:lnTo>
                <a:close/>
                <a:lnTo>
                  <a:pt x="684620" y="1317644"/>
                </a:lnTo>
                <a:close/>
                <a:lnTo>
                  <a:pt x="681591" y="1317644"/>
                </a:lnTo>
                <a:close/>
                <a:lnTo>
                  <a:pt x="678562" y="1317644"/>
                </a:lnTo>
                <a:close/>
                <a:lnTo>
                  <a:pt x="675532" y="1317644"/>
                </a:lnTo>
                <a:close/>
                <a:lnTo>
                  <a:pt x="672503" y="1317644"/>
                </a:lnTo>
                <a:close/>
                <a:lnTo>
                  <a:pt x="669474" y="1317644"/>
                </a:lnTo>
                <a:close/>
                <a:lnTo>
                  <a:pt x="666444" y="1317644"/>
                </a:lnTo>
                <a:close/>
                <a:lnTo>
                  <a:pt x="663415" y="1317644"/>
                </a:lnTo>
                <a:close/>
                <a:lnTo>
                  <a:pt x="660386" y="1317644"/>
                </a:lnTo>
                <a:close/>
                <a:lnTo>
                  <a:pt x="657357" y="1317644"/>
                </a:lnTo>
                <a:close/>
                <a:lnTo>
                  <a:pt x="654327" y="1317644"/>
                </a:lnTo>
                <a:close/>
                <a:lnTo>
                  <a:pt x="651298" y="1317644"/>
                </a:lnTo>
                <a:close/>
                <a:lnTo>
                  <a:pt x="648269" y="1317644"/>
                </a:lnTo>
                <a:close/>
                <a:lnTo>
                  <a:pt x="645239" y="1317644"/>
                </a:lnTo>
                <a:close/>
                <a:lnTo>
                  <a:pt x="642210" y="1317644"/>
                </a:lnTo>
                <a:close/>
                <a:lnTo>
                  <a:pt x="639181" y="1317644"/>
                </a:lnTo>
                <a:close/>
                <a:lnTo>
                  <a:pt x="636151" y="1317644"/>
                </a:lnTo>
                <a:close/>
                <a:lnTo>
                  <a:pt x="633122" y="1317644"/>
                </a:lnTo>
                <a:close/>
                <a:lnTo>
                  <a:pt x="630093" y="1317644"/>
                </a:lnTo>
                <a:close/>
                <a:lnTo>
                  <a:pt x="627064" y="1317644"/>
                </a:lnTo>
                <a:close/>
                <a:lnTo>
                  <a:pt x="624034" y="1317644"/>
                </a:lnTo>
                <a:close/>
                <a:lnTo>
                  <a:pt x="621005" y="1317644"/>
                </a:lnTo>
                <a:close/>
                <a:lnTo>
                  <a:pt x="617976" y="1317644"/>
                </a:lnTo>
                <a:close/>
                <a:lnTo>
                  <a:pt x="614946" y="1317644"/>
                </a:lnTo>
                <a:close/>
                <a:lnTo>
                  <a:pt x="611917" y="1317644"/>
                </a:lnTo>
                <a:close/>
                <a:lnTo>
                  <a:pt x="608888" y="1317644"/>
                </a:lnTo>
                <a:close/>
                <a:lnTo>
                  <a:pt x="605859" y="1317644"/>
                </a:lnTo>
                <a:close/>
                <a:lnTo>
                  <a:pt x="602829" y="1317644"/>
                </a:lnTo>
                <a:close/>
                <a:lnTo>
                  <a:pt x="599800" y="1317644"/>
                </a:lnTo>
                <a:close/>
                <a:lnTo>
                  <a:pt x="596771" y="1317644"/>
                </a:lnTo>
                <a:close/>
                <a:lnTo>
                  <a:pt x="593741" y="1317644"/>
                </a:lnTo>
                <a:close/>
                <a:lnTo>
                  <a:pt x="590712" y="1317644"/>
                </a:lnTo>
                <a:close/>
                <a:lnTo>
                  <a:pt x="587683" y="1317644"/>
                </a:lnTo>
                <a:close/>
                <a:lnTo>
                  <a:pt x="584654" y="1317644"/>
                </a:lnTo>
                <a:close/>
                <a:lnTo>
                  <a:pt x="581624" y="1317644"/>
                </a:lnTo>
                <a:close/>
                <a:lnTo>
                  <a:pt x="578595" y="1317644"/>
                </a:lnTo>
                <a:close/>
                <a:lnTo>
                  <a:pt x="575566" y="1317644"/>
                </a:lnTo>
                <a:close/>
                <a:lnTo>
                  <a:pt x="572536" y="1317644"/>
                </a:lnTo>
                <a:close/>
                <a:lnTo>
                  <a:pt x="569507" y="1317644"/>
                </a:lnTo>
                <a:close/>
                <a:lnTo>
                  <a:pt x="566478" y="1317644"/>
                </a:lnTo>
                <a:close/>
                <a:lnTo>
                  <a:pt x="563448" y="1317644"/>
                </a:lnTo>
                <a:close/>
                <a:lnTo>
                  <a:pt x="560419" y="1317644"/>
                </a:lnTo>
                <a:close/>
                <a:lnTo>
                  <a:pt x="557390" y="1317644"/>
                </a:lnTo>
                <a:close/>
                <a:lnTo>
                  <a:pt x="554361" y="1317644"/>
                </a:lnTo>
                <a:close/>
                <a:lnTo>
                  <a:pt x="551331" y="1317644"/>
                </a:lnTo>
                <a:close/>
                <a:lnTo>
                  <a:pt x="548302" y="1317644"/>
                </a:lnTo>
                <a:close/>
                <a:lnTo>
                  <a:pt x="545273" y="1317644"/>
                </a:lnTo>
                <a:close/>
                <a:lnTo>
                  <a:pt x="542243" y="1317644"/>
                </a:lnTo>
                <a:close/>
                <a:lnTo>
                  <a:pt x="539214" y="1317644"/>
                </a:lnTo>
                <a:close/>
                <a:lnTo>
                  <a:pt x="536185" y="1317644"/>
                </a:lnTo>
                <a:close/>
                <a:lnTo>
                  <a:pt x="533156" y="1317644"/>
                </a:lnTo>
                <a:close/>
                <a:lnTo>
                  <a:pt x="530126" y="1317644"/>
                </a:lnTo>
                <a:close/>
                <a:lnTo>
                  <a:pt x="527097" y="1317644"/>
                </a:lnTo>
                <a:close/>
                <a:lnTo>
                  <a:pt x="524068" y="1317644"/>
                </a:lnTo>
                <a:close/>
                <a:lnTo>
                  <a:pt x="521038" y="1317644"/>
                </a:lnTo>
                <a:close/>
                <a:lnTo>
                  <a:pt x="518009" y="1317644"/>
                </a:lnTo>
                <a:close/>
                <a:lnTo>
                  <a:pt x="514980" y="1317644"/>
                </a:lnTo>
                <a:close/>
                <a:lnTo>
                  <a:pt x="511951" y="1317644"/>
                </a:lnTo>
                <a:close/>
                <a:lnTo>
                  <a:pt x="508921" y="1317644"/>
                </a:lnTo>
                <a:close/>
                <a:lnTo>
                  <a:pt x="505892" y="1317644"/>
                </a:lnTo>
                <a:close/>
                <a:lnTo>
                  <a:pt x="502863" y="1317644"/>
                </a:lnTo>
                <a:close/>
                <a:lnTo>
                  <a:pt x="499833" y="1317644"/>
                </a:lnTo>
                <a:close/>
                <a:lnTo>
                  <a:pt x="496804" y="1317644"/>
                </a:lnTo>
                <a:close/>
                <a:lnTo>
                  <a:pt x="493775" y="1317644"/>
                </a:lnTo>
                <a:close/>
                <a:lnTo>
                  <a:pt x="490745" y="1317644"/>
                </a:lnTo>
                <a:close/>
                <a:lnTo>
                  <a:pt x="487716" y="1317644"/>
                </a:lnTo>
                <a:close/>
                <a:lnTo>
                  <a:pt x="484687" y="1317644"/>
                </a:lnTo>
                <a:close/>
                <a:lnTo>
                  <a:pt x="481658" y="1317644"/>
                </a:lnTo>
                <a:close/>
                <a:lnTo>
                  <a:pt x="478628" y="1317644"/>
                </a:lnTo>
                <a:close/>
                <a:lnTo>
                  <a:pt x="475599" y="1317644"/>
                </a:lnTo>
                <a:close/>
                <a:lnTo>
                  <a:pt x="472570" y="1317644"/>
                </a:lnTo>
                <a:close/>
                <a:lnTo>
                  <a:pt x="469540" y="1317644"/>
                </a:lnTo>
                <a:close/>
                <a:lnTo>
                  <a:pt x="466511" y="1317644"/>
                </a:lnTo>
                <a:close/>
                <a:lnTo>
                  <a:pt x="463482" y="1317644"/>
                </a:lnTo>
                <a:close/>
                <a:lnTo>
                  <a:pt x="460453" y="1317644"/>
                </a:lnTo>
                <a:close/>
                <a:lnTo>
                  <a:pt x="457423" y="1317644"/>
                </a:lnTo>
                <a:close/>
                <a:lnTo>
                  <a:pt x="454394" y="1317644"/>
                </a:lnTo>
                <a:close/>
                <a:lnTo>
                  <a:pt x="451365" y="1317644"/>
                </a:lnTo>
                <a:close/>
                <a:lnTo>
                  <a:pt x="448335" y="1317644"/>
                </a:lnTo>
                <a:close/>
                <a:lnTo>
                  <a:pt x="445306" y="1317644"/>
                </a:lnTo>
                <a:close/>
                <a:lnTo>
                  <a:pt x="442277" y="1317644"/>
                </a:lnTo>
                <a:close/>
                <a:lnTo>
                  <a:pt x="439248" y="1317644"/>
                </a:lnTo>
                <a:close/>
                <a:lnTo>
                  <a:pt x="436218" y="1317644"/>
                </a:lnTo>
                <a:close/>
                <a:lnTo>
                  <a:pt x="433189" y="1317644"/>
                </a:lnTo>
                <a:close/>
                <a:lnTo>
                  <a:pt x="430160" y="1317644"/>
                </a:lnTo>
                <a:close/>
                <a:lnTo>
                  <a:pt x="427130" y="1317644"/>
                </a:lnTo>
                <a:close/>
                <a:lnTo>
                  <a:pt x="424101" y="1317644"/>
                </a:lnTo>
                <a:close/>
                <a:lnTo>
                  <a:pt x="421072" y="1317644"/>
                </a:lnTo>
                <a:close/>
                <a:lnTo>
                  <a:pt x="418043" y="1317644"/>
                </a:lnTo>
                <a:close/>
                <a:lnTo>
                  <a:pt x="415013" y="1317644"/>
                </a:lnTo>
                <a:close/>
                <a:lnTo>
                  <a:pt x="411984" y="1317644"/>
                </a:lnTo>
                <a:close/>
                <a:lnTo>
                  <a:pt x="408955" y="1317644"/>
                </a:lnTo>
                <a:close/>
                <a:lnTo>
                  <a:pt x="405925" y="1317644"/>
                </a:lnTo>
                <a:close/>
                <a:lnTo>
                  <a:pt x="402896" y="1317644"/>
                </a:lnTo>
                <a:close/>
                <a:lnTo>
                  <a:pt x="399867" y="1317644"/>
                </a:lnTo>
                <a:close/>
                <a:lnTo>
                  <a:pt x="396837" y="1317644"/>
                </a:lnTo>
                <a:close/>
                <a:lnTo>
                  <a:pt x="393808" y="1317644"/>
                </a:lnTo>
                <a:close/>
                <a:lnTo>
                  <a:pt x="390779" y="1317644"/>
                </a:lnTo>
                <a:close/>
                <a:lnTo>
                  <a:pt x="387750" y="1317644"/>
                </a:lnTo>
                <a:close/>
                <a:lnTo>
                  <a:pt x="384720" y="1317644"/>
                </a:lnTo>
                <a:close/>
                <a:lnTo>
                  <a:pt x="381691" y="1317644"/>
                </a:lnTo>
                <a:close/>
                <a:lnTo>
                  <a:pt x="378662" y="1317644"/>
                </a:lnTo>
                <a:close/>
                <a:lnTo>
                  <a:pt x="375632" y="1317644"/>
                </a:lnTo>
                <a:close/>
                <a:lnTo>
                  <a:pt x="372603" y="1317644"/>
                </a:lnTo>
                <a:close/>
                <a:lnTo>
                  <a:pt x="369574" y="1317644"/>
                </a:lnTo>
                <a:close/>
                <a:lnTo>
                  <a:pt x="366545" y="1317644"/>
                </a:lnTo>
                <a:close/>
                <a:lnTo>
                  <a:pt x="363515" y="1317644"/>
                </a:lnTo>
                <a:close/>
                <a:lnTo>
                  <a:pt x="360486" y="1317644"/>
                </a:lnTo>
                <a:close/>
                <a:lnTo>
                  <a:pt x="357457" y="1317644"/>
                </a:lnTo>
                <a:close/>
                <a:lnTo>
                  <a:pt x="354427" y="1317644"/>
                </a:lnTo>
                <a:close/>
                <a:lnTo>
                  <a:pt x="351398" y="1317644"/>
                </a:lnTo>
                <a:close/>
                <a:lnTo>
                  <a:pt x="348369" y="1317644"/>
                </a:lnTo>
                <a:close/>
                <a:lnTo>
                  <a:pt x="345340" y="1317644"/>
                </a:lnTo>
                <a:close/>
                <a:lnTo>
                  <a:pt x="342310" y="1317644"/>
                </a:lnTo>
                <a:close/>
                <a:lnTo>
                  <a:pt x="339281" y="1317644"/>
                </a:lnTo>
                <a:close/>
                <a:lnTo>
                  <a:pt x="336252" y="1317644"/>
                </a:lnTo>
                <a:close/>
                <a:lnTo>
                  <a:pt x="333222" y="1317644"/>
                </a:lnTo>
                <a:close/>
                <a:lnTo>
                  <a:pt x="330193" y="1317644"/>
                </a:lnTo>
                <a:close/>
                <a:lnTo>
                  <a:pt x="327164" y="1317644"/>
                </a:lnTo>
                <a:close/>
                <a:lnTo>
                  <a:pt x="324134" y="1317644"/>
                </a:lnTo>
                <a:close/>
                <a:lnTo>
                  <a:pt x="321105" y="1317644"/>
                </a:lnTo>
                <a:close/>
                <a:lnTo>
                  <a:pt x="318076" y="1317644"/>
                </a:lnTo>
                <a:close/>
                <a:lnTo>
                  <a:pt x="315047" y="1317644"/>
                </a:lnTo>
                <a:close/>
                <a:lnTo>
                  <a:pt x="312017" y="1317644"/>
                </a:lnTo>
                <a:close/>
                <a:lnTo>
                  <a:pt x="308988" y="1317644"/>
                </a:lnTo>
                <a:close/>
                <a:lnTo>
                  <a:pt x="305959" y="1317644"/>
                </a:lnTo>
                <a:close/>
                <a:lnTo>
                  <a:pt x="302929" y="1317644"/>
                </a:lnTo>
                <a:close/>
                <a:lnTo>
                  <a:pt x="299900" y="1317644"/>
                </a:lnTo>
                <a:close/>
                <a:lnTo>
                  <a:pt x="296871" y="1317644"/>
                </a:lnTo>
                <a:close/>
                <a:lnTo>
                  <a:pt x="293842" y="1317644"/>
                </a:lnTo>
                <a:close/>
                <a:lnTo>
                  <a:pt x="290812" y="1317644"/>
                </a:lnTo>
                <a:close/>
                <a:lnTo>
                  <a:pt x="287783" y="1317644"/>
                </a:lnTo>
                <a:close/>
                <a:lnTo>
                  <a:pt x="284754" y="1317644"/>
                </a:lnTo>
                <a:close/>
                <a:lnTo>
                  <a:pt x="281724" y="1317644"/>
                </a:lnTo>
                <a:close/>
                <a:lnTo>
                  <a:pt x="278695" y="1317644"/>
                </a:lnTo>
                <a:close/>
                <a:lnTo>
                  <a:pt x="275666" y="1317644"/>
                </a:lnTo>
                <a:close/>
                <a:lnTo>
                  <a:pt x="272637" y="1317644"/>
                </a:lnTo>
                <a:close/>
                <a:lnTo>
                  <a:pt x="269607" y="1317644"/>
                </a:lnTo>
                <a:close/>
                <a:lnTo>
                  <a:pt x="266578" y="1317644"/>
                </a:lnTo>
                <a:close/>
                <a:lnTo>
                  <a:pt x="263549" y="1317644"/>
                </a:lnTo>
                <a:close/>
                <a:lnTo>
                  <a:pt x="260519" y="1317644"/>
                </a:lnTo>
                <a:close/>
                <a:lnTo>
                  <a:pt x="257490" y="1317644"/>
                </a:lnTo>
                <a:close/>
                <a:lnTo>
                  <a:pt x="254461" y="1317644"/>
                </a:lnTo>
                <a:close/>
                <a:lnTo>
                  <a:pt x="251431" y="1317644"/>
                </a:lnTo>
                <a:close/>
                <a:lnTo>
                  <a:pt x="248402" y="1317644"/>
                </a:lnTo>
                <a:close/>
                <a:lnTo>
                  <a:pt x="245373" y="1317644"/>
                </a:lnTo>
                <a:close/>
                <a:lnTo>
                  <a:pt x="242344" y="1317644"/>
                </a:lnTo>
                <a:close/>
                <a:lnTo>
                  <a:pt x="239314" y="1317644"/>
                </a:lnTo>
                <a:close/>
                <a:lnTo>
                  <a:pt x="236285" y="1317644"/>
                </a:lnTo>
                <a:close/>
                <a:lnTo>
                  <a:pt x="233256" y="1317644"/>
                </a:lnTo>
                <a:close/>
                <a:lnTo>
                  <a:pt x="230226" y="1317644"/>
                </a:lnTo>
                <a:close/>
                <a:lnTo>
                  <a:pt x="227197" y="1317644"/>
                </a:lnTo>
                <a:close/>
                <a:lnTo>
                  <a:pt x="224168" y="1317644"/>
                </a:lnTo>
                <a:close/>
                <a:lnTo>
                  <a:pt x="221139" y="1317644"/>
                </a:lnTo>
                <a:close/>
                <a:lnTo>
                  <a:pt x="218109" y="1317644"/>
                </a:lnTo>
                <a:close/>
                <a:lnTo>
                  <a:pt x="215080" y="1317644"/>
                </a:lnTo>
                <a:close/>
                <a:lnTo>
                  <a:pt x="212051" y="1317644"/>
                </a:lnTo>
                <a:close/>
                <a:lnTo>
                  <a:pt x="209021" y="1317644"/>
                </a:lnTo>
                <a:close/>
                <a:lnTo>
                  <a:pt x="205992" y="1317644"/>
                </a:lnTo>
                <a:close/>
                <a:lnTo>
                  <a:pt x="202963" y="1317644"/>
                </a:lnTo>
                <a:close/>
                <a:lnTo>
                  <a:pt x="199934" y="1317644"/>
                </a:lnTo>
                <a:close/>
                <a:lnTo>
                  <a:pt x="196904" y="1317644"/>
                </a:lnTo>
                <a:close/>
                <a:lnTo>
                  <a:pt x="193875" y="1317644"/>
                </a:lnTo>
                <a:close/>
                <a:lnTo>
                  <a:pt x="190846" y="1317644"/>
                </a:lnTo>
                <a:close/>
                <a:lnTo>
                  <a:pt x="187816" y="1317644"/>
                </a:lnTo>
                <a:close/>
                <a:lnTo>
                  <a:pt x="184787" y="1317644"/>
                </a:lnTo>
                <a:close/>
                <a:lnTo>
                  <a:pt x="181758" y="1317644"/>
                </a:lnTo>
                <a:close/>
                <a:lnTo>
                  <a:pt x="178729" y="1317644"/>
                </a:lnTo>
                <a:close/>
                <a:lnTo>
                  <a:pt x="175699" y="1317644"/>
                </a:lnTo>
                <a:close/>
                <a:lnTo>
                  <a:pt x="172670" y="1317644"/>
                </a:lnTo>
                <a:close/>
                <a:lnTo>
                  <a:pt x="169641" y="1317644"/>
                </a:lnTo>
                <a:close/>
                <a:lnTo>
                  <a:pt x="166611" y="1317644"/>
                </a:lnTo>
                <a:close/>
                <a:lnTo>
                  <a:pt x="163582" y="1317644"/>
                </a:lnTo>
                <a:close/>
                <a:lnTo>
                  <a:pt x="160553" y="1317644"/>
                </a:lnTo>
                <a:close/>
                <a:lnTo>
                  <a:pt x="157523" y="1317644"/>
                </a:lnTo>
                <a:close/>
                <a:lnTo>
                  <a:pt x="154494" y="1317644"/>
                </a:lnTo>
                <a:close/>
                <a:lnTo>
                  <a:pt x="151465" y="1317644"/>
                </a:lnTo>
                <a:close/>
                <a:lnTo>
                  <a:pt x="148436" y="1317644"/>
                </a:lnTo>
                <a:close/>
                <a:lnTo>
                  <a:pt x="145406" y="1317644"/>
                </a:lnTo>
                <a:close/>
                <a:lnTo>
                  <a:pt x="142377" y="1317644"/>
                </a:lnTo>
                <a:close/>
                <a:lnTo>
                  <a:pt x="139348" y="1317644"/>
                </a:lnTo>
                <a:close/>
                <a:lnTo>
                  <a:pt x="136318" y="1317644"/>
                </a:lnTo>
                <a:close/>
                <a:lnTo>
                  <a:pt x="133289" y="1317644"/>
                </a:lnTo>
                <a:close/>
                <a:lnTo>
                  <a:pt x="130260" y="1317644"/>
                </a:lnTo>
                <a:close/>
                <a:lnTo>
                  <a:pt x="127231" y="1317644"/>
                </a:lnTo>
                <a:close/>
                <a:lnTo>
                  <a:pt x="124201" y="1317644"/>
                </a:lnTo>
                <a:close/>
                <a:lnTo>
                  <a:pt x="121172" y="1317644"/>
                </a:lnTo>
                <a:close/>
                <a:lnTo>
                  <a:pt x="118143" y="1317644"/>
                </a:lnTo>
                <a:close/>
                <a:lnTo>
                  <a:pt x="115113" y="1317644"/>
                </a:lnTo>
                <a:close/>
                <a:lnTo>
                  <a:pt x="112084" y="1317644"/>
                </a:lnTo>
                <a:close/>
                <a:lnTo>
                  <a:pt x="109055" y="1317644"/>
                </a:lnTo>
                <a:close/>
                <a:lnTo>
                  <a:pt x="106026" y="1317644"/>
                </a:lnTo>
                <a:close/>
                <a:lnTo>
                  <a:pt x="102996" y="1317644"/>
                </a:lnTo>
                <a:close/>
                <a:lnTo>
                  <a:pt x="99967" y="1317644"/>
                </a:lnTo>
                <a:close/>
                <a:lnTo>
                  <a:pt x="96938" y="1317644"/>
                </a:lnTo>
                <a:close/>
                <a:lnTo>
                  <a:pt x="93908" y="1317644"/>
                </a:lnTo>
                <a:close/>
                <a:lnTo>
                  <a:pt x="90879" y="1317644"/>
                </a:lnTo>
                <a:close/>
                <a:lnTo>
                  <a:pt x="87850" y="1317644"/>
                </a:lnTo>
                <a:close/>
                <a:lnTo>
                  <a:pt x="84820" y="1317644"/>
                </a:lnTo>
                <a:close/>
                <a:lnTo>
                  <a:pt x="81791" y="1317644"/>
                </a:lnTo>
                <a:close/>
                <a:lnTo>
                  <a:pt x="78762" y="1317644"/>
                </a:lnTo>
                <a:close/>
                <a:lnTo>
                  <a:pt x="75733" y="1317644"/>
                </a:lnTo>
                <a:close/>
                <a:lnTo>
                  <a:pt x="72703" y="1317644"/>
                </a:lnTo>
                <a:close/>
                <a:lnTo>
                  <a:pt x="69674" y="1317644"/>
                </a:lnTo>
                <a:close/>
                <a:lnTo>
                  <a:pt x="66645" y="1317644"/>
                </a:lnTo>
                <a:close/>
                <a:lnTo>
                  <a:pt x="63615" y="1317644"/>
                </a:lnTo>
                <a:close/>
                <a:lnTo>
                  <a:pt x="60586" y="1317644"/>
                </a:lnTo>
                <a:close/>
                <a:lnTo>
                  <a:pt x="57557" y="1317644"/>
                </a:lnTo>
                <a:close/>
                <a:lnTo>
                  <a:pt x="54528" y="1317644"/>
                </a:lnTo>
                <a:close/>
                <a:lnTo>
                  <a:pt x="51498" y="1317644"/>
                </a:lnTo>
                <a:close/>
                <a:lnTo>
                  <a:pt x="48469" y="1317644"/>
                </a:lnTo>
                <a:close/>
                <a:lnTo>
                  <a:pt x="45440" y="1317644"/>
                </a:lnTo>
                <a:close/>
                <a:lnTo>
                  <a:pt x="42410" y="1317644"/>
                </a:lnTo>
                <a:close/>
                <a:lnTo>
                  <a:pt x="39381" y="1317644"/>
                </a:lnTo>
                <a:close/>
                <a:lnTo>
                  <a:pt x="36352" y="1317644"/>
                </a:lnTo>
                <a:close/>
                <a:lnTo>
                  <a:pt x="33323" y="1317644"/>
                </a:lnTo>
                <a:close/>
                <a:lnTo>
                  <a:pt x="30293" y="1317644"/>
                </a:lnTo>
                <a:close/>
                <a:lnTo>
                  <a:pt x="27264" y="1317644"/>
                </a:lnTo>
                <a:close/>
                <a:lnTo>
                  <a:pt x="24235" y="1317644"/>
                </a:lnTo>
                <a:close/>
                <a:lnTo>
                  <a:pt x="21205" y="1317644"/>
                </a:lnTo>
                <a:close/>
                <a:lnTo>
                  <a:pt x="18176" y="1317644"/>
                </a:lnTo>
                <a:close/>
                <a:lnTo>
                  <a:pt x="15147" y="1317644"/>
                </a:lnTo>
                <a:close/>
                <a:lnTo>
                  <a:pt x="12117" y="1317644"/>
                </a:lnTo>
                <a:close/>
                <a:lnTo>
                  <a:pt x="9088" y="1317644"/>
                </a:lnTo>
                <a:close/>
                <a:lnTo>
                  <a:pt x="6059" y="1317644"/>
                </a:lnTo>
                <a:close/>
                <a:lnTo>
                  <a:pt x="3030" y="1317644"/>
                </a:lnTo>
                <a:close/>
                <a:lnTo>
                  <a:pt x="0" y="1317644"/>
                </a:lnTo>
                <a:close/>
                <a:lnTo>
                  <a:pt x="0" y="1317644"/>
                </a:lnTo>
                <a:close/>
              </a:path>
            </a:pathLst>
          </a:custGeom>
          <a:solidFill>
            <a:srgbClr val="8C3A3A">
              <a:alpha val="20000"/>
            </a:srgbClr>
          </a:solidFill>
          <a:ln w="12700">
            <a:solidFill>
              <a:srgbClr val="8C3A3A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3637318" y="182204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090186" y="182204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406457" y="438515"/>
            <a:ext cx="905758" cy="1317475"/>
          </a:xfrm>
          <a:custGeom>
            <a:avLst/>
            <a:gdLst/>
            <a:ahLst/>
            <a:cxnLst/>
            <a:rect l="l" t="t" r="r" b="b"/>
            <a:pathLst>
              <a:path w="905758" h="1317475">
                <a:moveTo>
                  <a:pt x="0" y="1317022"/>
                </a:moveTo>
                <a:lnTo>
                  <a:pt x="48469" y="1314528"/>
                </a:lnTo>
                <a:close/>
                <a:lnTo>
                  <a:pt x="75733" y="1310549"/>
                </a:lnTo>
                <a:close/>
                <a:lnTo>
                  <a:pt x="96938" y="1304737"/>
                </a:lnTo>
                <a:close/>
                <a:lnTo>
                  <a:pt x="115113" y="1296704"/>
                </a:lnTo>
                <a:close/>
                <a:lnTo>
                  <a:pt x="130260" y="1286937"/>
                </a:lnTo>
                <a:close/>
                <a:lnTo>
                  <a:pt x="145406" y="1273442"/>
                </a:lnTo>
                <a:close/>
                <a:lnTo>
                  <a:pt x="157523" y="1259273"/>
                </a:lnTo>
                <a:close/>
                <a:lnTo>
                  <a:pt x="169641" y="1241472"/>
                </a:lnTo>
                <a:close/>
                <a:lnTo>
                  <a:pt x="181758" y="1219417"/>
                </a:lnTo>
                <a:close/>
                <a:lnTo>
                  <a:pt x="193875" y="1192471"/>
                </a:lnTo>
                <a:close/>
                <a:lnTo>
                  <a:pt x="209021" y="1150975"/>
                </a:lnTo>
                <a:close/>
                <a:lnTo>
                  <a:pt x="224168" y="1099803"/>
                </a:lnTo>
                <a:close/>
                <a:lnTo>
                  <a:pt x="239314" y="1038155"/>
                </a:lnTo>
                <a:close/>
                <a:lnTo>
                  <a:pt x="254461" y="965656"/>
                </a:lnTo>
                <a:close/>
                <a:lnTo>
                  <a:pt x="272637" y="864657"/>
                </a:lnTo>
                <a:close/>
                <a:lnTo>
                  <a:pt x="293842" y="729840"/>
                </a:lnTo>
                <a:close/>
                <a:lnTo>
                  <a:pt x="327164" y="495180"/>
                </a:lnTo>
                <a:close/>
                <a:lnTo>
                  <a:pt x="360486" y="265708"/>
                </a:lnTo>
                <a:close/>
                <a:lnTo>
                  <a:pt x="378662" y="159291"/>
                </a:lnTo>
                <a:close/>
                <a:lnTo>
                  <a:pt x="393808" y="87798"/>
                </a:lnTo>
                <a:close/>
                <a:lnTo>
                  <a:pt x="405925" y="44565"/>
                </a:lnTo>
                <a:close/>
                <a:lnTo>
                  <a:pt x="415013" y="21291"/>
                </a:lnTo>
                <a:close/>
                <a:lnTo>
                  <a:pt x="424101" y="6381"/>
                </a:lnTo>
                <a:close/>
                <a:lnTo>
                  <a:pt x="430160" y="1241"/>
                </a:lnTo>
                <a:close/>
                <a:lnTo>
                  <a:pt x="436218" y="0"/>
                </a:lnTo>
                <a:close/>
                <a:lnTo>
                  <a:pt x="442277" y="2668"/>
                </a:lnTo>
                <a:close/>
                <a:lnTo>
                  <a:pt x="448335" y="9222"/>
                </a:lnTo>
                <a:close/>
                <a:lnTo>
                  <a:pt x="454394" y="19603"/>
                </a:lnTo>
                <a:close/>
                <a:lnTo>
                  <a:pt x="463482" y="42143"/>
                </a:lnTo>
                <a:close/>
                <a:lnTo>
                  <a:pt x="472570" y="72637"/>
                </a:lnTo>
                <a:close/>
                <a:lnTo>
                  <a:pt x="484687" y="124629"/>
                </a:lnTo>
                <a:close/>
                <a:lnTo>
                  <a:pt x="499833" y="205312"/>
                </a:lnTo>
                <a:close/>
                <a:lnTo>
                  <a:pt x="518009" y="319712"/>
                </a:lnTo>
                <a:close/>
                <a:lnTo>
                  <a:pt x="548302" y="532855"/>
                </a:lnTo>
                <a:close/>
                <a:lnTo>
                  <a:pt x="584654" y="784337"/>
                </a:lnTo>
                <a:close/>
                <a:lnTo>
                  <a:pt x="605859" y="912446"/>
                </a:lnTo>
                <a:close/>
                <a:lnTo>
                  <a:pt x="624034" y="1006595"/>
                </a:lnTo>
                <a:close/>
                <a:lnTo>
                  <a:pt x="642210" y="1085166"/>
                </a:lnTo>
                <a:close/>
                <a:lnTo>
                  <a:pt x="657357" y="1138936"/>
                </a:lnTo>
                <a:close/>
                <a:lnTo>
                  <a:pt x="672503" y="1182795"/>
                </a:lnTo>
                <a:close/>
                <a:lnTo>
                  <a:pt x="687649" y="1217762"/>
                </a:lnTo>
                <a:close/>
                <a:lnTo>
                  <a:pt x="702796" y="1245022"/>
                </a:lnTo>
                <a:close/>
                <a:lnTo>
                  <a:pt x="717942" y="1265813"/>
                </a:lnTo>
                <a:close/>
                <a:lnTo>
                  <a:pt x="733089" y="1281332"/>
                </a:lnTo>
                <a:close/>
                <a:lnTo>
                  <a:pt x="748235" y="1292672"/>
                </a:lnTo>
                <a:close/>
                <a:lnTo>
                  <a:pt x="763382" y="1300787"/>
                </a:lnTo>
                <a:close/>
                <a:lnTo>
                  <a:pt x="781557" y="1307379"/>
                </a:lnTo>
                <a:close/>
                <a:lnTo>
                  <a:pt x="802762" y="1312081"/>
                </a:lnTo>
                <a:close/>
                <a:lnTo>
                  <a:pt x="833055" y="1315467"/>
                </a:lnTo>
                <a:close/>
                <a:lnTo>
                  <a:pt x="878495" y="1317181"/>
                </a:lnTo>
                <a:close/>
                <a:lnTo>
                  <a:pt x="905758" y="1317475"/>
                </a:lnTo>
                <a:close/>
                <a:lnTo>
                  <a:pt x="905758" y="1317475"/>
                </a:lnTo>
                <a:close/>
              </a:path>
            </a:pathLst>
          </a:custGeom>
          <a:noFill/>
          <a:ln w="15240">
            <a:solidFill>
              <a:srgbClr val="8C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715896" y="372633"/>
            <a:ext cx="0" cy="1449409"/>
          </a:xfrm>
          <a:custGeom>
            <a:avLst/>
            <a:gdLst/>
            <a:ahLst/>
            <a:cxnLst/>
            <a:rect l="l" t="t" r="r" b="b"/>
            <a:pathLst>
              <a:path w="0" h="1449409">
                <a:moveTo>
                  <a:pt x="0" y="1449409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361169" y="372633"/>
            <a:ext cx="0" cy="1449409"/>
          </a:xfrm>
          <a:custGeom>
            <a:avLst/>
            <a:gdLst/>
            <a:ahLst/>
            <a:cxnLst/>
            <a:rect l="l" t="t" r="r" b="b"/>
            <a:pathLst>
              <a:path w="0" h="1449409">
                <a:moveTo>
                  <a:pt x="0" y="1449409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361169" y="1822042"/>
            <a:ext cx="996334" cy="0"/>
          </a:xfrm>
          <a:custGeom>
            <a:avLst/>
            <a:gdLst/>
            <a:ahLst/>
            <a:cxnLst/>
            <a:rect l="l" t="t" r="r" b="b"/>
            <a:pathLst>
              <a:path w="996334" h="0">
                <a:moveTo>
                  <a:pt x="0" y="0"/>
                </a:moveTo>
                <a:lnTo>
                  <a:pt x="99633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6220" y="372633"/>
            <a:ext cx="996334" cy="1449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751508" y="1236295"/>
            <a:ext cx="905758" cy="519864"/>
          </a:xfrm>
          <a:custGeom>
            <a:avLst/>
            <a:gdLst/>
            <a:ahLst/>
            <a:cxnLst/>
            <a:rect l="l" t="t" r="r" b="b"/>
            <a:pathLst>
              <a:path w="905758" h="519864">
                <a:moveTo>
                  <a:pt x="0" y="519864"/>
                </a:moveTo>
                <a:lnTo>
                  <a:pt x="0" y="519864"/>
                </a:lnTo>
                <a:close/>
                <a:lnTo>
                  <a:pt x="1515" y="519864"/>
                </a:lnTo>
                <a:close/>
                <a:lnTo>
                  <a:pt x="1515" y="519864"/>
                </a:lnTo>
                <a:close/>
                <a:lnTo>
                  <a:pt x="4544" y="519864"/>
                </a:lnTo>
                <a:close/>
                <a:lnTo>
                  <a:pt x="4544" y="519864"/>
                </a:lnTo>
                <a:close/>
                <a:lnTo>
                  <a:pt x="7573" y="519864"/>
                </a:lnTo>
                <a:close/>
                <a:lnTo>
                  <a:pt x="7573" y="519864"/>
                </a:lnTo>
                <a:close/>
                <a:lnTo>
                  <a:pt x="10603" y="519864"/>
                </a:lnTo>
                <a:close/>
                <a:lnTo>
                  <a:pt x="10603" y="519864"/>
                </a:lnTo>
                <a:close/>
                <a:lnTo>
                  <a:pt x="13632" y="519864"/>
                </a:lnTo>
                <a:close/>
                <a:lnTo>
                  <a:pt x="13632" y="519864"/>
                </a:lnTo>
                <a:close/>
                <a:lnTo>
                  <a:pt x="16661" y="519864"/>
                </a:lnTo>
                <a:close/>
                <a:lnTo>
                  <a:pt x="16661" y="519864"/>
                </a:lnTo>
                <a:close/>
                <a:lnTo>
                  <a:pt x="19690" y="519864"/>
                </a:lnTo>
                <a:close/>
                <a:lnTo>
                  <a:pt x="19690" y="519864"/>
                </a:lnTo>
                <a:close/>
                <a:lnTo>
                  <a:pt x="22720" y="519864"/>
                </a:lnTo>
                <a:close/>
                <a:lnTo>
                  <a:pt x="22720" y="519864"/>
                </a:lnTo>
                <a:close/>
                <a:lnTo>
                  <a:pt x="25749" y="519864"/>
                </a:lnTo>
                <a:close/>
                <a:lnTo>
                  <a:pt x="25749" y="519864"/>
                </a:lnTo>
                <a:close/>
                <a:lnTo>
                  <a:pt x="28778" y="519864"/>
                </a:lnTo>
                <a:close/>
                <a:lnTo>
                  <a:pt x="28778" y="519864"/>
                </a:lnTo>
                <a:close/>
                <a:lnTo>
                  <a:pt x="31808" y="519864"/>
                </a:lnTo>
                <a:close/>
                <a:lnTo>
                  <a:pt x="31808" y="519864"/>
                </a:lnTo>
                <a:close/>
                <a:lnTo>
                  <a:pt x="34837" y="519864"/>
                </a:lnTo>
                <a:close/>
                <a:lnTo>
                  <a:pt x="34837" y="519864"/>
                </a:lnTo>
                <a:close/>
                <a:lnTo>
                  <a:pt x="37866" y="519864"/>
                </a:lnTo>
                <a:close/>
                <a:lnTo>
                  <a:pt x="37866" y="519864"/>
                </a:lnTo>
                <a:close/>
                <a:lnTo>
                  <a:pt x="40895" y="519864"/>
                </a:lnTo>
                <a:close/>
                <a:lnTo>
                  <a:pt x="40895" y="519864"/>
                </a:lnTo>
                <a:close/>
                <a:lnTo>
                  <a:pt x="43925" y="519864"/>
                </a:lnTo>
                <a:close/>
                <a:lnTo>
                  <a:pt x="43925" y="519864"/>
                </a:lnTo>
                <a:close/>
                <a:lnTo>
                  <a:pt x="46954" y="519864"/>
                </a:lnTo>
                <a:close/>
                <a:lnTo>
                  <a:pt x="46954" y="519864"/>
                </a:lnTo>
                <a:close/>
                <a:lnTo>
                  <a:pt x="49983" y="519864"/>
                </a:lnTo>
                <a:close/>
                <a:lnTo>
                  <a:pt x="49983" y="519864"/>
                </a:lnTo>
                <a:close/>
                <a:lnTo>
                  <a:pt x="53013" y="519864"/>
                </a:lnTo>
                <a:close/>
                <a:lnTo>
                  <a:pt x="53013" y="519864"/>
                </a:lnTo>
                <a:close/>
                <a:lnTo>
                  <a:pt x="56042" y="519864"/>
                </a:lnTo>
                <a:close/>
                <a:lnTo>
                  <a:pt x="56042" y="519864"/>
                </a:lnTo>
                <a:close/>
                <a:lnTo>
                  <a:pt x="59071" y="519864"/>
                </a:lnTo>
                <a:close/>
                <a:lnTo>
                  <a:pt x="59071" y="519864"/>
                </a:lnTo>
                <a:close/>
                <a:lnTo>
                  <a:pt x="62101" y="519864"/>
                </a:lnTo>
                <a:close/>
                <a:lnTo>
                  <a:pt x="62101" y="519864"/>
                </a:lnTo>
                <a:close/>
                <a:lnTo>
                  <a:pt x="65130" y="519864"/>
                </a:lnTo>
                <a:close/>
                <a:lnTo>
                  <a:pt x="65130" y="519864"/>
                </a:lnTo>
                <a:close/>
                <a:lnTo>
                  <a:pt x="68159" y="519864"/>
                </a:lnTo>
                <a:close/>
                <a:lnTo>
                  <a:pt x="68159" y="519864"/>
                </a:lnTo>
                <a:close/>
                <a:lnTo>
                  <a:pt x="71188" y="519864"/>
                </a:lnTo>
                <a:close/>
                <a:lnTo>
                  <a:pt x="71188" y="519864"/>
                </a:lnTo>
                <a:close/>
                <a:lnTo>
                  <a:pt x="74218" y="519864"/>
                </a:lnTo>
                <a:close/>
                <a:lnTo>
                  <a:pt x="74218" y="519864"/>
                </a:lnTo>
                <a:close/>
                <a:lnTo>
                  <a:pt x="77247" y="519864"/>
                </a:lnTo>
                <a:close/>
                <a:lnTo>
                  <a:pt x="77247" y="519864"/>
                </a:lnTo>
                <a:close/>
                <a:lnTo>
                  <a:pt x="80276" y="519864"/>
                </a:lnTo>
                <a:close/>
                <a:lnTo>
                  <a:pt x="80276" y="519864"/>
                </a:lnTo>
                <a:close/>
                <a:lnTo>
                  <a:pt x="83306" y="519864"/>
                </a:lnTo>
                <a:close/>
                <a:lnTo>
                  <a:pt x="83306" y="519864"/>
                </a:lnTo>
                <a:close/>
                <a:lnTo>
                  <a:pt x="86335" y="519864"/>
                </a:lnTo>
                <a:close/>
                <a:lnTo>
                  <a:pt x="86335" y="519864"/>
                </a:lnTo>
                <a:close/>
                <a:lnTo>
                  <a:pt x="89364" y="519864"/>
                </a:lnTo>
                <a:close/>
                <a:lnTo>
                  <a:pt x="89364" y="519864"/>
                </a:lnTo>
                <a:close/>
                <a:lnTo>
                  <a:pt x="92393" y="519864"/>
                </a:lnTo>
                <a:close/>
                <a:lnTo>
                  <a:pt x="92393" y="519864"/>
                </a:lnTo>
                <a:close/>
                <a:lnTo>
                  <a:pt x="95423" y="519864"/>
                </a:lnTo>
                <a:close/>
                <a:lnTo>
                  <a:pt x="95423" y="519864"/>
                </a:lnTo>
                <a:close/>
                <a:lnTo>
                  <a:pt x="98452" y="519864"/>
                </a:lnTo>
                <a:close/>
                <a:lnTo>
                  <a:pt x="98452" y="519864"/>
                </a:lnTo>
                <a:close/>
                <a:lnTo>
                  <a:pt x="101481" y="519864"/>
                </a:lnTo>
                <a:close/>
                <a:lnTo>
                  <a:pt x="101481" y="519864"/>
                </a:lnTo>
                <a:close/>
                <a:lnTo>
                  <a:pt x="104511" y="519864"/>
                </a:lnTo>
                <a:close/>
                <a:lnTo>
                  <a:pt x="104511" y="0"/>
                </a:lnTo>
                <a:close/>
                <a:lnTo>
                  <a:pt x="107540" y="0"/>
                </a:lnTo>
                <a:close/>
                <a:lnTo>
                  <a:pt x="107540" y="0"/>
                </a:lnTo>
                <a:close/>
                <a:lnTo>
                  <a:pt x="110569" y="0"/>
                </a:lnTo>
                <a:close/>
                <a:lnTo>
                  <a:pt x="110569" y="0"/>
                </a:lnTo>
                <a:close/>
                <a:lnTo>
                  <a:pt x="113598" y="0"/>
                </a:lnTo>
                <a:close/>
                <a:lnTo>
                  <a:pt x="113598" y="0"/>
                </a:lnTo>
                <a:close/>
                <a:lnTo>
                  <a:pt x="116628" y="0"/>
                </a:lnTo>
                <a:close/>
                <a:lnTo>
                  <a:pt x="116628" y="0"/>
                </a:lnTo>
                <a:close/>
                <a:lnTo>
                  <a:pt x="119657" y="0"/>
                </a:lnTo>
                <a:close/>
                <a:lnTo>
                  <a:pt x="119657" y="0"/>
                </a:lnTo>
                <a:close/>
                <a:lnTo>
                  <a:pt x="122686" y="0"/>
                </a:lnTo>
                <a:close/>
                <a:lnTo>
                  <a:pt x="122686" y="0"/>
                </a:lnTo>
                <a:close/>
                <a:lnTo>
                  <a:pt x="125716" y="0"/>
                </a:lnTo>
                <a:close/>
                <a:lnTo>
                  <a:pt x="125716" y="0"/>
                </a:lnTo>
                <a:close/>
                <a:lnTo>
                  <a:pt x="128745" y="0"/>
                </a:lnTo>
                <a:close/>
                <a:lnTo>
                  <a:pt x="128745" y="0"/>
                </a:lnTo>
                <a:close/>
                <a:lnTo>
                  <a:pt x="131774" y="0"/>
                </a:lnTo>
                <a:close/>
                <a:lnTo>
                  <a:pt x="131774" y="0"/>
                </a:lnTo>
                <a:close/>
                <a:lnTo>
                  <a:pt x="134803" y="0"/>
                </a:lnTo>
                <a:close/>
                <a:lnTo>
                  <a:pt x="134803" y="0"/>
                </a:lnTo>
                <a:close/>
                <a:lnTo>
                  <a:pt x="137833" y="0"/>
                </a:lnTo>
                <a:close/>
                <a:lnTo>
                  <a:pt x="137833" y="0"/>
                </a:lnTo>
                <a:close/>
                <a:lnTo>
                  <a:pt x="140862" y="0"/>
                </a:lnTo>
                <a:close/>
                <a:lnTo>
                  <a:pt x="140862" y="0"/>
                </a:lnTo>
                <a:close/>
                <a:lnTo>
                  <a:pt x="143891" y="0"/>
                </a:lnTo>
                <a:close/>
                <a:lnTo>
                  <a:pt x="143891" y="0"/>
                </a:lnTo>
                <a:close/>
                <a:lnTo>
                  <a:pt x="146921" y="0"/>
                </a:lnTo>
                <a:close/>
                <a:lnTo>
                  <a:pt x="146921" y="0"/>
                </a:lnTo>
                <a:close/>
                <a:lnTo>
                  <a:pt x="149950" y="0"/>
                </a:lnTo>
                <a:close/>
                <a:lnTo>
                  <a:pt x="149950" y="0"/>
                </a:lnTo>
                <a:close/>
                <a:lnTo>
                  <a:pt x="152979" y="0"/>
                </a:lnTo>
                <a:close/>
                <a:lnTo>
                  <a:pt x="152979" y="0"/>
                </a:lnTo>
                <a:close/>
                <a:lnTo>
                  <a:pt x="156009" y="0"/>
                </a:lnTo>
                <a:close/>
                <a:lnTo>
                  <a:pt x="156009" y="0"/>
                </a:lnTo>
                <a:close/>
                <a:lnTo>
                  <a:pt x="159038" y="0"/>
                </a:lnTo>
                <a:close/>
                <a:lnTo>
                  <a:pt x="159038" y="0"/>
                </a:lnTo>
                <a:close/>
                <a:lnTo>
                  <a:pt x="162067" y="0"/>
                </a:lnTo>
                <a:close/>
                <a:lnTo>
                  <a:pt x="162067" y="0"/>
                </a:lnTo>
                <a:close/>
                <a:lnTo>
                  <a:pt x="165096" y="0"/>
                </a:lnTo>
                <a:close/>
                <a:lnTo>
                  <a:pt x="165096" y="0"/>
                </a:lnTo>
                <a:close/>
                <a:lnTo>
                  <a:pt x="168126" y="0"/>
                </a:lnTo>
                <a:close/>
                <a:lnTo>
                  <a:pt x="168126" y="0"/>
                </a:lnTo>
                <a:close/>
                <a:lnTo>
                  <a:pt x="171155" y="0"/>
                </a:lnTo>
                <a:close/>
                <a:lnTo>
                  <a:pt x="171155" y="0"/>
                </a:lnTo>
                <a:close/>
                <a:lnTo>
                  <a:pt x="174184" y="0"/>
                </a:lnTo>
                <a:close/>
                <a:lnTo>
                  <a:pt x="174184" y="0"/>
                </a:lnTo>
                <a:close/>
                <a:lnTo>
                  <a:pt x="177214" y="0"/>
                </a:lnTo>
                <a:close/>
                <a:lnTo>
                  <a:pt x="177214" y="0"/>
                </a:lnTo>
                <a:close/>
                <a:lnTo>
                  <a:pt x="180243" y="0"/>
                </a:lnTo>
                <a:close/>
                <a:lnTo>
                  <a:pt x="180243" y="0"/>
                </a:lnTo>
                <a:close/>
                <a:lnTo>
                  <a:pt x="183272" y="0"/>
                </a:lnTo>
                <a:close/>
                <a:lnTo>
                  <a:pt x="183272" y="0"/>
                </a:lnTo>
                <a:close/>
                <a:lnTo>
                  <a:pt x="186301" y="0"/>
                </a:lnTo>
                <a:close/>
                <a:lnTo>
                  <a:pt x="186301" y="0"/>
                </a:lnTo>
                <a:close/>
                <a:lnTo>
                  <a:pt x="189331" y="0"/>
                </a:lnTo>
                <a:close/>
                <a:lnTo>
                  <a:pt x="189331" y="0"/>
                </a:lnTo>
                <a:close/>
                <a:lnTo>
                  <a:pt x="192360" y="0"/>
                </a:lnTo>
                <a:close/>
                <a:lnTo>
                  <a:pt x="192360" y="0"/>
                </a:lnTo>
                <a:close/>
                <a:lnTo>
                  <a:pt x="195389" y="0"/>
                </a:lnTo>
                <a:close/>
                <a:lnTo>
                  <a:pt x="195389" y="0"/>
                </a:lnTo>
                <a:close/>
                <a:lnTo>
                  <a:pt x="198419" y="0"/>
                </a:lnTo>
                <a:close/>
                <a:lnTo>
                  <a:pt x="198419" y="0"/>
                </a:lnTo>
                <a:close/>
                <a:lnTo>
                  <a:pt x="201448" y="0"/>
                </a:lnTo>
                <a:close/>
                <a:lnTo>
                  <a:pt x="201448" y="0"/>
                </a:lnTo>
                <a:close/>
                <a:lnTo>
                  <a:pt x="204477" y="0"/>
                </a:lnTo>
                <a:close/>
                <a:lnTo>
                  <a:pt x="204477" y="0"/>
                </a:lnTo>
                <a:close/>
                <a:lnTo>
                  <a:pt x="207506" y="0"/>
                </a:lnTo>
                <a:close/>
                <a:lnTo>
                  <a:pt x="207506" y="0"/>
                </a:lnTo>
                <a:close/>
                <a:lnTo>
                  <a:pt x="210536" y="0"/>
                </a:lnTo>
                <a:close/>
                <a:lnTo>
                  <a:pt x="210536" y="0"/>
                </a:lnTo>
                <a:close/>
                <a:lnTo>
                  <a:pt x="213565" y="0"/>
                </a:lnTo>
                <a:close/>
                <a:lnTo>
                  <a:pt x="213565" y="0"/>
                </a:lnTo>
                <a:close/>
                <a:lnTo>
                  <a:pt x="216594" y="0"/>
                </a:lnTo>
                <a:close/>
                <a:lnTo>
                  <a:pt x="216594" y="0"/>
                </a:lnTo>
                <a:close/>
                <a:lnTo>
                  <a:pt x="219624" y="0"/>
                </a:lnTo>
                <a:close/>
                <a:lnTo>
                  <a:pt x="219624" y="0"/>
                </a:lnTo>
                <a:close/>
                <a:lnTo>
                  <a:pt x="222653" y="0"/>
                </a:lnTo>
                <a:close/>
                <a:lnTo>
                  <a:pt x="222653" y="0"/>
                </a:lnTo>
                <a:close/>
                <a:lnTo>
                  <a:pt x="225682" y="0"/>
                </a:lnTo>
                <a:close/>
                <a:lnTo>
                  <a:pt x="225682" y="0"/>
                </a:lnTo>
                <a:close/>
                <a:lnTo>
                  <a:pt x="228712" y="0"/>
                </a:lnTo>
                <a:close/>
                <a:lnTo>
                  <a:pt x="228712" y="0"/>
                </a:lnTo>
                <a:close/>
                <a:lnTo>
                  <a:pt x="231741" y="0"/>
                </a:lnTo>
                <a:close/>
                <a:lnTo>
                  <a:pt x="231741" y="0"/>
                </a:lnTo>
                <a:close/>
                <a:lnTo>
                  <a:pt x="234770" y="0"/>
                </a:lnTo>
                <a:close/>
                <a:lnTo>
                  <a:pt x="234770" y="0"/>
                </a:lnTo>
                <a:close/>
                <a:lnTo>
                  <a:pt x="237799" y="0"/>
                </a:lnTo>
                <a:close/>
                <a:lnTo>
                  <a:pt x="237799" y="0"/>
                </a:lnTo>
                <a:close/>
                <a:lnTo>
                  <a:pt x="240829" y="0"/>
                </a:lnTo>
                <a:close/>
                <a:lnTo>
                  <a:pt x="240829" y="0"/>
                </a:lnTo>
                <a:close/>
                <a:lnTo>
                  <a:pt x="243858" y="0"/>
                </a:lnTo>
                <a:close/>
                <a:lnTo>
                  <a:pt x="243858" y="0"/>
                </a:lnTo>
                <a:close/>
                <a:lnTo>
                  <a:pt x="246887" y="0"/>
                </a:lnTo>
                <a:close/>
                <a:lnTo>
                  <a:pt x="246887" y="0"/>
                </a:lnTo>
                <a:close/>
                <a:lnTo>
                  <a:pt x="249917" y="0"/>
                </a:lnTo>
                <a:close/>
                <a:lnTo>
                  <a:pt x="249917" y="0"/>
                </a:lnTo>
                <a:close/>
                <a:lnTo>
                  <a:pt x="252946" y="0"/>
                </a:lnTo>
                <a:close/>
                <a:lnTo>
                  <a:pt x="252946" y="0"/>
                </a:lnTo>
                <a:close/>
                <a:lnTo>
                  <a:pt x="255975" y="0"/>
                </a:lnTo>
                <a:close/>
                <a:lnTo>
                  <a:pt x="255975" y="0"/>
                </a:lnTo>
                <a:close/>
                <a:lnTo>
                  <a:pt x="259004" y="0"/>
                </a:lnTo>
                <a:close/>
                <a:lnTo>
                  <a:pt x="259004" y="0"/>
                </a:lnTo>
                <a:close/>
                <a:lnTo>
                  <a:pt x="262034" y="0"/>
                </a:lnTo>
                <a:close/>
                <a:lnTo>
                  <a:pt x="262034" y="0"/>
                </a:lnTo>
                <a:close/>
                <a:lnTo>
                  <a:pt x="265063" y="0"/>
                </a:lnTo>
                <a:close/>
                <a:lnTo>
                  <a:pt x="265063" y="0"/>
                </a:lnTo>
                <a:close/>
                <a:lnTo>
                  <a:pt x="268092" y="0"/>
                </a:lnTo>
                <a:close/>
                <a:lnTo>
                  <a:pt x="268092" y="0"/>
                </a:lnTo>
                <a:close/>
                <a:lnTo>
                  <a:pt x="271122" y="0"/>
                </a:lnTo>
                <a:close/>
                <a:lnTo>
                  <a:pt x="271122" y="0"/>
                </a:lnTo>
                <a:close/>
                <a:lnTo>
                  <a:pt x="274151" y="0"/>
                </a:lnTo>
                <a:close/>
                <a:lnTo>
                  <a:pt x="274151" y="0"/>
                </a:lnTo>
                <a:close/>
                <a:lnTo>
                  <a:pt x="277180" y="0"/>
                </a:lnTo>
                <a:close/>
                <a:lnTo>
                  <a:pt x="277180" y="0"/>
                </a:lnTo>
                <a:close/>
                <a:lnTo>
                  <a:pt x="280209" y="0"/>
                </a:lnTo>
                <a:close/>
                <a:lnTo>
                  <a:pt x="280209" y="0"/>
                </a:lnTo>
                <a:close/>
                <a:lnTo>
                  <a:pt x="283239" y="0"/>
                </a:lnTo>
                <a:close/>
                <a:lnTo>
                  <a:pt x="283239" y="0"/>
                </a:lnTo>
                <a:close/>
                <a:lnTo>
                  <a:pt x="286268" y="0"/>
                </a:lnTo>
                <a:close/>
                <a:lnTo>
                  <a:pt x="286268" y="0"/>
                </a:lnTo>
                <a:close/>
                <a:lnTo>
                  <a:pt x="289297" y="0"/>
                </a:lnTo>
                <a:close/>
                <a:lnTo>
                  <a:pt x="289297" y="0"/>
                </a:lnTo>
                <a:close/>
                <a:lnTo>
                  <a:pt x="292327" y="0"/>
                </a:lnTo>
                <a:close/>
                <a:lnTo>
                  <a:pt x="292327" y="0"/>
                </a:lnTo>
                <a:close/>
                <a:lnTo>
                  <a:pt x="295356" y="0"/>
                </a:lnTo>
                <a:close/>
                <a:lnTo>
                  <a:pt x="295356" y="0"/>
                </a:lnTo>
                <a:close/>
                <a:lnTo>
                  <a:pt x="298385" y="0"/>
                </a:lnTo>
                <a:close/>
                <a:lnTo>
                  <a:pt x="298385" y="0"/>
                </a:lnTo>
                <a:close/>
                <a:lnTo>
                  <a:pt x="301415" y="0"/>
                </a:lnTo>
                <a:close/>
                <a:lnTo>
                  <a:pt x="301415" y="0"/>
                </a:lnTo>
                <a:close/>
                <a:lnTo>
                  <a:pt x="304444" y="0"/>
                </a:lnTo>
                <a:close/>
                <a:lnTo>
                  <a:pt x="304444" y="0"/>
                </a:lnTo>
                <a:close/>
                <a:lnTo>
                  <a:pt x="307473" y="0"/>
                </a:lnTo>
                <a:close/>
                <a:lnTo>
                  <a:pt x="307473" y="0"/>
                </a:lnTo>
                <a:close/>
                <a:lnTo>
                  <a:pt x="310502" y="0"/>
                </a:lnTo>
                <a:close/>
                <a:lnTo>
                  <a:pt x="310502" y="0"/>
                </a:lnTo>
                <a:close/>
                <a:lnTo>
                  <a:pt x="313532" y="0"/>
                </a:lnTo>
                <a:close/>
                <a:lnTo>
                  <a:pt x="313532" y="0"/>
                </a:lnTo>
                <a:close/>
                <a:lnTo>
                  <a:pt x="316561" y="0"/>
                </a:lnTo>
                <a:close/>
                <a:lnTo>
                  <a:pt x="316561" y="0"/>
                </a:lnTo>
                <a:close/>
                <a:lnTo>
                  <a:pt x="319590" y="0"/>
                </a:lnTo>
                <a:close/>
                <a:lnTo>
                  <a:pt x="319590" y="0"/>
                </a:lnTo>
                <a:close/>
                <a:lnTo>
                  <a:pt x="322620" y="0"/>
                </a:lnTo>
                <a:close/>
                <a:lnTo>
                  <a:pt x="322620" y="0"/>
                </a:lnTo>
                <a:close/>
                <a:lnTo>
                  <a:pt x="325649" y="0"/>
                </a:lnTo>
                <a:close/>
                <a:lnTo>
                  <a:pt x="325649" y="0"/>
                </a:lnTo>
                <a:close/>
                <a:lnTo>
                  <a:pt x="328678" y="0"/>
                </a:lnTo>
                <a:close/>
                <a:lnTo>
                  <a:pt x="328678" y="0"/>
                </a:lnTo>
                <a:close/>
                <a:lnTo>
                  <a:pt x="331707" y="0"/>
                </a:lnTo>
                <a:close/>
                <a:lnTo>
                  <a:pt x="331707" y="0"/>
                </a:lnTo>
                <a:close/>
                <a:lnTo>
                  <a:pt x="334737" y="0"/>
                </a:lnTo>
                <a:close/>
                <a:lnTo>
                  <a:pt x="334737" y="0"/>
                </a:lnTo>
                <a:close/>
                <a:lnTo>
                  <a:pt x="337766" y="0"/>
                </a:lnTo>
                <a:close/>
                <a:lnTo>
                  <a:pt x="337766" y="0"/>
                </a:lnTo>
                <a:close/>
                <a:lnTo>
                  <a:pt x="340795" y="0"/>
                </a:lnTo>
                <a:close/>
                <a:lnTo>
                  <a:pt x="340795" y="0"/>
                </a:lnTo>
                <a:close/>
                <a:lnTo>
                  <a:pt x="343825" y="0"/>
                </a:lnTo>
                <a:close/>
                <a:lnTo>
                  <a:pt x="343825" y="0"/>
                </a:lnTo>
                <a:close/>
                <a:lnTo>
                  <a:pt x="346854" y="0"/>
                </a:lnTo>
                <a:close/>
                <a:lnTo>
                  <a:pt x="346854" y="0"/>
                </a:lnTo>
                <a:close/>
                <a:lnTo>
                  <a:pt x="349883" y="0"/>
                </a:lnTo>
                <a:close/>
                <a:lnTo>
                  <a:pt x="349883" y="0"/>
                </a:lnTo>
                <a:close/>
                <a:lnTo>
                  <a:pt x="352912" y="0"/>
                </a:lnTo>
                <a:close/>
                <a:lnTo>
                  <a:pt x="352912" y="0"/>
                </a:lnTo>
                <a:close/>
                <a:lnTo>
                  <a:pt x="355942" y="0"/>
                </a:lnTo>
                <a:close/>
                <a:lnTo>
                  <a:pt x="355942" y="0"/>
                </a:lnTo>
                <a:close/>
                <a:lnTo>
                  <a:pt x="358971" y="0"/>
                </a:lnTo>
                <a:close/>
                <a:lnTo>
                  <a:pt x="358971" y="0"/>
                </a:lnTo>
                <a:close/>
                <a:lnTo>
                  <a:pt x="362000" y="0"/>
                </a:lnTo>
                <a:close/>
                <a:lnTo>
                  <a:pt x="362000" y="0"/>
                </a:lnTo>
                <a:close/>
                <a:lnTo>
                  <a:pt x="365030" y="0"/>
                </a:lnTo>
                <a:close/>
                <a:lnTo>
                  <a:pt x="365030" y="0"/>
                </a:lnTo>
                <a:close/>
                <a:lnTo>
                  <a:pt x="368059" y="0"/>
                </a:lnTo>
                <a:close/>
                <a:lnTo>
                  <a:pt x="368059" y="0"/>
                </a:lnTo>
                <a:close/>
                <a:lnTo>
                  <a:pt x="371088" y="0"/>
                </a:lnTo>
                <a:close/>
                <a:lnTo>
                  <a:pt x="371088" y="0"/>
                </a:lnTo>
                <a:close/>
                <a:lnTo>
                  <a:pt x="374117" y="0"/>
                </a:lnTo>
                <a:close/>
                <a:lnTo>
                  <a:pt x="374117" y="0"/>
                </a:lnTo>
                <a:close/>
                <a:lnTo>
                  <a:pt x="377147" y="0"/>
                </a:lnTo>
                <a:close/>
                <a:lnTo>
                  <a:pt x="377147" y="0"/>
                </a:lnTo>
                <a:close/>
                <a:lnTo>
                  <a:pt x="380176" y="0"/>
                </a:lnTo>
                <a:close/>
                <a:lnTo>
                  <a:pt x="380176" y="0"/>
                </a:lnTo>
                <a:close/>
                <a:lnTo>
                  <a:pt x="383205" y="0"/>
                </a:lnTo>
                <a:close/>
                <a:lnTo>
                  <a:pt x="383205" y="0"/>
                </a:lnTo>
                <a:close/>
                <a:lnTo>
                  <a:pt x="386235" y="0"/>
                </a:lnTo>
                <a:close/>
                <a:lnTo>
                  <a:pt x="386235" y="0"/>
                </a:lnTo>
                <a:close/>
                <a:lnTo>
                  <a:pt x="389264" y="0"/>
                </a:lnTo>
                <a:close/>
                <a:lnTo>
                  <a:pt x="389264" y="0"/>
                </a:lnTo>
                <a:close/>
                <a:lnTo>
                  <a:pt x="392293" y="0"/>
                </a:lnTo>
                <a:close/>
                <a:lnTo>
                  <a:pt x="392293" y="0"/>
                </a:lnTo>
                <a:close/>
                <a:lnTo>
                  <a:pt x="395323" y="0"/>
                </a:lnTo>
                <a:close/>
                <a:lnTo>
                  <a:pt x="395323" y="0"/>
                </a:lnTo>
                <a:close/>
                <a:lnTo>
                  <a:pt x="398352" y="0"/>
                </a:lnTo>
                <a:close/>
                <a:lnTo>
                  <a:pt x="398352" y="0"/>
                </a:lnTo>
                <a:close/>
                <a:lnTo>
                  <a:pt x="401381" y="0"/>
                </a:lnTo>
                <a:close/>
                <a:lnTo>
                  <a:pt x="401381" y="0"/>
                </a:lnTo>
                <a:close/>
                <a:lnTo>
                  <a:pt x="404410" y="0"/>
                </a:lnTo>
                <a:close/>
                <a:lnTo>
                  <a:pt x="404410" y="0"/>
                </a:lnTo>
                <a:close/>
                <a:lnTo>
                  <a:pt x="407440" y="0"/>
                </a:lnTo>
                <a:close/>
                <a:lnTo>
                  <a:pt x="407440" y="0"/>
                </a:lnTo>
                <a:close/>
                <a:lnTo>
                  <a:pt x="410469" y="0"/>
                </a:lnTo>
                <a:close/>
                <a:lnTo>
                  <a:pt x="410469" y="0"/>
                </a:lnTo>
                <a:close/>
                <a:lnTo>
                  <a:pt x="413498" y="0"/>
                </a:lnTo>
                <a:close/>
                <a:lnTo>
                  <a:pt x="413498" y="0"/>
                </a:lnTo>
                <a:close/>
                <a:lnTo>
                  <a:pt x="416528" y="0"/>
                </a:lnTo>
                <a:close/>
                <a:lnTo>
                  <a:pt x="416528" y="0"/>
                </a:lnTo>
                <a:close/>
                <a:lnTo>
                  <a:pt x="419557" y="0"/>
                </a:lnTo>
                <a:close/>
                <a:lnTo>
                  <a:pt x="419557" y="0"/>
                </a:lnTo>
                <a:close/>
                <a:lnTo>
                  <a:pt x="422586" y="0"/>
                </a:lnTo>
                <a:close/>
                <a:lnTo>
                  <a:pt x="422586" y="0"/>
                </a:lnTo>
                <a:close/>
                <a:lnTo>
                  <a:pt x="425615" y="0"/>
                </a:lnTo>
                <a:close/>
                <a:lnTo>
                  <a:pt x="425615" y="0"/>
                </a:lnTo>
                <a:close/>
                <a:lnTo>
                  <a:pt x="428645" y="0"/>
                </a:lnTo>
                <a:close/>
                <a:lnTo>
                  <a:pt x="428645" y="0"/>
                </a:lnTo>
                <a:close/>
                <a:lnTo>
                  <a:pt x="431674" y="0"/>
                </a:lnTo>
                <a:close/>
                <a:lnTo>
                  <a:pt x="431674" y="0"/>
                </a:lnTo>
                <a:close/>
                <a:lnTo>
                  <a:pt x="434703" y="0"/>
                </a:lnTo>
                <a:close/>
                <a:lnTo>
                  <a:pt x="434703" y="0"/>
                </a:lnTo>
                <a:close/>
                <a:lnTo>
                  <a:pt x="437733" y="0"/>
                </a:lnTo>
                <a:close/>
                <a:lnTo>
                  <a:pt x="437733" y="0"/>
                </a:lnTo>
                <a:close/>
                <a:lnTo>
                  <a:pt x="440762" y="0"/>
                </a:lnTo>
                <a:close/>
                <a:lnTo>
                  <a:pt x="440762" y="0"/>
                </a:lnTo>
                <a:close/>
                <a:lnTo>
                  <a:pt x="443791" y="0"/>
                </a:lnTo>
                <a:close/>
                <a:lnTo>
                  <a:pt x="443791" y="0"/>
                </a:lnTo>
                <a:close/>
                <a:lnTo>
                  <a:pt x="446820" y="0"/>
                </a:lnTo>
                <a:close/>
                <a:lnTo>
                  <a:pt x="446820" y="0"/>
                </a:lnTo>
                <a:close/>
                <a:lnTo>
                  <a:pt x="449850" y="0"/>
                </a:lnTo>
                <a:close/>
                <a:lnTo>
                  <a:pt x="449850" y="0"/>
                </a:lnTo>
                <a:close/>
                <a:lnTo>
                  <a:pt x="452879" y="0"/>
                </a:lnTo>
                <a:close/>
                <a:lnTo>
                  <a:pt x="452879" y="0"/>
                </a:lnTo>
                <a:close/>
                <a:lnTo>
                  <a:pt x="455908" y="0"/>
                </a:lnTo>
                <a:close/>
                <a:lnTo>
                  <a:pt x="455908" y="0"/>
                </a:lnTo>
                <a:close/>
                <a:lnTo>
                  <a:pt x="458938" y="0"/>
                </a:lnTo>
                <a:close/>
                <a:lnTo>
                  <a:pt x="458938" y="0"/>
                </a:lnTo>
                <a:close/>
                <a:lnTo>
                  <a:pt x="461967" y="0"/>
                </a:lnTo>
                <a:close/>
                <a:lnTo>
                  <a:pt x="461967" y="0"/>
                </a:lnTo>
                <a:close/>
                <a:lnTo>
                  <a:pt x="464996" y="0"/>
                </a:lnTo>
                <a:close/>
                <a:lnTo>
                  <a:pt x="464996" y="0"/>
                </a:lnTo>
                <a:close/>
                <a:lnTo>
                  <a:pt x="468026" y="0"/>
                </a:lnTo>
                <a:close/>
                <a:lnTo>
                  <a:pt x="468026" y="0"/>
                </a:lnTo>
                <a:close/>
                <a:lnTo>
                  <a:pt x="471055" y="0"/>
                </a:lnTo>
                <a:close/>
                <a:lnTo>
                  <a:pt x="471055" y="0"/>
                </a:lnTo>
                <a:close/>
                <a:lnTo>
                  <a:pt x="474084" y="0"/>
                </a:lnTo>
                <a:close/>
                <a:lnTo>
                  <a:pt x="474084" y="0"/>
                </a:lnTo>
                <a:close/>
                <a:lnTo>
                  <a:pt x="477113" y="0"/>
                </a:lnTo>
                <a:close/>
                <a:lnTo>
                  <a:pt x="477113" y="0"/>
                </a:lnTo>
                <a:close/>
                <a:lnTo>
                  <a:pt x="480143" y="0"/>
                </a:lnTo>
                <a:close/>
                <a:lnTo>
                  <a:pt x="480143" y="0"/>
                </a:lnTo>
                <a:close/>
                <a:lnTo>
                  <a:pt x="483172" y="0"/>
                </a:lnTo>
                <a:close/>
                <a:lnTo>
                  <a:pt x="483172" y="0"/>
                </a:lnTo>
                <a:close/>
                <a:lnTo>
                  <a:pt x="486201" y="0"/>
                </a:lnTo>
                <a:close/>
                <a:lnTo>
                  <a:pt x="486201" y="0"/>
                </a:lnTo>
                <a:close/>
                <a:lnTo>
                  <a:pt x="489231" y="0"/>
                </a:lnTo>
                <a:close/>
                <a:lnTo>
                  <a:pt x="489231" y="0"/>
                </a:lnTo>
                <a:close/>
                <a:lnTo>
                  <a:pt x="492260" y="0"/>
                </a:lnTo>
                <a:close/>
                <a:lnTo>
                  <a:pt x="492260" y="0"/>
                </a:lnTo>
                <a:close/>
                <a:lnTo>
                  <a:pt x="495289" y="0"/>
                </a:lnTo>
                <a:close/>
                <a:lnTo>
                  <a:pt x="495289" y="0"/>
                </a:lnTo>
                <a:close/>
                <a:lnTo>
                  <a:pt x="498318" y="0"/>
                </a:lnTo>
                <a:close/>
                <a:lnTo>
                  <a:pt x="498318" y="0"/>
                </a:lnTo>
                <a:close/>
                <a:lnTo>
                  <a:pt x="501348" y="0"/>
                </a:lnTo>
                <a:close/>
                <a:lnTo>
                  <a:pt x="501348" y="0"/>
                </a:lnTo>
                <a:close/>
                <a:lnTo>
                  <a:pt x="504377" y="0"/>
                </a:lnTo>
                <a:close/>
                <a:lnTo>
                  <a:pt x="504377" y="0"/>
                </a:lnTo>
                <a:close/>
                <a:lnTo>
                  <a:pt x="507406" y="0"/>
                </a:lnTo>
                <a:close/>
                <a:lnTo>
                  <a:pt x="507406" y="0"/>
                </a:lnTo>
                <a:close/>
                <a:lnTo>
                  <a:pt x="510436" y="0"/>
                </a:lnTo>
                <a:close/>
                <a:lnTo>
                  <a:pt x="510436" y="0"/>
                </a:lnTo>
                <a:close/>
                <a:lnTo>
                  <a:pt x="513465" y="0"/>
                </a:lnTo>
                <a:close/>
                <a:lnTo>
                  <a:pt x="513465" y="0"/>
                </a:lnTo>
                <a:close/>
                <a:lnTo>
                  <a:pt x="516494" y="0"/>
                </a:lnTo>
                <a:close/>
                <a:lnTo>
                  <a:pt x="516494" y="0"/>
                </a:lnTo>
                <a:close/>
                <a:lnTo>
                  <a:pt x="519523" y="0"/>
                </a:lnTo>
                <a:close/>
                <a:lnTo>
                  <a:pt x="519523" y="0"/>
                </a:lnTo>
                <a:close/>
                <a:lnTo>
                  <a:pt x="522553" y="0"/>
                </a:lnTo>
                <a:close/>
                <a:lnTo>
                  <a:pt x="522553" y="0"/>
                </a:lnTo>
                <a:close/>
                <a:lnTo>
                  <a:pt x="525582" y="0"/>
                </a:lnTo>
                <a:close/>
                <a:lnTo>
                  <a:pt x="525582" y="0"/>
                </a:lnTo>
                <a:close/>
                <a:lnTo>
                  <a:pt x="528611" y="0"/>
                </a:lnTo>
                <a:close/>
                <a:lnTo>
                  <a:pt x="528611" y="0"/>
                </a:lnTo>
                <a:close/>
                <a:lnTo>
                  <a:pt x="531641" y="0"/>
                </a:lnTo>
                <a:close/>
                <a:lnTo>
                  <a:pt x="531641" y="0"/>
                </a:lnTo>
                <a:close/>
                <a:lnTo>
                  <a:pt x="534670" y="0"/>
                </a:lnTo>
                <a:close/>
                <a:lnTo>
                  <a:pt x="534670" y="0"/>
                </a:lnTo>
                <a:close/>
                <a:lnTo>
                  <a:pt x="537699" y="0"/>
                </a:lnTo>
                <a:close/>
                <a:lnTo>
                  <a:pt x="537699" y="0"/>
                </a:lnTo>
                <a:close/>
                <a:lnTo>
                  <a:pt x="540729" y="0"/>
                </a:lnTo>
                <a:close/>
                <a:lnTo>
                  <a:pt x="540729" y="0"/>
                </a:lnTo>
                <a:close/>
                <a:lnTo>
                  <a:pt x="543758" y="0"/>
                </a:lnTo>
                <a:close/>
                <a:lnTo>
                  <a:pt x="543758" y="0"/>
                </a:lnTo>
                <a:close/>
                <a:lnTo>
                  <a:pt x="546787" y="0"/>
                </a:lnTo>
                <a:close/>
                <a:lnTo>
                  <a:pt x="546787" y="0"/>
                </a:lnTo>
                <a:close/>
                <a:lnTo>
                  <a:pt x="549816" y="0"/>
                </a:lnTo>
                <a:close/>
                <a:lnTo>
                  <a:pt x="549816" y="0"/>
                </a:lnTo>
                <a:close/>
                <a:lnTo>
                  <a:pt x="552846" y="0"/>
                </a:lnTo>
                <a:close/>
                <a:lnTo>
                  <a:pt x="552846" y="0"/>
                </a:lnTo>
                <a:close/>
                <a:lnTo>
                  <a:pt x="555875" y="0"/>
                </a:lnTo>
                <a:close/>
                <a:lnTo>
                  <a:pt x="555875" y="0"/>
                </a:lnTo>
                <a:close/>
                <a:lnTo>
                  <a:pt x="558904" y="0"/>
                </a:lnTo>
                <a:close/>
                <a:lnTo>
                  <a:pt x="558904" y="0"/>
                </a:lnTo>
                <a:close/>
                <a:lnTo>
                  <a:pt x="561934" y="0"/>
                </a:lnTo>
                <a:close/>
                <a:lnTo>
                  <a:pt x="561934" y="0"/>
                </a:lnTo>
                <a:close/>
                <a:lnTo>
                  <a:pt x="564963" y="0"/>
                </a:lnTo>
                <a:close/>
                <a:lnTo>
                  <a:pt x="564963" y="0"/>
                </a:lnTo>
                <a:close/>
                <a:lnTo>
                  <a:pt x="567992" y="0"/>
                </a:lnTo>
                <a:close/>
                <a:lnTo>
                  <a:pt x="567992" y="0"/>
                </a:lnTo>
                <a:close/>
                <a:lnTo>
                  <a:pt x="571021" y="0"/>
                </a:lnTo>
                <a:close/>
                <a:lnTo>
                  <a:pt x="571021" y="0"/>
                </a:lnTo>
                <a:close/>
                <a:lnTo>
                  <a:pt x="574051" y="0"/>
                </a:lnTo>
                <a:close/>
                <a:lnTo>
                  <a:pt x="574051" y="0"/>
                </a:lnTo>
                <a:close/>
                <a:lnTo>
                  <a:pt x="577080" y="0"/>
                </a:lnTo>
                <a:close/>
                <a:lnTo>
                  <a:pt x="577080" y="0"/>
                </a:lnTo>
                <a:close/>
                <a:lnTo>
                  <a:pt x="580109" y="0"/>
                </a:lnTo>
                <a:close/>
                <a:lnTo>
                  <a:pt x="580109" y="0"/>
                </a:lnTo>
                <a:close/>
                <a:lnTo>
                  <a:pt x="583139" y="0"/>
                </a:lnTo>
                <a:close/>
                <a:lnTo>
                  <a:pt x="583139" y="0"/>
                </a:lnTo>
                <a:close/>
                <a:lnTo>
                  <a:pt x="586168" y="0"/>
                </a:lnTo>
                <a:close/>
                <a:lnTo>
                  <a:pt x="586168" y="0"/>
                </a:lnTo>
                <a:close/>
                <a:lnTo>
                  <a:pt x="589197" y="0"/>
                </a:lnTo>
                <a:close/>
                <a:lnTo>
                  <a:pt x="589197" y="0"/>
                </a:lnTo>
                <a:close/>
                <a:lnTo>
                  <a:pt x="592226" y="0"/>
                </a:lnTo>
                <a:close/>
                <a:lnTo>
                  <a:pt x="592226" y="0"/>
                </a:lnTo>
                <a:close/>
                <a:lnTo>
                  <a:pt x="595256" y="0"/>
                </a:lnTo>
                <a:close/>
                <a:lnTo>
                  <a:pt x="595256" y="0"/>
                </a:lnTo>
                <a:close/>
                <a:lnTo>
                  <a:pt x="598285" y="0"/>
                </a:lnTo>
                <a:close/>
                <a:lnTo>
                  <a:pt x="598285" y="0"/>
                </a:lnTo>
                <a:close/>
                <a:lnTo>
                  <a:pt x="601314" y="0"/>
                </a:lnTo>
                <a:close/>
                <a:lnTo>
                  <a:pt x="601314" y="0"/>
                </a:lnTo>
                <a:close/>
                <a:lnTo>
                  <a:pt x="604344" y="0"/>
                </a:lnTo>
                <a:close/>
                <a:lnTo>
                  <a:pt x="604344" y="0"/>
                </a:lnTo>
                <a:close/>
                <a:lnTo>
                  <a:pt x="607373" y="0"/>
                </a:lnTo>
                <a:close/>
                <a:lnTo>
                  <a:pt x="607373" y="0"/>
                </a:lnTo>
                <a:close/>
                <a:lnTo>
                  <a:pt x="610402" y="0"/>
                </a:lnTo>
                <a:close/>
                <a:lnTo>
                  <a:pt x="610402" y="0"/>
                </a:lnTo>
                <a:close/>
                <a:lnTo>
                  <a:pt x="613431" y="0"/>
                </a:lnTo>
                <a:close/>
                <a:lnTo>
                  <a:pt x="613431" y="0"/>
                </a:lnTo>
                <a:close/>
                <a:lnTo>
                  <a:pt x="616461" y="0"/>
                </a:lnTo>
                <a:close/>
                <a:lnTo>
                  <a:pt x="616461" y="0"/>
                </a:lnTo>
                <a:close/>
                <a:lnTo>
                  <a:pt x="619490" y="0"/>
                </a:lnTo>
                <a:close/>
                <a:lnTo>
                  <a:pt x="619490" y="0"/>
                </a:lnTo>
                <a:close/>
                <a:lnTo>
                  <a:pt x="622519" y="0"/>
                </a:lnTo>
                <a:close/>
                <a:lnTo>
                  <a:pt x="622519" y="0"/>
                </a:lnTo>
                <a:close/>
                <a:lnTo>
                  <a:pt x="625549" y="0"/>
                </a:lnTo>
                <a:close/>
                <a:lnTo>
                  <a:pt x="625549" y="0"/>
                </a:lnTo>
                <a:close/>
                <a:lnTo>
                  <a:pt x="628578" y="0"/>
                </a:lnTo>
                <a:close/>
                <a:lnTo>
                  <a:pt x="628578" y="0"/>
                </a:lnTo>
                <a:close/>
                <a:lnTo>
                  <a:pt x="631607" y="0"/>
                </a:lnTo>
                <a:close/>
                <a:lnTo>
                  <a:pt x="631607" y="0"/>
                </a:lnTo>
                <a:close/>
                <a:lnTo>
                  <a:pt x="634637" y="0"/>
                </a:lnTo>
                <a:close/>
                <a:lnTo>
                  <a:pt x="634637" y="0"/>
                </a:lnTo>
                <a:close/>
                <a:lnTo>
                  <a:pt x="637666" y="0"/>
                </a:lnTo>
                <a:close/>
                <a:lnTo>
                  <a:pt x="637666" y="0"/>
                </a:lnTo>
                <a:close/>
                <a:lnTo>
                  <a:pt x="640695" y="0"/>
                </a:lnTo>
                <a:close/>
                <a:lnTo>
                  <a:pt x="640695" y="0"/>
                </a:lnTo>
                <a:close/>
                <a:lnTo>
                  <a:pt x="643724" y="0"/>
                </a:lnTo>
                <a:close/>
                <a:lnTo>
                  <a:pt x="643724" y="0"/>
                </a:lnTo>
                <a:close/>
                <a:lnTo>
                  <a:pt x="646754" y="0"/>
                </a:lnTo>
                <a:close/>
                <a:lnTo>
                  <a:pt x="646754" y="0"/>
                </a:lnTo>
                <a:close/>
                <a:lnTo>
                  <a:pt x="649783" y="0"/>
                </a:lnTo>
                <a:close/>
                <a:lnTo>
                  <a:pt x="649783" y="0"/>
                </a:lnTo>
                <a:close/>
                <a:lnTo>
                  <a:pt x="652812" y="0"/>
                </a:lnTo>
                <a:close/>
                <a:lnTo>
                  <a:pt x="652812" y="0"/>
                </a:lnTo>
                <a:close/>
                <a:lnTo>
                  <a:pt x="655842" y="0"/>
                </a:lnTo>
                <a:close/>
                <a:lnTo>
                  <a:pt x="655842" y="0"/>
                </a:lnTo>
                <a:close/>
                <a:lnTo>
                  <a:pt x="658871" y="0"/>
                </a:lnTo>
                <a:close/>
                <a:lnTo>
                  <a:pt x="658871" y="0"/>
                </a:lnTo>
                <a:close/>
                <a:lnTo>
                  <a:pt x="661900" y="0"/>
                </a:lnTo>
                <a:close/>
                <a:lnTo>
                  <a:pt x="661900" y="0"/>
                </a:lnTo>
                <a:close/>
                <a:lnTo>
                  <a:pt x="664929" y="0"/>
                </a:lnTo>
                <a:close/>
                <a:lnTo>
                  <a:pt x="664929" y="0"/>
                </a:lnTo>
                <a:close/>
                <a:lnTo>
                  <a:pt x="667959" y="0"/>
                </a:lnTo>
                <a:close/>
                <a:lnTo>
                  <a:pt x="667959" y="0"/>
                </a:lnTo>
                <a:close/>
                <a:lnTo>
                  <a:pt x="670988" y="0"/>
                </a:lnTo>
                <a:close/>
                <a:lnTo>
                  <a:pt x="670988" y="0"/>
                </a:lnTo>
                <a:close/>
                <a:lnTo>
                  <a:pt x="674017" y="0"/>
                </a:lnTo>
                <a:close/>
                <a:lnTo>
                  <a:pt x="674017" y="0"/>
                </a:lnTo>
                <a:close/>
                <a:lnTo>
                  <a:pt x="677047" y="0"/>
                </a:lnTo>
                <a:close/>
                <a:lnTo>
                  <a:pt x="677047" y="0"/>
                </a:lnTo>
                <a:close/>
                <a:lnTo>
                  <a:pt x="680076" y="0"/>
                </a:lnTo>
                <a:close/>
                <a:lnTo>
                  <a:pt x="680076" y="0"/>
                </a:lnTo>
                <a:close/>
                <a:lnTo>
                  <a:pt x="683105" y="0"/>
                </a:lnTo>
                <a:close/>
                <a:lnTo>
                  <a:pt x="683105" y="0"/>
                </a:lnTo>
                <a:close/>
                <a:lnTo>
                  <a:pt x="686134" y="0"/>
                </a:lnTo>
                <a:close/>
                <a:lnTo>
                  <a:pt x="686134" y="0"/>
                </a:lnTo>
                <a:close/>
                <a:lnTo>
                  <a:pt x="689164" y="0"/>
                </a:lnTo>
                <a:close/>
                <a:lnTo>
                  <a:pt x="689164" y="0"/>
                </a:lnTo>
                <a:close/>
                <a:lnTo>
                  <a:pt x="692193" y="0"/>
                </a:lnTo>
                <a:close/>
                <a:lnTo>
                  <a:pt x="692193" y="0"/>
                </a:lnTo>
                <a:close/>
                <a:lnTo>
                  <a:pt x="695222" y="0"/>
                </a:lnTo>
                <a:close/>
                <a:lnTo>
                  <a:pt x="695222" y="0"/>
                </a:lnTo>
                <a:close/>
                <a:lnTo>
                  <a:pt x="698252" y="0"/>
                </a:lnTo>
                <a:close/>
                <a:lnTo>
                  <a:pt x="698252" y="0"/>
                </a:lnTo>
                <a:close/>
                <a:lnTo>
                  <a:pt x="701281" y="0"/>
                </a:lnTo>
                <a:close/>
                <a:lnTo>
                  <a:pt x="701281" y="0"/>
                </a:lnTo>
                <a:close/>
                <a:lnTo>
                  <a:pt x="704310" y="0"/>
                </a:lnTo>
                <a:close/>
                <a:lnTo>
                  <a:pt x="704310" y="0"/>
                </a:lnTo>
                <a:close/>
                <a:lnTo>
                  <a:pt x="707340" y="0"/>
                </a:lnTo>
                <a:close/>
                <a:lnTo>
                  <a:pt x="707340" y="0"/>
                </a:lnTo>
                <a:close/>
                <a:lnTo>
                  <a:pt x="710369" y="0"/>
                </a:lnTo>
                <a:close/>
                <a:lnTo>
                  <a:pt x="710369" y="0"/>
                </a:lnTo>
                <a:close/>
                <a:lnTo>
                  <a:pt x="713398" y="0"/>
                </a:lnTo>
                <a:close/>
                <a:lnTo>
                  <a:pt x="713398" y="0"/>
                </a:lnTo>
                <a:close/>
                <a:lnTo>
                  <a:pt x="716427" y="0"/>
                </a:lnTo>
                <a:close/>
                <a:lnTo>
                  <a:pt x="716427" y="0"/>
                </a:lnTo>
                <a:close/>
                <a:lnTo>
                  <a:pt x="719457" y="0"/>
                </a:lnTo>
                <a:close/>
                <a:lnTo>
                  <a:pt x="719457" y="0"/>
                </a:lnTo>
                <a:close/>
                <a:lnTo>
                  <a:pt x="722486" y="0"/>
                </a:lnTo>
                <a:close/>
                <a:lnTo>
                  <a:pt x="722486" y="0"/>
                </a:lnTo>
                <a:close/>
                <a:lnTo>
                  <a:pt x="725515" y="0"/>
                </a:lnTo>
                <a:close/>
                <a:lnTo>
                  <a:pt x="725515" y="0"/>
                </a:lnTo>
                <a:close/>
                <a:lnTo>
                  <a:pt x="728545" y="0"/>
                </a:lnTo>
                <a:close/>
                <a:lnTo>
                  <a:pt x="728545" y="0"/>
                </a:lnTo>
                <a:close/>
                <a:lnTo>
                  <a:pt x="731574" y="0"/>
                </a:lnTo>
                <a:close/>
                <a:lnTo>
                  <a:pt x="731574" y="0"/>
                </a:lnTo>
                <a:close/>
                <a:lnTo>
                  <a:pt x="734603" y="0"/>
                </a:lnTo>
                <a:close/>
                <a:lnTo>
                  <a:pt x="734603" y="0"/>
                </a:lnTo>
                <a:close/>
                <a:lnTo>
                  <a:pt x="737632" y="0"/>
                </a:lnTo>
                <a:close/>
                <a:lnTo>
                  <a:pt x="737632" y="0"/>
                </a:lnTo>
                <a:close/>
                <a:lnTo>
                  <a:pt x="740662" y="0"/>
                </a:lnTo>
                <a:close/>
                <a:lnTo>
                  <a:pt x="740662" y="0"/>
                </a:lnTo>
                <a:close/>
                <a:lnTo>
                  <a:pt x="743691" y="0"/>
                </a:lnTo>
                <a:close/>
                <a:lnTo>
                  <a:pt x="743691" y="0"/>
                </a:lnTo>
                <a:close/>
                <a:lnTo>
                  <a:pt x="746720" y="0"/>
                </a:lnTo>
                <a:close/>
                <a:lnTo>
                  <a:pt x="746720" y="0"/>
                </a:lnTo>
                <a:close/>
                <a:lnTo>
                  <a:pt x="749750" y="0"/>
                </a:lnTo>
                <a:close/>
                <a:lnTo>
                  <a:pt x="749750" y="0"/>
                </a:lnTo>
                <a:close/>
                <a:lnTo>
                  <a:pt x="752779" y="0"/>
                </a:lnTo>
                <a:close/>
                <a:lnTo>
                  <a:pt x="752779" y="0"/>
                </a:lnTo>
                <a:close/>
                <a:lnTo>
                  <a:pt x="755808" y="0"/>
                </a:lnTo>
                <a:close/>
                <a:lnTo>
                  <a:pt x="755808" y="0"/>
                </a:lnTo>
                <a:close/>
                <a:lnTo>
                  <a:pt x="758837" y="0"/>
                </a:lnTo>
                <a:close/>
                <a:lnTo>
                  <a:pt x="758837" y="0"/>
                </a:lnTo>
                <a:close/>
                <a:lnTo>
                  <a:pt x="761867" y="0"/>
                </a:lnTo>
                <a:close/>
                <a:lnTo>
                  <a:pt x="761867" y="0"/>
                </a:lnTo>
                <a:close/>
                <a:lnTo>
                  <a:pt x="764896" y="0"/>
                </a:lnTo>
                <a:close/>
                <a:lnTo>
                  <a:pt x="764896" y="0"/>
                </a:lnTo>
                <a:close/>
                <a:lnTo>
                  <a:pt x="767925" y="0"/>
                </a:lnTo>
                <a:close/>
                <a:lnTo>
                  <a:pt x="767925" y="0"/>
                </a:lnTo>
                <a:close/>
                <a:lnTo>
                  <a:pt x="770955" y="0"/>
                </a:lnTo>
                <a:close/>
                <a:lnTo>
                  <a:pt x="770955" y="0"/>
                </a:lnTo>
                <a:close/>
                <a:lnTo>
                  <a:pt x="773984" y="0"/>
                </a:lnTo>
                <a:close/>
                <a:lnTo>
                  <a:pt x="773984" y="0"/>
                </a:lnTo>
                <a:close/>
                <a:lnTo>
                  <a:pt x="777013" y="0"/>
                </a:lnTo>
                <a:close/>
                <a:lnTo>
                  <a:pt x="777013" y="0"/>
                </a:lnTo>
                <a:close/>
                <a:lnTo>
                  <a:pt x="780043" y="0"/>
                </a:lnTo>
                <a:close/>
                <a:lnTo>
                  <a:pt x="780043" y="0"/>
                </a:lnTo>
                <a:close/>
                <a:lnTo>
                  <a:pt x="783072" y="0"/>
                </a:lnTo>
                <a:close/>
                <a:lnTo>
                  <a:pt x="783072" y="0"/>
                </a:lnTo>
                <a:close/>
                <a:lnTo>
                  <a:pt x="786101" y="0"/>
                </a:lnTo>
                <a:close/>
                <a:lnTo>
                  <a:pt x="786101" y="0"/>
                </a:lnTo>
                <a:close/>
                <a:lnTo>
                  <a:pt x="789130" y="0"/>
                </a:lnTo>
                <a:close/>
                <a:lnTo>
                  <a:pt x="789130" y="0"/>
                </a:lnTo>
                <a:close/>
                <a:lnTo>
                  <a:pt x="792160" y="0"/>
                </a:lnTo>
                <a:close/>
                <a:lnTo>
                  <a:pt x="792160" y="0"/>
                </a:lnTo>
                <a:close/>
                <a:lnTo>
                  <a:pt x="795189" y="0"/>
                </a:lnTo>
                <a:close/>
                <a:lnTo>
                  <a:pt x="795189" y="0"/>
                </a:lnTo>
                <a:close/>
                <a:lnTo>
                  <a:pt x="798218" y="0"/>
                </a:lnTo>
                <a:close/>
                <a:lnTo>
                  <a:pt x="798218" y="0"/>
                </a:lnTo>
                <a:close/>
                <a:lnTo>
                  <a:pt x="801248" y="0"/>
                </a:lnTo>
                <a:close/>
                <a:lnTo>
                  <a:pt x="801248" y="519864"/>
                </a:lnTo>
                <a:close/>
                <a:lnTo>
                  <a:pt x="804277" y="519864"/>
                </a:lnTo>
                <a:close/>
                <a:lnTo>
                  <a:pt x="804277" y="519864"/>
                </a:lnTo>
                <a:close/>
                <a:lnTo>
                  <a:pt x="807306" y="519864"/>
                </a:lnTo>
                <a:close/>
                <a:lnTo>
                  <a:pt x="807306" y="519864"/>
                </a:lnTo>
                <a:close/>
                <a:lnTo>
                  <a:pt x="810335" y="519864"/>
                </a:lnTo>
                <a:close/>
                <a:lnTo>
                  <a:pt x="810335" y="519864"/>
                </a:lnTo>
                <a:close/>
                <a:lnTo>
                  <a:pt x="813365" y="519864"/>
                </a:lnTo>
                <a:close/>
                <a:lnTo>
                  <a:pt x="813365" y="519864"/>
                </a:lnTo>
                <a:close/>
                <a:lnTo>
                  <a:pt x="816394" y="519864"/>
                </a:lnTo>
                <a:close/>
                <a:lnTo>
                  <a:pt x="816394" y="519864"/>
                </a:lnTo>
                <a:close/>
                <a:lnTo>
                  <a:pt x="819423" y="519864"/>
                </a:lnTo>
                <a:close/>
                <a:lnTo>
                  <a:pt x="819423" y="519864"/>
                </a:lnTo>
                <a:close/>
                <a:lnTo>
                  <a:pt x="822453" y="519864"/>
                </a:lnTo>
                <a:close/>
                <a:lnTo>
                  <a:pt x="822453" y="519864"/>
                </a:lnTo>
                <a:close/>
                <a:lnTo>
                  <a:pt x="825482" y="519864"/>
                </a:lnTo>
                <a:close/>
                <a:lnTo>
                  <a:pt x="825482" y="519864"/>
                </a:lnTo>
                <a:close/>
                <a:lnTo>
                  <a:pt x="828511" y="519864"/>
                </a:lnTo>
                <a:close/>
                <a:lnTo>
                  <a:pt x="828511" y="519864"/>
                </a:lnTo>
                <a:close/>
                <a:lnTo>
                  <a:pt x="831540" y="519864"/>
                </a:lnTo>
                <a:close/>
                <a:lnTo>
                  <a:pt x="831540" y="519864"/>
                </a:lnTo>
                <a:close/>
                <a:lnTo>
                  <a:pt x="834570" y="519864"/>
                </a:lnTo>
                <a:close/>
                <a:lnTo>
                  <a:pt x="834570" y="519864"/>
                </a:lnTo>
                <a:close/>
                <a:lnTo>
                  <a:pt x="837599" y="519864"/>
                </a:lnTo>
                <a:close/>
                <a:lnTo>
                  <a:pt x="837599" y="519864"/>
                </a:lnTo>
                <a:close/>
                <a:lnTo>
                  <a:pt x="840628" y="519864"/>
                </a:lnTo>
                <a:close/>
                <a:lnTo>
                  <a:pt x="840628" y="519864"/>
                </a:lnTo>
                <a:close/>
                <a:lnTo>
                  <a:pt x="843658" y="519864"/>
                </a:lnTo>
                <a:close/>
                <a:lnTo>
                  <a:pt x="843658" y="519864"/>
                </a:lnTo>
                <a:close/>
                <a:lnTo>
                  <a:pt x="846687" y="519864"/>
                </a:lnTo>
                <a:close/>
                <a:lnTo>
                  <a:pt x="846687" y="519864"/>
                </a:lnTo>
                <a:close/>
                <a:lnTo>
                  <a:pt x="849716" y="519864"/>
                </a:lnTo>
                <a:close/>
                <a:lnTo>
                  <a:pt x="849716" y="519864"/>
                </a:lnTo>
                <a:close/>
                <a:lnTo>
                  <a:pt x="852745" y="519864"/>
                </a:lnTo>
                <a:close/>
                <a:lnTo>
                  <a:pt x="852745" y="519864"/>
                </a:lnTo>
                <a:close/>
                <a:lnTo>
                  <a:pt x="855775" y="519864"/>
                </a:lnTo>
                <a:close/>
                <a:lnTo>
                  <a:pt x="855775" y="519864"/>
                </a:lnTo>
                <a:close/>
                <a:lnTo>
                  <a:pt x="858804" y="519864"/>
                </a:lnTo>
                <a:close/>
                <a:lnTo>
                  <a:pt x="858804" y="519864"/>
                </a:lnTo>
                <a:close/>
                <a:lnTo>
                  <a:pt x="861833" y="519864"/>
                </a:lnTo>
                <a:close/>
                <a:lnTo>
                  <a:pt x="861833" y="519864"/>
                </a:lnTo>
                <a:close/>
                <a:lnTo>
                  <a:pt x="864863" y="519864"/>
                </a:lnTo>
                <a:close/>
                <a:lnTo>
                  <a:pt x="864863" y="519864"/>
                </a:lnTo>
                <a:close/>
                <a:lnTo>
                  <a:pt x="867892" y="519864"/>
                </a:lnTo>
                <a:close/>
                <a:lnTo>
                  <a:pt x="867892" y="519864"/>
                </a:lnTo>
                <a:close/>
                <a:lnTo>
                  <a:pt x="870921" y="519864"/>
                </a:lnTo>
                <a:close/>
                <a:lnTo>
                  <a:pt x="870921" y="519864"/>
                </a:lnTo>
                <a:close/>
                <a:lnTo>
                  <a:pt x="873951" y="519864"/>
                </a:lnTo>
                <a:close/>
                <a:lnTo>
                  <a:pt x="873951" y="519864"/>
                </a:lnTo>
                <a:close/>
                <a:lnTo>
                  <a:pt x="876980" y="519864"/>
                </a:lnTo>
                <a:close/>
                <a:lnTo>
                  <a:pt x="876980" y="519864"/>
                </a:lnTo>
                <a:close/>
                <a:lnTo>
                  <a:pt x="880009" y="519864"/>
                </a:lnTo>
                <a:close/>
                <a:lnTo>
                  <a:pt x="880009" y="519864"/>
                </a:lnTo>
                <a:close/>
                <a:lnTo>
                  <a:pt x="883038" y="519864"/>
                </a:lnTo>
                <a:close/>
                <a:lnTo>
                  <a:pt x="883038" y="519864"/>
                </a:lnTo>
                <a:close/>
                <a:lnTo>
                  <a:pt x="886068" y="519864"/>
                </a:lnTo>
                <a:close/>
                <a:lnTo>
                  <a:pt x="886068" y="519864"/>
                </a:lnTo>
                <a:close/>
                <a:lnTo>
                  <a:pt x="889097" y="519864"/>
                </a:lnTo>
                <a:close/>
                <a:lnTo>
                  <a:pt x="889097" y="519864"/>
                </a:lnTo>
                <a:close/>
                <a:lnTo>
                  <a:pt x="892126" y="519864"/>
                </a:lnTo>
                <a:close/>
                <a:lnTo>
                  <a:pt x="892126" y="519864"/>
                </a:lnTo>
                <a:close/>
                <a:lnTo>
                  <a:pt x="895156" y="519864"/>
                </a:lnTo>
                <a:close/>
                <a:lnTo>
                  <a:pt x="895156" y="519864"/>
                </a:lnTo>
                <a:close/>
                <a:lnTo>
                  <a:pt x="898185" y="519864"/>
                </a:lnTo>
                <a:close/>
                <a:lnTo>
                  <a:pt x="898185" y="519864"/>
                </a:lnTo>
                <a:close/>
                <a:lnTo>
                  <a:pt x="901214" y="519864"/>
                </a:lnTo>
                <a:close/>
                <a:lnTo>
                  <a:pt x="901214" y="519864"/>
                </a:lnTo>
                <a:close/>
                <a:lnTo>
                  <a:pt x="904243" y="519864"/>
                </a:lnTo>
                <a:close/>
                <a:lnTo>
                  <a:pt x="904243" y="519864"/>
                </a:lnTo>
                <a:close/>
                <a:lnTo>
                  <a:pt x="905758" y="519864"/>
                </a:lnTo>
                <a:close/>
                <a:lnTo>
                  <a:pt x="905758" y="519864"/>
                </a:lnTo>
                <a:close/>
                <a:lnTo>
                  <a:pt x="905758" y="519864"/>
                </a:lnTo>
                <a:close/>
                <a:lnTo>
                  <a:pt x="904243" y="519864"/>
                </a:lnTo>
                <a:close/>
                <a:lnTo>
                  <a:pt x="904243" y="519864"/>
                </a:lnTo>
                <a:close/>
                <a:lnTo>
                  <a:pt x="901214" y="519864"/>
                </a:lnTo>
                <a:close/>
                <a:lnTo>
                  <a:pt x="901214" y="519864"/>
                </a:lnTo>
                <a:close/>
                <a:lnTo>
                  <a:pt x="898185" y="519864"/>
                </a:lnTo>
                <a:close/>
                <a:lnTo>
                  <a:pt x="898185" y="519864"/>
                </a:lnTo>
                <a:close/>
                <a:lnTo>
                  <a:pt x="895156" y="519864"/>
                </a:lnTo>
                <a:close/>
                <a:lnTo>
                  <a:pt x="895156" y="519864"/>
                </a:lnTo>
                <a:close/>
                <a:lnTo>
                  <a:pt x="892126" y="519864"/>
                </a:lnTo>
                <a:close/>
                <a:lnTo>
                  <a:pt x="892126" y="519864"/>
                </a:lnTo>
                <a:close/>
                <a:lnTo>
                  <a:pt x="889097" y="519864"/>
                </a:lnTo>
                <a:close/>
                <a:lnTo>
                  <a:pt x="889097" y="519864"/>
                </a:lnTo>
                <a:close/>
                <a:lnTo>
                  <a:pt x="886068" y="519864"/>
                </a:lnTo>
                <a:close/>
                <a:lnTo>
                  <a:pt x="886068" y="519864"/>
                </a:lnTo>
                <a:close/>
                <a:lnTo>
                  <a:pt x="883038" y="519864"/>
                </a:lnTo>
                <a:close/>
                <a:lnTo>
                  <a:pt x="883038" y="519864"/>
                </a:lnTo>
                <a:close/>
                <a:lnTo>
                  <a:pt x="880009" y="519864"/>
                </a:lnTo>
                <a:close/>
                <a:lnTo>
                  <a:pt x="880009" y="519864"/>
                </a:lnTo>
                <a:close/>
                <a:lnTo>
                  <a:pt x="876980" y="519864"/>
                </a:lnTo>
                <a:close/>
                <a:lnTo>
                  <a:pt x="876980" y="519864"/>
                </a:lnTo>
                <a:close/>
                <a:lnTo>
                  <a:pt x="873951" y="519864"/>
                </a:lnTo>
                <a:close/>
                <a:lnTo>
                  <a:pt x="873951" y="519864"/>
                </a:lnTo>
                <a:close/>
                <a:lnTo>
                  <a:pt x="870921" y="519864"/>
                </a:lnTo>
                <a:close/>
                <a:lnTo>
                  <a:pt x="870921" y="519864"/>
                </a:lnTo>
                <a:close/>
                <a:lnTo>
                  <a:pt x="867892" y="519864"/>
                </a:lnTo>
                <a:close/>
                <a:lnTo>
                  <a:pt x="867892" y="519864"/>
                </a:lnTo>
                <a:close/>
                <a:lnTo>
                  <a:pt x="864863" y="519864"/>
                </a:lnTo>
                <a:close/>
                <a:lnTo>
                  <a:pt x="864863" y="519864"/>
                </a:lnTo>
                <a:close/>
                <a:lnTo>
                  <a:pt x="861833" y="519864"/>
                </a:lnTo>
                <a:close/>
                <a:lnTo>
                  <a:pt x="861833" y="519864"/>
                </a:lnTo>
                <a:close/>
                <a:lnTo>
                  <a:pt x="858804" y="519864"/>
                </a:lnTo>
                <a:close/>
                <a:lnTo>
                  <a:pt x="858804" y="519864"/>
                </a:lnTo>
                <a:close/>
                <a:lnTo>
                  <a:pt x="855775" y="519864"/>
                </a:lnTo>
                <a:close/>
                <a:lnTo>
                  <a:pt x="855775" y="519864"/>
                </a:lnTo>
                <a:close/>
                <a:lnTo>
                  <a:pt x="852745" y="519864"/>
                </a:lnTo>
                <a:close/>
                <a:lnTo>
                  <a:pt x="852745" y="519864"/>
                </a:lnTo>
                <a:close/>
                <a:lnTo>
                  <a:pt x="849716" y="519864"/>
                </a:lnTo>
                <a:close/>
                <a:lnTo>
                  <a:pt x="849716" y="519864"/>
                </a:lnTo>
                <a:close/>
                <a:lnTo>
                  <a:pt x="846687" y="519864"/>
                </a:lnTo>
                <a:close/>
                <a:lnTo>
                  <a:pt x="846687" y="519864"/>
                </a:lnTo>
                <a:close/>
                <a:lnTo>
                  <a:pt x="843658" y="519864"/>
                </a:lnTo>
                <a:close/>
                <a:lnTo>
                  <a:pt x="843658" y="519864"/>
                </a:lnTo>
                <a:close/>
                <a:lnTo>
                  <a:pt x="840628" y="519864"/>
                </a:lnTo>
                <a:close/>
                <a:lnTo>
                  <a:pt x="840628" y="519864"/>
                </a:lnTo>
                <a:close/>
                <a:lnTo>
                  <a:pt x="837599" y="519864"/>
                </a:lnTo>
                <a:close/>
                <a:lnTo>
                  <a:pt x="837599" y="519864"/>
                </a:lnTo>
                <a:close/>
                <a:lnTo>
                  <a:pt x="834570" y="519864"/>
                </a:lnTo>
                <a:close/>
                <a:lnTo>
                  <a:pt x="834570" y="519864"/>
                </a:lnTo>
                <a:close/>
                <a:lnTo>
                  <a:pt x="831540" y="519864"/>
                </a:lnTo>
                <a:close/>
                <a:lnTo>
                  <a:pt x="831540" y="519864"/>
                </a:lnTo>
                <a:close/>
                <a:lnTo>
                  <a:pt x="828511" y="519864"/>
                </a:lnTo>
                <a:close/>
                <a:lnTo>
                  <a:pt x="828511" y="519864"/>
                </a:lnTo>
                <a:close/>
                <a:lnTo>
                  <a:pt x="825482" y="519864"/>
                </a:lnTo>
                <a:close/>
                <a:lnTo>
                  <a:pt x="825482" y="519864"/>
                </a:lnTo>
                <a:close/>
                <a:lnTo>
                  <a:pt x="822453" y="519864"/>
                </a:lnTo>
                <a:close/>
                <a:lnTo>
                  <a:pt x="822453" y="519864"/>
                </a:lnTo>
                <a:close/>
                <a:lnTo>
                  <a:pt x="819423" y="519864"/>
                </a:lnTo>
                <a:close/>
                <a:lnTo>
                  <a:pt x="819423" y="519864"/>
                </a:lnTo>
                <a:close/>
                <a:lnTo>
                  <a:pt x="816394" y="519864"/>
                </a:lnTo>
                <a:close/>
                <a:lnTo>
                  <a:pt x="816394" y="519864"/>
                </a:lnTo>
                <a:close/>
                <a:lnTo>
                  <a:pt x="813365" y="519864"/>
                </a:lnTo>
                <a:close/>
                <a:lnTo>
                  <a:pt x="813365" y="519864"/>
                </a:lnTo>
                <a:close/>
                <a:lnTo>
                  <a:pt x="810335" y="519864"/>
                </a:lnTo>
                <a:close/>
                <a:lnTo>
                  <a:pt x="810335" y="519864"/>
                </a:lnTo>
                <a:close/>
                <a:lnTo>
                  <a:pt x="807306" y="519864"/>
                </a:lnTo>
                <a:close/>
                <a:lnTo>
                  <a:pt x="807306" y="519864"/>
                </a:lnTo>
                <a:close/>
                <a:lnTo>
                  <a:pt x="804277" y="519864"/>
                </a:lnTo>
                <a:close/>
                <a:lnTo>
                  <a:pt x="804277" y="519864"/>
                </a:lnTo>
                <a:close/>
                <a:lnTo>
                  <a:pt x="801248" y="519864"/>
                </a:lnTo>
                <a:close/>
                <a:lnTo>
                  <a:pt x="801248" y="519864"/>
                </a:lnTo>
                <a:close/>
                <a:lnTo>
                  <a:pt x="798218" y="519864"/>
                </a:lnTo>
                <a:close/>
                <a:lnTo>
                  <a:pt x="798218" y="519864"/>
                </a:lnTo>
                <a:close/>
                <a:lnTo>
                  <a:pt x="795189" y="519864"/>
                </a:lnTo>
                <a:close/>
                <a:lnTo>
                  <a:pt x="795189" y="519864"/>
                </a:lnTo>
                <a:close/>
                <a:lnTo>
                  <a:pt x="792160" y="519864"/>
                </a:lnTo>
                <a:close/>
                <a:lnTo>
                  <a:pt x="792160" y="519864"/>
                </a:lnTo>
                <a:close/>
                <a:lnTo>
                  <a:pt x="789130" y="519864"/>
                </a:lnTo>
                <a:close/>
                <a:lnTo>
                  <a:pt x="789130" y="519864"/>
                </a:lnTo>
                <a:close/>
                <a:lnTo>
                  <a:pt x="786101" y="519864"/>
                </a:lnTo>
                <a:close/>
                <a:lnTo>
                  <a:pt x="786101" y="519864"/>
                </a:lnTo>
                <a:close/>
                <a:lnTo>
                  <a:pt x="783072" y="519864"/>
                </a:lnTo>
                <a:close/>
                <a:lnTo>
                  <a:pt x="783072" y="519864"/>
                </a:lnTo>
                <a:close/>
                <a:lnTo>
                  <a:pt x="780043" y="519864"/>
                </a:lnTo>
                <a:close/>
                <a:lnTo>
                  <a:pt x="780043" y="519864"/>
                </a:lnTo>
                <a:close/>
                <a:lnTo>
                  <a:pt x="777013" y="519864"/>
                </a:lnTo>
                <a:close/>
                <a:lnTo>
                  <a:pt x="777013" y="519864"/>
                </a:lnTo>
                <a:close/>
                <a:lnTo>
                  <a:pt x="773984" y="519864"/>
                </a:lnTo>
                <a:close/>
                <a:lnTo>
                  <a:pt x="773984" y="519864"/>
                </a:lnTo>
                <a:close/>
                <a:lnTo>
                  <a:pt x="770955" y="519864"/>
                </a:lnTo>
                <a:close/>
                <a:lnTo>
                  <a:pt x="770955" y="519864"/>
                </a:lnTo>
                <a:close/>
                <a:lnTo>
                  <a:pt x="767925" y="519864"/>
                </a:lnTo>
                <a:close/>
                <a:lnTo>
                  <a:pt x="767925" y="519864"/>
                </a:lnTo>
                <a:close/>
                <a:lnTo>
                  <a:pt x="764896" y="519864"/>
                </a:lnTo>
                <a:close/>
                <a:lnTo>
                  <a:pt x="764896" y="519864"/>
                </a:lnTo>
                <a:close/>
                <a:lnTo>
                  <a:pt x="761867" y="519864"/>
                </a:lnTo>
                <a:close/>
                <a:lnTo>
                  <a:pt x="761867" y="519864"/>
                </a:lnTo>
                <a:close/>
                <a:lnTo>
                  <a:pt x="758837" y="519864"/>
                </a:lnTo>
                <a:close/>
                <a:lnTo>
                  <a:pt x="758837" y="519864"/>
                </a:lnTo>
                <a:close/>
                <a:lnTo>
                  <a:pt x="755808" y="519864"/>
                </a:lnTo>
                <a:close/>
                <a:lnTo>
                  <a:pt x="755808" y="519864"/>
                </a:lnTo>
                <a:close/>
                <a:lnTo>
                  <a:pt x="752779" y="519864"/>
                </a:lnTo>
                <a:close/>
                <a:lnTo>
                  <a:pt x="752779" y="519864"/>
                </a:lnTo>
                <a:close/>
                <a:lnTo>
                  <a:pt x="749750" y="519864"/>
                </a:lnTo>
                <a:close/>
                <a:lnTo>
                  <a:pt x="749750" y="519864"/>
                </a:lnTo>
                <a:close/>
                <a:lnTo>
                  <a:pt x="746720" y="519864"/>
                </a:lnTo>
                <a:close/>
                <a:lnTo>
                  <a:pt x="746720" y="519864"/>
                </a:lnTo>
                <a:close/>
                <a:lnTo>
                  <a:pt x="743691" y="519864"/>
                </a:lnTo>
                <a:close/>
                <a:lnTo>
                  <a:pt x="743691" y="519864"/>
                </a:lnTo>
                <a:close/>
                <a:lnTo>
                  <a:pt x="740662" y="519864"/>
                </a:lnTo>
                <a:close/>
                <a:lnTo>
                  <a:pt x="740662" y="519864"/>
                </a:lnTo>
                <a:close/>
                <a:lnTo>
                  <a:pt x="737632" y="519864"/>
                </a:lnTo>
                <a:close/>
                <a:lnTo>
                  <a:pt x="737632" y="519864"/>
                </a:lnTo>
                <a:close/>
                <a:lnTo>
                  <a:pt x="734603" y="519864"/>
                </a:lnTo>
                <a:close/>
                <a:lnTo>
                  <a:pt x="734603" y="519864"/>
                </a:lnTo>
                <a:close/>
                <a:lnTo>
                  <a:pt x="731574" y="519864"/>
                </a:lnTo>
                <a:close/>
                <a:lnTo>
                  <a:pt x="731574" y="519864"/>
                </a:lnTo>
                <a:close/>
                <a:lnTo>
                  <a:pt x="728545" y="519864"/>
                </a:lnTo>
                <a:close/>
                <a:lnTo>
                  <a:pt x="728545" y="519864"/>
                </a:lnTo>
                <a:close/>
                <a:lnTo>
                  <a:pt x="725515" y="519864"/>
                </a:lnTo>
                <a:close/>
                <a:lnTo>
                  <a:pt x="725515" y="519864"/>
                </a:lnTo>
                <a:close/>
                <a:lnTo>
                  <a:pt x="722486" y="519864"/>
                </a:lnTo>
                <a:close/>
                <a:lnTo>
                  <a:pt x="722486" y="519864"/>
                </a:lnTo>
                <a:close/>
                <a:lnTo>
                  <a:pt x="719457" y="519864"/>
                </a:lnTo>
                <a:close/>
                <a:lnTo>
                  <a:pt x="719457" y="519864"/>
                </a:lnTo>
                <a:close/>
                <a:lnTo>
                  <a:pt x="716427" y="519864"/>
                </a:lnTo>
                <a:close/>
                <a:lnTo>
                  <a:pt x="716427" y="519864"/>
                </a:lnTo>
                <a:close/>
                <a:lnTo>
                  <a:pt x="713398" y="519864"/>
                </a:lnTo>
                <a:close/>
                <a:lnTo>
                  <a:pt x="713398" y="519864"/>
                </a:lnTo>
                <a:close/>
                <a:lnTo>
                  <a:pt x="710369" y="519864"/>
                </a:lnTo>
                <a:close/>
                <a:lnTo>
                  <a:pt x="710369" y="519864"/>
                </a:lnTo>
                <a:close/>
                <a:lnTo>
                  <a:pt x="707340" y="519864"/>
                </a:lnTo>
                <a:close/>
                <a:lnTo>
                  <a:pt x="707340" y="519864"/>
                </a:lnTo>
                <a:close/>
                <a:lnTo>
                  <a:pt x="704310" y="519864"/>
                </a:lnTo>
                <a:close/>
                <a:lnTo>
                  <a:pt x="704310" y="519864"/>
                </a:lnTo>
                <a:close/>
                <a:lnTo>
                  <a:pt x="701281" y="519864"/>
                </a:lnTo>
                <a:close/>
                <a:lnTo>
                  <a:pt x="701281" y="519864"/>
                </a:lnTo>
                <a:close/>
                <a:lnTo>
                  <a:pt x="698252" y="519864"/>
                </a:lnTo>
                <a:close/>
                <a:lnTo>
                  <a:pt x="698252" y="519864"/>
                </a:lnTo>
                <a:close/>
                <a:lnTo>
                  <a:pt x="695222" y="519864"/>
                </a:lnTo>
                <a:close/>
                <a:lnTo>
                  <a:pt x="695222" y="519864"/>
                </a:lnTo>
                <a:close/>
                <a:lnTo>
                  <a:pt x="692193" y="519864"/>
                </a:lnTo>
                <a:close/>
                <a:lnTo>
                  <a:pt x="692193" y="519864"/>
                </a:lnTo>
                <a:close/>
                <a:lnTo>
                  <a:pt x="689164" y="519864"/>
                </a:lnTo>
                <a:close/>
                <a:lnTo>
                  <a:pt x="689164" y="519864"/>
                </a:lnTo>
                <a:close/>
                <a:lnTo>
                  <a:pt x="686134" y="519864"/>
                </a:lnTo>
                <a:close/>
                <a:lnTo>
                  <a:pt x="686134" y="519864"/>
                </a:lnTo>
                <a:close/>
                <a:lnTo>
                  <a:pt x="683105" y="519864"/>
                </a:lnTo>
                <a:close/>
                <a:lnTo>
                  <a:pt x="683105" y="519864"/>
                </a:lnTo>
                <a:close/>
                <a:lnTo>
                  <a:pt x="680076" y="519864"/>
                </a:lnTo>
                <a:close/>
                <a:lnTo>
                  <a:pt x="680076" y="519864"/>
                </a:lnTo>
                <a:close/>
                <a:lnTo>
                  <a:pt x="677047" y="519864"/>
                </a:lnTo>
                <a:close/>
                <a:lnTo>
                  <a:pt x="677047" y="519864"/>
                </a:lnTo>
                <a:close/>
                <a:lnTo>
                  <a:pt x="674017" y="519864"/>
                </a:lnTo>
                <a:close/>
                <a:lnTo>
                  <a:pt x="674017" y="519864"/>
                </a:lnTo>
                <a:close/>
                <a:lnTo>
                  <a:pt x="670988" y="519864"/>
                </a:lnTo>
                <a:close/>
                <a:lnTo>
                  <a:pt x="670988" y="519864"/>
                </a:lnTo>
                <a:close/>
                <a:lnTo>
                  <a:pt x="667959" y="519864"/>
                </a:lnTo>
                <a:close/>
                <a:lnTo>
                  <a:pt x="667959" y="519864"/>
                </a:lnTo>
                <a:close/>
                <a:lnTo>
                  <a:pt x="664929" y="519864"/>
                </a:lnTo>
                <a:close/>
                <a:lnTo>
                  <a:pt x="664929" y="519864"/>
                </a:lnTo>
                <a:close/>
                <a:lnTo>
                  <a:pt x="661900" y="519864"/>
                </a:lnTo>
                <a:close/>
                <a:lnTo>
                  <a:pt x="661900" y="519864"/>
                </a:lnTo>
                <a:close/>
                <a:lnTo>
                  <a:pt x="658871" y="519864"/>
                </a:lnTo>
                <a:close/>
                <a:lnTo>
                  <a:pt x="658871" y="519864"/>
                </a:lnTo>
                <a:close/>
                <a:lnTo>
                  <a:pt x="655842" y="519864"/>
                </a:lnTo>
                <a:close/>
                <a:lnTo>
                  <a:pt x="655842" y="519864"/>
                </a:lnTo>
                <a:close/>
                <a:lnTo>
                  <a:pt x="652812" y="519864"/>
                </a:lnTo>
                <a:close/>
                <a:lnTo>
                  <a:pt x="652812" y="519864"/>
                </a:lnTo>
                <a:close/>
                <a:lnTo>
                  <a:pt x="649783" y="519864"/>
                </a:lnTo>
                <a:close/>
                <a:lnTo>
                  <a:pt x="649783" y="519864"/>
                </a:lnTo>
                <a:close/>
                <a:lnTo>
                  <a:pt x="646754" y="519864"/>
                </a:lnTo>
                <a:close/>
                <a:lnTo>
                  <a:pt x="646754" y="519864"/>
                </a:lnTo>
                <a:close/>
                <a:lnTo>
                  <a:pt x="643724" y="519864"/>
                </a:lnTo>
                <a:close/>
                <a:lnTo>
                  <a:pt x="643724" y="519864"/>
                </a:lnTo>
                <a:close/>
                <a:lnTo>
                  <a:pt x="640695" y="519864"/>
                </a:lnTo>
                <a:close/>
                <a:lnTo>
                  <a:pt x="640695" y="519864"/>
                </a:lnTo>
                <a:close/>
                <a:lnTo>
                  <a:pt x="637666" y="519864"/>
                </a:lnTo>
                <a:close/>
                <a:lnTo>
                  <a:pt x="637666" y="519864"/>
                </a:lnTo>
                <a:close/>
                <a:lnTo>
                  <a:pt x="634637" y="519864"/>
                </a:lnTo>
                <a:close/>
                <a:lnTo>
                  <a:pt x="634637" y="519864"/>
                </a:lnTo>
                <a:close/>
                <a:lnTo>
                  <a:pt x="631607" y="519864"/>
                </a:lnTo>
                <a:close/>
                <a:lnTo>
                  <a:pt x="631607" y="519864"/>
                </a:lnTo>
                <a:close/>
                <a:lnTo>
                  <a:pt x="628578" y="519864"/>
                </a:lnTo>
                <a:close/>
                <a:lnTo>
                  <a:pt x="628578" y="519864"/>
                </a:lnTo>
                <a:close/>
                <a:lnTo>
                  <a:pt x="625549" y="519864"/>
                </a:lnTo>
                <a:close/>
                <a:lnTo>
                  <a:pt x="625549" y="519864"/>
                </a:lnTo>
                <a:close/>
                <a:lnTo>
                  <a:pt x="622519" y="519864"/>
                </a:lnTo>
                <a:close/>
                <a:lnTo>
                  <a:pt x="622519" y="519864"/>
                </a:lnTo>
                <a:close/>
                <a:lnTo>
                  <a:pt x="619490" y="519864"/>
                </a:lnTo>
                <a:close/>
                <a:lnTo>
                  <a:pt x="619490" y="519864"/>
                </a:lnTo>
                <a:close/>
                <a:lnTo>
                  <a:pt x="616461" y="519864"/>
                </a:lnTo>
                <a:close/>
                <a:lnTo>
                  <a:pt x="616461" y="519864"/>
                </a:lnTo>
                <a:close/>
                <a:lnTo>
                  <a:pt x="613431" y="519864"/>
                </a:lnTo>
                <a:close/>
                <a:lnTo>
                  <a:pt x="613431" y="519864"/>
                </a:lnTo>
                <a:close/>
                <a:lnTo>
                  <a:pt x="610402" y="519864"/>
                </a:lnTo>
                <a:close/>
                <a:lnTo>
                  <a:pt x="610402" y="519864"/>
                </a:lnTo>
                <a:close/>
                <a:lnTo>
                  <a:pt x="607373" y="519864"/>
                </a:lnTo>
                <a:close/>
                <a:lnTo>
                  <a:pt x="607373" y="519864"/>
                </a:lnTo>
                <a:close/>
                <a:lnTo>
                  <a:pt x="604344" y="519864"/>
                </a:lnTo>
                <a:close/>
                <a:lnTo>
                  <a:pt x="604344" y="519864"/>
                </a:lnTo>
                <a:close/>
                <a:lnTo>
                  <a:pt x="601314" y="519864"/>
                </a:lnTo>
                <a:close/>
                <a:lnTo>
                  <a:pt x="601314" y="519864"/>
                </a:lnTo>
                <a:close/>
                <a:lnTo>
                  <a:pt x="598285" y="519864"/>
                </a:lnTo>
                <a:close/>
                <a:lnTo>
                  <a:pt x="598285" y="519864"/>
                </a:lnTo>
                <a:close/>
                <a:lnTo>
                  <a:pt x="595256" y="519864"/>
                </a:lnTo>
                <a:close/>
                <a:lnTo>
                  <a:pt x="595256" y="519864"/>
                </a:lnTo>
                <a:close/>
                <a:lnTo>
                  <a:pt x="592226" y="519864"/>
                </a:lnTo>
                <a:close/>
                <a:lnTo>
                  <a:pt x="592226" y="519864"/>
                </a:lnTo>
                <a:close/>
                <a:lnTo>
                  <a:pt x="589197" y="519864"/>
                </a:lnTo>
                <a:close/>
                <a:lnTo>
                  <a:pt x="589197" y="519864"/>
                </a:lnTo>
                <a:close/>
                <a:lnTo>
                  <a:pt x="586168" y="519864"/>
                </a:lnTo>
                <a:close/>
                <a:lnTo>
                  <a:pt x="586168" y="519864"/>
                </a:lnTo>
                <a:close/>
                <a:lnTo>
                  <a:pt x="583139" y="519864"/>
                </a:lnTo>
                <a:close/>
                <a:lnTo>
                  <a:pt x="583139" y="519864"/>
                </a:lnTo>
                <a:close/>
                <a:lnTo>
                  <a:pt x="580109" y="519864"/>
                </a:lnTo>
                <a:close/>
                <a:lnTo>
                  <a:pt x="580109" y="519864"/>
                </a:lnTo>
                <a:close/>
                <a:lnTo>
                  <a:pt x="577080" y="519864"/>
                </a:lnTo>
                <a:close/>
                <a:lnTo>
                  <a:pt x="577080" y="519864"/>
                </a:lnTo>
                <a:close/>
                <a:lnTo>
                  <a:pt x="574051" y="519864"/>
                </a:lnTo>
                <a:close/>
                <a:lnTo>
                  <a:pt x="574051" y="519864"/>
                </a:lnTo>
                <a:close/>
                <a:lnTo>
                  <a:pt x="571021" y="519864"/>
                </a:lnTo>
                <a:close/>
                <a:lnTo>
                  <a:pt x="571021" y="519864"/>
                </a:lnTo>
                <a:close/>
                <a:lnTo>
                  <a:pt x="567992" y="519864"/>
                </a:lnTo>
                <a:close/>
                <a:lnTo>
                  <a:pt x="567992" y="519864"/>
                </a:lnTo>
                <a:close/>
                <a:lnTo>
                  <a:pt x="564963" y="519864"/>
                </a:lnTo>
                <a:close/>
                <a:lnTo>
                  <a:pt x="564963" y="519864"/>
                </a:lnTo>
                <a:close/>
                <a:lnTo>
                  <a:pt x="561934" y="519864"/>
                </a:lnTo>
                <a:close/>
                <a:lnTo>
                  <a:pt x="561934" y="519864"/>
                </a:lnTo>
                <a:close/>
                <a:lnTo>
                  <a:pt x="558904" y="519864"/>
                </a:lnTo>
                <a:close/>
                <a:lnTo>
                  <a:pt x="558904" y="519864"/>
                </a:lnTo>
                <a:close/>
                <a:lnTo>
                  <a:pt x="555875" y="519864"/>
                </a:lnTo>
                <a:close/>
                <a:lnTo>
                  <a:pt x="555875" y="519864"/>
                </a:lnTo>
                <a:close/>
                <a:lnTo>
                  <a:pt x="552846" y="519864"/>
                </a:lnTo>
                <a:close/>
                <a:lnTo>
                  <a:pt x="552846" y="519864"/>
                </a:lnTo>
                <a:close/>
                <a:lnTo>
                  <a:pt x="549816" y="519864"/>
                </a:lnTo>
                <a:close/>
                <a:lnTo>
                  <a:pt x="549816" y="519864"/>
                </a:lnTo>
                <a:close/>
                <a:lnTo>
                  <a:pt x="546787" y="519864"/>
                </a:lnTo>
                <a:close/>
                <a:lnTo>
                  <a:pt x="546787" y="519864"/>
                </a:lnTo>
                <a:close/>
                <a:lnTo>
                  <a:pt x="543758" y="519864"/>
                </a:lnTo>
                <a:close/>
                <a:lnTo>
                  <a:pt x="543758" y="519864"/>
                </a:lnTo>
                <a:close/>
                <a:lnTo>
                  <a:pt x="540729" y="519864"/>
                </a:lnTo>
                <a:close/>
                <a:lnTo>
                  <a:pt x="540729" y="519864"/>
                </a:lnTo>
                <a:close/>
                <a:lnTo>
                  <a:pt x="537699" y="519864"/>
                </a:lnTo>
                <a:close/>
                <a:lnTo>
                  <a:pt x="537699" y="519864"/>
                </a:lnTo>
                <a:close/>
                <a:lnTo>
                  <a:pt x="534670" y="519864"/>
                </a:lnTo>
                <a:close/>
                <a:lnTo>
                  <a:pt x="534670" y="519864"/>
                </a:lnTo>
                <a:close/>
                <a:lnTo>
                  <a:pt x="531641" y="519864"/>
                </a:lnTo>
                <a:close/>
                <a:lnTo>
                  <a:pt x="531641" y="519864"/>
                </a:lnTo>
                <a:close/>
                <a:lnTo>
                  <a:pt x="528611" y="519864"/>
                </a:lnTo>
                <a:close/>
                <a:lnTo>
                  <a:pt x="528611" y="519864"/>
                </a:lnTo>
                <a:close/>
                <a:lnTo>
                  <a:pt x="525582" y="519864"/>
                </a:lnTo>
                <a:close/>
                <a:lnTo>
                  <a:pt x="525582" y="519864"/>
                </a:lnTo>
                <a:close/>
                <a:lnTo>
                  <a:pt x="522553" y="519864"/>
                </a:lnTo>
                <a:close/>
                <a:lnTo>
                  <a:pt x="522553" y="519864"/>
                </a:lnTo>
                <a:close/>
                <a:lnTo>
                  <a:pt x="519523" y="519864"/>
                </a:lnTo>
                <a:close/>
                <a:lnTo>
                  <a:pt x="519523" y="519864"/>
                </a:lnTo>
                <a:close/>
                <a:lnTo>
                  <a:pt x="516494" y="519864"/>
                </a:lnTo>
                <a:close/>
                <a:lnTo>
                  <a:pt x="516494" y="519864"/>
                </a:lnTo>
                <a:close/>
                <a:lnTo>
                  <a:pt x="513465" y="519864"/>
                </a:lnTo>
                <a:close/>
                <a:lnTo>
                  <a:pt x="513465" y="519864"/>
                </a:lnTo>
                <a:close/>
                <a:lnTo>
                  <a:pt x="510436" y="519864"/>
                </a:lnTo>
                <a:close/>
                <a:lnTo>
                  <a:pt x="510436" y="519864"/>
                </a:lnTo>
                <a:close/>
                <a:lnTo>
                  <a:pt x="507406" y="519864"/>
                </a:lnTo>
                <a:close/>
                <a:lnTo>
                  <a:pt x="507406" y="519864"/>
                </a:lnTo>
                <a:close/>
                <a:lnTo>
                  <a:pt x="504377" y="519864"/>
                </a:lnTo>
                <a:close/>
                <a:lnTo>
                  <a:pt x="504377" y="519864"/>
                </a:lnTo>
                <a:close/>
                <a:lnTo>
                  <a:pt x="501348" y="519864"/>
                </a:lnTo>
                <a:close/>
                <a:lnTo>
                  <a:pt x="501348" y="519864"/>
                </a:lnTo>
                <a:close/>
                <a:lnTo>
                  <a:pt x="498318" y="519864"/>
                </a:lnTo>
                <a:close/>
                <a:lnTo>
                  <a:pt x="498318" y="519864"/>
                </a:lnTo>
                <a:close/>
                <a:lnTo>
                  <a:pt x="495289" y="519864"/>
                </a:lnTo>
                <a:close/>
                <a:lnTo>
                  <a:pt x="495289" y="519864"/>
                </a:lnTo>
                <a:close/>
                <a:lnTo>
                  <a:pt x="492260" y="519864"/>
                </a:lnTo>
                <a:close/>
                <a:lnTo>
                  <a:pt x="492260" y="519864"/>
                </a:lnTo>
                <a:close/>
                <a:lnTo>
                  <a:pt x="489231" y="519864"/>
                </a:lnTo>
                <a:close/>
                <a:lnTo>
                  <a:pt x="489231" y="519864"/>
                </a:lnTo>
                <a:close/>
                <a:lnTo>
                  <a:pt x="486201" y="519864"/>
                </a:lnTo>
                <a:close/>
                <a:lnTo>
                  <a:pt x="486201" y="519864"/>
                </a:lnTo>
                <a:close/>
                <a:lnTo>
                  <a:pt x="483172" y="519864"/>
                </a:lnTo>
                <a:close/>
                <a:lnTo>
                  <a:pt x="483172" y="519864"/>
                </a:lnTo>
                <a:close/>
                <a:lnTo>
                  <a:pt x="480143" y="519864"/>
                </a:lnTo>
                <a:close/>
                <a:lnTo>
                  <a:pt x="480143" y="519864"/>
                </a:lnTo>
                <a:close/>
                <a:lnTo>
                  <a:pt x="477113" y="519864"/>
                </a:lnTo>
                <a:close/>
                <a:lnTo>
                  <a:pt x="477113" y="519864"/>
                </a:lnTo>
                <a:close/>
                <a:lnTo>
                  <a:pt x="474084" y="519864"/>
                </a:lnTo>
                <a:close/>
                <a:lnTo>
                  <a:pt x="474084" y="519864"/>
                </a:lnTo>
                <a:close/>
                <a:lnTo>
                  <a:pt x="471055" y="519864"/>
                </a:lnTo>
                <a:close/>
                <a:lnTo>
                  <a:pt x="471055" y="519864"/>
                </a:lnTo>
                <a:close/>
                <a:lnTo>
                  <a:pt x="468026" y="519864"/>
                </a:lnTo>
                <a:close/>
                <a:lnTo>
                  <a:pt x="468026" y="519864"/>
                </a:lnTo>
                <a:close/>
                <a:lnTo>
                  <a:pt x="464996" y="519864"/>
                </a:lnTo>
                <a:close/>
                <a:lnTo>
                  <a:pt x="464996" y="519864"/>
                </a:lnTo>
                <a:close/>
                <a:lnTo>
                  <a:pt x="461967" y="519864"/>
                </a:lnTo>
                <a:close/>
                <a:lnTo>
                  <a:pt x="461967" y="519864"/>
                </a:lnTo>
                <a:close/>
                <a:lnTo>
                  <a:pt x="458938" y="519864"/>
                </a:lnTo>
                <a:close/>
                <a:lnTo>
                  <a:pt x="458938" y="519864"/>
                </a:lnTo>
                <a:close/>
                <a:lnTo>
                  <a:pt x="455908" y="519864"/>
                </a:lnTo>
                <a:close/>
                <a:lnTo>
                  <a:pt x="455908" y="519864"/>
                </a:lnTo>
                <a:close/>
                <a:lnTo>
                  <a:pt x="452879" y="519864"/>
                </a:lnTo>
                <a:close/>
                <a:lnTo>
                  <a:pt x="452879" y="519864"/>
                </a:lnTo>
                <a:close/>
                <a:lnTo>
                  <a:pt x="449850" y="519864"/>
                </a:lnTo>
                <a:close/>
                <a:lnTo>
                  <a:pt x="449850" y="519864"/>
                </a:lnTo>
                <a:close/>
                <a:lnTo>
                  <a:pt x="446820" y="519864"/>
                </a:lnTo>
                <a:close/>
                <a:lnTo>
                  <a:pt x="446820" y="519864"/>
                </a:lnTo>
                <a:close/>
                <a:lnTo>
                  <a:pt x="443791" y="519864"/>
                </a:lnTo>
                <a:close/>
                <a:lnTo>
                  <a:pt x="443791" y="519864"/>
                </a:lnTo>
                <a:close/>
                <a:lnTo>
                  <a:pt x="440762" y="519864"/>
                </a:lnTo>
                <a:close/>
                <a:lnTo>
                  <a:pt x="440762" y="519864"/>
                </a:lnTo>
                <a:close/>
                <a:lnTo>
                  <a:pt x="437733" y="519864"/>
                </a:lnTo>
                <a:close/>
                <a:lnTo>
                  <a:pt x="437733" y="519864"/>
                </a:lnTo>
                <a:close/>
                <a:lnTo>
                  <a:pt x="434703" y="519864"/>
                </a:lnTo>
                <a:close/>
                <a:lnTo>
                  <a:pt x="434703" y="519864"/>
                </a:lnTo>
                <a:close/>
                <a:lnTo>
                  <a:pt x="431674" y="519864"/>
                </a:lnTo>
                <a:close/>
                <a:lnTo>
                  <a:pt x="431674" y="519864"/>
                </a:lnTo>
                <a:close/>
                <a:lnTo>
                  <a:pt x="428645" y="519864"/>
                </a:lnTo>
                <a:close/>
                <a:lnTo>
                  <a:pt x="428645" y="519864"/>
                </a:lnTo>
                <a:close/>
                <a:lnTo>
                  <a:pt x="425615" y="519864"/>
                </a:lnTo>
                <a:close/>
                <a:lnTo>
                  <a:pt x="425615" y="519864"/>
                </a:lnTo>
                <a:close/>
                <a:lnTo>
                  <a:pt x="422586" y="519864"/>
                </a:lnTo>
                <a:close/>
                <a:lnTo>
                  <a:pt x="422586" y="519864"/>
                </a:lnTo>
                <a:close/>
                <a:lnTo>
                  <a:pt x="419557" y="519864"/>
                </a:lnTo>
                <a:close/>
                <a:lnTo>
                  <a:pt x="419557" y="519864"/>
                </a:lnTo>
                <a:close/>
                <a:lnTo>
                  <a:pt x="416528" y="519864"/>
                </a:lnTo>
                <a:close/>
                <a:lnTo>
                  <a:pt x="416528" y="519864"/>
                </a:lnTo>
                <a:close/>
                <a:lnTo>
                  <a:pt x="413498" y="519864"/>
                </a:lnTo>
                <a:close/>
                <a:lnTo>
                  <a:pt x="413498" y="519864"/>
                </a:lnTo>
                <a:close/>
                <a:lnTo>
                  <a:pt x="410469" y="519864"/>
                </a:lnTo>
                <a:close/>
                <a:lnTo>
                  <a:pt x="410469" y="519864"/>
                </a:lnTo>
                <a:close/>
                <a:lnTo>
                  <a:pt x="407440" y="519864"/>
                </a:lnTo>
                <a:close/>
                <a:lnTo>
                  <a:pt x="407440" y="519864"/>
                </a:lnTo>
                <a:close/>
                <a:lnTo>
                  <a:pt x="404410" y="519864"/>
                </a:lnTo>
                <a:close/>
                <a:lnTo>
                  <a:pt x="404410" y="519864"/>
                </a:lnTo>
                <a:close/>
                <a:lnTo>
                  <a:pt x="401381" y="519864"/>
                </a:lnTo>
                <a:close/>
                <a:lnTo>
                  <a:pt x="401381" y="519864"/>
                </a:lnTo>
                <a:close/>
                <a:lnTo>
                  <a:pt x="398352" y="519864"/>
                </a:lnTo>
                <a:close/>
                <a:lnTo>
                  <a:pt x="398352" y="519864"/>
                </a:lnTo>
                <a:close/>
                <a:lnTo>
                  <a:pt x="395323" y="519864"/>
                </a:lnTo>
                <a:close/>
                <a:lnTo>
                  <a:pt x="395323" y="519864"/>
                </a:lnTo>
                <a:close/>
                <a:lnTo>
                  <a:pt x="392293" y="519864"/>
                </a:lnTo>
                <a:close/>
                <a:lnTo>
                  <a:pt x="392293" y="519864"/>
                </a:lnTo>
                <a:close/>
                <a:lnTo>
                  <a:pt x="389264" y="519864"/>
                </a:lnTo>
                <a:close/>
                <a:lnTo>
                  <a:pt x="389264" y="519864"/>
                </a:lnTo>
                <a:close/>
                <a:lnTo>
                  <a:pt x="386235" y="519864"/>
                </a:lnTo>
                <a:close/>
                <a:lnTo>
                  <a:pt x="386235" y="519864"/>
                </a:lnTo>
                <a:close/>
                <a:lnTo>
                  <a:pt x="383205" y="519864"/>
                </a:lnTo>
                <a:close/>
                <a:lnTo>
                  <a:pt x="383205" y="519864"/>
                </a:lnTo>
                <a:close/>
                <a:lnTo>
                  <a:pt x="380176" y="519864"/>
                </a:lnTo>
                <a:close/>
                <a:lnTo>
                  <a:pt x="380176" y="519864"/>
                </a:lnTo>
                <a:close/>
                <a:lnTo>
                  <a:pt x="377147" y="519864"/>
                </a:lnTo>
                <a:close/>
                <a:lnTo>
                  <a:pt x="377147" y="519864"/>
                </a:lnTo>
                <a:close/>
                <a:lnTo>
                  <a:pt x="374117" y="519864"/>
                </a:lnTo>
                <a:close/>
                <a:lnTo>
                  <a:pt x="374117" y="519864"/>
                </a:lnTo>
                <a:close/>
                <a:lnTo>
                  <a:pt x="371088" y="519864"/>
                </a:lnTo>
                <a:close/>
                <a:lnTo>
                  <a:pt x="371088" y="519864"/>
                </a:lnTo>
                <a:close/>
                <a:lnTo>
                  <a:pt x="368059" y="519864"/>
                </a:lnTo>
                <a:close/>
                <a:lnTo>
                  <a:pt x="368059" y="519864"/>
                </a:lnTo>
                <a:close/>
                <a:lnTo>
                  <a:pt x="365030" y="519864"/>
                </a:lnTo>
                <a:close/>
                <a:lnTo>
                  <a:pt x="365030" y="519864"/>
                </a:lnTo>
                <a:close/>
                <a:lnTo>
                  <a:pt x="362000" y="519864"/>
                </a:lnTo>
                <a:close/>
                <a:lnTo>
                  <a:pt x="362000" y="519864"/>
                </a:lnTo>
                <a:close/>
                <a:lnTo>
                  <a:pt x="358971" y="519864"/>
                </a:lnTo>
                <a:close/>
                <a:lnTo>
                  <a:pt x="358971" y="519864"/>
                </a:lnTo>
                <a:close/>
                <a:lnTo>
                  <a:pt x="355942" y="519864"/>
                </a:lnTo>
                <a:close/>
                <a:lnTo>
                  <a:pt x="355942" y="519864"/>
                </a:lnTo>
                <a:close/>
                <a:lnTo>
                  <a:pt x="352912" y="519864"/>
                </a:lnTo>
                <a:close/>
                <a:lnTo>
                  <a:pt x="352912" y="519864"/>
                </a:lnTo>
                <a:close/>
                <a:lnTo>
                  <a:pt x="349883" y="519864"/>
                </a:lnTo>
                <a:close/>
                <a:lnTo>
                  <a:pt x="349883" y="519864"/>
                </a:lnTo>
                <a:close/>
                <a:lnTo>
                  <a:pt x="346854" y="519864"/>
                </a:lnTo>
                <a:close/>
                <a:lnTo>
                  <a:pt x="346854" y="519864"/>
                </a:lnTo>
                <a:close/>
                <a:lnTo>
                  <a:pt x="343825" y="519864"/>
                </a:lnTo>
                <a:close/>
                <a:lnTo>
                  <a:pt x="343825" y="519864"/>
                </a:lnTo>
                <a:close/>
                <a:lnTo>
                  <a:pt x="340795" y="519864"/>
                </a:lnTo>
                <a:close/>
                <a:lnTo>
                  <a:pt x="340795" y="519864"/>
                </a:lnTo>
                <a:close/>
                <a:lnTo>
                  <a:pt x="337766" y="519864"/>
                </a:lnTo>
                <a:close/>
                <a:lnTo>
                  <a:pt x="337766" y="519864"/>
                </a:lnTo>
                <a:close/>
                <a:lnTo>
                  <a:pt x="334737" y="519864"/>
                </a:lnTo>
                <a:close/>
                <a:lnTo>
                  <a:pt x="334737" y="519864"/>
                </a:lnTo>
                <a:close/>
                <a:lnTo>
                  <a:pt x="331707" y="519864"/>
                </a:lnTo>
                <a:close/>
                <a:lnTo>
                  <a:pt x="331707" y="519864"/>
                </a:lnTo>
                <a:close/>
                <a:lnTo>
                  <a:pt x="328678" y="519864"/>
                </a:lnTo>
                <a:close/>
                <a:lnTo>
                  <a:pt x="328678" y="519864"/>
                </a:lnTo>
                <a:close/>
                <a:lnTo>
                  <a:pt x="325649" y="519864"/>
                </a:lnTo>
                <a:close/>
                <a:lnTo>
                  <a:pt x="325649" y="519864"/>
                </a:lnTo>
                <a:close/>
                <a:lnTo>
                  <a:pt x="322620" y="519864"/>
                </a:lnTo>
                <a:close/>
                <a:lnTo>
                  <a:pt x="322620" y="519864"/>
                </a:lnTo>
                <a:close/>
                <a:lnTo>
                  <a:pt x="319590" y="519864"/>
                </a:lnTo>
                <a:close/>
                <a:lnTo>
                  <a:pt x="319590" y="519864"/>
                </a:lnTo>
                <a:close/>
                <a:lnTo>
                  <a:pt x="316561" y="519864"/>
                </a:lnTo>
                <a:close/>
                <a:lnTo>
                  <a:pt x="316561" y="519864"/>
                </a:lnTo>
                <a:close/>
                <a:lnTo>
                  <a:pt x="313532" y="519864"/>
                </a:lnTo>
                <a:close/>
                <a:lnTo>
                  <a:pt x="313532" y="519864"/>
                </a:lnTo>
                <a:close/>
                <a:lnTo>
                  <a:pt x="310502" y="519864"/>
                </a:lnTo>
                <a:close/>
                <a:lnTo>
                  <a:pt x="310502" y="519864"/>
                </a:lnTo>
                <a:close/>
                <a:lnTo>
                  <a:pt x="307473" y="519864"/>
                </a:lnTo>
                <a:close/>
                <a:lnTo>
                  <a:pt x="307473" y="519864"/>
                </a:lnTo>
                <a:close/>
                <a:lnTo>
                  <a:pt x="304444" y="519864"/>
                </a:lnTo>
                <a:close/>
                <a:lnTo>
                  <a:pt x="304444" y="519864"/>
                </a:lnTo>
                <a:close/>
                <a:lnTo>
                  <a:pt x="301415" y="519864"/>
                </a:lnTo>
                <a:close/>
                <a:lnTo>
                  <a:pt x="301415" y="519864"/>
                </a:lnTo>
                <a:close/>
                <a:lnTo>
                  <a:pt x="298385" y="519864"/>
                </a:lnTo>
                <a:close/>
                <a:lnTo>
                  <a:pt x="298385" y="519864"/>
                </a:lnTo>
                <a:close/>
                <a:lnTo>
                  <a:pt x="295356" y="519864"/>
                </a:lnTo>
                <a:close/>
                <a:lnTo>
                  <a:pt x="295356" y="519864"/>
                </a:lnTo>
                <a:close/>
                <a:lnTo>
                  <a:pt x="292327" y="519864"/>
                </a:lnTo>
                <a:close/>
                <a:lnTo>
                  <a:pt x="292327" y="519864"/>
                </a:lnTo>
                <a:close/>
                <a:lnTo>
                  <a:pt x="289297" y="519864"/>
                </a:lnTo>
                <a:close/>
                <a:lnTo>
                  <a:pt x="289297" y="519864"/>
                </a:lnTo>
                <a:close/>
                <a:lnTo>
                  <a:pt x="286268" y="519864"/>
                </a:lnTo>
                <a:close/>
                <a:lnTo>
                  <a:pt x="286268" y="519864"/>
                </a:lnTo>
                <a:close/>
                <a:lnTo>
                  <a:pt x="283239" y="519864"/>
                </a:lnTo>
                <a:close/>
                <a:lnTo>
                  <a:pt x="283239" y="519864"/>
                </a:lnTo>
                <a:close/>
                <a:lnTo>
                  <a:pt x="280209" y="519864"/>
                </a:lnTo>
                <a:close/>
                <a:lnTo>
                  <a:pt x="280209" y="519864"/>
                </a:lnTo>
                <a:close/>
                <a:lnTo>
                  <a:pt x="277180" y="519864"/>
                </a:lnTo>
                <a:close/>
                <a:lnTo>
                  <a:pt x="277180" y="519864"/>
                </a:lnTo>
                <a:close/>
                <a:lnTo>
                  <a:pt x="274151" y="519864"/>
                </a:lnTo>
                <a:close/>
                <a:lnTo>
                  <a:pt x="274151" y="519864"/>
                </a:lnTo>
                <a:close/>
                <a:lnTo>
                  <a:pt x="271122" y="519864"/>
                </a:lnTo>
                <a:close/>
                <a:lnTo>
                  <a:pt x="271122" y="519864"/>
                </a:lnTo>
                <a:close/>
                <a:lnTo>
                  <a:pt x="268092" y="519864"/>
                </a:lnTo>
                <a:close/>
                <a:lnTo>
                  <a:pt x="268092" y="519864"/>
                </a:lnTo>
                <a:close/>
                <a:lnTo>
                  <a:pt x="265063" y="519864"/>
                </a:lnTo>
                <a:close/>
                <a:lnTo>
                  <a:pt x="265063" y="519864"/>
                </a:lnTo>
                <a:close/>
                <a:lnTo>
                  <a:pt x="262034" y="519864"/>
                </a:lnTo>
                <a:close/>
                <a:lnTo>
                  <a:pt x="262034" y="519864"/>
                </a:lnTo>
                <a:close/>
                <a:lnTo>
                  <a:pt x="259004" y="519864"/>
                </a:lnTo>
                <a:close/>
                <a:lnTo>
                  <a:pt x="259004" y="519864"/>
                </a:lnTo>
                <a:close/>
                <a:lnTo>
                  <a:pt x="255975" y="519864"/>
                </a:lnTo>
                <a:close/>
                <a:lnTo>
                  <a:pt x="255975" y="519864"/>
                </a:lnTo>
                <a:close/>
                <a:lnTo>
                  <a:pt x="252946" y="519864"/>
                </a:lnTo>
                <a:close/>
                <a:lnTo>
                  <a:pt x="252946" y="519864"/>
                </a:lnTo>
                <a:close/>
                <a:lnTo>
                  <a:pt x="249917" y="519864"/>
                </a:lnTo>
                <a:close/>
                <a:lnTo>
                  <a:pt x="249917" y="519864"/>
                </a:lnTo>
                <a:close/>
                <a:lnTo>
                  <a:pt x="246887" y="519864"/>
                </a:lnTo>
                <a:close/>
                <a:lnTo>
                  <a:pt x="246887" y="519864"/>
                </a:lnTo>
                <a:close/>
                <a:lnTo>
                  <a:pt x="243858" y="519864"/>
                </a:lnTo>
                <a:close/>
                <a:lnTo>
                  <a:pt x="243858" y="519864"/>
                </a:lnTo>
                <a:close/>
                <a:lnTo>
                  <a:pt x="240829" y="519864"/>
                </a:lnTo>
                <a:close/>
                <a:lnTo>
                  <a:pt x="240829" y="519864"/>
                </a:lnTo>
                <a:close/>
                <a:lnTo>
                  <a:pt x="237799" y="519864"/>
                </a:lnTo>
                <a:close/>
                <a:lnTo>
                  <a:pt x="237799" y="519864"/>
                </a:lnTo>
                <a:close/>
                <a:lnTo>
                  <a:pt x="234770" y="519864"/>
                </a:lnTo>
                <a:close/>
                <a:lnTo>
                  <a:pt x="234770" y="519864"/>
                </a:lnTo>
                <a:close/>
                <a:lnTo>
                  <a:pt x="231741" y="519864"/>
                </a:lnTo>
                <a:close/>
                <a:lnTo>
                  <a:pt x="231741" y="519864"/>
                </a:lnTo>
                <a:close/>
                <a:lnTo>
                  <a:pt x="228712" y="519864"/>
                </a:lnTo>
                <a:close/>
                <a:lnTo>
                  <a:pt x="228712" y="519864"/>
                </a:lnTo>
                <a:close/>
                <a:lnTo>
                  <a:pt x="225682" y="519864"/>
                </a:lnTo>
                <a:close/>
                <a:lnTo>
                  <a:pt x="225682" y="519864"/>
                </a:lnTo>
                <a:close/>
                <a:lnTo>
                  <a:pt x="222653" y="519864"/>
                </a:lnTo>
                <a:close/>
                <a:lnTo>
                  <a:pt x="222653" y="519864"/>
                </a:lnTo>
                <a:close/>
                <a:lnTo>
                  <a:pt x="219624" y="519864"/>
                </a:lnTo>
                <a:close/>
                <a:lnTo>
                  <a:pt x="219624" y="519864"/>
                </a:lnTo>
                <a:close/>
                <a:lnTo>
                  <a:pt x="216594" y="519864"/>
                </a:lnTo>
                <a:close/>
                <a:lnTo>
                  <a:pt x="216594" y="519864"/>
                </a:lnTo>
                <a:close/>
                <a:lnTo>
                  <a:pt x="213565" y="519864"/>
                </a:lnTo>
                <a:close/>
                <a:lnTo>
                  <a:pt x="213565" y="519864"/>
                </a:lnTo>
                <a:close/>
                <a:lnTo>
                  <a:pt x="210536" y="519864"/>
                </a:lnTo>
                <a:close/>
                <a:lnTo>
                  <a:pt x="210536" y="519864"/>
                </a:lnTo>
                <a:close/>
                <a:lnTo>
                  <a:pt x="207506" y="519864"/>
                </a:lnTo>
                <a:close/>
                <a:lnTo>
                  <a:pt x="207506" y="519864"/>
                </a:lnTo>
                <a:close/>
                <a:lnTo>
                  <a:pt x="204477" y="519864"/>
                </a:lnTo>
                <a:close/>
                <a:lnTo>
                  <a:pt x="204477" y="519864"/>
                </a:lnTo>
                <a:close/>
                <a:lnTo>
                  <a:pt x="201448" y="519864"/>
                </a:lnTo>
                <a:close/>
                <a:lnTo>
                  <a:pt x="201448" y="519864"/>
                </a:lnTo>
                <a:close/>
                <a:lnTo>
                  <a:pt x="198419" y="519864"/>
                </a:lnTo>
                <a:close/>
                <a:lnTo>
                  <a:pt x="198419" y="519864"/>
                </a:lnTo>
                <a:close/>
                <a:lnTo>
                  <a:pt x="195389" y="519864"/>
                </a:lnTo>
                <a:close/>
                <a:lnTo>
                  <a:pt x="195389" y="519864"/>
                </a:lnTo>
                <a:close/>
                <a:lnTo>
                  <a:pt x="192360" y="519864"/>
                </a:lnTo>
                <a:close/>
                <a:lnTo>
                  <a:pt x="192360" y="519864"/>
                </a:lnTo>
                <a:close/>
                <a:lnTo>
                  <a:pt x="189331" y="519864"/>
                </a:lnTo>
                <a:close/>
                <a:lnTo>
                  <a:pt x="189331" y="519864"/>
                </a:lnTo>
                <a:close/>
                <a:lnTo>
                  <a:pt x="186301" y="519864"/>
                </a:lnTo>
                <a:close/>
                <a:lnTo>
                  <a:pt x="186301" y="519864"/>
                </a:lnTo>
                <a:close/>
                <a:lnTo>
                  <a:pt x="183272" y="519864"/>
                </a:lnTo>
                <a:close/>
                <a:lnTo>
                  <a:pt x="183272" y="519864"/>
                </a:lnTo>
                <a:close/>
                <a:lnTo>
                  <a:pt x="180243" y="519864"/>
                </a:lnTo>
                <a:close/>
                <a:lnTo>
                  <a:pt x="180243" y="519864"/>
                </a:lnTo>
                <a:close/>
                <a:lnTo>
                  <a:pt x="177214" y="519864"/>
                </a:lnTo>
                <a:close/>
                <a:lnTo>
                  <a:pt x="177214" y="519864"/>
                </a:lnTo>
                <a:close/>
                <a:lnTo>
                  <a:pt x="174184" y="519864"/>
                </a:lnTo>
                <a:close/>
                <a:lnTo>
                  <a:pt x="174184" y="519864"/>
                </a:lnTo>
                <a:close/>
                <a:lnTo>
                  <a:pt x="171155" y="519864"/>
                </a:lnTo>
                <a:close/>
                <a:lnTo>
                  <a:pt x="171155" y="519864"/>
                </a:lnTo>
                <a:close/>
                <a:lnTo>
                  <a:pt x="168126" y="519864"/>
                </a:lnTo>
                <a:close/>
                <a:lnTo>
                  <a:pt x="168126" y="519864"/>
                </a:lnTo>
                <a:close/>
                <a:lnTo>
                  <a:pt x="165096" y="519864"/>
                </a:lnTo>
                <a:close/>
                <a:lnTo>
                  <a:pt x="165096" y="519864"/>
                </a:lnTo>
                <a:close/>
                <a:lnTo>
                  <a:pt x="162067" y="519864"/>
                </a:lnTo>
                <a:close/>
                <a:lnTo>
                  <a:pt x="162067" y="519864"/>
                </a:lnTo>
                <a:close/>
                <a:lnTo>
                  <a:pt x="159038" y="519864"/>
                </a:lnTo>
                <a:close/>
                <a:lnTo>
                  <a:pt x="159038" y="519864"/>
                </a:lnTo>
                <a:close/>
                <a:lnTo>
                  <a:pt x="156009" y="519864"/>
                </a:lnTo>
                <a:close/>
                <a:lnTo>
                  <a:pt x="156009" y="519864"/>
                </a:lnTo>
                <a:close/>
                <a:lnTo>
                  <a:pt x="152979" y="519864"/>
                </a:lnTo>
                <a:close/>
                <a:lnTo>
                  <a:pt x="152979" y="519864"/>
                </a:lnTo>
                <a:close/>
                <a:lnTo>
                  <a:pt x="149950" y="519864"/>
                </a:lnTo>
                <a:close/>
                <a:lnTo>
                  <a:pt x="149950" y="519864"/>
                </a:lnTo>
                <a:close/>
                <a:lnTo>
                  <a:pt x="146921" y="519864"/>
                </a:lnTo>
                <a:close/>
                <a:lnTo>
                  <a:pt x="146921" y="519864"/>
                </a:lnTo>
                <a:close/>
                <a:lnTo>
                  <a:pt x="143891" y="519864"/>
                </a:lnTo>
                <a:close/>
                <a:lnTo>
                  <a:pt x="143891" y="519864"/>
                </a:lnTo>
                <a:close/>
                <a:lnTo>
                  <a:pt x="140862" y="519864"/>
                </a:lnTo>
                <a:close/>
                <a:lnTo>
                  <a:pt x="140862" y="519864"/>
                </a:lnTo>
                <a:close/>
                <a:lnTo>
                  <a:pt x="137833" y="519864"/>
                </a:lnTo>
                <a:close/>
                <a:lnTo>
                  <a:pt x="137833" y="519864"/>
                </a:lnTo>
                <a:close/>
                <a:lnTo>
                  <a:pt x="134803" y="519864"/>
                </a:lnTo>
                <a:close/>
                <a:lnTo>
                  <a:pt x="134803" y="519864"/>
                </a:lnTo>
                <a:close/>
                <a:lnTo>
                  <a:pt x="131774" y="519864"/>
                </a:lnTo>
                <a:close/>
                <a:lnTo>
                  <a:pt x="131774" y="519864"/>
                </a:lnTo>
                <a:close/>
                <a:lnTo>
                  <a:pt x="128745" y="519864"/>
                </a:lnTo>
                <a:close/>
                <a:lnTo>
                  <a:pt x="128745" y="519864"/>
                </a:lnTo>
                <a:close/>
                <a:lnTo>
                  <a:pt x="125716" y="519864"/>
                </a:lnTo>
                <a:close/>
                <a:lnTo>
                  <a:pt x="125716" y="519864"/>
                </a:lnTo>
                <a:close/>
                <a:lnTo>
                  <a:pt x="122686" y="519864"/>
                </a:lnTo>
                <a:close/>
                <a:lnTo>
                  <a:pt x="122686" y="519864"/>
                </a:lnTo>
                <a:close/>
                <a:lnTo>
                  <a:pt x="119657" y="519864"/>
                </a:lnTo>
                <a:close/>
                <a:lnTo>
                  <a:pt x="119657" y="519864"/>
                </a:lnTo>
                <a:close/>
                <a:lnTo>
                  <a:pt x="116628" y="519864"/>
                </a:lnTo>
                <a:close/>
                <a:lnTo>
                  <a:pt x="116628" y="519864"/>
                </a:lnTo>
                <a:close/>
                <a:lnTo>
                  <a:pt x="113598" y="519864"/>
                </a:lnTo>
                <a:close/>
                <a:lnTo>
                  <a:pt x="113598" y="519864"/>
                </a:lnTo>
                <a:close/>
                <a:lnTo>
                  <a:pt x="110569" y="519864"/>
                </a:lnTo>
                <a:close/>
                <a:lnTo>
                  <a:pt x="110569" y="519864"/>
                </a:lnTo>
                <a:close/>
                <a:lnTo>
                  <a:pt x="107540" y="519864"/>
                </a:lnTo>
                <a:close/>
                <a:lnTo>
                  <a:pt x="107540" y="519864"/>
                </a:lnTo>
                <a:close/>
                <a:lnTo>
                  <a:pt x="104511" y="519864"/>
                </a:lnTo>
                <a:close/>
                <a:lnTo>
                  <a:pt x="104511" y="519864"/>
                </a:lnTo>
                <a:close/>
                <a:lnTo>
                  <a:pt x="101481" y="519864"/>
                </a:lnTo>
                <a:close/>
                <a:lnTo>
                  <a:pt x="101481" y="519864"/>
                </a:lnTo>
                <a:close/>
                <a:lnTo>
                  <a:pt x="98452" y="519864"/>
                </a:lnTo>
                <a:close/>
                <a:lnTo>
                  <a:pt x="98452" y="519864"/>
                </a:lnTo>
                <a:close/>
                <a:lnTo>
                  <a:pt x="95423" y="519864"/>
                </a:lnTo>
                <a:close/>
                <a:lnTo>
                  <a:pt x="95423" y="519864"/>
                </a:lnTo>
                <a:close/>
                <a:lnTo>
                  <a:pt x="92393" y="519864"/>
                </a:lnTo>
                <a:close/>
                <a:lnTo>
                  <a:pt x="92393" y="519864"/>
                </a:lnTo>
                <a:close/>
                <a:lnTo>
                  <a:pt x="89364" y="519864"/>
                </a:lnTo>
                <a:close/>
                <a:lnTo>
                  <a:pt x="89364" y="519864"/>
                </a:lnTo>
                <a:close/>
                <a:lnTo>
                  <a:pt x="86335" y="519864"/>
                </a:lnTo>
                <a:close/>
                <a:lnTo>
                  <a:pt x="86335" y="519864"/>
                </a:lnTo>
                <a:close/>
                <a:lnTo>
                  <a:pt x="83306" y="519864"/>
                </a:lnTo>
                <a:close/>
                <a:lnTo>
                  <a:pt x="83306" y="519864"/>
                </a:lnTo>
                <a:close/>
                <a:lnTo>
                  <a:pt x="80276" y="519864"/>
                </a:lnTo>
                <a:close/>
                <a:lnTo>
                  <a:pt x="80276" y="519864"/>
                </a:lnTo>
                <a:close/>
                <a:lnTo>
                  <a:pt x="77247" y="519864"/>
                </a:lnTo>
                <a:close/>
                <a:lnTo>
                  <a:pt x="77247" y="519864"/>
                </a:lnTo>
                <a:close/>
                <a:lnTo>
                  <a:pt x="74218" y="519864"/>
                </a:lnTo>
                <a:close/>
                <a:lnTo>
                  <a:pt x="74218" y="519864"/>
                </a:lnTo>
                <a:close/>
                <a:lnTo>
                  <a:pt x="71188" y="519864"/>
                </a:lnTo>
                <a:close/>
                <a:lnTo>
                  <a:pt x="71188" y="519864"/>
                </a:lnTo>
                <a:close/>
                <a:lnTo>
                  <a:pt x="68159" y="519864"/>
                </a:lnTo>
                <a:close/>
                <a:lnTo>
                  <a:pt x="68159" y="519864"/>
                </a:lnTo>
                <a:close/>
                <a:lnTo>
                  <a:pt x="65130" y="519864"/>
                </a:lnTo>
                <a:close/>
                <a:lnTo>
                  <a:pt x="65130" y="519864"/>
                </a:lnTo>
                <a:close/>
                <a:lnTo>
                  <a:pt x="62101" y="519864"/>
                </a:lnTo>
                <a:close/>
                <a:lnTo>
                  <a:pt x="62101" y="519864"/>
                </a:lnTo>
                <a:close/>
                <a:lnTo>
                  <a:pt x="59071" y="519864"/>
                </a:lnTo>
                <a:close/>
                <a:lnTo>
                  <a:pt x="59071" y="519864"/>
                </a:lnTo>
                <a:close/>
                <a:lnTo>
                  <a:pt x="56042" y="519864"/>
                </a:lnTo>
                <a:close/>
                <a:lnTo>
                  <a:pt x="56042" y="519864"/>
                </a:lnTo>
                <a:close/>
                <a:lnTo>
                  <a:pt x="53013" y="519864"/>
                </a:lnTo>
                <a:close/>
                <a:lnTo>
                  <a:pt x="53013" y="519864"/>
                </a:lnTo>
                <a:close/>
                <a:lnTo>
                  <a:pt x="49983" y="519864"/>
                </a:lnTo>
                <a:close/>
                <a:lnTo>
                  <a:pt x="49983" y="519864"/>
                </a:lnTo>
                <a:close/>
                <a:lnTo>
                  <a:pt x="46954" y="519864"/>
                </a:lnTo>
                <a:close/>
                <a:lnTo>
                  <a:pt x="46954" y="519864"/>
                </a:lnTo>
                <a:close/>
                <a:lnTo>
                  <a:pt x="43925" y="519864"/>
                </a:lnTo>
                <a:close/>
                <a:lnTo>
                  <a:pt x="43925" y="519864"/>
                </a:lnTo>
                <a:close/>
                <a:lnTo>
                  <a:pt x="40895" y="519864"/>
                </a:lnTo>
                <a:close/>
                <a:lnTo>
                  <a:pt x="40895" y="519864"/>
                </a:lnTo>
                <a:close/>
                <a:lnTo>
                  <a:pt x="37866" y="519864"/>
                </a:lnTo>
                <a:close/>
                <a:lnTo>
                  <a:pt x="37866" y="519864"/>
                </a:lnTo>
                <a:close/>
                <a:lnTo>
                  <a:pt x="34837" y="519864"/>
                </a:lnTo>
                <a:close/>
                <a:lnTo>
                  <a:pt x="34837" y="519864"/>
                </a:lnTo>
                <a:close/>
                <a:lnTo>
                  <a:pt x="31808" y="519864"/>
                </a:lnTo>
                <a:close/>
                <a:lnTo>
                  <a:pt x="31808" y="519864"/>
                </a:lnTo>
                <a:close/>
                <a:lnTo>
                  <a:pt x="28778" y="519864"/>
                </a:lnTo>
                <a:close/>
                <a:lnTo>
                  <a:pt x="28778" y="519864"/>
                </a:lnTo>
                <a:close/>
                <a:lnTo>
                  <a:pt x="25749" y="519864"/>
                </a:lnTo>
                <a:close/>
                <a:lnTo>
                  <a:pt x="25749" y="519864"/>
                </a:lnTo>
                <a:close/>
                <a:lnTo>
                  <a:pt x="22720" y="519864"/>
                </a:lnTo>
                <a:close/>
                <a:lnTo>
                  <a:pt x="22720" y="519864"/>
                </a:lnTo>
                <a:close/>
                <a:lnTo>
                  <a:pt x="19690" y="519864"/>
                </a:lnTo>
                <a:close/>
                <a:lnTo>
                  <a:pt x="19690" y="519864"/>
                </a:lnTo>
                <a:close/>
                <a:lnTo>
                  <a:pt x="16661" y="519864"/>
                </a:lnTo>
                <a:close/>
                <a:lnTo>
                  <a:pt x="16661" y="519864"/>
                </a:lnTo>
                <a:close/>
                <a:lnTo>
                  <a:pt x="13632" y="519864"/>
                </a:lnTo>
                <a:close/>
                <a:lnTo>
                  <a:pt x="13632" y="519864"/>
                </a:lnTo>
                <a:close/>
                <a:lnTo>
                  <a:pt x="10603" y="519864"/>
                </a:lnTo>
                <a:close/>
                <a:lnTo>
                  <a:pt x="10603" y="519864"/>
                </a:lnTo>
                <a:close/>
                <a:lnTo>
                  <a:pt x="7573" y="519864"/>
                </a:lnTo>
                <a:close/>
                <a:lnTo>
                  <a:pt x="7573" y="519864"/>
                </a:lnTo>
                <a:close/>
                <a:lnTo>
                  <a:pt x="4544" y="519864"/>
                </a:lnTo>
                <a:close/>
                <a:lnTo>
                  <a:pt x="4544" y="519864"/>
                </a:lnTo>
                <a:close/>
                <a:lnTo>
                  <a:pt x="1515" y="519864"/>
                </a:lnTo>
                <a:close/>
                <a:lnTo>
                  <a:pt x="1515" y="519864"/>
                </a:lnTo>
                <a:close/>
                <a:lnTo>
                  <a:pt x="0" y="519864"/>
                </a:lnTo>
                <a:close/>
                <a:lnTo>
                  <a:pt x="0" y="519864"/>
                </a:lnTo>
                <a:close/>
              </a:path>
            </a:pathLst>
          </a:custGeom>
          <a:solidFill>
            <a:srgbClr val="A9B8D6">
              <a:alpha val="25000"/>
            </a:srgbClr>
          </a:solidFill>
          <a:ln w="12700">
            <a:solidFill>
              <a:srgbClr val="A9B8D6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751508" y="438515"/>
            <a:ext cx="905758" cy="1317644"/>
          </a:xfrm>
          <a:custGeom>
            <a:avLst/>
            <a:gdLst/>
            <a:ahLst/>
            <a:cxnLst/>
            <a:rect l="l" t="t" r="r" b="b"/>
            <a:pathLst>
              <a:path w="905758" h="1317644">
                <a:moveTo>
                  <a:pt x="0" y="1317644"/>
                </a:moveTo>
                <a:lnTo>
                  <a:pt x="0" y="1317619"/>
                </a:lnTo>
                <a:close/>
                <a:lnTo>
                  <a:pt x="3029" y="1317615"/>
                </a:lnTo>
                <a:close/>
                <a:lnTo>
                  <a:pt x="6059" y="1317611"/>
                </a:lnTo>
                <a:close/>
                <a:lnTo>
                  <a:pt x="9088" y="1317606"/>
                </a:lnTo>
                <a:close/>
                <a:lnTo>
                  <a:pt x="12117" y="1317601"/>
                </a:lnTo>
                <a:close/>
                <a:lnTo>
                  <a:pt x="15147" y="1317596"/>
                </a:lnTo>
                <a:close/>
                <a:lnTo>
                  <a:pt x="18176" y="1317589"/>
                </a:lnTo>
                <a:close/>
                <a:lnTo>
                  <a:pt x="21205" y="1317582"/>
                </a:lnTo>
                <a:close/>
                <a:lnTo>
                  <a:pt x="24234" y="1317574"/>
                </a:lnTo>
                <a:close/>
                <a:lnTo>
                  <a:pt x="27264" y="1317565"/>
                </a:lnTo>
                <a:close/>
                <a:lnTo>
                  <a:pt x="30293" y="1317554"/>
                </a:lnTo>
                <a:close/>
                <a:lnTo>
                  <a:pt x="33322" y="1317543"/>
                </a:lnTo>
                <a:close/>
                <a:lnTo>
                  <a:pt x="36352" y="1317530"/>
                </a:lnTo>
                <a:close/>
                <a:lnTo>
                  <a:pt x="39381" y="1317515"/>
                </a:lnTo>
                <a:close/>
                <a:lnTo>
                  <a:pt x="42410" y="1317499"/>
                </a:lnTo>
                <a:close/>
                <a:lnTo>
                  <a:pt x="45439" y="1317481"/>
                </a:lnTo>
                <a:close/>
                <a:lnTo>
                  <a:pt x="48469" y="1317461"/>
                </a:lnTo>
                <a:close/>
                <a:lnTo>
                  <a:pt x="51498" y="1317438"/>
                </a:lnTo>
                <a:close/>
                <a:lnTo>
                  <a:pt x="54527" y="1317413"/>
                </a:lnTo>
                <a:close/>
                <a:lnTo>
                  <a:pt x="57557" y="1317385"/>
                </a:lnTo>
                <a:close/>
                <a:lnTo>
                  <a:pt x="60586" y="1317353"/>
                </a:lnTo>
                <a:close/>
                <a:lnTo>
                  <a:pt x="63615" y="1317318"/>
                </a:lnTo>
                <a:close/>
                <a:lnTo>
                  <a:pt x="66644" y="1317280"/>
                </a:lnTo>
                <a:close/>
                <a:lnTo>
                  <a:pt x="69674" y="1317237"/>
                </a:lnTo>
                <a:close/>
                <a:lnTo>
                  <a:pt x="72703" y="1317189"/>
                </a:lnTo>
                <a:close/>
                <a:lnTo>
                  <a:pt x="75732" y="1317136"/>
                </a:lnTo>
                <a:close/>
                <a:lnTo>
                  <a:pt x="78762" y="1317077"/>
                </a:lnTo>
                <a:close/>
                <a:lnTo>
                  <a:pt x="81791" y="1317013"/>
                </a:lnTo>
                <a:close/>
                <a:lnTo>
                  <a:pt x="84820" y="1316941"/>
                </a:lnTo>
                <a:close/>
                <a:lnTo>
                  <a:pt x="87849" y="1316861"/>
                </a:lnTo>
                <a:close/>
                <a:lnTo>
                  <a:pt x="90879" y="1316774"/>
                </a:lnTo>
                <a:close/>
                <a:lnTo>
                  <a:pt x="93908" y="1316677"/>
                </a:lnTo>
                <a:close/>
                <a:lnTo>
                  <a:pt x="96937" y="1316570"/>
                </a:lnTo>
                <a:close/>
                <a:lnTo>
                  <a:pt x="99967" y="1316453"/>
                </a:lnTo>
                <a:close/>
                <a:lnTo>
                  <a:pt x="102996" y="1316324"/>
                </a:lnTo>
                <a:close/>
                <a:lnTo>
                  <a:pt x="106025" y="1316181"/>
                </a:lnTo>
                <a:close/>
                <a:lnTo>
                  <a:pt x="109055" y="1316025"/>
                </a:lnTo>
                <a:close/>
                <a:lnTo>
                  <a:pt x="112084" y="1315853"/>
                </a:lnTo>
                <a:close/>
                <a:lnTo>
                  <a:pt x="115113" y="1315665"/>
                </a:lnTo>
                <a:close/>
                <a:lnTo>
                  <a:pt x="118142" y="1315458"/>
                </a:lnTo>
                <a:close/>
                <a:lnTo>
                  <a:pt x="121172" y="1315232"/>
                </a:lnTo>
                <a:close/>
                <a:lnTo>
                  <a:pt x="124201" y="1314985"/>
                </a:lnTo>
                <a:close/>
                <a:lnTo>
                  <a:pt x="127230" y="1314714"/>
                </a:lnTo>
                <a:close/>
                <a:lnTo>
                  <a:pt x="130260" y="1314418"/>
                </a:lnTo>
                <a:close/>
                <a:lnTo>
                  <a:pt x="133289" y="1314095"/>
                </a:lnTo>
                <a:close/>
                <a:lnTo>
                  <a:pt x="136318" y="1313743"/>
                </a:lnTo>
                <a:close/>
                <a:lnTo>
                  <a:pt x="139347" y="1313359"/>
                </a:lnTo>
                <a:close/>
                <a:lnTo>
                  <a:pt x="142377" y="1312940"/>
                </a:lnTo>
                <a:close/>
                <a:lnTo>
                  <a:pt x="145406" y="1312485"/>
                </a:lnTo>
                <a:close/>
                <a:lnTo>
                  <a:pt x="148435" y="1311990"/>
                </a:lnTo>
                <a:close/>
                <a:lnTo>
                  <a:pt x="151465" y="1311452"/>
                </a:lnTo>
                <a:close/>
                <a:lnTo>
                  <a:pt x="154494" y="1310869"/>
                </a:lnTo>
                <a:close/>
                <a:lnTo>
                  <a:pt x="157523" y="1310236"/>
                </a:lnTo>
                <a:close/>
                <a:lnTo>
                  <a:pt x="160552" y="1309550"/>
                </a:lnTo>
                <a:close/>
                <a:lnTo>
                  <a:pt x="163582" y="1308807"/>
                </a:lnTo>
                <a:close/>
                <a:lnTo>
                  <a:pt x="166611" y="1308004"/>
                </a:lnTo>
                <a:close/>
                <a:lnTo>
                  <a:pt x="169640" y="1307135"/>
                </a:lnTo>
                <a:close/>
                <a:lnTo>
                  <a:pt x="172670" y="1306197"/>
                </a:lnTo>
                <a:close/>
                <a:lnTo>
                  <a:pt x="175699" y="1305185"/>
                </a:lnTo>
                <a:close/>
                <a:lnTo>
                  <a:pt x="178728" y="1304094"/>
                </a:lnTo>
                <a:close/>
                <a:lnTo>
                  <a:pt x="181758" y="1302918"/>
                </a:lnTo>
                <a:close/>
                <a:lnTo>
                  <a:pt x="184787" y="1301653"/>
                </a:lnTo>
                <a:close/>
                <a:lnTo>
                  <a:pt x="187816" y="1300292"/>
                </a:lnTo>
                <a:close/>
                <a:lnTo>
                  <a:pt x="190845" y="1298829"/>
                </a:lnTo>
                <a:close/>
                <a:lnTo>
                  <a:pt x="193875" y="1297259"/>
                </a:lnTo>
                <a:close/>
                <a:lnTo>
                  <a:pt x="196904" y="1295575"/>
                </a:lnTo>
                <a:close/>
                <a:lnTo>
                  <a:pt x="199933" y="1293770"/>
                </a:lnTo>
                <a:close/>
                <a:lnTo>
                  <a:pt x="202963" y="1291837"/>
                </a:lnTo>
                <a:close/>
                <a:lnTo>
                  <a:pt x="205992" y="1289768"/>
                </a:lnTo>
                <a:close/>
                <a:lnTo>
                  <a:pt x="209021" y="1287557"/>
                </a:lnTo>
                <a:close/>
                <a:lnTo>
                  <a:pt x="212050" y="1285195"/>
                </a:lnTo>
                <a:close/>
                <a:lnTo>
                  <a:pt x="215080" y="1282674"/>
                </a:lnTo>
                <a:close/>
                <a:lnTo>
                  <a:pt x="218109" y="1279987"/>
                </a:lnTo>
                <a:close/>
                <a:lnTo>
                  <a:pt x="221138" y="1277124"/>
                </a:lnTo>
                <a:close/>
                <a:lnTo>
                  <a:pt x="224168" y="1274076"/>
                </a:lnTo>
                <a:close/>
                <a:lnTo>
                  <a:pt x="227197" y="1270835"/>
                </a:lnTo>
                <a:close/>
                <a:lnTo>
                  <a:pt x="230226" y="1267391"/>
                </a:lnTo>
                <a:close/>
                <a:lnTo>
                  <a:pt x="233255" y="1263735"/>
                </a:lnTo>
                <a:close/>
                <a:lnTo>
                  <a:pt x="236285" y="1259857"/>
                </a:lnTo>
                <a:close/>
                <a:lnTo>
                  <a:pt x="239314" y="1255747"/>
                </a:lnTo>
                <a:close/>
                <a:lnTo>
                  <a:pt x="242343" y="1251395"/>
                </a:lnTo>
                <a:close/>
                <a:lnTo>
                  <a:pt x="245373" y="1246792"/>
                </a:lnTo>
                <a:close/>
                <a:lnTo>
                  <a:pt x="248402" y="1241927"/>
                </a:lnTo>
                <a:close/>
                <a:lnTo>
                  <a:pt x="251431" y="1236789"/>
                </a:lnTo>
                <a:close/>
                <a:lnTo>
                  <a:pt x="254460" y="1231369"/>
                </a:lnTo>
                <a:close/>
                <a:lnTo>
                  <a:pt x="257490" y="1225655"/>
                </a:lnTo>
                <a:close/>
                <a:lnTo>
                  <a:pt x="260519" y="1219638"/>
                </a:lnTo>
                <a:close/>
                <a:lnTo>
                  <a:pt x="263548" y="1213307"/>
                </a:lnTo>
                <a:close/>
                <a:lnTo>
                  <a:pt x="266578" y="1206652"/>
                </a:lnTo>
                <a:close/>
                <a:lnTo>
                  <a:pt x="269607" y="1199662"/>
                </a:lnTo>
                <a:close/>
                <a:lnTo>
                  <a:pt x="272636" y="1192328"/>
                </a:lnTo>
                <a:close/>
                <a:lnTo>
                  <a:pt x="275666" y="1184639"/>
                </a:lnTo>
                <a:close/>
                <a:lnTo>
                  <a:pt x="278695" y="1176587"/>
                </a:lnTo>
                <a:close/>
                <a:lnTo>
                  <a:pt x="281724" y="1168161"/>
                </a:lnTo>
                <a:close/>
                <a:lnTo>
                  <a:pt x="284753" y="1159352"/>
                </a:lnTo>
                <a:close/>
                <a:lnTo>
                  <a:pt x="287783" y="1150152"/>
                </a:lnTo>
                <a:close/>
                <a:lnTo>
                  <a:pt x="290812" y="1140553"/>
                </a:lnTo>
                <a:close/>
                <a:lnTo>
                  <a:pt x="293841" y="1130547"/>
                </a:lnTo>
                <a:close/>
                <a:lnTo>
                  <a:pt x="296871" y="1120125"/>
                </a:lnTo>
                <a:close/>
                <a:lnTo>
                  <a:pt x="299900" y="1109283"/>
                </a:lnTo>
                <a:close/>
                <a:lnTo>
                  <a:pt x="302929" y="1098013"/>
                </a:lnTo>
                <a:close/>
                <a:lnTo>
                  <a:pt x="305958" y="1086310"/>
                </a:lnTo>
                <a:close/>
                <a:lnTo>
                  <a:pt x="308988" y="1074169"/>
                </a:lnTo>
                <a:close/>
                <a:lnTo>
                  <a:pt x="312017" y="1061587"/>
                </a:lnTo>
                <a:close/>
                <a:lnTo>
                  <a:pt x="315046" y="1048560"/>
                </a:lnTo>
                <a:close/>
                <a:lnTo>
                  <a:pt x="318076" y="1035086"/>
                </a:lnTo>
                <a:close/>
                <a:lnTo>
                  <a:pt x="321105" y="1021163"/>
                </a:lnTo>
                <a:close/>
                <a:lnTo>
                  <a:pt x="324134" y="1006792"/>
                </a:lnTo>
                <a:close/>
                <a:lnTo>
                  <a:pt x="327163" y="991973"/>
                </a:lnTo>
                <a:close/>
                <a:lnTo>
                  <a:pt x="330193" y="976708"/>
                </a:lnTo>
                <a:close/>
                <a:lnTo>
                  <a:pt x="333222" y="960999"/>
                </a:lnTo>
                <a:close/>
                <a:lnTo>
                  <a:pt x="336251" y="944851"/>
                </a:lnTo>
                <a:close/>
                <a:lnTo>
                  <a:pt x="339281" y="928270"/>
                </a:lnTo>
                <a:close/>
                <a:lnTo>
                  <a:pt x="342310" y="911261"/>
                </a:lnTo>
                <a:close/>
                <a:lnTo>
                  <a:pt x="345339" y="893832"/>
                </a:lnTo>
                <a:close/>
                <a:lnTo>
                  <a:pt x="348369" y="875994"/>
                </a:lnTo>
                <a:close/>
                <a:lnTo>
                  <a:pt x="351398" y="857755"/>
                </a:lnTo>
                <a:close/>
                <a:lnTo>
                  <a:pt x="354427" y="839129"/>
                </a:lnTo>
                <a:close/>
                <a:lnTo>
                  <a:pt x="357456" y="820128"/>
                </a:lnTo>
                <a:close/>
                <a:lnTo>
                  <a:pt x="360486" y="800768"/>
                </a:lnTo>
                <a:close/>
                <a:lnTo>
                  <a:pt x="363515" y="781063"/>
                </a:lnTo>
                <a:close/>
                <a:lnTo>
                  <a:pt x="366544" y="761033"/>
                </a:lnTo>
                <a:close/>
                <a:lnTo>
                  <a:pt x="369574" y="740695"/>
                </a:lnTo>
                <a:close/>
                <a:lnTo>
                  <a:pt x="372603" y="720070"/>
                </a:lnTo>
                <a:close/>
                <a:lnTo>
                  <a:pt x="375632" y="699180"/>
                </a:lnTo>
                <a:close/>
                <a:lnTo>
                  <a:pt x="378661" y="678048"/>
                </a:lnTo>
                <a:close/>
                <a:lnTo>
                  <a:pt x="381691" y="656699"/>
                </a:lnTo>
                <a:close/>
                <a:lnTo>
                  <a:pt x="384720" y="635158"/>
                </a:lnTo>
                <a:close/>
                <a:lnTo>
                  <a:pt x="387749" y="613453"/>
                </a:lnTo>
                <a:close/>
                <a:lnTo>
                  <a:pt x="390779" y="591612"/>
                </a:lnTo>
                <a:close/>
                <a:lnTo>
                  <a:pt x="393808" y="569664"/>
                </a:lnTo>
                <a:close/>
                <a:lnTo>
                  <a:pt x="396837" y="547641"/>
                </a:lnTo>
                <a:close/>
                <a:lnTo>
                  <a:pt x="399866" y="525573"/>
                </a:lnTo>
                <a:close/>
                <a:lnTo>
                  <a:pt x="402896" y="503496"/>
                </a:lnTo>
                <a:close/>
                <a:lnTo>
                  <a:pt x="405925" y="481441"/>
                </a:lnTo>
                <a:close/>
                <a:lnTo>
                  <a:pt x="408954" y="459443"/>
                </a:lnTo>
                <a:close/>
                <a:lnTo>
                  <a:pt x="411984" y="437540"/>
                </a:lnTo>
                <a:close/>
                <a:lnTo>
                  <a:pt x="415013" y="415765"/>
                </a:lnTo>
                <a:close/>
                <a:lnTo>
                  <a:pt x="418042" y="394157"/>
                </a:lnTo>
                <a:close/>
                <a:lnTo>
                  <a:pt x="421072" y="372753"/>
                </a:lnTo>
                <a:close/>
                <a:lnTo>
                  <a:pt x="424101" y="351590"/>
                </a:lnTo>
                <a:close/>
                <a:lnTo>
                  <a:pt x="427130" y="330706"/>
                </a:lnTo>
                <a:close/>
                <a:lnTo>
                  <a:pt x="430159" y="310140"/>
                </a:lnTo>
                <a:close/>
                <a:lnTo>
                  <a:pt x="433189" y="289930"/>
                </a:lnTo>
                <a:close/>
                <a:lnTo>
                  <a:pt x="436218" y="270115"/>
                </a:lnTo>
                <a:close/>
                <a:lnTo>
                  <a:pt x="439247" y="250732"/>
                </a:lnTo>
                <a:close/>
                <a:lnTo>
                  <a:pt x="442277" y="231819"/>
                </a:lnTo>
                <a:close/>
                <a:lnTo>
                  <a:pt x="445306" y="213415"/>
                </a:lnTo>
                <a:close/>
                <a:lnTo>
                  <a:pt x="448335" y="195555"/>
                </a:lnTo>
                <a:close/>
                <a:lnTo>
                  <a:pt x="451364" y="178275"/>
                </a:lnTo>
                <a:close/>
                <a:lnTo>
                  <a:pt x="454394" y="161613"/>
                </a:lnTo>
                <a:close/>
                <a:lnTo>
                  <a:pt x="457423" y="145601"/>
                </a:lnTo>
                <a:close/>
                <a:lnTo>
                  <a:pt x="460452" y="130274"/>
                </a:lnTo>
                <a:close/>
                <a:lnTo>
                  <a:pt x="463482" y="115665"/>
                </a:lnTo>
                <a:close/>
                <a:lnTo>
                  <a:pt x="466511" y="101804"/>
                </a:lnTo>
                <a:close/>
                <a:lnTo>
                  <a:pt x="469540" y="88721"/>
                </a:lnTo>
                <a:close/>
                <a:lnTo>
                  <a:pt x="472569" y="76445"/>
                </a:lnTo>
                <a:close/>
                <a:lnTo>
                  <a:pt x="475599" y="65003"/>
                </a:lnTo>
                <a:close/>
                <a:lnTo>
                  <a:pt x="478628" y="54419"/>
                </a:lnTo>
                <a:close/>
                <a:lnTo>
                  <a:pt x="481657" y="44718"/>
                </a:lnTo>
                <a:close/>
                <a:lnTo>
                  <a:pt x="484687" y="35922"/>
                </a:lnTo>
                <a:close/>
                <a:lnTo>
                  <a:pt x="487716" y="28048"/>
                </a:lnTo>
                <a:close/>
                <a:lnTo>
                  <a:pt x="490745" y="21117"/>
                </a:lnTo>
                <a:close/>
                <a:lnTo>
                  <a:pt x="493774" y="15142"/>
                </a:lnTo>
                <a:close/>
                <a:lnTo>
                  <a:pt x="496804" y="10138"/>
                </a:lnTo>
                <a:close/>
                <a:lnTo>
                  <a:pt x="499833" y="6117"/>
                </a:lnTo>
                <a:close/>
                <a:lnTo>
                  <a:pt x="502862" y="3086"/>
                </a:lnTo>
                <a:close/>
                <a:lnTo>
                  <a:pt x="505892" y="1054"/>
                </a:lnTo>
                <a:close/>
                <a:lnTo>
                  <a:pt x="508921" y="24"/>
                </a:lnTo>
                <a:close/>
                <a:lnTo>
                  <a:pt x="511950" y="0"/>
                </a:lnTo>
                <a:close/>
                <a:lnTo>
                  <a:pt x="514980" y="981"/>
                </a:lnTo>
                <a:close/>
                <a:lnTo>
                  <a:pt x="518009" y="2964"/>
                </a:lnTo>
                <a:close/>
                <a:lnTo>
                  <a:pt x="521038" y="5946"/>
                </a:lnTo>
                <a:close/>
                <a:lnTo>
                  <a:pt x="524067" y="9920"/>
                </a:lnTo>
                <a:close/>
                <a:lnTo>
                  <a:pt x="527097" y="14876"/>
                </a:lnTo>
                <a:close/>
                <a:lnTo>
                  <a:pt x="530126" y="20804"/>
                </a:lnTo>
                <a:close/>
                <a:lnTo>
                  <a:pt x="533155" y="27690"/>
                </a:lnTo>
                <a:close/>
                <a:lnTo>
                  <a:pt x="536185" y="35517"/>
                </a:lnTo>
                <a:close/>
                <a:lnTo>
                  <a:pt x="539214" y="44270"/>
                </a:lnTo>
                <a:close/>
                <a:lnTo>
                  <a:pt x="542243" y="53927"/>
                </a:lnTo>
                <a:close/>
                <a:lnTo>
                  <a:pt x="545272" y="64468"/>
                </a:lnTo>
                <a:close/>
                <a:lnTo>
                  <a:pt x="548302" y="75869"/>
                </a:lnTo>
                <a:close/>
                <a:lnTo>
                  <a:pt x="551331" y="88105"/>
                </a:lnTo>
                <a:close/>
                <a:lnTo>
                  <a:pt x="554360" y="101149"/>
                </a:lnTo>
                <a:close/>
                <a:lnTo>
                  <a:pt x="557390" y="114973"/>
                </a:lnTo>
                <a:close/>
                <a:lnTo>
                  <a:pt x="560419" y="129547"/>
                </a:lnTo>
                <a:close/>
                <a:lnTo>
                  <a:pt x="563448" y="144840"/>
                </a:lnTo>
                <a:close/>
                <a:lnTo>
                  <a:pt x="566477" y="160819"/>
                </a:lnTo>
                <a:close/>
                <a:lnTo>
                  <a:pt x="569507" y="177451"/>
                </a:lnTo>
                <a:close/>
                <a:lnTo>
                  <a:pt x="572536" y="194701"/>
                </a:lnTo>
                <a:close/>
                <a:lnTo>
                  <a:pt x="575565" y="212534"/>
                </a:lnTo>
                <a:close/>
                <a:lnTo>
                  <a:pt x="578595" y="230913"/>
                </a:lnTo>
                <a:close/>
                <a:lnTo>
                  <a:pt x="581624" y="249802"/>
                </a:lnTo>
                <a:close/>
                <a:lnTo>
                  <a:pt x="584653" y="269162"/>
                </a:lnTo>
                <a:close/>
                <a:lnTo>
                  <a:pt x="587683" y="288958"/>
                </a:lnTo>
                <a:close/>
                <a:lnTo>
                  <a:pt x="590712" y="309149"/>
                </a:lnTo>
                <a:close/>
                <a:lnTo>
                  <a:pt x="593741" y="329699"/>
                </a:lnTo>
                <a:close/>
                <a:lnTo>
                  <a:pt x="596770" y="350568"/>
                </a:lnTo>
                <a:close/>
                <a:lnTo>
                  <a:pt x="599800" y="371718"/>
                </a:lnTo>
                <a:close/>
                <a:lnTo>
                  <a:pt x="602829" y="393111"/>
                </a:lnTo>
                <a:close/>
                <a:lnTo>
                  <a:pt x="605858" y="414710"/>
                </a:lnTo>
                <a:close/>
                <a:lnTo>
                  <a:pt x="608888" y="436478"/>
                </a:lnTo>
                <a:close/>
                <a:lnTo>
                  <a:pt x="611917" y="458376"/>
                </a:lnTo>
                <a:close/>
                <a:lnTo>
                  <a:pt x="614946" y="480370"/>
                </a:lnTo>
                <a:close/>
                <a:lnTo>
                  <a:pt x="617975" y="502423"/>
                </a:lnTo>
                <a:close/>
                <a:lnTo>
                  <a:pt x="621005" y="524500"/>
                </a:lnTo>
                <a:close/>
                <a:lnTo>
                  <a:pt x="624034" y="546569"/>
                </a:lnTo>
                <a:close/>
                <a:lnTo>
                  <a:pt x="627063" y="568595"/>
                </a:lnTo>
                <a:close/>
                <a:lnTo>
                  <a:pt x="630093" y="590547"/>
                </a:lnTo>
                <a:close/>
                <a:lnTo>
                  <a:pt x="633122" y="612394"/>
                </a:lnTo>
                <a:close/>
                <a:lnTo>
                  <a:pt x="636151" y="634107"/>
                </a:lnTo>
                <a:close/>
                <a:lnTo>
                  <a:pt x="639180" y="655656"/>
                </a:lnTo>
                <a:close/>
                <a:lnTo>
                  <a:pt x="642210" y="677015"/>
                </a:lnTo>
                <a:close/>
                <a:lnTo>
                  <a:pt x="645239" y="698158"/>
                </a:lnTo>
                <a:close/>
                <a:lnTo>
                  <a:pt x="648268" y="719061"/>
                </a:lnTo>
                <a:close/>
                <a:lnTo>
                  <a:pt x="651298" y="739699"/>
                </a:lnTo>
                <a:close/>
                <a:lnTo>
                  <a:pt x="654327" y="760051"/>
                </a:lnTo>
                <a:close/>
                <a:lnTo>
                  <a:pt x="657356" y="780097"/>
                </a:lnTo>
                <a:close/>
                <a:lnTo>
                  <a:pt x="660386" y="799818"/>
                </a:lnTo>
                <a:close/>
                <a:lnTo>
                  <a:pt x="663415" y="819195"/>
                </a:lnTo>
                <a:close/>
                <a:lnTo>
                  <a:pt x="666444" y="838214"/>
                </a:lnTo>
                <a:close/>
                <a:lnTo>
                  <a:pt x="669473" y="856859"/>
                </a:lnTo>
                <a:close/>
                <a:lnTo>
                  <a:pt x="672503" y="875116"/>
                </a:lnTo>
                <a:close/>
                <a:lnTo>
                  <a:pt x="675532" y="892975"/>
                </a:lnTo>
                <a:close/>
                <a:lnTo>
                  <a:pt x="678561" y="910423"/>
                </a:lnTo>
                <a:close/>
                <a:lnTo>
                  <a:pt x="681591" y="927453"/>
                </a:lnTo>
                <a:close/>
                <a:lnTo>
                  <a:pt x="684620" y="944055"/>
                </a:lnTo>
                <a:close/>
                <a:lnTo>
                  <a:pt x="687649" y="960224"/>
                </a:lnTo>
                <a:close/>
                <a:lnTo>
                  <a:pt x="690678" y="975954"/>
                </a:lnTo>
                <a:close/>
                <a:lnTo>
                  <a:pt x="693708" y="991241"/>
                </a:lnTo>
                <a:close/>
                <a:lnTo>
                  <a:pt x="696737" y="1006082"/>
                </a:lnTo>
                <a:close/>
                <a:lnTo>
                  <a:pt x="699766" y="1020475"/>
                </a:lnTo>
                <a:close/>
                <a:lnTo>
                  <a:pt x="702796" y="1034419"/>
                </a:lnTo>
                <a:close/>
                <a:lnTo>
                  <a:pt x="705825" y="1047915"/>
                </a:lnTo>
                <a:close/>
                <a:lnTo>
                  <a:pt x="708854" y="1060964"/>
                </a:lnTo>
                <a:close/>
                <a:lnTo>
                  <a:pt x="711883" y="1073568"/>
                </a:lnTo>
                <a:close/>
                <a:lnTo>
                  <a:pt x="714913" y="1085730"/>
                </a:lnTo>
                <a:close/>
                <a:lnTo>
                  <a:pt x="717942" y="1097454"/>
                </a:lnTo>
                <a:close/>
                <a:lnTo>
                  <a:pt x="720971" y="1108745"/>
                </a:lnTo>
                <a:close/>
                <a:lnTo>
                  <a:pt x="724001" y="1119608"/>
                </a:lnTo>
                <a:close/>
                <a:lnTo>
                  <a:pt x="727030" y="1130050"/>
                </a:lnTo>
                <a:close/>
                <a:lnTo>
                  <a:pt x="730059" y="1140076"/>
                </a:lnTo>
                <a:close/>
                <a:lnTo>
                  <a:pt x="733088" y="1149695"/>
                </a:lnTo>
                <a:close/>
                <a:lnTo>
                  <a:pt x="736118" y="1158914"/>
                </a:lnTo>
                <a:close/>
                <a:lnTo>
                  <a:pt x="739147" y="1167741"/>
                </a:lnTo>
                <a:close/>
                <a:lnTo>
                  <a:pt x="742176" y="1176186"/>
                </a:lnTo>
                <a:close/>
                <a:lnTo>
                  <a:pt x="745206" y="1184256"/>
                </a:lnTo>
                <a:close/>
                <a:lnTo>
                  <a:pt x="748235" y="1191962"/>
                </a:lnTo>
                <a:close/>
                <a:lnTo>
                  <a:pt x="751264" y="1199314"/>
                </a:lnTo>
                <a:close/>
                <a:lnTo>
                  <a:pt x="754294" y="1206320"/>
                </a:lnTo>
                <a:close/>
                <a:lnTo>
                  <a:pt x="757323" y="1212991"/>
                </a:lnTo>
                <a:close/>
                <a:lnTo>
                  <a:pt x="760352" y="1219338"/>
                </a:lnTo>
                <a:close/>
                <a:lnTo>
                  <a:pt x="763381" y="1225370"/>
                </a:lnTo>
                <a:close/>
                <a:lnTo>
                  <a:pt x="766411" y="1231098"/>
                </a:lnTo>
                <a:close/>
                <a:lnTo>
                  <a:pt x="769440" y="1236532"/>
                </a:lnTo>
                <a:close/>
                <a:lnTo>
                  <a:pt x="772469" y="1241683"/>
                </a:lnTo>
                <a:close/>
                <a:lnTo>
                  <a:pt x="775499" y="1246562"/>
                </a:lnTo>
                <a:close/>
                <a:lnTo>
                  <a:pt x="778528" y="1251178"/>
                </a:lnTo>
                <a:close/>
                <a:lnTo>
                  <a:pt x="781557" y="1255541"/>
                </a:lnTo>
                <a:close/>
                <a:lnTo>
                  <a:pt x="784586" y="1259662"/>
                </a:lnTo>
                <a:close/>
                <a:lnTo>
                  <a:pt x="787616" y="1263551"/>
                </a:lnTo>
                <a:close/>
                <a:lnTo>
                  <a:pt x="790645" y="1267218"/>
                </a:lnTo>
                <a:close/>
                <a:lnTo>
                  <a:pt x="793674" y="1270672"/>
                </a:lnTo>
                <a:close/>
                <a:lnTo>
                  <a:pt x="796704" y="1273923"/>
                </a:lnTo>
                <a:close/>
                <a:lnTo>
                  <a:pt x="799733" y="1276980"/>
                </a:lnTo>
                <a:close/>
                <a:lnTo>
                  <a:pt x="802762" y="1279852"/>
                </a:lnTo>
                <a:close/>
                <a:lnTo>
                  <a:pt x="805791" y="1282548"/>
                </a:lnTo>
                <a:close/>
                <a:lnTo>
                  <a:pt x="808821" y="1285076"/>
                </a:lnTo>
                <a:close/>
                <a:lnTo>
                  <a:pt x="811850" y="1287446"/>
                </a:lnTo>
                <a:close/>
                <a:lnTo>
                  <a:pt x="814879" y="1289664"/>
                </a:lnTo>
                <a:close/>
                <a:lnTo>
                  <a:pt x="817909" y="1291739"/>
                </a:lnTo>
                <a:close/>
                <a:lnTo>
                  <a:pt x="820938" y="1293679"/>
                </a:lnTo>
                <a:close/>
                <a:lnTo>
                  <a:pt x="823967" y="1295490"/>
                </a:lnTo>
                <a:close/>
                <a:lnTo>
                  <a:pt x="826997" y="1297180"/>
                </a:lnTo>
                <a:close/>
                <a:lnTo>
                  <a:pt x="830026" y="1298756"/>
                </a:lnTo>
                <a:close/>
                <a:lnTo>
                  <a:pt x="833055" y="1300223"/>
                </a:lnTo>
                <a:close/>
                <a:lnTo>
                  <a:pt x="836084" y="1301589"/>
                </a:lnTo>
                <a:close/>
                <a:lnTo>
                  <a:pt x="839114" y="1302859"/>
                </a:lnTo>
                <a:close/>
                <a:lnTo>
                  <a:pt x="842143" y="1304039"/>
                </a:lnTo>
                <a:close/>
                <a:lnTo>
                  <a:pt x="845172" y="1305134"/>
                </a:lnTo>
                <a:close/>
                <a:lnTo>
                  <a:pt x="848202" y="1306150"/>
                </a:lnTo>
                <a:close/>
                <a:lnTo>
                  <a:pt x="851231" y="1307091"/>
                </a:lnTo>
                <a:close/>
                <a:lnTo>
                  <a:pt x="854260" y="1307963"/>
                </a:lnTo>
                <a:close/>
                <a:lnTo>
                  <a:pt x="857289" y="1308770"/>
                </a:lnTo>
                <a:close/>
                <a:lnTo>
                  <a:pt x="860319" y="1309515"/>
                </a:lnTo>
                <a:close/>
                <a:lnTo>
                  <a:pt x="863348" y="1310204"/>
                </a:lnTo>
                <a:close/>
                <a:lnTo>
                  <a:pt x="866377" y="1310839"/>
                </a:lnTo>
                <a:close/>
                <a:lnTo>
                  <a:pt x="869407" y="1311425"/>
                </a:lnTo>
                <a:close/>
                <a:lnTo>
                  <a:pt x="872436" y="1311965"/>
                </a:lnTo>
                <a:close/>
                <a:lnTo>
                  <a:pt x="875465" y="1312462"/>
                </a:lnTo>
                <a:close/>
                <a:lnTo>
                  <a:pt x="878494" y="1312919"/>
                </a:lnTo>
                <a:close/>
                <a:lnTo>
                  <a:pt x="881524" y="1313339"/>
                </a:lnTo>
                <a:close/>
                <a:lnTo>
                  <a:pt x="884553" y="1313725"/>
                </a:lnTo>
                <a:close/>
                <a:lnTo>
                  <a:pt x="887582" y="1314079"/>
                </a:lnTo>
                <a:close/>
                <a:lnTo>
                  <a:pt x="890612" y="1314403"/>
                </a:lnTo>
                <a:close/>
                <a:lnTo>
                  <a:pt x="893641" y="1314700"/>
                </a:lnTo>
                <a:close/>
                <a:lnTo>
                  <a:pt x="896670" y="1314972"/>
                </a:lnTo>
                <a:close/>
                <a:lnTo>
                  <a:pt x="899700" y="1315221"/>
                </a:lnTo>
                <a:close/>
                <a:lnTo>
                  <a:pt x="902729" y="1315448"/>
                </a:lnTo>
                <a:close/>
                <a:lnTo>
                  <a:pt x="905758" y="1315655"/>
                </a:lnTo>
                <a:close/>
                <a:lnTo>
                  <a:pt x="905758" y="1317644"/>
                </a:lnTo>
                <a:close/>
                <a:lnTo>
                  <a:pt x="905758" y="1317644"/>
                </a:lnTo>
                <a:close/>
                <a:lnTo>
                  <a:pt x="902729" y="1317644"/>
                </a:lnTo>
                <a:close/>
                <a:lnTo>
                  <a:pt x="899700" y="1317644"/>
                </a:lnTo>
                <a:close/>
                <a:lnTo>
                  <a:pt x="896670" y="1317644"/>
                </a:lnTo>
                <a:close/>
                <a:lnTo>
                  <a:pt x="893641" y="1317644"/>
                </a:lnTo>
                <a:close/>
                <a:lnTo>
                  <a:pt x="890612" y="1317644"/>
                </a:lnTo>
                <a:close/>
                <a:lnTo>
                  <a:pt x="887582" y="1317644"/>
                </a:lnTo>
                <a:close/>
                <a:lnTo>
                  <a:pt x="884553" y="1317644"/>
                </a:lnTo>
                <a:close/>
                <a:lnTo>
                  <a:pt x="881524" y="1317644"/>
                </a:lnTo>
                <a:close/>
                <a:lnTo>
                  <a:pt x="878494" y="1317644"/>
                </a:lnTo>
                <a:close/>
                <a:lnTo>
                  <a:pt x="875465" y="1317644"/>
                </a:lnTo>
                <a:close/>
                <a:lnTo>
                  <a:pt x="872436" y="1317644"/>
                </a:lnTo>
                <a:close/>
                <a:lnTo>
                  <a:pt x="869407" y="1317644"/>
                </a:lnTo>
                <a:close/>
                <a:lnTo>
                  <a:pt x="866377" y="1317644"/>
                </a:lnTo>
                <a:close/>
                <a:lnTo>
                  <a:pt x="863348" y="1317644"/>
                </a:lnTo>
                <a:close/>
                <a:lnTo>
                  <a:pt x="860319" y="1317644"/>
                </a:lnTo>
                <a:close/>
                <a:lnTo>
                  <a:pt x="857289" y="1317644"/>
                </a:lnTo>
                <a:close/>
                <a:lnTo>
                  <a:pt x="854260" y="1317644"/>
                </a:lnTo>
                <a:close/>
                <a:lnTo>
                  <a:pt x="851231" y="1317644"/>
                </a:lnTo>
                <a:close/>
                <a:lnTo>
                  <a:pt x="848202" y="1317644"/>
                </a:lnTo>
                <a:close/>
                <a:lnTo>
                  <a:pt x="845172" y="1317644"/>
                </a:lnTo>
                <a:close/>
                <a:lnTo>
                  <a:pt x="842143" y="1317644"/>
                </a:lnTo>
                <a:close/>
                <a:lnTo>
                  <a:pt x="839114" y="1317644"/>
                </a:lnTo>
                <a:close/>
                <a:lnTo>
                  <a:pt x="836084" y="1317644"/>
                </a:lnTo>
                <a:close/>
                <a:lnTo>
                  <a:pt x="833055" y="1317644"/>
                </a:lnTo>
                <a:close/>
                <a:lnTo>
                  <a:pt x="830026" y="1317644"/>
                </a:lnTo>
                <a:close/>
                <a:lnTo>
                  <a:pt x="826997" y="1317644"/>
                </a:lnTo>
                <a:close/>
                <a:lnTo>
                  <a:pt x="823967" y="1317644"/>
                </a:lnTo>
                <a:close/>
                <a:lnTo>
                  <a:pt x="820938" y="1317644"/>
                </a:lnTo>
                <a:close/>
                <a:lnTo>
                  <a:pt x="817909" y="1317644"/>
                </a:lnTo>
                <a:close/>
                <a:lnTo>
                  <a:pt x="814879" y="1317644"/>
                </a:lnTo>
                <a:close/>
                <a:lnTo>
                  <a:pt x="811850" y="1317644"/>
                </a:lnTo>
                <a:close/>
                <a:lnTo>
                  <a:pt x="808821" y="1317644"/>
                </a:lnTo>
                <a:close/>
                <a:lnTo>
                  <a:pt x="805791" y="1317644"/>
                </a:lnTo>
                <a:close/>
                <a:lnTo>
                  <a:pt x="802762" y="1317644"/>
                </a:lnTo>
                <a:close/>
                <a:lnTo>
                  <a:pt x="799733" y="1317644"/>
                </a:lnTo>
                <a:close/>
                <a:lnTo>
                  <a:pt x="796704" y="1317644"/>
                </a:lnTo>
                <a:close/>
                <a:lnTo>
                  <a:pt x="793674" y="1317644"/>
                </a:lnTo>
                <a:close/>
                <a:lnTo>
                  <a:pt x="790645" y="1317644"/>
                </a:lnTo>
                <a:close/>
                <a:lnTo>
                  <a:pt x="787616" y="1317644"/>
                </a:lnTo>
                <a:close/>
                <a:lnTo>
                  <a:pt x="784586" y="1317644"/>
                </a:lnTo>
                <a:close/>
                <a:lnTo>
                  <a:pt x="781557" y="1317644"/>
                </a:lnTo>
                <a:close/>
                <a:lnTo>
                  <a:pt x="778528" y="1317644"/>
                </a:lnTo>
                <a:close/>
                <a:lnTo>
                  <a:pt x="775499" y="1317644"/>
                </a:lnTo>
                <a:close/>
                <a:lnTo>
                  <a:pt x="772469" y="1317644"/>
                </a:lnTo>
                <a:close/>
                <a:lnTo>
                  <a:pt x="769440" y="1317644"/>
                </a:lnTo>
                <a:close/>
                <a:lnTo>
                  <a:pt x="766411" y="1317644"/>
                </a:lnTo>
                <a:close/>
                <a:lnTo>
                  <a:pt x="763381" y="1317644"/>
                </a:lnTo>
                <a:close/>
                <a:lnTo>
                  <a:pt x="760352" y="1317644"/>
                </a:lnTo>
                <a:close/>
                <a:lnTo>
                  <a:pt x="757323" y="1317644"/>
                </a:lnTo>
                <a:close/>
                <a:lnTo>
                  <a:pt x="754294" y="1317644"/>
                </a:lnTo>
                <a:close/>
                <a:lnTo>
                  <a:pt x="751264" y="1317644"/>
                </a:lnTo>
                <a:close/>
                <a:lnTo>
                  <a:pt x="748235" y="1317644"/>
                </a:lnTo>
                <a:close/>
                <a:lnTo>
                  <a:pt x="745206" y="1317644"/>
                </a:lnTo>
                <a:close/>
                <a:lnTo>
                  <a:pt x="742176" y="1317644"/>
                </a:lnTo>
                <a:close/>
                <a:lnTo>
                  <a:pt x="739147" y="1317644"/>
                </a:lnTo>
                <a:close/>
                <a:lnTo>
                  <a:pt x="736118" y="1317644"/>
                </a:lnTo>
                <a:close/>
                <a:lnTo>
                  <a:pt x="733088" y="1317644"/>
                </a:lnTo>
                <a:close/>
                <a:lnTo>
                  <a:pt x="730059" y="1317644"/>
                </a:lnTo>
                <a:close/>
                <a:lnTo>
                  <a:pt x="727030" y="1317644"/>
                </a:lnTo>
                <a:close/>
                <a:lnTo>
                  <a:pt x="724001" y="1317644"/>
                </a:lnTo>
                <a:close/>
                <a:lnTo>
                  <a:pt x="720971" y="1317644"/>
                </a:lnTo>
                <a:close/>
                <a:lnTo>
                  <a:pt x="717942" y="1317644"/>
                </a:lnTo>
                <a:close/>
                <a:lnTo>
                  <a:pt x="714913" y="1317644"/>
                </a:lnTo>
                <a:close/>
                <a:lnTo>
                  <a:pt x="711883" y="1317644"/>
                </a:lnTo>
                <a:close/>
                <a:lnTo>
                  <a:pt x="708854" y="1317644"/>
                </a:lnTo>
                <a:close/>
                <a:lnTo>
                  <a:pt x="705825" y="1317644"/>
                </a:lnTo>
                <a:close/>
                <a:lnTo>
                  <a:pt x="702796" y="1317644"/>
                </a:lnTo>
                <a:close/>
                <a:lnTo>
                  <a:pt x="699766" y="1317644"/>
                </a:lnTo>
                <a:close/>
                <a:lnTo>
                  <a:pt x="696737" y="1317644"/>
                </a:lnTo>
                <a:close/>
                <a:lnTo>
                  <a:pt x="693708" y="1317644"/>
                </a:lnTo>
                <a:close/>
                <a:lnTo>
                  <a:pt x="690678" y="1317644"/>
                </a:lnTo>
                <a:close/>
                <a:lnTo>
                  <a:pt x="687649" y="1317644"/>
                </a:lnTo>
                <a:close/>
                <a:lnTo>
                  <a:pt x="684620" y="1317644"/>
                </a:lnTo>
                <a:close/>
                <a:lnTo>
                  <a:pt x="681591" y="1317644"/>
                </a:lnTo>
                <a:close/>
                <a:lnTo>
                  <a:pt x="678561" y="1317644"/>
                </a:lnTo>
                <a:close/>
                <a:lnTo>
                  <a:pt x="675532" y="1317644"/>
                </a:lnTo>
                <a:close/>
                <a:lnTo>
                  <a:pt x="672503" y="1317644"/>
                </a:lnTo>
                <a:close/>
                <a:lnTo>
                  <a:pt x="669473" y="1317644"/>
                </a:lnTo>
                <a:close/>
                <a:lnTo>
                  <a:pt x="666444" y="1317644"/>
                </a:lnTo>
                <a:close/>
                <a:lnTo>
                  <a:pt x="663415" y="1317644"/>
                </a:lnTo>
                <a:close/>
                <a:lnTo>
                  <a:pt x="660386" y="1317644"/>
                </a:lnTo>
                <a:close/>
                <a:lnTo>
                  <a:pt x="657356" y="1317644"/>
                </a:lnTo>
                <a:close/>
                <a:lnTo>
                  <a:pt x="654327" y="1317644"/>
                </a:lnTo>
                <a:close/>
                <a:lnTo>
                  <a:pt x="651298" y="1317644"/>
                </a:lnTo>
                <a:close/>
                <a:lnTo>
                  <a:pt x="648268" y="1317644"/>
                </a:lnTo>
                <a:close/>
                <a:lnTo>
                  <a:pt x="645239" y="1317644"/>
                </a:lnTo>
                <a:close/>
                <a:lnTo>
                  <a:pt x="642210" y="1317644"/>
                </a:lnTo>
                <a:close/>
                <a:lnTo>
                  <a:pt x="639180" y="1317644"/>
                </a:lnTo>
                <a:close/>
                <a:lnTo>
                  <a:pt x="636151" y="1317644"/>
                </a:lnTo>
                <a:close/>
                <a:lnTo>
                  <a:pt x="633122" y="1317644"/>
                </a:lnTo>
                <a:close/>
                <a:lnTo>
                  <a:pt x="630093" y="1317644"/>
                </a:lnTo>
                <a:close/>
                <a:lnTo>
                  <a:pt x="627063" y="1317644"/>
                </a:lnTo>
                <a:close/>
                <a:lnTo>
                  <a:pt x="624034" y="1317644"/>
                </a:lnTo>
                <a:close/>
                <a:lnTo>
                  <a:pt x="621005" y="1317644"/>
                </a:lnTo>
                <a:close/>
                <a:lnTo>
                  <a:pt x="617975" y="1317644"/>
                </a:lnTo>
                <a:close/>
                <a:lnTo>
                  <a:pt x="614946" y="1317644"/>
                </a:lnTo>
                <a:close/>
                <a:lnTo>
                  <a:pt x="611917" y="1317644"/>
                </a:lnTo>
                <a:close/>
                <a:lnTo>
                  <a:pt x="608888" y="1317644"/>
                </a:lnTo>
                <a:close/>
                <a:lnTo>
                  <a:pt x="605858" y="1317644"/>
                </a:lnTo>
                <a:close/>
                <a:lnTo>
                  <a:pt x="602829" y="1317644"/>
                </a:lnTo>
                <a:close/>
                <a:lnTo>
                  <a:pt x="599800" y="1317644"/>
                </a:lnTo>
                <a:close/>
                <a:lnTo>
                  <a:pt x="596770" y="1317644"/>
                </a:lnTo>
                <a:close/>
                <a:lnTo>
                  <a:pt x="593741" y="1317644"/>
                </a:lnTo>
                <a:close/>
                <a:lnTo>
                  <a:pt x="590712" y="1317644"/>
                </a:lnTo>
                <a:close/>
                <a:lnTo>
                  <a:pt x="587683" y="1317644"/>
                </a:lnTo>
                <a:close/>
                <a:lnTo>
                  <a:pt x="584653" y="1317644"/>
                </a:lnTo>
                <a:close/>
                <a:lnTo>
                  <a:pt x="581624" y="1317644"/>
                </a:lnTo>
                <a:close/>
                <a:lnTo>
                  <a:pt x="578595" y="1317644"/>
                </a:lnTo>
                <a:close/>
                <a:lnTo>
                  <a:pt x="575565" y="1317644"/>
                </a:lnTo>
                <a:close/>
                <a:lnTo>
                  <a:pt x="572536" y="1317644"/>
                </a:lnTo>
                <a:close/>
                <a:lnTo>
                  <a:pt x="569507" y="1317644"/>
                </a:lnTo>
                <a:close/>
                <a:lnTo>
                  <a:pt x="566477" y="1317644"/>
                </a:lnTo>
                <a:close/>
                <a:lnTo>
                  <a:pt x="563448" y="1317644"/>
                </a:lnTo>
                <a:close/>
                <a:lnTo>
                  <a:pt x="560419" y="1317644"/>
                </a:lnTo>
                <a:close/>
                <a:lnTo>
                  <a:pt x="557390" y="1317644"/>
                </a:lnTo>
                <a:close/>
                <a:lnTo>
                  <a:pt x="554360" y="1317644"/>
                </a:lnTo>
                <a:close/>
                <a:lnTo>
                  <a:pt x="551331" y="1317644"/>
                </a:lnTo>
                <a:close/>
                <a:lnTo>
                  <a:pt x="548302" y="1317644"/>
                </a:lnTo>
                <a:close/>
                <a:lnTo>
                  <a:pt x="545272" y="1317644"/>
                </a:lnTo>
                <a:close/>
                <a:lnTo>
                  <a:pt x="542243" y="1317644"/>
                </a:lnTo>
                <a:close/>
                <a:lnTo>
                  <a:pt x="539214" y="1317644"/>
                </a:lnTo>
                <a:close/>
                <a:lnTo>
                  <a:pt x="536185" y="1317644"/>
                </a:lnTo>
                <a:close/>
                <a:lnTo>
                  <a:pt x="533155" y="1317644"/>
                </a:lnTo>
                <a:close/>
                <a:lnTo>
                  <a:pt x="530126" y="1317644"/>
                </a:lnTo>
                <a:close/>
                <a:lnTo>
                  <a:pt x="527097" y="1317644"/>
                </a:lnTo>
                <a:close/>
                <a:lnTo>
                  <a:pt x="524067" y="1317644"/>
                </a:lnTo>
                <a:close/>
                <a:lnTo>
                  <a:pt x="521038" y="1317644"/>
                </a:lnTo>
                <a:close/>
                <a:lnTo>
                  <a:pt x="518009" y="1317644"/>
                </a:lnTo>
                <a:close/>
                <a:lnTo>
                  <a:pt x="514980" y="1317644"/>
                </a:lnTo>
                <a:close/>
                <a:lnTo>
                  <a:pt x="511950" y="1317644"/>
                </a:lnTo>
                <a:close/>
                <a:lnTo>
                  <a:pt x="508921" y="1317644"/>
                </a:lnTo>
                <a:close/>
                <a:lnTo>
                  <a:pt x="505892" y="1317644"/>
                </a:lnTo>
                <a:close/>
                <a:lnTo>
                  <a:pt x="502862" y="1317644"/>
                </a:lnTo>
                <a:close/>
                <a:lnTo>
                  <a:pt x="499833" y="1317644"/>
                </a:lnTo>
                <a:close/>
                <a:lnTo>
                  <a:pt x="496804" y="1317644"/>
                </a:lnTo>
                <a:close/>
                <a:lnTo>
                  <a:pt x="493774" y="1317644"/>
                </a:lnTo>
                <a:close/>
                <a:lnTo>
                  <a:pt x="490745" y="1317644"/>
                </a:lnTo>
                <a:close/>
                <a:lnTo>
                  <a:pt x="487716" y="1317644"/>
                </a:lnTo>
                <a:close/>
                <a:lnTo>
                  <a:pt x="484687" y="1317644"/>
                </a:lnTo>
                <a:close/>
                <a:lnTo>
                  <a:pt x="481657" y="1317644"/>
                </a:lnTo>
                <a:close/>
                <a:lnTo>
                  <a:pt x="478628" y="1317644"/>
                </a:lnTo>
                <a:close/>
                <a:lnTo>
                  <a:pt x="475599" y="1317644"/>
                </a:lnTo>
                <a:close/>
                <a:lnTo>
                  <a:pt x="472569" y="1317644"/>
                </a:lnTo>
                <a:close/>
                <a:lnTo>
                  <a:pt x="469540" y="1317644"/>
                </a:lnTo>
                <a:close/>
                <a:lnTo>
                  <a:pt x="466511" y="1317644"/>
                </a:lnTo>
                <a:close/>
                <a:lnTo>
                  <a:pt x="463482" y="1317644"/>
                </a:lnTo>
                <a:close/>
                <a:lnTo>
                  <a:pt x="460452" y="1317644"/>
                </a:lnTo>
                <a:close/>
                <a:lnTo>
                  <a:pt x="457423" y="1317644"/>
                </a:lnTo>
                <a:close/>
                <a:lnTo>
                  <a:pt x="454394" y="1317644"/>
                </a:lnTo>
                <a:close/>
                <a:lnTo>
                  <a:pt x="451364" y="1317644"/>
                </a:lnTo>
                <a:close/>
                <a:lnTo>
                  <a:pt x="448335" y="1317644"/>
                </a:lnTo>
                <a:close/>
                <a:lnTo>
                  <a:pt x="445306" y="1317644"/>
                </a:lnTo>
                <a:close/>
                <a:lnTo>
                  <a:pt x="442277" y="1317644"/>
                </a:lnTo>
                <a:close/>
                <a:lnTo>
                  <a:pt x="439247" y="1317644"/>
                </a:lnTo>
                <a:close/>
                <a:lnTo>
                  <a:pt x="436218" y="1317644"/>
                </a:lnTo>
                <a:close/>
                <a:lnTo>
                  <a:pt x="433189" y="1317644"/>
                </a:lnTo>
                <a:close/>
                <a:lnTo>
                  <a:pt x="430159" y="1317644"/>
                </a:lnTo>
                <a:close/>
                <a:lnTo>
                  <a:pt x="427130" y="1317644"/>
                </a:lnTo>
                <a:close/>
                <a:lnTo>
                  <a:pt x="424101" y="1317644"/>
                </a:lnTo>
                <a:close/>
                <a:lnTo>
                  <a:pt x="421072" y="1317644"/>
                </a:lnTo>
                <a:close/>
                <a:lnTo>
                  <a:pt x="418042" y="1317644"/>
                </a:lnTo>
                <a:close/>
                <a:lnTo>
                  <a:pt x="415013" y="1317644"/>
                </a:lnTo>
                <a:close/>
                <a:lnTo>
                  <a:pt x="411984" y="1317644"/>
                </a:lnTo>
                <a:close/>
                <a:lnTo>
                  <a:pt x="408954" y="1317644"/>
                </a:lnTo>
                <a:close/>
                <a:lnTo>
                  <a:pt x="405925" y="1317644"/>
                </a:lnTo>
                <a:close/>
                <a:lnTo>
                  <a:pt x="402896" y="1317644"/>
                </a:lnTo>
                <a:close/>
                <a:lnTo>
                  <a:pt x="399866" y="1317644"/>
                </a:lnTo>
                <a:close/>
                <a:lnTo>
                  <a:pt x="396837" y="1317644"/>
                </a:lnTo>
                <a:close/>
                <a:lnTo>
                  <a:pt x="393808" y="1317644"/>
                </a:lnTo>
                <a:close/>
                <a:lnTo>
                  <a:pt x="390779" y="1317644"/>
                </a:lnTo>
                <a:close/>
                <a:lnTo>
                  <a:pt x="387749" y="1317644"/>
                </a:lnTo>
                <a:close/>
                <a:lnTo>
                  <a:pt x="384720" y="1317644"/>
                </a:lnTo>
                <a:close/>
                <a:lnTo>
                  <a:pt x="381691" y="1317644"/>
                </a:lnTo>
                <a:close/>
                <a:lnTo>
                  <a:pt x="378661" y="1317644"/>
                </a:lnTo>
                <a:close/>
                <a:lnTo>
                  <a:pt x="375632" y="1317644"/>
                </a:lnTo>
                <a:close/>
                <a:lnTo>
                  <a:pt x="372603" y="1317644"/>
                </a:lnTo>
                <a:close/>
                <a:lnTo>
                  <a:pt x="369574" y="1317644"/>
                </a:lnTo>
                <a:close/>
                <a:lnTo>
                  <a:pt x="366544" y="1317644"/>
                </a:lnTo>
                <a:close/>
                <a:lnTo>
                  <a:pt x="363515" y="1317644"/>
                </a:lnTo>
                <a:close/>
                <a:lnTo>
                  <a:pt x="360486" y="1317644"/>
                </a:lnTo>
                <a:close/>
                <a:lnTo>
                  <a:pt x="357456" y="1317644"/>
                </a:lnTo>
                <a:close/>
                <a:lnTo>
                  <a:pt x="354427" y="1317644"/>
                </a:lnTo>
                <a:close/>
                <a:lnTo>
                  <a:pt x="351398" y="1317644"/>
                </a:lnTo>
                <a:close/>
                <a:lnTo>
                  <a:pt x="348369" y="1317644"/>
                </a:lnTo>
                <a:close/>
                <a:lnTo>
                  <a:pt x="345339" y="1317644"/>
                </a:lnTo>
                <a:close/>
                <a:lnTo>
                  <a:pt x="342310" y="1317644"/>
                </a:lnTo>
                <a:close/>
                <a:lnTo>
                  <a:pt x="339281" y="1317644"/>
                </a:lnTo>
                <a:close/>
                <a:lnTo>
                  <a:pt x="336251" y="1317644"/>
                </a:lnTo>
                <a:close/>
                <a:lnTo>
                  <a:pt x="333222" y="1317644"/>
                </a:lnTo>
                <a:close/>
                <a:lnTo>
                  <a:pt x="330193" y="1317644"/>
                </a:lnTo>
                <a:close/>
                <a:lnTo>
                  <a:pt x="327163" y="1317644"/>
                </a:lnTo>
                <a:close/>
                <a:lnTo>
                  <a:pt x="324134" y="1317644"/>
                </a:lnTo>
                <a:close/>
                <a:lnTo>
                  <a:pt x="321105" y="1317644"/>
                </a:lnTo>
                <a:close/>
                <a:lnTo>
                  <a:pt x="318076" y="1317644"/>
                </a:lnTo>
                <a:close/>
                <a:lnTo>
                  <a:pt x="315046" y="1317644"/>
                </a:lnTo>
                <a:close/>
                <a:lnTo>
                  <a:pt x="312017" y="1317644"/>
                </a:lnTo>
                <a:close/>
                <a:lnTo>
                  <a:pt x="308988" y="1317644"/>
                </a:lnTo>
                <a:close/>
                <a:lnTo>
                  <a:pt x="305958" y="1317644"/>
                </a:lnTo>
                <a:close/>
                <a:lnTo>
                  <a:pt x="302929" y="1317644"/>
                </a:lnTo>
                <a:close/>
                <a:lnTo>
                  <a:pt x="299900" y="1317644"/>
                </a:lnTo>
                <a:close/>
                <a:lnTo>
                  <a:pt x="296871" y="1317644"/>
                </a:lnTo>
                <a:close/>
                <a:lnTo>
                  <a:pt x="293841" y="1317644"/>
                </a:lnTo>
                <a:close/>
                <a:lnTo>
                  <a:pt x="290812" y="1317644"/>
                </a:lnTo>
                <a:close/>
                <a:lnTo>
                  <a:pt x="287783" y="1317644"/>
                </a:lnTo>
                <a:close/>
                <a:lnTo>
                  <a:pt x="284753" y="1317644"/>
                </a:lnTo>
                <a:close/>
                <a:lnTo>
                  <a:pt x="281724" y="1317644"/>
                </a:lnTo>
                <a:close/>
                <a:lnTo>
                  <a:pt x="278695" y="1317644"/>
                </a:lnTo>
                <a:close/>
                <a:lnTo>
                  <a:pt x="275666" y="1317644"/>
                </a:lnTo>
                <a:close/>
                <a:lnTo>
                  <a:pt x="272636" y="1317644"/>
                </a:lnTo>
                <a:close/>
                <a:lnTo>
                  <a:pt x="269607" y="1317644"/>
                </a:lnTo>
                <a:close/>
                <a:lnTo>
                  <a:pt x="266578" y="1317644"/>
                </a:lnTo>
                <a:close/>
                <a:lnTo>
                  <a:pt x="263548" y="1317644"/>
                </a:lnTo>
                <a:close/>
                <a:lnTo>
                  <a:pt x="260519" y="1317644"/>
                </a:lnTo>
                <a:close/>
                <a:lnTo>
                  <a:pt x="257490" y="1317644"/>
                </a:lnTo>
                <a:close/>
                <a:lnTo>
                  <a:pt x="254460" y="1317644"/>
                </a:lnTo>
                <a:close/>
                <a:lnTo>
                  <a:pt x="251431" y="1317644"/>
                </a:lnTo>
                <a:close/>
                <a:lnTo>
                  <a:pt x="248402" y="1317644"/>
                </a:lnTo>
                <a:close/>
                <a:lnTo>
                  <a:pt x="245373" y="1317644"/>
                </a:lnTo>
                <a:close/>
                <a:lnTo>
                  <a:pt x="242343" y="1317644"/>
                </a:lnTo>
                <a:close/>
                <a:lnTo>
                  <a:pt x="239314" y="1317644"/>
                </a:lnTo>
                <a:close/>
                <a:lnTo>
                  <a:pt x="236285" y="1317644"/>
                </a:lnTo>
                <a:close/>
                <a:lnTo>
                  <a:pt x="233255" y="1317644"/>
                </a:lnTo>
                <a:close/>
                <a:lnTo>
                  <a:pt x="230226" y="1317644"/>
                </a:lnTo>
                <a:close/>
                <a:lnTo>
                  <a:pt x="227197" y="1317644"/>
                </a:lnTo>
                <a:close/>
                <a:lnTo>
                  <a:pt x="224168" y="1317644"/>
                </a:lnTo>
                <a:close/>
                <a:lnTo>
                  <a:pt x="221138" y="1317644"/>
                </a:lnTo>
                <a:close/>
                <a:lnTo>
                  <a:pt x="218109" y="1317644"/>
                </a:lnTo>
                <a:close/>
                <a:lnTo>
                  <a:pt x="215080" y="1317644"/>
                </a:lnTo>
                <a:close/>
                <a:lnTo>
                  <a:pt x="212050" y="1317644"/>
                </a:lnTo>
                <a:close/>
                <a:lnTo>
                  <a:pt x="209021" y="1317644"/>
                </a:lnTo>
                <a:close/>
                <a:lnTo>
                  <a:pt x="205992" y="1317644"/>
                </a:lnTo>
                <a:close/>
                <a:lnTo>
                  <a:pt x="202963" y="1317644"/>
                </a:lnTo>
                <a:close/>
                <a:lnTo>
                  <a:pt x="199933" y="1317644"/>
                </a:lnTo>
                <a:close/>
                <a:lnTo>
                  <a:pt x="196904" y="1317644"/>
                </a:lnTo>
                <a:close/>
                <a:lnTo>
                  <a:pt x="193875" y="1317644"/>
                </a:lnTo>
                <a:close/>
                <a:lnTo>
                  <a:pt x="190845" y="1317644"/>
                </a:lnTo>
                <a:close/>
                <a:lnTo>
                  <a:pt x="187816" y="1317644"/>
                </a:lnTo>
                <a:close/>
                <a:lnTo>
                  <a:pt x="184787" y="1317644"/>
                </a:lnTo>
                <a:close/>
                <a:lnTo>
                  <a:pt x="181758" y="1317644"/>
                </a:lnTo>
                <a:close/>
                <a:lnTo>
                  <a:pt x="178728" y="1317644"/>
                </a:lnTo>
                <a:close/>
                <a:lnTo>
                  <a:pt x="175699" y="1317644"/>
                </a:lnTo>
                <a:close/>
                <a:lnTo>
                  <a:pt x="172670" y="1317644"/>
                </a:lnTo>
                <a:close/>
                <a:lnTo>
                  <a:pt x="169640" y="1317644"/>
                </a:lnTo>
                <a:close/>
                <a:lnTo>
                  <a:pt x="166611" y="1317644"/>
                </a:lnTo>
                <a:close/>
                <a:lnTo>
                  <a:pt x="163582" y="1317644"/>
                </a:lnTo>
                <a:close/>
                <a:lnTo>
                  <a:pt x="160552" y="1317644"/>
                </a:lnTo>
                <a:close/>
                <a:lnTo>
                  <a:pt x="157523" y="1317644"/>
                </a:lnTo>
                <a:close/>
                <a:lnTo>
                  <a:pt x="154494" y="1317644"/>
                </a:lnTo>
                <a:close/>
                <a:lnTo>
                  <a:pt x="151465" y="1317644"/>
                </a:lnTo>
                <a:close/>
                <a:lnTo>
                  <a:pt x="148435" y="1317644"/>
                </a:lnTo>
                <a:close/>
                <a:lnTo>
                  <a:pt x="145406" y="1317644"/>
                </a:lnTo>
                <a:close/>
                <a:lnTo>
                  <a:pt x="142377" y="1317644"/>
                </a:lnTo>
                <a:close/>
                <a:lnTo>
                  <a:pt x="139347" y="1317644"/>
                </a:lnTo>
                <a:close/>
                <a:lnTo>
                  <a:pt x="136318" y="1317644"/>
                </a:lnTo>
                <a:close/>
                <a:lnTo>
                  <a:pt x="133289" y="1317644"/>
                </a:lnTo>
                <a:close/>
                <a:lnTo>
                  <a:pt x="130260" y="1317644"/>
                </a:lnTo>
                <a:close/>
                <a:lnTo>
                  <a:pt x="127230" y="1317644"/>
                </a:lnTo>
                <a:close/>
                <a:lnTo>
                  <a:pt x="124201" y="1317644"/>
                </a:lnTo>
                <a:close/>
                <a:lnTo>
                  <a:pt x="121172" y="1317644"/>
                </a:lnTo>
                <a:close/>
                <a:lnTo>
                  <a:pt x="118142" y="1317644"/>
                </a:lnTo>
                <a:close/>
                <a:lnTo>
                  <a:pt x="115113" y="1317644"/>
                </a:lnTo>
                <a:close/>
                <a:lnTo>
                  <a:pt x="112084" y="1317644"/>
                </a:lnTo>
                <a:close/>
                <a:lnTo>
                  <a:pt x="109055" y="1317644"/>
                </a:lnTo>
                <a:close/>
                <a:lnTo>
                  <a:pt x="106025" y="1317644"/>
                </a:lnTo>
                <a:close/>
                <a:lnTo>
                  <a:pt x="102996" y="1317644"/>
                </a:lnTo>
                <a:close/>
                <a:lnTo>
                  <a:pt x="99967" y="1317644"/>
                </a:lnTo>
                <a:close/>
                <a:lnTo>
                  <a:pt x="96937" y="1317644"/>
                </a:lnTo>
                <a:close/>
                <a:lnTo>
                  <a:pt x="93908" y="1317644"/>
                </a:lnTo>
                <a:close/>
                <a:lnTo>
                  <a:pt x="90879" y="1317644"/>
                </a:lnTo>
                <a:close/>
                <a:lnTo>
                  <a:pt x="87849" y="1317644"/>
                </a:lnTo>
                <a:close/>
                <a:lnTo>
                  <a:pt x="84820" y="1317644"/>
                </a:lnTo>
                <a:close/>
                <a:lnTo>
                  <a:pt x="81791" y="1317644"/>
                </a:lnTo>
                <a:close/>
                <a:lnTo>
                  <a:pt x="78762" y="1317644"/>
                </a:lnTo>
                <a:close/>
                <a:lnTo>
                  <a:pt x="75732" y="1317644"/>
                </a:lnTo>
                <a:close/>
                <a:lnTo>
                  <a:pt x="72703" y="1317644"/>
                </a:lnTo>
                <a:close/>
                <a:lnTo>
                  <a:pt x="69674" y="1317644"/>
                </a:lnTo>
                <a:close/>
                <a:lnTo>
                  <a:pt x="66644" y="1317644"/>
                </a:lnTo>
                <a:close/>
                <a:lnTo>
                  <a:pt x="63615" y="1317644"/>
                </a:lnTo>
                <a:close/>
                <a:lnTo>
                  <a:pt x="60586" y="1317644"/>
                </a:lnTo>
                <a:close/>
                <a:lnTo>
                  <a:pt x="57557" y="1317644"/>
                </a:lnTo>
                <a:close/>
                <a:lnTo>
                  <a:pt x="54527" y="1317644"/>
                </a:lnTo>
                <a:close/>
                <a:lnTo>
                  <a:pt x="51498" y="1317644"/>
                </a:lnTo>
                <a:close/>
                <a:lnTo>
                  <a:pt x="48469" y="1317644"/>
                </a:lnTo>
                <a:close/>
                <a:lnTo>
                  <a:pt x="45439" y="1317644"/>
                </a:lnTo>
                <a:close/>
                <a:lnTo>
                  <a:pt x="42410" y="1317644"/>
                </a:lnTo>
                <a:close/>
                <a:lnTo>
                  <a:pt x="39381" y="1317644"/>
                </a:lnTo>
                <a:close/>
                <a:lnTo>
                  <a:pt x="36352" y="1317644"/>
                </a:lnTo>
                <a:close/>
                <a:lnTo>
                  <a:pt x="33322" y="1317644"/>
                </a:lnTo>
                <a:close/>
                <a:lnTo>
                  <a:pt x="30293" y="1317644"/>
                </a:lnTo>
                <a:close/>
                <a:lnTo>
                  <a:pt x="27264" y="1317644"/>
                </a:lnTo>
                <a:close/>
                <a:lnTo>
                  <a:pt x="24234" y="1317644"/>
                </a:lnTo>
                <a:close/>
                <a:lnTo>
                  <a:pt x="21205" y="1317644"/>
                </a:lnTo>
                <a:close/>
                <a:lnTo>
                  <a:pt x="18176" y="1317644"/>
                </a:lnTo>
                <a:close/>
                <a:lnTo>
                  <a:pt x="15147" y="1317644"/>
                </a:lnTo>
                <a:close/>
                <a:lnTo>
                  <a:pt x="12117" y="1317644"/>
                </a:lnTo>
                <a:close/>
                <a:lnTo>
                  <a:pt x="9088" y="1317644"/>
                </a:lnTo>
                <a:close/>
                <a:lnTo>
                  <a:pt x="6059" y="1317644"/>
                </a:lnTo>
                <a:close/>
                <a:lnTo>
                  <a:pt x="3029" y="1317644"/>
                </a:lnTo>
                <a:close/>
                <a:lnTo>
                  <a:pt x="0" y="1317644"/>
                </a:lnTo>
                <a:close/>
                <a:lnTo>
                  <a:pt x="0" y="1317644"/>
                </a:lnTo>
                <a:close/>
              </a:path>
            </a:pathLst>
          </a:custGeom>
          <a:solidFill>
            <a:srgbClr val="8C3A3A">
              <a:alpha val="20000"/>
            </a:srgbClr>
          </a:solidFill>
          <a:ln w="12700">
            <a:solidFill>
              <a:srgbClr val="8C3A3A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066216" y="182204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5556185" y="182204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4751508" y="438515"/>
            <a:ext cx="905758" cy="1317619"/>
          </a:xfrm>
          <a:custGeom>
            <a:avLst/>
            <a:gdLst/>
            <a:ahLst/>
            <a:cxnLst/>
            <a:rect l="l" t="t" r="r" b="b"/>
            <a:pathLst>
              <a:path w="905758" h="1317619">
                <a:moveTo>
                  <a:pt x="0" y="1317619"/>
                </a:moveTo>
                <a:lnTo>
                  <a:pt x="106025" y="1316181"/>
                </a:lnTo>
                <a:close/>
                <a:lnTo>
                  <a:pt x="142377" y="1312940"/>
                </a:lnTo>
                <a:close/>
                <a:lnTo>
                  <a:pt x="166611" y="1308004"/>
                </a:lnTo>
                <a:close/>
                <a:lnTo>
                  <a:pt x="184787" y="1301653"/>
                </a:lnTo>
                <a:close/>
                <a:lnTo>
                  <a:pt x="199933" y="1293770"/>
                </a:lnTo>
                <a:close/>
                <a:lnTo>
                  <a:pt x="215080" y="1282674"/>
                </a:lnTo>
                <a:close/>
                <a:lnTo>
                  <a:pt x="230226" y="1267391"/>
                </a:lnTo>
                <a:close/>
                <a:lnTo>
                  <a:pt x="242343" y="1251395"/>
                </a:lnTo>
                <a:close/>
                <a:lnTo>
                  <a:pt x="254460" y="1231369"/>
                </a:lnTo>
                <a:close/>
                <a:lnTo>
                  <a:pt x="266578" y="1206652"/>
                </a:lnTo>
                <a:close/>
                <a:lnTo>
                  <a:pt x="281724" y="1168161"/>
                </a:lnTo>
                <a:close/>
                <a:lnTo>
                  <a:pt x="296871" y="1120125"/>
                </a:lnTo>
                <a:close/>
                <a:lnTo>
                  <a:pt x="312017" y="1061587"/>
                </a:lnTo>
                <a:close/>
                <a:lnTo>
                  <a:pt x="327163" y="991973"/>
                </a:lnTo>
                <a:close/>
                <a:lnTo>
                  <a:pt x="345339" y="893832"/>
                </a:lnTo>
                <a:close/>
                <a:lnTo>
                  <a:pt x="366544" y="761033"/>
                </a:lnTo>
                <a:close/>
                <a:lnTo>
                  <a:pt x="393808" y="569664"/>
                </a:lnTo>
                <a:close/>
                <a:lnTo>
                  <a:pt x="436218" y="270115"/>
                </a:lnTo>
                <a:close/>
                <a:lnTo>
                  <a:pt x="454394" y="161613"/>
                </a:lnTo>
                <a:close/>
                <a:lnTo>
                  <a:pt x="469540" y="88721"/>
                </a:lnTo>
                <a:close/>
                <a:lnTo>
                  <a:pt x="481657" y="44718"/>
                </a:lnTo>
                <a:close/>
                <a:lnTo>
                  <a:pt x="490745" y="21117"/>
                </a:lnTo>
                <a:close/>
                <a:lnTo>
                  <a:pt x="499833" y="6117"/>
                </a:lnTo>
                <a:close/>
                <a:lnTo>
                  <a:pt x="505892" y="1054"/>
                </a:lnTo>
                <a:close/>
                <a:lnTo>
                  <a:pt x="511950" y="0"/>
                </a:lnTo>
                <a:close/>
                <a:lnTo>
                  <a:pt x="518009" y="2964"/>
                </a:lnTo>
                <a:close/>
                <a:lnTo>
                  <a:pt x="524067" y="9920"/>
                </a:lnTo>
                <a:close/>
                <a:lnTo>
                  <a:pt x="530126" y="20804"/>
                </a:lnTo>
                <a:close/>
                <a:lnTo>
                  <a:pt x="539214" y="44270"/>
                </a:lnTo>
                <a:close/>
                <a:lnTo>
                  <a:pt x="548302" y="75869"/>
                </a:lnTo>
                <a:close/>
                <a:lnTo>
                  <a:pt x="560419" y="129547"/>
                </a:lnTo>
                <a:close/>
                <a:lnTo>
                  <a:pt x="575565" y="212534"/>
                </a:lnTo>
                <a:close/>
                <a:lnTo>
                  <a:pt x="593741" y="329699"/>
                </a:lnTo>
                <a:close/>
                <a:lnTo>
                  <a:pt x="627063" y="568595"/>
                </a:lnTo>
                <a:close/>
                <a:lnTo>
                  <a:pt x="660386" y="799818"/>
                </a:lnTo>
                <a:close/>
                <a:lnTo>
                  <a:pt x="681591" y="927453"/>
                </a:lnTo>
                <a:close/>
                <a:lnTo>
                  <a:pt x="699766" y="1020475"/>
                </a:lnTo>
                <a:close/>
                <a:lnTo>
                  <a:pt x="714913" y="1085730"/>
                </a:lnTo>
                <a:close/>
                <a:lnTo>
                  <a:pt x="730059" y="1140076"/>
                </a:lnTo>
                <a:close/>
                <a:lnTo>
                  <a:pt x="745206" y="1184256"/>
                </a:lnTo>
                <a:close/>
                <a:lnTo>
                  <a:pt x="760352" y="1219338"/>
                </a:lnTo>
                <a:close/>
                <a:lnTo>
                  <a:pt x="775499" y="1246562"/>
                </a:lnTo>
                <a:close/>
                <a:lnTo>
                  <a:pt x="790645" y="1267218"/>
                </a:lnTo>
                <a:close/>
                <a:lnTo>
                  <a:pt x="805791" y="1282548"/>
                </a:lnTo>
                <a:close/>
                <a:lnTo>
                  <a:pt x="820938" y="1293679"/>
                </a:lnTo>
                <a:close/>
                <a:lnTo>
                  <a:pt x="836084" y="1301589"/>
                </a:lnTo>
                <a:close/>
                <a:lnTo>
                  <a:pt x="854260" y="1307963"/>
                </a:lnTo>
                <a:close/>
                <a:lnTo>
                  <a:pt x="875465" y="1312462"/>
                </a:lnTo>
                <a:close/>
                <a:lnTo>
                  <a:pt x="905758" y="1315655"/>
                </a:lnTo>
                <a:close/>
                <a:lnTo>
                  <a:pt x="905758" y="1315655"/>
                </a:lnTo>
                <a:close/>
              </a:path>
            </a:pathLst>
          </a:custGeom>
          <a:noFill/>
          <a:ln w="15240">
            <a:solidFill>
              <a:srgbClr val="8C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380463" y="372633"/>
            <a:ext cx="0" cy="1449409"/>
          </a:xfrm>
          <a:custGeom>
            <a:avLst/>
            <a:gdLst/>
            <a:ahLst/>
            <a:cxnLst/>
            <a:rect l="l" t="t" r="r" b="b"/>
            <a:pathLst>
              <a:path w="0" h="1449409">
                <a:moveTo>
                  <a:pt x="0" y="1449409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4706220" y="372633"/>
            <a:ext cx="0" cy="1449409"/>
          </a:xfrm>
          <a:custGeom>
            <a:avLst/>
            <a:gdLst/>
            <a:ahLst/>
            <a:cxnLst/>
            <a:rect l="l" t="t" r="r" b="b"/>
            <a:pathLst>
              <a:path w="0" h="1449409">
                <a:moveTo>
                  <a:pt x="0" y="1449409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4706220" y="1822042"/>
            <a:ext cx="996334" cy="0"/>
          </a:xfrm>
          <a:custGeom>
            <a:avLst/>
            <a:gdLst/>
            <a:ahLst/>
            <a:cxnLst/>
            <a:rect l="l" t="t" r="r" b="b"/>
            <a:pathLst>
              <a:path w="996334" h="0">
                <a:moveTo>
                  <a:pt x="0" y="0"/>
                </a:moveTo>
                <a:lnTo>
                  <a:pt x="99633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1068" y="2572111"/>
            <a:ext cx="2096452" cy="1884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95699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904357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013016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121674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230332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338990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447649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556307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664965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773623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882282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990940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099598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208256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316915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425573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534231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642889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626618" y="437069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626618" y="379971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26618" y="322873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26618" y="26577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671068" y="2572111"/>
            <a:ext cx="0" cy="1884232"/>
          </a:xfrm>
          <a:custGeom>
            <a:avLst/>
            <a:gdLst/>
            <a:ahLst/>
            <a:cxnLst/>
            <a:rect l="l" t="t" r="r" b="b"/>
            <a:pathLst>
              <a:path w="0" h="1884232">
                <a:moveTo>
                  <a:pt x="0" y="188423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671068" y="4456343"/>
            <a:ext cx="2096452" cy="0"/>
          </a:xfrm>
          <a:custGeom>
            <a:avLst/>
            <a:gdLst/>
            <a:ahLst/>
            <a:cxnLst/>
            <a:rect l="l" t="t" r="r" b="b"/>
            <a:pathLst>
              <a:path w="2096452" h="0">
                <a:moveTo>
                  <a:pt x="0" y="0"/>
                </a:moveTo>
                <a:lnTo>
                  <a:pt x="209645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2602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51260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9918" y="4346936"/>
            <a:ext cx="47519" cy="47519"/>
          </a:xfrm>
          <a:prstGeom prst="rect">
            <a:avLst/>
          </a:prstGeom>
          <a:solidFill>
            <a:srgbClr val="CC333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68577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77235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85893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394551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503210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611868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720526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829184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937843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046501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155159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263817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372476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481134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589792" y="4346936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762160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870819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979477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C333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088135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1196793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1305452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C333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1414110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1522768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1631426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1740085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848743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C333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957401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2066059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2174718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2283376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392034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2500692" y="3775957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20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2609351" y="3775957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1719" y="3204978"/>
            <a:ext cx="47519" cy="47519"/>
          </a:xfrm>
          <a:prstGeom prst="rect">
            <a:avLst/>
          </a:prstGeom>
          <a:solidFill>
            <a:srgbClr val="CC333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0377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99035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07694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216352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325010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433668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542327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650985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759643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868301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976960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085618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194276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302934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411593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520251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628909" y="3204978"/>
            <a:ext cx="47519" cy="47519"/>
          </a:xfrm>
          <a:prstGeom prst="rect">
            <a:avLst/>
          </a:pr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801277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909935" y="2633998"/>
            <a:ext cx="47520" cy="47519"/>
          </a:xfrm>
          <a:custGeom>
            <a:avLst/>
            <a:gdLst/>
            <a:ahLst/>
            <a:cxnLst/>
            <a:rect l="l" t="t" r="r" b="b"/>
            <a:pathLst>
              <a:path w="47520" h="47519">
                <a:moveTo>
                  <a:pt x="23760" y="47519"/>
                </a:moveTo>
                <a:lnTo>
                  <a:pt x="40561" y="40560"/>
                </a:lnTo>
                <a:close/>
                <a:lnTo>
                  <a:pt x="47520" y="23760"/>
                </a:lnTo>
                <a:close/>
                <a:lnTo>
                  <a:pt x="40561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1018594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127252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1235910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1344569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1453227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1561885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670543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1779202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1887860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996518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2105176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2213835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2322493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CC333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431151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2539809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60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60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60" y="47519"/>
                </a:lnTo>
                <a:close/>
                <a:lnTo>
                  <a:pt x="23760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2648468" y="2633998"/>
            <a:ext cx="47519" cy="47519"/>
          </a:xfrm>
          <a:custGeom>
            <a:avLst/>
            <a:gdLst/>
            <a:ahLst/>
            <a:cxnLst/>
            <a:rect l="l" t="t" r="r" b="b"/>
            <a:pathLst>
              <a:path w="47519" h="47519">
                <a:moveTo>
                  <a:pt x="23759" y="47519"/>
                </a:moveTo>
                <a:lnTo>
                  <a:pt x="40560" y="40560"/>
                </a:lnTo>
                <a:close/>
                <a:lnTo>
                  <a:pt x="47519" y="23760"/>
                </a:lnTo>
                <a:close/>
                <a:lnTo>
                  <a:pt x="40560" y="6959"/>
                </a:lnTo>
                <a:close/>
                <a:lnTo>
                  <a:pt x="23759" y="0"/>
                </a:lnTo>
                <a:close/>
                <a:lnTo>
                  <a:pt x="6959" y="6959"/>
                </a:lnTo>
                <a:close/>
                <a:lnTo>
                  <a:pt x="0" y="23760"/>
                </a:lnTo>
                <a:close/>
                <a:lnTo>
                  <a:pt x="6959" y="40560"/>
                </a:lnTo>
                <a:close/>
                <a:lnTo>
                  <a:pt x="23759" y="47519"/>
                </a:lnTo>
                <a:close/>
                <a:lnTo>
                  <a:pt x="23759" y="47519"/>
                </a:lnTo>
                <a:close/>
              </a:path>
            </a:pathLst>
          </a:custGeom>
          <a:solidFill>
            <a:srgbClr val="1F3B7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950864" y="2605778"/>
            <a:ext cx="797587" cy="115407"/>
          </a:xfrm>
          <a:custGeom>
            <a:avLst/>
            <a:gdLst/>
            <a:ahLst/>
            <a:cxnLst/>
            <a:rect l="l" t="t" r="r" b="b"/>
            <a:pathLst>
              <a:path w="797587" h="115407">
                <a:moveTo>
                  <a:pt x="22860" y="115407"/>
                </a:moveTo>
                <a:lnTo>
                  <a:pt x="774727" y="115407"/>
                </a:lnTo>
                <a:close/>
                <a:lnTo>
                  <a:pt x="791872" y="109692"/>
                </a:lnTo>
                <a:close/>
                <a:lnTo>
                  <a:pt x="797587" y="92547"/>
                </a:lnTo>
                <a:close/>
                <a:lnTo>
                  <a:pt x="797587" y="22860"/>
                </a:lnTo>
                <a:close/>
                <a:lnTo>
                  <a:pt x="791872" y="5715"/>
                </a:lnTo>
                <a:close/>
                <a:lnTo>
                  <a:pt x="774727" y="0"/>
                </a:lnTo>
                <a:close/>
                <a:lnTo>
                  <a:pt x="22860" y="0"/>
                </a:lnTo>
                <a:close/>
                <a:lnTo>
                  <a:pt x="5715" y="5715"/>
                </a:lnTo>
                <a:close/>
                <a:lnTo>
                  <a:pt x="0" y="22860"/>
                </a:lnTo>
                <a:close/>
                <a:lnTo>
                  <a:pt x="0" y="92547"/>
                </a:lnTo>
                <a:close/>
                <a:lnTo>
                  <a:pt x="5715" y="109692"/>
                </a:lnTo>
                <a:close/>
                <a:lnTo>
                  <a:pt x="22860" y="115407"/>
                </a:lnTo>
                <a:close/>
                <a:lnTo>
                  <a:pt x="22860" y="115407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6350">
            <a:solidFill>
              <a:srgbClr val="CCCCCC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2119622" y="4242775"/>
            <a:ext cx="63500" cy="63500"/>
          </a:xfrm>
          <a:prstGeom prst="rect">
            <a:avLst/>
          </a:prstGeom>
          <a:solidFill>
            <a:srgbClr val="1F3B73"/>
          </a:solidFill>
          <a:ln w="1270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119622" y="4332597"/>
            <a:ext cx="63500" cy="6350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712212" y="2572111"/>
            <a:ext cx="1884232" cy="1884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3712212" y="2572111"/>
            <a:ext cx="1884232" cy="1884232"/>
          </a:xfrm>
          <a:custGeom>
            <a:avLst/>
            <a:gdLst/>
            <a:ahLst/>
            <a:cxnLst/>
            <a:rect l="l" t="t" r="r" b="b"/>
            <a:pathLst>
              <a:path w="1884232" h="1884232">
                <a:moveTo>
                  <a:pt x="0" y="1884232"/>
                </a:moveTo>
                <a:lnTo>
                  <a:pt x="1884232" y="0"/>
                </a:lnTo>
                <a:close/>
              </a:path>
            </a:pathLst>
          </a:custGeom>
          <a:noFill/>
          <a:ln w="762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4005042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4318978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4632914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4946850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5260786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5574723" y="4456343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3667762" y="422630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3667762" y="397515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3667762" y="37240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3667762" y="347285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3667762" y="322170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3667762" y="297055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3667762" y="271940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3712212" y="2572111"/>
            <a:ext cx="0" cy="1884232"/>
          </a:xfrm>
          <a:custGeom>
            <a:avLst/>
            <a:gdLst/>
            <a:ahLst/>
            <a:cxnLst/>
            <a:rect l="l" t="t" r="r" b="b"/>
            <a:pathLst>
              <a:path w="0" h="1884232">
                <a:moveTo>
                  <a:pt x="0" y="188423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3712212" y="4456343"/>
            <a:ext cx="1884232" cy="0"/>
          </a:xfrm>
          <a:custGeom>
            <a:avLst/>
            <a:gdLst/>
            <a:ahLst/>
            <a:cxnLst/>
            <a:rect l="l" t="t" r="r" b="b"/>
            <a:pathLst>
              <a:path w="1884232" h="0">
                <a:moveTo>
                  <a:pt x="0" y="0"/>
                </a:moveTo>
                <a:lnTo>
                  <a:pt x="188423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4109645" y="3742210"/>
            <a:ext cx="0" cy="613673"/>
          </a:xfrm>
          <a:custGeom>
            <a:avLst/>
            <a:gdLst/>
            <a:ahLst/>
            <a:cxnLst/>
            <a:rect l="l" t="t" r="r" b="b"/>
            <a:pathLst>
              <a:path w="0" h="613673">
                <a:moveTo>
                  <a:pt x="0" y="613673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4135765" y="3710770"/>
            <a:ext cx="0" cy="605070"/>
          </a:xfrm>
          <a:custGeom>
            <a:avLst/>
            <a:gdLst/>
            <a:ahLst/>
            <a:cxnLst/>
            <a:rect l="l" t="t" r="r" b="b"/>
            <a:pathLst>
              <a:path w="0" h="605070">
                <a:moveTo>
                  <a:pt x="0" y="60507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4151085" y="3656281"/>
            <a:ext cx="0" cy="600459"/>
          </a:xfrm>
          <a:custGeom>
            <a:avLst/>
            <a:gdLst/>
            <a:ahLst/>
            <a:cxnLst/>
            <a:rect l="l" t="t" r="r" b="b"/>
            <a:pathLst>
              <a:path w="0" h="600459">
                <a:moveTo>
                  <a:pt x="0" y="600459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4155103" y="3673536"/>
            <a:ext cx="0" cy="652121"/>
          </a:xfrm>
          <a:custGeom>
            <a:avLst/>
            <a:gdLst/>
            <a:ahLst/>
            <a:cxnLst/>
            <a:rect l="l" t="t" r="r" b="b"/>
            <a:pathLst>
              <a:path w="0" h="652121">
                <a:moveTo>
                  <a:pt x="0" y="652121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4331410" y="3499193"/>
            <a:ext cx="0" cy="638507"/>
          </a:xfrm>
          <a:custGeom>
            <a:avLst/>
            <a:gdLst/>
            <a:ahLst/>
            <a:cxnLst/>
            <a:rect l="l" t="t" r="r" b="b"/>
            <a:pathLst>
              <a:path w="0" h="638507">
                <a:moveTo>
                  <a:pt x="0" y="638507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4372849" y="3145719"/>
            <a:ext cx="0" cy="945045"/>
          </a:xfrm>
          <a:custGeom>
            <a:avLst/>
            <a:gdLst/>
            <a:ahLst/>
            <a:cxnLst/>
            <a:rect l="l" t="t" r="r" b="b"/>
            <a:pathLst>
              <a:path w="0" h="945045">
                <a:moveTo>
                  <a:pt x="0" y="945045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4669205" y="3148516"/>
            <a:ext cx="0" cy="655547"/>
          </a:xfrm>
          <a:custGeom>
            <a:avLst/>
            <a:gdLst/>
            <a:ahLst/>
            <a:cxnLst/>
            <a:rect l="l" t="t" r="r" b="b"/>
            <a:pathLst>
              <a:path w="0" h="655547">
                <a:moveTo>
                  <a:pt x="0" y="655547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4757358" y="3130326"/>
            <a:ext cx="0" cy="721033"/>
          </a:xfrm>
          <a:custGeom>
            <a:avLst/>
            <a:gdLst/>
            <a:ahLst/>
            <a:cxnLst/>
            <a:rect l="l" t="t" r="r" b="b"/>
            <a:pathLst>
              <a:path w="0" h="721033">
                <a:moveTo>
                  <a:pt x="0" y="721033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4828810" y="2985058"/>
            <a:ext cx="0" cy="760781"/>
          </a:xfrm>
          <a:custGeom>
            <a:avLst/>
            <a:gdLst/>
            <a:ahLst/>
            <a:cxnLst/>
            <a:rect l="l" t="t" r="r" b="b"/>
            <a:pathLst>
              <a:path w="0" h="760781">
                <a:moveTo>
                  <a:pt x="0" y="760781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4865604" y="2672571"/>
            <a:ext cx="0" cy="911429"/>
          </a:xfrm>
          <a:custGeom>
            <a:avLst/>
            <a:gdLst/>
            <a:ahLst/>
            <a:cxnLst/>
            <a:rect l="l" t="t" r="r" b="b"/>
            <a:pathLst>
              <a:path w="0" h="911429">
                <a:moveTo>
                  <a:pt x="0" y="911429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4084245" y="4355883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4110365" y="431584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4125685" y="425674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129703" y="4325657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4306010" y="413770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4347449" y="4090764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4643805" y="3804063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4731958" y="3851359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4803410" y="3745839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4840204" y="358400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4084245" y="374221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4110365" y="371077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4125685" y="3656281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4129703" y="3673536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4306010" y="3499193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4347449" y="3145719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4643805" y="3148516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4731958" y="3130326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4803410" y="2985058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4840204" y="2672571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5080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4956004" y="4240080"/>
            <a:ext cx="604868" cy="180691"/>
          </a:xfrm>
          <a:custGeom>
            <a:avLst/>
            <a:gdLst/>
            <a:ahLst/>
            <a:cxnLst/>
            <a:rect l="l" t="t" r="r" b="b"/>
            <a:pathLst>
              <a:path w="604868" h="180691">
                <a:moveTo>
                  <a:pt x="20955" y="180691"/>
                </a:moveTo>
                <a:lnTo>
                  <a:pt x="583913" y="180691"/>
                </a:lnTo>
                <a:close/>
                <a:lnTo>
                  <a:pt x="599629" y="175452"/>
                </a:lnTo>
                <a:close/>
                <a:lnTo>
                  <a:pt x="604868" y="159736"/>
                </a:lnTo>
                <a:close/>
                <a:lnTo>
                  <a:pt x="604868" y="20955"/>
                </a:lnTo>
                <a:close/>
                <a:lnTo>
                  <a:pt x="599629" y="5239"/>
                </a:lnTo>
                <a:close/>
                <a:lnTo>
                  <a:pt x="583913" y="0"/>
                </a:lnTo>
                <a:close/>
                <a:lnTo>
                  <a:pt x="20955" y="0"/>
                </a:lnTo>
                <a:close/>
                <a:lnTo>
                  <a:pt x="5238" y="5239"/>
                </a:lnTo>
                <a:close/>
                <a:lnTo>
                  <a:pt x="0" y="20955"/>
                </a:lnTo>
                <a:close/>
                <a:lnTo>
                  <a:pt x="0" y="159736"/>
                </a:lnTo>
                <a:close/>
                <a:lnTo>
                  <a:pt x="5238" y="175452"/>
                </a:lnTo>
                <a:close/>
                <a:lnTo>
                  <a:pt x="20955" y="180691"/>
                </a:lnTo>
                <a:close/>
                <a:lnTo>
                  <a:pt x="20955" y="180691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6350">
            <a:solidFill>
              <a:srgbClr val="CCCCCC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4077895" y="4019728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0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4104015" y="3989969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0" y="54201"/>
                </a:lnTo>
                <a:close/>
                <a:lnTo>
                  <a:pt x="63500" y="31750"/>
                </a:lnTo>
                <a:close/>
                <a:lnTo>
                  <a:pt x="54200" y="9300"/>
                </a:lnTo>
                <a:close/>
                <a:lnTo>
                  <a:pt x="31750" y="0"/>
                </a:lnTo>
                <a:close/>
                <a:lnTo>
                  <a:pt x="9299" y="9300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4119335" y="3927004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0" y="54201"/>
                </a:lnTo>
                <a:close/>
                <a:lnTo>
                  <a:pt x="63500" y="31750"/>
                </a:lnTo>
                <a:close/>
                <a:lnTo>
                  <a:pt x="54200" y="9299"/>
                </a:lnTo>
                <a:close/>
                <a:lnTo>
                  <a:pt x="31750" y="0"/>
                </a:lnTo>
                <a:close/>
                <a:lnTo>
                  <a:pt x="9299" y="9299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4123353" y="3973377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300"/>
                </a:lnTo>
                <a:close/>
                <a:lnTo>
                  <a:pt x="31750" y="0"/>
                </a:lnTo>
                <a:close/>
                <a:lnTo>
                  <a:pt x="9300" y="9300"/>
                </a:lnTo>
                <a:close/>
                <a:lnTo>
                  <a:pt x="0" y="31750"/>
                </a:lnTo>
                <a:close/>
                <a:lnTo>
                  <a:pt x="9300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4299660" y="378447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0" y="54201"/>
                </a:lnTo>
                <a:close/>
                <a:lnTo>
                  <a:pt x="63500" y="31750"/>
                </a:lnTo>
                <a:close/>
                <a:lnTo>
                  <a:pt x="54200" y="9300"/>
                </a:lnTo>
                <a:close/>
                <a:lnTo>
                  <a:pt x="31750" y="0"/>
                </a:lnTo>
                <a:close/>
                <a:lnTo>
                  <a:pt x="9299" y="9300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4341099" y="3634934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300"/>
                </a:lnTo>
                <a:close/>
                <a:lnTo>
                  <a:pt x="31750" y="0"/>
                </a:lnTo>
                <a:close/>
                <a:lnTo>
                  <a:pt x="9300" y="9300"/>
                </a:lnTo>
                <a:close/>
                <a:lnTo>
                  <a:pt x="0" y="31750"/>
                </a:lnTo>
                <a:close/>
                <a:lnTo>
                  <a:pt x="9300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4637455" y="3447572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300"/>
                </a:lnTo>
                <a:close/>
                <a:lnTo>
                  <a:pt x="31750" y="0"/>
                </a:lnTo>
                <a:close/>
                <a:lnTo>
                  <a:pt x="9299" y="9300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4725608" y="3473191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0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4797060" y="3344872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0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4833854" y="3122552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0" y="54201"/>
                </a:lnTo>
                <a:close/>
                <a:lnTo>
                  <a:pt x="63500" y="31750"/>
                </a:lnTo>
                <a:close/>
                <a:lnTo>
                  <a:pt x="54200" y="9300"/>
                </a:lnTo>
                <a:close/>
                <a:lnTo>
                  <a:pt x="31750" y="0"/>
                </a:lnTo>
                <a:close/>
                <a:lnTo>
                  <a:pt x="9299" y="9300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8C3A3A">
              <a:alpha val="85000"/>
            </a:srgbClr>
          </a:solidFill>
          <a:ln w="12700">
            <a:solidFill>
              <a:srgbClr val="8C3A3A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